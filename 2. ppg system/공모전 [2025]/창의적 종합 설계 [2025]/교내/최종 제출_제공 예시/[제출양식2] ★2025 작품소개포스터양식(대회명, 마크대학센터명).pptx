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21599525" cy="32399288"/>
  <p:notesSz cx="15398750" cy="10890250"/>
  <p:defaultTextStyle>
    <a:lvl1pPr marL="0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1pPr>
    <a:lvl2pPr marL="939089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2pPr>
    <a:lvl3pPr marL="1878178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3pPr>
    <a:lvl4pPr marL="2817266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4pPr>
    <a:lvl5pPr marL="3756355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5pPr>
    <a:lvl6pPr marL="4695444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6pPr>
    <a:lvl7pPr marL="5634533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7pPr>
    <a:lvl8pPr marL="6573622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8pPr>
    <a:lvl9pPr marL="7512710" algn="l" defTabSz="1878178" rtl="0" eaLnBrk="1" latinLnBrk="0" hangingPunct="1">
      <a:defRPr sz="36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566"/>
    <a:srgbClr val="CB4E60"/>
    <a:srgbClr val="FFFFFF"/>
    <a:srgbClr val="F6CF55"/>
    <a:srgbClr val="F5CF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" d="100"/>
          <a:sy n="21" d="100"/>
        </p:scale>
        <p:origin x="18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89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1pPr>
    <a:lvl2pPr marL="939089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2pPr>
    <a:lvl3pPr marL="1878178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3pPr>
    <a:lvl4pPr marL="2817266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4pPr>
    <a:lvl5pPr marL="3756355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5pPr>
    <a:lvl6pPr marL="4695444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6pPr>
    <a:lvl7pPr marL="5634533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7pPr>
    <a:lvl8pPr marL="6573622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8pPr>
    <a:lvl9pPr marL="7512710" algn="l" defTabSz="1878178" rtl="0" eaLnBrk="1" latinLnBrk="1" hangingPunct="1">
      <a:defRPr sz="246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2060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355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578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508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2468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594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373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182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7541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827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568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23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2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150557" y="811644"/>
            <a:ext cx="9947317" cy="819166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569090" y="440730"/>
            <a:ext cx="707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2025 </a:t>
            </a:r>
            <a:r>
              <a:rPr lang="ko-KR" altLang="en-US" sz="2800" b="1" dirty="0" err="1">
                <a:solidFill>
                  <a:schemeClr val="accent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가천대학교</a:t>
            </a:r>
            <a:r>
              <a:rPr lang="ko-KR" altLang="en-US" sz="2800" b="1" dirty="0">
                <a:solidFill>
                  <a:schemeClr val="accent1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창의적 종합설계 경진대회</a:t>
            </a:r>
            <a:endParaRPr lang="en-US" altLang="ko-KR" sz="2800" b="1" dirty="0">
              <a:solidFill>
                <a:schemeClr val="accent1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3486319" y="31094869"/>
            <a:ext cx="79126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      </a:t>
            </a:r>
            <a:r>
              <a:rPr lang="ko-KR" altLang="en-US" sz="3200" b="1" dirty="0" err="1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가천대학교</a:t>
            </a:r>
            <a:r>
              <a:rPr lang="ko-KR" altLang="en-US" sz="3200" b="1" dirty="0">
                <a:solidFill>
                  <a:srgbClr val="00206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공학교육혁신센터</a:t>
            </a:r>
            <a:endParaRPr lang="en-US" altLang="ja-JP" sz="3200" b="1" dirty="0">
              <a:solidFill>
                <a:srgbClr val="002060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15" name="그림 114" descr="가천대 로고만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05740" y="30899106"/>
            <a:ext cx="1706150" cy="1420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9</Words>
  <Application>Microsoft Office PowerPoint</Application>
  <PresentationFormat>사용자 지정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함초롬돋움</vt:lpstr>
      <vt:lpstr>Arial</vt:lpstr>
      <vt:lpstr>Calibri</vt:lpstr>
      <vt:lpstr>Calibri Light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UVC를 이용한 Door Sterilizer</dc:title>
  <dc:subject>Presentation</dc:subject>
  <dc:creator>mangoboard.net_5872443</dc:creator>
  <cp:lastModifiedBy>김주란</cp:lastModifiedBy>
  <cp:revision>41</cp:revision>
  <dcterms:created xsi:type="dcterms:W3CDTF">2020-09-18T02:35:19Z</dcterms:created>
  <dcterms:modified xsi:type="dcterms:W3CDTF">2025-08-11T04:18:26Z</dcterms:modified>
</cp:coreProperties>
</file>