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6290E-A271-7C3F-57D2-13F83E43C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9CF810-0AB9-5A5B-0D0C-57B8C540A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59208-CAA9-A6E3-4493-962612A8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4CDCC-1E2A-50A3-8A43-B766F189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1A1537-DA5F-5E9D-611A-860EE169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33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7D430-01A7-52B4-7AAA-872B359E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AB3CD-D2CC-3526-9263-5FB957BC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282F50-39E1-9CC6-EA6F-377D2C27B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652D71-54D0-1489-2DF1-E4096236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EDBBC-84D4-81B5-4E58-FDB20266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62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75EDE7-6C0B-5888-AD63-1B958CCC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D08835-7D3D-883C-5DED-D8F876B3B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F1931-C164-AAA7-E800-DBAEEF20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22F1D4-D073-33FE-E246-1C301A9D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34ADA9-461D-3608-76DB-A2E4B541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96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86E09-89CA-9DEF-EB55-AF31D0F7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363FF-1B12-D4F4-986B-E2D9BC420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13075F-475D-E9C8-01F7-D5170AE8E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9913C9-F0FC-F02C-76C5-D5CCE9F1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5FAD21-3D83-A988-3654-760B6C05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D2795A-1D6F-44BF-FBE7-23C8276C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3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5CCDC-71A0-424B-BA3F-9204720E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61C858-34FB-2659-8286-82F3550F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56304A-1A93-75DD-9E11-F408EA244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D5E6EB-E212-0386-1CE8-0EBAE4050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82141E-FB41-EFF1-5F23-33AC4A0D3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F240E3-E72D-2FD4-A63F-0194A0A8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828257-E405-A02C-9E2F-9FFB6505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548906-F414-A515-15CD-C745147B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78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9DA10-F70B-62DB-C64B-0763820E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F650B-292C-65F6-3A81-E3D130F4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D7280F-3277-5046-EFF4-8687FAA2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8083F5-80CB-3771-3A1A-7B59315E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89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A2D017-058C-3770-3E16-72B866C4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C6CEA7-C2AC-470C-66CB-60F11731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3AA81-DAEA-7642-1F70-E8A0E3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65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4D962-F482-10F5-3083-F0B1F213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1BB7F-8203-903F-E5F9-EAD533049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5477D2-09E3-6FE9-7C63-C43129CF4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C52CB4-8291-2AD5-3957-B0189E70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39BF52-C3E3-31BF-B051-6DE8BAA6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EB08A2-D5B5-6D90-62B3-164B3293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503A9-4417-2F5C-11C4-B14B84F5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CA730E-F55E-C8B2-F5A3-B9C56EF07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7D77FC-67CE-D376-06BD-7CAD96B09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5F9902-CE1A-0A7D-C848-7B1D74DE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036123-8005-B557-AEC6-E0A0B1BB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466896-873F-0942-AA7E-CCAB2448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36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1D54B-75C9-1875-C6D7-4847CE12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6920AA-3240-3DF9-C414-1C256E264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C8611-7DF3-AFB9-2F41-E090B5D5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0E045-28ED-5F9D-058E-4947385E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8107D6-352D-47C2-79B2-8F5BD8FB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85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AB4845-3A69-C573-A8D7-ABA35BD63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E8E80F-291D-A0C4-36D4-97D6A67C3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F8D93-C66B-744B-F7A9-E03D3C101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2CDC46-87E3-8EBC-70DB-0288D85E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47EE22-4706-CD71-D57D-445B9098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42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41E22B-CE3F-DC64-EB10-614E10E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B4C0A1-02F5-5555-ECCB-CFFA6B15F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D7FD4-F818-F465-44AF-9F8D94693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339C1-8A36-4541-BDF2-B96239890D0C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C63A91-6719-BBB0-1E73-8CAD44E22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930BC-2EEB-E7AD-BC49-6AFB8180D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5E7E0-240F-4BEA-A582-80C71A8BC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3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8FC7A4-5CC6-D2DA-B45A-98A7BB107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175" y="2986087"/>
            <a:ext cx="6219825" cy="3109912"/>
          </a:xfrm>
          <a:prstGeom prst="rect">
            <a:avLst/>
          </a:prstGeom>
        </p:spPr>
      </p:pic>
      <p:pic>
        <p:nvPicPr>
          <p:cNvPr id="7" name="그림 6" descr="텍스트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752EB5-22BD-400F-DC42-3868CAA98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995609"/>
            <a:ext cx="6095999" cy="3048000"/>
          </a:xfrm>
          <a:prstGeom prst="rect">
            <a:avLst/>
          </a:prstGeom>
        </p:spPr>
      </p:pic>
      <p:pic>
        <p:nvPicPr>
          <p:cNvPr id="9" name="그림 8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ABFBFE-8EE0-CD6E-3E9F-5A9F96D34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0"/>
            <a:ext cx="6096000" cy="3048000"/>
          </a:xfrm>
          <a:prstGeom prst="rect">
            <a:avLst/>
          </a:prstGeom>
        </p:spPr>
      </p:pic>
      <p:pic>
        <p:nvPicPr>
          <p:cNvPr id="11" name="그림 10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4677D1-48DF-9DB5-AD8B-32C2201D8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6096000" cy="304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BF0E34-72F6-0619-E29D-13DF117FCF7C}"/>
              </a:ext>
            </a:extLst>
          </p:cNvPr>
          <p:cNvSpPr/>
          <p:nvPr/>
        </p:nvSpPr>
        <p:spPr>
          <a:xfrm>
            <a:off x="9421090" y="76200"/>
            <a:ext cx="571500" cy="17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458415-7C11-EF44-AB8E-79E1A7D28376}"/>
              </a:ext>
            </a:extLst>
          </p:cNvPr>
          <p:cNvSpPr/>
          <p:nvPr/>
        </p:nvSpPr>
        <p:spPr>
          <a:xfrm>
            <a:off x="2547651" y="3131414"/>
            <a:ext cx="214022" cy="92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58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CC5E0-AA3D-F538-A086-9CFFEE05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BE1F7F-C043-C356-952A-DF9580BB5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2176" y="2986087"/>
            <a:ext cx="6219823" cy="31099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444F23-F8DE-DB62-F592-A99845537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2995609"/>
            <a:ext cx="6095999" cy="3047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EBCB73-A0D0-D1F0-6DB9-5D1C12002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0"/>
            <a:ext cx="6095999" cy="304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9DA500-FE6E-11D2-2ECF-2B976A150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6095999" cy="304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6D117F-EFFE-EDB3-A26B-DB5C9D842F6D}"/>
              </a:ext>
            </a:extLst>
          </p:cNvPr>
          <p:cNvSpPr/>
          <p:nvPr/>
        </p:nvSpPr>
        <p:spPr>
          <a:xfrm>
            <a:off x="9402619" y="76200"/>
            <a:ext cx="571500" cy="17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B425C9-990D-5D61-376B-F760914365B0}"/>
              </a:ext>
            </a:extLst>
          </p:cNvPr>
          <p:cNvSpPr/>
          <p:nvPr/>
        </p:nvSpPr>
        <p:spPr>
          <a:xfrm>
            <a:off x="2567709" y="3131414"/>
            <a:ext cx="193964" cy="101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70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이지연</dc:creator>
  <cp:lastModifiedBy>이지연</cp:lastModifiedBy>
  <cp:revision>1</cp:revision>
  <dcterms:created xsi:type="dcterms:W3CDTF">2025-10-31T13:00:04Z</dcterms:created>
  <dcterms:modified xsi:type="dcterms:W3CDTF">2025-10-31T13:03:55Z</dcterms:modified>
</cp:coreProperties>
</file>