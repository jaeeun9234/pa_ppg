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altLang="ko-KR" dirty="0"/>
              <a:t>test</a:t>
            </a:r>
            <a:r>
              <a:rPr lang="en-US" altLang="ko-KR" baseline="0" dirty="0"/>
              <a:t> </a:t>
            </a:r>
            <a:r>
              <a:rPr lang="ko-KR" altLang="en-US" baseline="0" dirty="0"/>
              <a:t>구간에 따른 지표 비교</a:t>
            </a:r>
            <a:endParaRPr 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normal(pressure - baseline)</c:v>
                </c:pt>
              </c:strCache>
            </c:strRef>
          </c:tx>
          <c:spPr>
            <a:solidFill>
              <a:schemeClr val="accent4">
                <a:shade val="58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</c:v>
                </c:pt>
                <c:pt idx="1">
                  <c:v>0</c:v>
                </c:pt>
                <c:pt idx="2">
                  <c:v>0.05</c:v>
                </c:pt>
                <c:pt idx="3">
                  <c:v>0.06</c:v>
                </c:pt>
                <c:pt idx="4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1-4455-86FE-F9B691E3C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occlusion(pressure - baseline)</c:v>
                </c:pt>
              </c:strCache>
            </c:strRef>
          </c:tx>
          <c:spPr>
            <a:solidFill>
              <a:schemeClr val="accent4">
                <a:shade val="86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8.6999999999999993</c:v>
                </c:pt>
                <c:pt idx="1">
                  <c:v>0.2</c:v>
                </c:pt>
                <c:pt idx="2">
                  <c:v>0.19</c:v>
                </c:pt>
                <c:pt idx="3">
                  <c:v>4.17</c:v>
                </c:pt>
                <c:pt idx="4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D1-4455-86FE-F9B691E3CA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normal(recovery - baseline)</c:v>
                </c:pt>
              </c:strCache>
            </c:strRef>
          </c:tx>
          <c:spPr>
            <a:solidFill>
              <a:schemeClr val="accent4">
                <a:tint val="86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1.3</c:v>
                </c:pt>
                <c:pt idx="1">
                  <c:v>-3</c:v>
                </c:pt>
                <c:pt idx="2">
                  <c:v>-7.0000000000000007E-2</c:v>
                </c:pt>
                <c:pt idx="3">
                  <c:v>-0.08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D1-4455-86FE-F9B691E3CA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occlusion(recovery - baseline)</c:v>
                </c:pt>
              </c:strCache>
            </c:strRef>
          </c:tx>
          <c:spPr>
            <a:solidFill>
              <a:schemeClr val="accent4">
                <a:tint val="58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PWTT</c:v>
                </c:pt>
                <c:pt idx="1">
                  <c:v>PAD</c:v>
                </c:pt>
                <c:pt idx="2">
                  <c:v>AUSPR</c:v>
                </c:pt>
                <c:pt idx="3">
                  <c:v>AmpRatio_norm</c:v>
                </c:pt>
                <c:pt idx="4">
                  <c:v>HSI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1.8</c:v>
                </c:pt>
                <c:pt idx="1">
                  <c:v>-3.1</c:v>
                </c:pt>
                <c:pt idx="2">
                  <c:v>-7.0000000000000007E-2</c:v>
                </c:pt>
                <c:pt idx="3">
                  <c:v>-0.12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BD1-4455-86FE-F9B691E3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43513184"/>
        <c:axId val="1443513664"/>
      </c:barChart>
      <c:catAx>
        <c:axId val="144351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664"/>
        <c:crosses val="autoZero"/>
        <c:auto val="1"/>
        <c:lblAlgn val="ctr"/>
        <c:lblOffset val="100"/>
        <c:noMultiLvlLbl val="0"/>
      </c:catAx>
      <c:valAx>
        <c:axId val="144351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altLang="ko-KR" dirty="0"/>
              <a:t>test </a:t>
            </a:r>
            <a:r>
              <a:rPr lang="ko-KR" altLang="en-US" dirty="0"/>
              <a:t>구간에 따른 </a:t>
            </a:r>
            <a:r>
              <a:rPr lang="en-US" altLang="ko-KR" dirty="0"/>
              <a:t>HSI </a:t>
            </a:r>
            <a:r>
              <a:rPr lang="ko-KR" altLang="en-US" dirty="0"/>
              <a:t>변화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normal(pressure - baseline)</c:v>
                </c:pt>
              </c:strCache>
            </c:strRef>
          </c:tx>
          <c:spPr>
            <a:solidFill>
              <a:schemeClr val="accent4">
                <a:shade val="58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Sheet1!$B$2:$B$6</c:f>
              <c:numCache>
                <c:formatCode>General</c:formatCode>
                <c:ptCount val="1"/>
                <c:pt idx="0">
                  <c:v>0.15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BD1-4455-86FE-F9B691E3C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occlusion(pressure - baseline)</c:v>
                </c:pt>
              </c:strCache>
            </c:strRef>
          </c:tx>
          <c:spPr>
            <a:solidFill>
              <a:schemeClr val="accent4">
                <a:shade val="86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Sheet1!$C$2:$C$6</c:f>
              <c:numCache>
                <c:formatCode>General</c:formatCode>
                <c:ptCount val="1"/>
                <c:pt idx="0">
                  <c:v>0.56999999999999995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ABD1-4455-86FE-F9B691E3CA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normal(recovery - baseline)</c:v>
                </c:pt>
              </c:strCache>
            </c:strRef>
          </c:tx>
          <c:spPr>
            <a:solidFill>
              <a:schemeClr val="accent4">
                <a:tint val="86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Sheet1!$D$2:$D$6</c:f>
              <c:numCache>
                <c:formatCode>General</c:formatCode>
                <c:ptCount val="1"/>
                <c:pt idx="0">
                  <c:v>0.25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ABD1-4455-86FE-F9B691E3CA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occlusion(recovery - baseline)</c:v>
                </c:pt>
              </c:strCache>
            </c:strRef>
          </c:tx>
          <c:spPr>
            <a:solidFill>
              <a:schemeClr val="accent4">
                <a:tint val="58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1"/>
                <c:pt idx="0">
                  <c:v>HSI</c:v>
                </c:pt>
              </c:strCache>
              <c:extLst/>
            </c:strRef>
          </c:cat>
          <c:val>
            <c:numRef>
              <c:f>Sheet1!$E$2:$E$6</c:f>
              <c:numCache>
                <c:formatCode>General</c:formatCode>
                <c:ptCount val="1"/>
                <c:pt idx="0">
                  <c:v>0.25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ABD1-4455-86FE-F9B691E3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43513184"/>
        <c:axId val="1443513664"/>
      </c:barChart>
      <c:catAx>
        <c:axId val="144351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664"/>
        <c:crosses val="autoZero"/>
        <c:auto val="1"/>
        <c:lblAlgn val="ctr"/>
        <c:lblOffset val="100"/>
        <c:noMultiLvlLbl val="0"/>
      </c:catAx>
      <c:valAx>
        <c:axId val="144351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351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35DF9-053C-685C-F5F6-A726D6CB1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FA3229-318D-40B9-E1FB-B6CD7DB07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E08D59-4E2F-E470-1E33-23F7A164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B890C3-62E8-17AE-89F1-225651A3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8A1099-3409-EF93-3EF7-B9604CE3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63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E5C8F-8705-8E21-7672-C96F7A81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960D9-472B-B1D2-63C4-62CC97D09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6FB09-C80C-105E-AEC2-6468A8EF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3020E-821F-2CCE-406D-B27ABCC8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730C9-034D-4AB5-6DF2-0680D7E3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73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31E74-B007-DE41-38FE-4A88B03F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27720B-573F-CD71-17B9-FA1D7A310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D0E39-84D7-005C-8CE7-7E1A69B3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113F2-712E-C063-D0FD-A01BAFF4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23E5C-1F98-3576-77CE-FC313E57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09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F12D6-85A9-5412-D364-27972F63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F5D644-FC0A-DC1D-3799-466CF7CE8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C1CCD0-4E89-50C1-9255-B70B95965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602929-460C-342B-F478-74057EE7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C18EFD-88F5-B58C-4E59-0B2D041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540C77-ED64-F66A-EC40-4D46636E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6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ADBF2-8BC0-D4FF-BFB9-1A555F6E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A6CB7C-CFAE-212C-37F1-1E2E5E883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F28CB-7E70-3C40-76D6-B76250BC5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C41A60-07C1-2823-1C25-28322D363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DC1CC7-AD2E-62C3-F939-7198BB260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BD4CCF-9078-7A5E-FD57-FE00DD65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150308-9BDE-11D1-ADD7-06BDD82C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15AD5F-10AF-829A-02B6-73B069FB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59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134E5-5AF3-01BC-5257-C687D4A52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5598E9-EE37-219D-473F-251B636A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4E6D1F-11C0-1AF3-D0C4-82A05D3E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A4D9C7-F0E5-FCEB-5CFC-BC831540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58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63F5BF-1C01-725B-394E-C9B58806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555136-0F79-8BA5-AA7F-4ACFD19F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577111-3540-5027-B5E2-19E8D3FD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57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4ECF9-4EEE-9735-3099-FF5019DFA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AB10F6-98F6-60F2-A56E-0CA3F9C0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33F4FA-205D-AF4B-A198-7C5EBE881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8930B7-E9F1-EDCC-574D-A2978BB6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C5D73B-65A6-6930-9254-895C48F3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9A11ED-5DED-E1CE-09E5-482B9266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34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FC02D-A582-2AC3-45D3-6A1DEE3D8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E9C7A2-559E-FE83-DD3E-4B3B1AC5F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C8F49D-E322-A40A-2FD8-6F731B387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A634AE-2AB3-EC26-5BB9-F1DCBCE4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7629FD-302B-1F7F-5156-755F2305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C1CACA-0F23-8899-6EF8-E7FC7808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20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D0C41-F2B2-9040-1BB2-AE3035F7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E08FF8-DFA5-5ECF-4D7B-C2F19EC9C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75BAD8-1065-1578-F56B-A9B28BDC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4EBC7-6BF3-6214-1418-51CC912C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B61490-6552-47AC-5002-94942527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38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668FBB-5486-5C6D-E4C3-F6AEB64D5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08CC44-6A2A-6F57-7B08-F76054E8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90115-5558-4B25-65B1-335324389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6A8B9-EA99-99A5-7C42-1104BE6C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07E56D-1492-B552-EF9C-F4A03628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3BE4CD-72B9-E31F-776B-FB30AA2C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6921A7-FA11-A52D-D15B-26F1477FA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F4BC8D-2C43-6543-6CD9-39BC25363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2A879-AE2B-4F78-948E-2A7F241B859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04FC9-A68A-1100-10AD-76249749B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02714-5A2B-6FEE-0C5A-B449C2C58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290D8-4141-4202-ABC9-BCE7C981E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86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C39FED-A50E-433A-5401-BBB8A4906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854103"/>
              </p:ext>
            </p:extLst>
          </p:nvPr>
        </p:nvGraphicFramePr>
        <p:xfrm>
          <a:off x="838200" y="2321560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23.8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8.7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2A193E2C-6149-F779-6B07-662C7A81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325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4A54-789E-53E8-3520-8A070528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8D586D7-4F9F-A3A6-8F90-32CF9003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598535"/>
              </p:ext>
            </p:extLst>
          </p:nvPr>
        </p:nvGraphicFramePr>
        <p:xfrm>
          <a:off x="838200" y="2321560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-4.5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-4.3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-6.9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-7.6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-3.1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68C21F4B-EF53-0165-7965-DB8E4DDE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991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EC558-87A0-AC0C-0CD4-86E7EBDB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E4190A-F4E2-4560-78BE-96081153D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401675"/>
              </p:ext>
            </p:extLst>
          </p:nvPr>
        </p:nvGraphicFramePr>
        <p:xfrm>
          <a:off x="838200" y="2321560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D67BC321-4726-2402-AF88-E0C89F7F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AUSPR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42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FD368-8CA8-AA52-8419-E8BD1E7BE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BF920D8-F0A8-037C-E9E9-FBC5A0269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191608"/>
              </p:ext>
            </p:extLst>
          </p:nvPr>
        </p:nvGraphicFramePr>
        <p:xfrm>
          <a:off x="838200" y="2321560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4.17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EBF95DD4-303F-1F9F-DF49-7774142F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AmpRatio_norm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80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BB33-9241-642C-B036-D1FAD7E4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33D26EE-3B13-1017-7DF4-4F52A7B2B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57357"/>
              </p:ext>
            </p:extLst>
          </p:nvPr>
        </p:nvGraphicFramePr>
        <p:xfrm>
          <a:off x="838200" y="2321560"/>
          <a:ext cx="8127999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212396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7250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66404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Normal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Occlusion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9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8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0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805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pressure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6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recovery - baseline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085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4035DAB7-6C95-E7BD-02F8-98DDA6C3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HSI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637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3EB04A62-F4F1-20A2-AA4E-65E20AB79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222072"/>
              </p:ext>
            </p:extLst>
          </p:nvPr>
        </p:nvGraphicFramePr>
        <p:xfrm>
          <a:off x="192024" y="564218"/>
          <a:ext cx="11786616" cy="5470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28686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CEBE-552F-9A0E-A579-BEE63436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F8A32513-634F-D44B-9FE9-194CA97BA4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3432223"/>
              </p:ext>
            </p:extLst>
          </p:nvPr>
        </p:nvGraphicFramePr>
        <p:xfrm>
          <a:off x="192024" y="564218"/>
          <a:ext cx="11786616" cy="5470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939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134</Words>
  <Application>Microsoft Office PowerPoint</Application>
  <PresentationFormat>와이드스크린</PresentationFormat>
  <Paragraphs>92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PWTT</vt:lpstr>
      <vt:lpstr>PAD</vt:lpstr>
      <vt:lpstr>AUSPR</vt:lpstr>
      <vt:lpstr>AmpRatio_norm</vt:lpstr>
      <vt:lpstr>HSI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서재은</dc:creator>
  <cp:lastModifiedBy>서재은</cp:lastModifiedBy>
  <cp:revision>2</cp:revision>
  <dcterms:created xsi:type="dcterms:W3CDTF">2025-11-12T11:20:41Z</dcterms:created>
  <dcterms:modified xsi:type="dcterms:W3CDTF">2025-11-13T12:06:40Z</dcterms:modified>
</cp:coreProperties>
</file>