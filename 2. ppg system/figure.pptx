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3F59F-F0FC-46F7-8835-C4D411482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B4625A-DA71-49E0-A8C3-5977F011D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5FC48-39B9-443B-A7F4-378CE968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EF5976-952C-491D-9B0B-BF8DE350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5643F-08DE-45DB-8282-68FDA32F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44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ECEC8-C60A-4E30-8838-F8070FF96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417DDD-52FC-4A79-A3F8-7C1D8F739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BA24B3-E30B-49C7-B0CE-458C14B1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EE05B8-33F6-4749-BF58-E2478D4B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214629-2003-43DA-BFCA-C1C50C30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2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F26F9-45BB-49D4-A691-165A6BF9D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D8C724-6240-4813-A6EC-43F8FCA1B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B9FC4-7BD0-4853-B054-506F7EC1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F05478-6FD7-461C-B59E-58BB5328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0BA58-51B7-402F-ACF4-EB7AD46A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55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D97D1-1A53-4012-B0F9-8650569C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7F1E5-0479-4AAC-AFF3-394177FB3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91FAA4-8102-4C01-BDD4-E76901638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9F6B1D-4982-482E-85E2-21C31C0E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3805FD-2C34-4AFB-9C3D-6BEAB88B3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F0FADF-3ABD-4CD1-A206-100C852E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4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7A35B-8707-45EA-9B14-BAD6E6D8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D97E16-5B93-4729-87AA-1E373C4B4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4721A2-F04A-4B2D-A933-DD89ABA62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C4D4D8-F947-4E66-B397-F7417CD4B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75BD95-2B49-4536-8974-3435D5D9C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29A3C1-8260-4E94-8FFE-D443EA69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FD326A-FDD1-4A87-871E-3736AEB3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3F3825-B77D-4367-BD8A-8D8FAB2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9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FF66-BA01-47ED-8D99-95FC8C0B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A07358-B77A-48A6-A7B5-1A1AAC05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061669-DA2B-4350-895E-0726B865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3BC0C2-6961-4CC2-AAB8-771E50EE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32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E94C6A-0D21-44A9-A2F7-9D6EB22B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B1EB97-E830-4B80-85DB-94D6FBCC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DF16F5-5FF5-4EE3-AA83-D78A6E93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81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9A3E2-2440-4A49-8AF0-1AD3BB67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E35D5-B8B4-416D-B10A-66DC925C6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0F47D0-D746-4FE2-A8FA-6D4D31E77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7F6A41-F9A5-4C3F-87B2-9F6424DE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50F44C-D3E4-4A74-AB8A-CC2F63C9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A5BD3B-E436-4A18-8D0E-ADC8C6BE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92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636BF-6A35-49F1-82DE-42117C93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98131E-D89E-490F-BB49-1C2C8A1FC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04FC91-E943-410F-9A3A-24965FC66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217761-0DBE-40BF-8F39-EB859CA6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D517D1-512A-496F-9F89-4058ABD1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A81240-40E3-4312-839E-2C17884E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38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FD3EF-9D4B-44C8-A5A0-244E573E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E71543-A22D-4E40-9C91-E27E80C7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C4F94-D242-4ACC-B527-D1434ADF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01C1FC-3F3C-48C0-AA8C-D3AF98A0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C14181-D085-48EC-9252-06EA903B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9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81DC15-62B0-4D79-A360-4DD7B9070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65448B-63EC-40A7-9380-C8A4D4109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571CA7-9CAA-4467-A8A6-E3F9D746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BE5E5-949E-44DD-912B-37E9C957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73392-2104-4F92-9010-2C83D554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38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0FE81C-1A7E-4D18-9DB4-4B3A3C61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D83CB4-CB20-4DAC-9012-FA82FFC36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C9447-FB76-4EC4-8D80-BEC01AAF6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A7DCE-3D13-46E3-AFF1-C940124ADA56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EFE96D-6236-4FD6-867F-190D6B90F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10E051-E438-4F93-B8DB-A004C0443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B34C8-2795-4CD8-BC02-3C97EBBB6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8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8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25D8C68-03D7-4F40-B2D3-9A11A2562343}"/>
              </a:ext>
            </a:extLst>
          </p:cNvPr>
          <p:cNvGrpSpPr/>
          <p:nvPr/>
        </p:nvGrpSpPr>
        <p:grpSpPr>
          <a:xfrm>
            <a:off x="6334331" y="631951"/>
            <a:ext cx="4860297" cy="3045012"/>
            <a:chOff x="6358674" y="747592"/>
            <a:chExt cx="4860297" cy="304501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5A5F774-8E43-48A6-A0A6-C136663DDF95}"/>
                </a:ext>
              </a:extLst>
            </p:cNvPr>
            <p:cNvGrpSpPr/>
            <p:nvPr/>
          </p:nvGrpSpPr>
          <p:grpSpPr>
            <a:xfrm>
              <a:off x="7068641" y="1396517"/>
              <a:ext cx="3438525" cy="1635125"/>
              <a:chOff x="7439025" y="1698625"/>
              <a:chExt cx="3438525" cy="1635125"/>
            </a:xfrm>
          </p:grpSpPr>
          <p:sp>
            <p:nvSpPr>
              <p:cNvPr id="59" name="Freeform 318">
                <a:extLst>
                  <a:ext uri="{FF2B5EF4-FFF2-40B4-BE49-F238E27FC236}">
                    <a16:creationId xmlns:a16="http://schemas.microsoft.com/office/drawing/2014/main" id="{DA0212D1-E149-4287-9DEB-0350A2D8D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9025" y="1698625"/>
                <a:ext cx="3438525" cy="334963"/>
              </a:xfrm>
              <a:custGeom>
                <a:avLst/>
                <a:gdLst>
                  <a:gd name="T0" fmla="*/ 890 w 2166"/>
                  <a:gd name="T1" fmla="*/ 137 h 211"/>
                  <a:gd name="T2" fmla="*/ 960 w 2166"/>
                  <a:gd name="T3" fmla="*/ 135 h 211"/>
                  <a:gd name="T4" fmla="*/ 1030 w 2166"/>
                  <a:gd name="T5" fmla="*/ 144 h 211"/>
                  <a:gd name="T6" fmla="*/ 1099 w 2166"/>
                  <a:gd name="T7" fmla="*/ 157 h 211"/>
                  <a:gd name="T8" fmla="*/ 1169 w 2166"/>
                  <a:gd name="T9" fmla="*/ 152 h 211"/>
                  <a:gd name="T10" fmla="*/ 1239 w 2166"/>
                  <a:gd name="T11" fmla="*/ 149 h 211"/>
                  <a:gd name="T12" fmla="*/ 1309 w 2166"/>
                  <a:gd name="T13" fmla="*/ 157 h 211"/>
                  <a:gd name="T14" fmla="*/ 1378 w 2166"/>
                  <a:gd name="T15" fmla="*/ 149 h 211"/>
                  <a:gd name="T16" fmla="*/ 1448 w 2166"/>
                  <a:gd name="T17" fmla="*/ 130 h 211"/>
                  <a:gd name="T18" fmla="*/ 1518 w 2166"/>
                  <a:gd name="T19" fmla="*/ 177 h 211"/>
                  <a:gd name="T20" fmla="*/ 1588 w 2166"/>
                  <a:gd name="T21" fmla="*/ 91 h 211"/>
                  <a:gd name="T22" fmla="*/ 1657 w 2166"/>
                  <a:gd name="T23" fmla="*/ 8 h 211"/>
                  <a:gd name="T24" fmla="*/ 1727 w 2166"/>
                  <a:gd name="T25" fmla="*/ 14 h 211"/>
                  <a:gd name="T26" fmla="*/ 1797 w 2166"/>
                  <a:gd name="T27" fmla="*/ 19 h 211"/>
                  <a:gd name="T28" fmla="*/ 1867 w 2166"/>
                  <a:gd name="T29" fmla="*/ 16 h 211"/>
                  <a:gd name="T30" fmla="*/ 1936 w 2166"/>
                  <a:gd name="T31" fmla="*/ 17 h 211"/>
                  <a:gd name="T32" fmla="*/ 2006 w 2166"/>
                  <a:gd name="T33" fmla="*/ 16 h 211"/>
                  <a:gd name="T34" fmla="*/ 2076 w 2166"/>
                  <a:gd name="T35" fmla="*/ 12 h 211"/>
                  <a:gd name="T36" fmla="*/ 2146 w 2166"/>
                  <a:gd name="T37" fmla="*/ 10 h 211"/>
                  <a:gd name="T38" fmla="*/ 2124 w 2166"/>
                  <a:gd name="T39" fmla="*/ 9 h 211"/>
                  <a:gd name="T40" fmla="*/ 2054 w 2166"/>
                  <a:gd name="T41" fmla="*/ 9 h 211"/>
                  <a:gd name="T42" fmla="*/ 1984 w 2166"/>
                  <a:gd name="T43" fmla="*/ 10 h 211"/>
                  <a:gd name="T44" fmla="*/ 1915 w 2166"/>
                  <a:gd name="T45" fmla="*/ 9 h 211"/>
                  <a:gd name="T46" fmla="*/ 1845 w 2166"/>
                  <a:gd name="T47" fmla="*/ 11 h 211"/>
                  <a:gd name="T48" fmla="*/ 1775 w 2166"/>
                  <a:gd name="T49" fmla="*/ 12 h 211"/>
                  <a:gd name="T50" fmla="*/ 1705 w 2166"/>
                  <a:gd name="T51" fmla="*/ 9 h 211"/>
                  <a:gd name="T52" fmla="*/ 1636 w 2166"/>
                  <a:gd name="T53" fmla="*/ 2 h 211"/>
                  <a:gd name="T54" fmla="*/ 1566 w 2166"/>
                  <a:gd name="T55" fmla="*/ 120 h 211"/>
                  <a:gd name="T56" fmla="*/ 1496 w 2166"/>
                  <a:gd name="T57" fmla="*/ 119 h 211"/>
                  <a:gd name="T58" fmla="*/ 1426 w 2166"/>
                  <a:gd name="T59" fmla="*/ 94 h 211"/>
                  <a:gd name="T60" fmla="*/ 1357 w 2166"/>
                  <a:gd name="T61" fmla="*/ 107 h 211"/>
                  <a:gd name="T62" fmla="*/ 1287 w 2166"/>
                  <a:gd name="T63" fmla="*/ 88 h 211"/>
                  <a:gd name="T64" fmla="*/ 1217 w 2166"/>
                  <a:gd name="T65" fmla="*/ 102 h 211"/>
                  <a:gd name="T66" fmla="*/ 1147 w 2166"/>
                  <a:gd name="T67" fmla="*/ 105 h 211"/>
                  <a:gd name="T68" fmla="*/ 1078 w 2166"/>
                  <a:gd name="T69" fmla="*/ 112 h 211"/>
                  <a:gd name="T70" fmla="*/ 1008 w 2166"/>
                  <a:gd name="T71" fmla="*/ 114 h 211"/>
                  <a:gd name="T72" fmla="*/ 938 w 2166"/>
                  <a:gd name="T73" fmla="*/ 102 h 211"/>
                  <a:gd name="T74" fmla="*/ 868 w 2166"/>
                  <a:gd name="T75" fmla="*/ 104 h 211"/>
                  <a:gd name="T76" fmla="*/ 799 w 2166"/>
                  <a:gd name="T77" fmla="*/ 111 h 211"/>
                  <a:gd name="T78" fmla="*/ 729 w 2166"/>
                  <a:gd name="T79" fmla="*/ 96 h 211"/>
                  <a:gd name="T80" fmla="*/ 659 w 2166"/>
                  <a:gd name="T81" fmla="*/ 99 h 211"/>
                  <a:gd name="T82" fmla="*/ 590 w 2166"/>
                  <a:gd name="T83" fmla="*/ 93 h 211"/>
                  <a:gd name="T84" fmla="*/ 520 w 2166"/>
                  <a:gd name="T85" fmla="*/ 60 h 211"/>
                  <a:gd name="T86" fmla="*/ 450 w 2166"/>
                  <a:gd name="T87" fmla="*/ 53 h 211"/>
                  <a:gd name="T88" fmla="*/ 380 w 2166"/>
                  <a:gd name="T89" fmla="*/ 7 h 211"/>
                  <a:gd name="T90" fmla="*/ 311 w 2166"/>
                  <a:gd name="T91" fmla="*/ 4 h 211"/>
                  <a:gd name="T92" fmla="*/ 241 w 2166"/>
                  <a:gd name="T93" fmla="*/ 2 h 211"/>
                  <a:gd name="T94" fmla="*/ 171 w 2166"/>
                  <a:gd name="T95" fmla="*/ 2 h 211"/>
                  <a:gd name="T96" fmla="*/ 101 w 2166"/>
                  <a:gd name="T97" fmla="*/ 3 h 211"/>
                  <a:gd name="T98" fmla="*/ 32 w 2166"/>
                  <a:gd name="T99" fmla="*/ 2 h 211"/>
                  <a:gd name="T100" fmla="*/ 36 w 2166"/>
                  <a:gd name="T101" fmla="*/ 8 h 211"/>
                  <a:gd name="T102" fmla="*/ 106 w 2166"/>
                  <a:gd name="T103" fmla="*/ 4 h 211"/>
                  <a:gd name="T104" fmla="*/ 176 w 2166"/>
                  <a:gd name="T105" fmla="*/ 5 h 211"/>
                  <a:gd name="T106" fmla="*/ 246 w 2166"/>
                  <a:gd name="T107" fmla="*/ 3 h 211"/>
                  <a:gd name="T108" fmla="*/ 315 w 2166"/>
                  <a:gd name="T109" fmla="*/ 7 h 211"/>
                  <a:gd name="T110" fmla="*/ 385 w 2166"/>
                  <a:gd name="T111" fmla="*/ 10 h 211"/>
                  <a:gd name="T112" fmla="*/ 455 w 2166"/>
                  <a:gd name="T113" fmla="*/ 82 h 211"/>
                  <a:gd name="T114" fmla="*/ 525 w 2166"/>
                  <a:gd name="T115" fmla="*/ 122 h 211"/>
                  <a:gd name="T116" fmla="*/ 594 w 2166"/>
                  <a:gd name="T117" fmla="*/ 153 h 211"/>
                  <a:gd name="T118" fmla="*/ 664 w 2166"/>
                  <a:gd name="T119" fmla="*/ 137 h 211"/>
                  <a:gd name="T120" fmla="*/ 734 w 2166"/>
                  <a:gd name="T121" fmla="*/ 125 h 211"/>
                  <a:gd name="T122" fmla="*/ 804 w 2166"/>
                  <a:gd name="T123" fmla="*/ 149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166" h="211">
                    <a:moveTo>
                      <a:pt x="823" y="187"/>
                    </a:moveTo>
                    <a:lnTo>
                      <a:pt x="825" y="187"/>
                    </a:lnTo>
                    <a:lnTo>
                      <a:pt x="828" y="184"/>
                    </a:lnTo>
                    <a:lnTo>
                      <a:pt x="830" y="182"/>
                    </a:lnTo>
                    <a:lnTo>
                      <a:pt x="833" y="180"/>
                    </a:lnTo>
                    <a:lnTo>
                      <a:pt x="835" y="177"/>
                    </a:lnTo>
                    <a:lnTo>
                      <a:pt x="837" y="171"/>
                    </a:lnTo>
                    <a:lnTo>
                      <a:pt x="840" y="163"/>
                    </a:lnTo>
                    <a:lnTo>
                      <a:pt x="842" y="154"/>
                    </a:lnTo>
                    <a:lnTo>
                      <a:pt x="845" y="148"/>
                    </a:lnTo>
                    <a:lnTo>
                      <a:pt x="847" y="143"/>
                    </a:lnTo>
                    <a:lnTo>
                      <a:pt x="849" y="137"/>
                    </a:lnTo>
                    <a:lnTo>
                      <a:pt x="852" y="132"/>
                    </a:lnTo>
                    <a:lnTo>
                      <a:pt x="854" y="127"/>
                    </a:lnTo>
                    <a:lnTo>
                      <a:pt x="856" y="123"/>
                    </a:lnTo>
                    <a:lnTo>
                      <a:pt x="859" y="120"/>
                    </a:lnTo>
                    <a:lnTo>
                      <a:pt x="861" y="118"/>
                    </a:lnTo>
                    <a:lnTo>
                      <a:pt x="864" y="119"/>
                    </a:lnTo>
                    <a:lnTo>
                      <a:pt x="866" y="120"/>
                    </a:lnTo>
                    <a:lnTo>
                      <a:pt x="868" y="123"/>
                    </a:lnTo>
                    <a:lnTo>
                      <a:pt x="871" y="127"/>
                    </a:lnTo>
                    <a:lnTo>
                      <a:pt x="873" y="130"/>
                    </a:lnTo>
                    <a:lnTo>
                      <a:pt x="876" y="131"/>
                    </a:lnTo>
                    <a:lnTo>
                      <a:pt x="878" y="132"/>
                    </a:lnTo>
                    <a:lnTo>
                      <a:pt x="880" y="134"/>
                    </a:lnTo>
                    <a:lnTo>
                      <a:pt x="883" y="136"/>
                    </a:lnTo>
                    <a:lnTo>
                      <a:pt x="885" y="137"/>
                    </a:lnTo>
                    <a:lnTo>
                      <a:pt x="888" y="137"/>
                    </a:lnTo>
                    <a:lnTo>
                      <a:pt x="890" y="137"/>
                    </a:lnTo>
                    <a:lnTo>
                      <a:pt x="892" y="136"/>
                    </a:lnTo>
                    <a:lnTo>
                      <a:pt x="895" y="135"/>
                    </a:lnTo>
                    <a:lnTo>
                      <a:pt x="897" y="133"/>
                    </a:lnTo>
                    <a:lnTo>
                      <a:pt x="900" y="131"/>
                    </a:lnTo>
                    <a:lnTo>
                      <a:pt x="902" y="130"/>
                    </a:lnTo>
                    <a:lnTo>
                      <a:pt x="904" y="129"/>
                    </a:lnTo>
                    <a:lnTo>
                      <a:pt x="907" y="128"/>
                    </a:lnTo>
                    <a:lnTo>
                      <a:pt x="909" y="131"/>
                    </a:lnTo>
                    <a:lnTo>
                      <a:pt x="912" y="137"/>
                    </a:lnTo>
                    <a:lnTo>
                      <a:pt x="914" y="145"/>
                    </a:lnTo>
                    <a:lnTo>
                      <a:pt x="916" y="156"/>
                    </a:lnTo>
                    <a:lnTo>
                      <a:pt x="919" y="166"/>
                    </a:lnTo>
                    <a:lnTo>
                      <a:pt x="921" y="176"/>
                    </a:lnTo>
                    <a:lnTo>
                      <a:pt x="924" y="186"/>
                    </a:lnTo>
                    <a:lnTo>
                      <a:pt x="926" y="194"/>
                    </a:lnTo>
                    <a:lnTo>
                      <a:pt x="929" y="201"/>
                    </a:lnTo>
                    <a:lnTo>
                      <a:pt x="931" y="206"/>
                    </a:lnTo>
                    <a:lnTo>
                      <a:pt x="933" y="208"/>
                    </a:lnTo>
                    <a:lnTo>
                      <a:pt x="936" y="206"/>
                    </a:lnTo>
                    <a:lnTo>
                      <a:pt x="938" y="202"/>
                    </a:lnTo>
                    <a:lnTo>
                      <a:pt x="941" y="197"/>
                    </a:lnTo>
                    <a:lnTo>
                      <a:pt x="943" y="192"/>
                    </a:lnTo>
                    <a:lnTo>
                      <a:pt x="945" y="187"/>
                    </a:lnTo>
                    <a:lnTo>
                      <a:pt x="948" y="179"/>
                    </a:lnTo>
                    <a:lnTo>
                      <a:pt x="950" y="171"/>
                    </a:lnTo>
                    <a:lnTo>
                      <a:pt x="953" y="162"/>
                    </a:lnTo>
                    <a:lnTo>
                      <a:pt x="955" y="153"/>
                    </a:lnTo>
                    <a:lnTo>
                      <a:pt x="957" y="144"/>
                    </a:lnTo>
                    <a:lnTo>
                      <a:pt x="960" y="135"/>
                    </a:lnTo>
                    <a:lnTo>
                      <a:pt x="962" y="128"/>
                    </a:lnTo>
                    <a:lnTo>
                      <a:pt x="965" y="126"/>
                    </a:lnTo>
                    <a:lnTo>
                      <a:pt x="967" y="126"/>
                    </a:lnTo>
                    <a:lnTo>
                      <a:pt x="970" y="125"/>
                    </a:lnTo>
                    <a:lnTo>
                      <a:pt x="972" y="125"/>
                    </a:lnTo>
                    <a:lnTo>
                      <a:pt x="974" y="126"/>
                    </a:lnTo>
                    <a:lnTo>
                      <a:pt x="977" y="127"/>
                    </a:lnTo>
                    <a:lnTo>
                      <a:pt x="979" y="128"/>
                    </a:lnTo>
                    <a:lnTo>
                      <a:pt x="982" y="130"/>
                    </a:lnTo>
                    <a:lnTo>
                      <a:pt x="984" y="131"/>
                    </a:lnTo>
                    <a:lnTo>
                      <a:pt x="986" y="132"/>
                    </a:lnTo>
                    <a:lnTo>
                      <a:pt x="989" y="133"/>
                    </a:lnTo>
                    <a:lnTo>
                      <a:pt x="991" y="132"/>
                    </a:lnTo>
                    <a:lnTo>
                      <a:pt x="994" y="130"/>
                    </a:lnTo>
                    <a:lnTo>
                      <a:pt x="996" y="127"/>
                    </a:lnTo>
                    <a:lnTo>
                      <a:pt x="998" y="125"/>
                    </a:lnTo>
                    <a:lnTo>
                      <a:pt x="1001" y="124"/>
                    </a:lnTo>
                    <a:lnTo>
                      <a:pt x="1003" y="124"/>
                    </a:lnTo>
                    <a:lnTo>
                      <a:pt x="1006" y="125"/>
                    </a:lnTo>
                    <a:lnTo>
                      <a:pt x="1008" y="126"/>
                    </a:lnTo>
                    <a:lnTo>
                      <a:pt x="1010" y="129"/>
                    </a:lnTo>
                    <a:lnTo>
                      <a:pt x="1013" y="133"/>
                    </a:lnTo>
                    <a:lnTo>
                      <a:pt x="1015" y="137"/>
                    </a:lnTo>
                    <a:lnTo>
                      <a:pt x="1018" y="142"/>
                    </a:lnTo>
                    <a:lnTo>
                      <a:pt x="1020" y="145"/>
                    </a:lnTo>
                    <a:lnTo>
                      <a:pt x="1023" y="147"/>
                    </a:lnTo>
                    <a:lnTo>
                      <a:pt x="1025" y="146"/>
                    </a:lnTo>
                    <a:lnTo>
                      <a:pt x="1027" y="145"/>
                    </a:lnTo>
                    <a:lnTo>
                      <a:pt x="1030" y="144"/>
                    </a:lnTo>
                    <a:lnTo>
                      <a:pt x="1032" y="142"/>
                    </a:lnTo>
                    <a:lnTo>
                      <a:pt x="1035" y="140"/>
                    </a:lnTo>
                    <a:lnTo>
                      <a:pt x="1037" y="137"/>
                    </a:lnTo>
                    <a:lnTo>
                      <a:pt x="1039" y="139"/>
                    </a:lnTo>
                    <a:lnTo>
                      <a:pt x="1042" y="142"/>
                    </a:lnTo>
                    <a:lnTo>
                      <a:pt x="1044" y="145"/>
                    </a:lnTo>
                    <a:lnTo>
                      <a:pt x="1047" y="150"/>
                    </a:lnTo>
                    <a:lnTo>
                      <a:pt x="1049" y="156"/>
                    </a:lnTo>
                    <a:lnTo>
                      <a:pt x="1051" y="162"/>
                    </a:lnTo>
                    <a:lnTo>
                      <a:pt x="1054" y="166"/>
                    </a:lnTo>
                    <a:lnTo>
                      <a:pt x="1056" y="170"/>
                    </a:lnTo>
                    <a:lnTo>
                      <a:pt x="1059" y="172"/>
                    </a:lnTo>
                    <a:lnTo>
                      <a:pt x="1061" y="174"/>
                    </a:lnTo>
                    <a:lnTo>
                      <a:pt x="1064" y="174"/>
                    </a:lnTo>
                    <a:lnTo>
                      <a:pt x="1066" y="173"/>
                    </a:lnTo>
                    <a:lnTo>
                      <a:pt x="1068" y="172"/>
                    </a:lnTo>
                    <a:lnTo>
                      <a:pt x="1071" y="170"/>
                    </a:lnTo>
                    <a:lnTo>
                      <a:pt x="1073" y="169"/>
                    </a:lnTo>
                    <a:lnTo>
                      <a:pt x="1076" y="168"/>
                    </a:lnTo>
                    <a:lnTo>
                      <a:pt x="1078" y="168"/>
                    </a:lnTo>
                    <a:lnTo>
                      <a:pt x="1080" y="168"/>
                    </a:lnTo>
                    <a:lnTo>
                      <a:pt x="1083" y="168"/>
                    </a:lnTo>
                    <a:lnTo>
                      <a:pt x="1085" y="168"/>
                    </a:lnTo>
                    <a:lnTo>
                      <a:pt x="1088" y="167"/>
                    </a:lnTo>
                    <a:lnTo>
                      <a:pt x="1090" y="166"/>
                    </a:lnTo>
                    <a:lnTo>
                      <a:pt x="1092" y="166"/>
                    </a:lnTo>
                    <a:lnTo>
                      <a:pt x="1095" y="164"/>
                    </a:lnTo>
                    <a:lnTo>
                      <a:pt x="1097" y="161"/>
                    </a:lnTo>
                    <a:lnTo>
                      <a:pt x="1099" y="157"/>
                    </a:lnTo>
                    <a:lnTo>
                      <a:pt x="1102" y="153"/>
                    </a:lnTo>
                    <a:lnTo>
                      <a:pt x="1104" y="150"/>
                    </a:lnTo>
                    <a:lnTo>
                      <a:pt x="1107" y="148"/>
                    </a:lnTo>
                    <a:lnTo>
                      <a:pt x="1109" y="146"/>
                    </a:lnTo>
                    <a:lnTo>
                      <a:pt x="1111" y="145"/>
                    </a:lnTo>
                    <a:lnTo>
                      <a:pt x="1114" y="145"/>
                    </a:lnTo>
                    <a:lnTo>
                      <a:pt x="1116" y="145"/>
                    </a:lnTo>
                    <a:lnTo>
                      <a:pt x="1119" y="145"/>
                    </a:lnTo>
                    <a:lnTo>
                      <a:pt x="1121" y="144"/>
                    </a:lnTo>
                    <a:lnTo>
                      <a:pt x="1123" y="143"/>
                    </a:lnTo>
                    <a:lnTo>
                      <a:pt x="1126" y="142"/>
                    </a:lnTo>
                    <a:lnTo>
                      <a:pt x="1128" y="139"/>
                    </a:lnTo>
                    <a:lnTo>
                      <a:pt x="1131" y="137"/>
                    </a:lnTo>
                    <a:lnTo>
                      <a:pt x="1133" y="134"/>
                    </a:lnTo>
                    <a:lnTo>
                      <a:pt x="1135" y="131"/>
                    </a:lnTo>
                    <a:lnTo>
                      <a:pt x="1138" y="130"/>
                    </a:lnTo>
                    <a:lnTo>
                      <a:pt x="1140" y="129"/>
                    </a:lnTo>
                    <a:lnTo>
                      <a:pt x="1143" y="129"/>
                    </a:lnTo>
                    <a:lnTo>
                      <a:pt x="1145" y="130"/>
                    </a:lnTo>
                    <a:lnTo>
                      <a:pt x="1147" y="131"/>
                    </a:lnTo>
                    <a:lnTo>
                      <a:pt x="1150" y="133"/>
                    </a:lnTo>
                    <a:lnTo>
                      <a:pt x="1152" y="135"/>
                    </a:lnTo>
                    <a:lnTo>
                      <a:pt x="1155" y="137"/>
                    </a:lnTo>
                    <a:lnTo>
                      <a:pt x="1157" y="139"/>
                    </a:lnTo>
                    <a:lnTo>
                      <a:pt x="1159" y="140"/>
                    </a:lnTo>
                    <a:lnTo>
                      <a:pt x="1162" y="142"/>
                    </a:lnTo>
                    <a:lnTo>
                      <a:pt x="1164" y="145"/>
                    </a:lnTo>
                    <a:lnTo>
                      <a:pt x="1167" y="148"/>
                    </a:lnTo>
                    <a:lnTo>
                      <a:pt x="1169" y="152"/>
                    </a:lnTo>
                    <a:lnTo>
                      <a:pt x="1171" y="156"/>
                    </a:lnTo>
                    <a:lnTo>
                      <a:pt x="1174" y="160"/>
                    </a:lnTo>
                    <a:lnTo>
                      <a:pt x="1176" y="162"/>
                    </a:lnTo>
                    <a:lnTo>
                      <a:pt x="1179" y="164"/>
                    </a:lnTo>
                    <a:lnTo>
                      <a:pt x="1181" y="163"/>
                    </a:lnTo>
                    <a:lnTo>
                      <a:pt x="1183" y="161"/>
                    </a:lnTo>
                    <a:lnTo>
                      <a:pt x="1186" y="158"/>
                    </a:lnTo>
                    <a:lnTo>
                      <a:pt x="1188" y="152"/>
                    </a:lnTo>
                    <a:lnTo>
                      <a:pt x="1191" y="146"/>
                    </a:lnTo>
                    <a:lnTo>
                      <a:pt x="1193" y="147"/>
                    </a:lnTo>
                    <a:lnTo>
                      <a:pt x="1196" y="148"/>
                    </a:lnTo>
                    <a:lnTo>
                      <a:pt x="1198" y="148"/>
                    </a:lnTo>
                    <a:lnTo>
                      <a:pt x="1200" y="148"/>
                    </a:lnTo>
                    <a:lnTo>
                      <a:pt x="1203" y="148"/>
                    </a:lnTo>
                    <a:lnTo>
                      <a:pt x="1205" y="148"/>
                    </a:lnTo>
                    <a:lnTo>
                      <a:pt x="1208" y="148"/>
                    </a:lnTo>
                    <a:lnTo>
                      <a:pt x="1210" y="148"/>
                    </a:lnTo>
                    <a:lnTo>
                      <a:pt x="1212" y="148"/>
                    </a:lnTo>
                    <a:lnTo>
                      <a:pt x="1215" y="148"/>
                    </a:lnTo>
                    <a:lnTo>
                      <a:pt x="1217" y="149"/>
                    </a:lnTo>
                    <a:lnTo>
                      <a:pt x="1220" y="149"/>
                    </a:lnTo>
                    <a:lnTo>
                      <a:pt x="1222" y="149"/>
                    </a:lnTo>
                    <a:lnTo>
                      <a:pt x="1224" y="149"/>
                    </a:lnTo>
                    <a:lnTo>
                      <a:pt x="1227" y="151"/>
                    </a:lnTo>
                    <a:lnTo>
                      <a:pt x="1229" y="152"/>
                    </a:lnTo>
                    <a:lnTo>
                      <a:pt x="1232" y="152"/>
                    </a:lnTo>
                    <a:lnTo>
                      <a:pt x="1234" y="151"/>
                    </a:lnTo>
                    <a:lnTo>
                      <a:pt x="1237" y="150"/>
                    </a:lnTo>
                    <a:lnTo>
                      <a:pt x="1239" y="149"/>
                    </a:lnTo>
                    <a:lnTo>
                      <a:pt x="1241" y="148"/>
                    </a:lnTo>
                    <a:lnTo>
                      <a:pt x="1244" y="146"/>
                    </a:lnTo>
                    <a:lnTo>
                      <a:pt x="1246" y="145"/>
                    </a:lnTo>
                    <a:lnTo>
                      <a:pt x="1249" y="143"/>
                    </a:lnTo>
                    <a:lnTo>
                      <a:pt x="1251" y="142"/>
                    </a:lnTo>
                    <a:lnTo>
                      <a:pt x="1253" y="143"/>
                    </a:lnTo>
                    <a:lnTo>
                      <a:pt x="1256" y="145"/>
                    </a:lnTo>
                    <a:lnTo>
                      <a:pt x="1258" y="146"/>
                    </a:lnTo>
                    <a:lnTo>
                      <a:pt x="1261" y="147"/>
                    </a:lnTo>
                    <a:lnTo>
                      <a:pt x="1263" y="148"/>
                    </a:lnTo>
                    <a:lnTo>
                      <a:pt x="1265" y="149"/>
                    </a:lnTo>
                    <a:lnTo>
                      <a:pt x="1268" y="149"/>
                    </a:lnTo>
                    <a:lnTo>
                      <a:pt x="1270" y="148"/>
                    </a:lnTo>
                    <a:lnTo>
                      <a:pt x="1273" y="147"/>
                    </a:lnTo>
                    <a:lnTo>
                      <a:pt x="1275" y="146"/>
                    </a:lnTo>
                    <a:lnTo>
                      <a:pt x="1277" y="145"/>
                    </a:lnTo>
                    <a:lnTo>
                      <a:pt x="1280" y="144"/>
                    </a:lnTo>
                    <a:lnTo>
                      <a:pt x="1282" y="143"/>
                    </a:lnTo>
                    <a:lnTo>
                      <a:pt x="1285" y="142"/>
                    </a:lnTo>
                    <a:lnTo>
                      <a:pt x="1287" y="140"/>
                    </a:lnTo>
                    <a:lnTo>
                      <a:pt x="1290" y="139"/>
                    </a:lnTo>
                    <a:lnTo>
                      <a:pt x="1292" y="139"/>
                    </a:lnTo>
                    <a:lnTo>
                      <a:pt x="1294" y="140"/>
                    </a:lnTo>
                    <a:lnTo>
                      <a:pt x="1297" y="142"/>
                    </a:lnTo>
                    <a:lnTo>
                      <a:pt x="1299" y="144"/>
                    </a:lnTo>
                    <a:lnTo>
                      <a:pt x="1302" y="147"/>
                    </a:lnTo>
                    <a:lnTo>
                      <a:pt x="1304" y="150"/>
                    </a:lnTo>
                    <a:lnTo>
                      <a:pt x="1306" y="154"/>
                    </a:lnTo>
                    <a:lnTo>
                      <a:pt x="1309" y="157"/>
                    </a:lnTo>
                    <a:lnTo>
                      <a:pt x="1311" y="160"/>
                    </a:lnTo>
                    <a:lnTo>
                      <a:pt x="1314" y="161"/>
                    </a:lnTo>
                    <a:lnTo>
                      <a:pt x="1316" y="160"/>
                    </a:lnTo>
                    <a:lnTo>
                      <a:pt x="1318" y="157"/>
                    </a:lnTo>
                    <a:lnTo>
                      <a:pt x="1321" y="154"/>
                    </a:lnTo>
                    <a:lnTo>
                      <a:pt x="1323" y="150"/>
                    </a:lnTo>
                    <a:lnTo>
                      <a:pt x="1326" y="146"/>
                    </a:lnTo>
                    <a:lnTo>
                      <a:pt x="1328" y="142"/>
                    </a:lnTo>
                    <a:lnTo>
                      <a:pt x="1331" y="139"/>
                    </a:lnTo>
                    <a:lnTo>
                      <a:pt x="1333" y="137"/>
                    </a:lnTo>
                    <a:lnTo>
                      <a:pt x="1335" y="137"/>
                    </a:lnTo>
                    <a:lnTo>
                      <a:pt x="1338" y="137"/>
                    </a:lnTo>
                    <a:lnTo>
                      <a:pt x="1340" y="140"/>
                    </a:lnTo>
                    <a:lnTo>
                      <a:pt x="1342" y="142"/>
                    </a:lnTo>
                    <a:lnTo>
                      <a:pt x="1345" y="144"/>
                    </a:lnTo>
                    <a:lnTo>
                      <a:pt x="1347" y="147"/>
                    </a:lnTo>
                    <a:lnTo>
                      <a:pt x="1350" y="148"/>
                    </a:lnTo>
                    <a:lnTo>
                      <a:pt x="1352" y="148"/>
                    </a:lnTo>
                    <a:lnTo>
                      <a:pt x="1354" y="146"/>
                    </a:lnTo>
                    <a:lnTo>
                      <a:pt x="1357" y="144"/>
                    </a:lnTo>
                    <a:lnTo>
                      <a:pt x="1359" y="140"/>
                    </a:lnTo>
                    <a:lnTo>
                      <a:pt x="1362" y="136"/>
                    </a:lnTo>
                    <a:lnTo>
                      <a:pt x="1364" y="135"/>
                    </a:lnTo>
                    <a:lnTo>
                      <a:pt x="1366" y="137"/>
                    </a:lnTo>
                    <a:lnTo>
                      <a:pt x="1369" y="139"/>
                    </a:lnTo>
                    <a:lnTo>
                      <a:pt x="1371" y="141"/>
                    </a:lnTo>
                    <a:lnTo>
                      <a:pt x="1374" y="143"/>
                    </a:lnTo>
                    <a:lnTo>
                      <a:pt x="1376" y="146"/>
                    </a:lnTo>
                    <a:lnTo>
                      <a:pt x="1378" y="149"/>
                    </a:lnTo>
                    <a:lnTo>
                      <a:pt x="1381" y="152"/>
                    </a:lnTo>
                    <a:lnTo>
                      <a:pt x="1383" y="156"/>
                    </a:lnTo>
                    <a:lnTo>
                      <a:pt x="1386" y="160"/>
                    </a:lnTo>
                    <a:lnTo>
                      <a:pt x="1388" y="166"/>
                    </a:lnTo>
                    <a:lnTo>
                      <a:pt x="1390" y="173"/>
                    </a:lnTo>
                    <a:lnTo>
                      <a:pt x="1393" y="180"/>
                    </a:lnTo>
                    <a:lnTo>
                      <a:pt x="1395" y="186"/>
                    </a:lnTo>
                    <a:lnTo>
                      <a:pt x="1398" y="191"/>
                    </a:lnTo>
                    <a:lnTo>
                      <a:pt x="1400" y="196"/>
                    </a:lnTo>
                    <a:lnTo>
                      <a:pt x="1402" y="200"/>
                    </a:lnTo>
                    <a:lnTo>
                      <a:pt x="1405" y="201"/>
                    </a:lnTo>
                    <a:lnTo>
                      <a:pt x="1407" y="199"/>
                    </a:lnTo>
                    <a:lnTo>
                      <a:pt x="1410" y="197"/>
                    </a:lnTo>
                    <a:lnTo>
                      <a:pt x="1412" y="192"/>
                    </a:lnTo>
                    <a:lnTo>
                      <a:pt x="1414" y="186"/>
                    </a:lnTo>
                    <a:lnTo>
                      <a:pt x="1417" y="179"/>
                    </a:lnTo>
                    <a:lnTo>
                      <a:pt x="1419" y="172"/>
                    </a:lnTo>
                    <a:lnTo>
                      <a:pt x="1422" y="165"/>
                    </a:lnTo>
                    <a:lnTo>
                      <a:pt x="1424" y="157"/>
                    </a:lnTo>
                    <a:lnTo>
                      <a:pt x="1426" y="152"/>
                    </a:lnTo>
                    <a:lnTo>
                      <a:pt x="1429" y="146"/>
                    </a:lnTo>
                    <a:lnTo>
                      <a:pt x="1431" y="142"/>
                    </a:lnTo>
                    <a:lnTo>
                      <a:pt x="1434" y="139"/>
                    </a:lnTo>
                    <a:lnTo>
                      <a:pt x="1436" y="138"/>
                    </a:lnTo>
                    <a:lnTo>
                      <a:pt x="1438" y="137"/>
                    </a:lnTo>
                    <a:lnTo>
                      <a:pt x="1441" y="135"/>
                    </a:lnTo>
                    <a:lnTo>
                      <a:pt x="1443" y="133"/>
                    </a:lnTo>
                    <a:lnTo>
                      <a:pt x="1446" y="131"/>
                    </a:lnTo>
                    <a:lnTo>
                      <a:pt x="1448" y="130"/>
                    </a:lnTo>
                    <a:lnTo>
                      <a:pt x="1450" y="130"/>
                    </a:lnTo>
                    <a:lnTo>
                      <a:pt x="1453" y="129"/>
                    </a:lnTo>
                    <a:lnTo>
                      <a:pt x="1455" y="129"/>
                    </a:lnTo>
                    <a:lnTo>
                      <a:pt x="1458" y="132"/>
                    </a:lnTo>
                    <a:lnTo>
                      <a:pt x="1460" y="136"/>
                    </a:lnTo>
                    <a:lnTo>
                      <a:pt x="1463" y="140"/>
                    </a:lnTo>
                    <a:lnTo>
                      <a:pt x="1465" y="145"/>
                    </a:lnTo>
                    <a:lnTo>
                      <a:pt x="1467" y="149"/>
                    </a:lnTo>
                    <a:lnTo>
                      <a:pt x="1470" y="153"/>
                    </a:lnTo>
                    <a:lnTo>
                      <a:pt x="1472" y="155"/>
                    </a:lnTo>
                    <a:lnTo>
                      <a:pt x="1475" y="157"/>
                    </a:lnTo>
                    <a:lnTo>
                      <a:pt x="1477" y="159"/>
                    </a:lnTo>
                    <a:lnTo>
                      <a:pt x="1479" y="159"/>
                    </a:lnTo>
                    <a:lnTo>
                      <a:pt x="1482" y="159"/>
                    </a:lnTo>
                    <a:lnTo>
                      <a:pt x="1484" y="159"/>
                    </a:lnTo>
                    <a:lnTo>
                      <a:pt x="1487" y="160"/>
                    </a:lnTo>
                    <a:lnTo>
                      <a:pt x="1489" y="163"/>
                    </a:lnTo>
                    <a:lnTo>
                      <a:pt x="1491" y="167"/>
                    </a:lnTo>
                    <a:lnTo>
                      <a:pt x="1494" y="171"/>
                    </a:lnTo>
                    <a:lnTo>
                      <a:pt x="1496" y="175"/>
                    </a:lnTo>
                    <a:lnTo>
                      <a:pt x="1499" y="181"/>
                    </a:lnTo>
                    <a:lnTo>
                      <a:pt x="1501" y="186"/>
                    </a:lnTo>
                    <a:lnTo>
                      <a:pt x="1504" y="190"/>
                    </a:lnTo>
                    <a:lnTo>
                      <a:pt x="1506" y="191"/>
                    </a:lnTo>
                    <a:lnTo>
                      <a:pt x="1508" y="193"/>
                    </a:lnTo>
                    <a:lnTo>
                      <a:pt x="1511" y="193"/>
                    </a:lnTo>
                    <a:lnTo>
                      <a:pt x="1513" y="190"/>
                    </a:lnTo>
                    <a:lnTo>
                      <a:pt x="1516" y="184"/>
                    </a:lnTo>
                    <a:lnTo>
                      <a:pt x="1518" y="177"/>
                    </a:lnTo>
                    <a:lnTo>
                      <a:pt x="1520" y="171"/>
                    </a:lnTo>
                    <a:lnTo>
                      <a:pt x="1523" y="167"/>
                    </a:lnTo>
                    <a:lnTo>
                      <a:pt x="1525" y="165"/>
                    </a:lnTo>
                    <a:lnTo>
                      <a:pt x="1528" y="167"/>
                    </a:lnTo>
                    <a:lnTo>
                      <a:pt x="1530" y="171"/>
                    </a:lnTo>
                    <a:lnTo>
                      <a:pt x="1532" y="177"/>
                    </a:lnTo>
                    <a:lnTo>
                      <a:pt x="1535" y="180"/>
                    </a:lnTo>
                    <a:lnTo>
                      <a:pt x="1537" y="180"/>
                    </a:lnTo>
                    <a:lnTo>
                      <a:pt x="1540" y="179"/>
                    </a:lnTo>
                    <a:lnTo>
                      <a:pt x="1542" y="180"/>
                    </a:lnTo>
                    <a:lnTo>
                      <a:pt x="1544" y="182"/>
                    </a:lnTo>
                    <a:lnTo>
                      <a:pt x="1547" y="183"/>
                    </a:lnTo>
                    <a:lnTo>
                      <a:pt x="1549" y="185"/>
                    </a:lnTo>
                    <a:lnTo>
                      <a:pt x="1552" y="187"/>
                    </a:lnTo>
                    <a:lnTo>
                      <a:pt x="1554" y="190"/>
                    </a:lnTo>
                    <a:lnTo>
                      <a:pt x="1557" y="193"/>
                    </a:lnTo>
                    <a:lnTo>
                      <a:pt x="1559" y="197"/>
                    </a:lnTo>
                    <a:lnTo>
                      <a:pt x="1561" y="201"/>
                    </a:lnTo>
                    <a:lnTo>
                      <a:pt x="1564" y="206"/>
                    </a:lnTo>
                    <a:lnTo>
                      <a:pt x="1566" y="211"/>
                    </a:lnTo>
                    <a:lnTo>
                      <a:pt x="1569" y="210"/>
                    </a:lnTo>
                    <a:lnTo>
                      <a:pt x="1571" y="205"/>
                    </a:lnTo>
                    <a:lnTo>
                      <a:pt x="1573" y="192"/>
                    </a:lnTo>
                    <a:lnTo>
                      <a:pt x="1576" y="178"/>
                    </a:lnTo>
                    <a:lnTo>
                      <a:pt x="1578" y="165"/>
                    </a:lnTo>
                    <a:lnTo>
                      <a:pt x="1581" y="149"/>
                    </a:lnTo>
                    <a:lnTo>
                      <a:pt x="1583" y="130"/>
                    </a:lnTo>
                    <a:lnTo>
                      <a:pt x="1585" y="109"/>
                    </a:lnTo>
                    <a:lnTo>
                      <a:pt x="1588" y="91"/>
                    </a:lnTo>
                    <a:lnTo>
                      <a:pt x="1590" y="79"/>
                    </a:lnTo>
                    <a:lnTo>
                      <a:pt x="1593" y="70"/>
                    </a:lnTo>
                    <a:lnTo>
                      <a:pt x="1595" y="60"/>
                    </a:lnTo>
                    <a:lnTo>
                      <a:pt x="1597" y="53"/>
                    </a:lnTo>
                    <a:lnTo>
                      <a:pt x="1600" y="48"/>
                    </a:lnTo>
                    <a:lnTo>
                      <a:pt x="1602" y="44"/>
                    </a:lnTo>
                    <a:lnTo>
                      <a:pt x="1605" y="41"/>
                    </a:lnTo>
                    <a:lnTo>
                      <a:pt x="1607" y="38"/>
                    </a:lnTo>
                    <a:lnTo>
                      <a:pt x="1609" y="36"/>
                    </a:lnTo>
                    <a:lnTo>
                      <a:pt x="1612" y="34"/>
                    </a:lnTo>
                    <a:lnTo>
                      <a:pt x="1614" y="32"/>
                    </a:lnTo>
                    <a:lnTo>
                      <a:pt x="1617" y="30"/>
                    </a:lnTo>
                    <a:lnTo>
                      <a:pt x="1619" y="28"/>
                    </a:lnTo>
                    <a:lnTo>
                      <a:pt x="1621" y="25"/>
                    </a:lnTo>
                    <a:lnTo>
                      <a:pt x="1624" y="22"/>
                    </a:lnTo>
                    <a:lnTo>
                      <a:pt x="1626" y="19"/>
                    </a:lnTo>
                    <a:lnTo>
                      <a:pt x="1629" y="17"/>
                    </a:lnTo>
                    <a:lnTo>
                      <a:pt x="1631" y="14"/>
                    </a:lnTo>
                    <a:lnTo>
                      <a:pt x="1633" y="12"/>
                    </a:lnTo>
                    <a:lnTo>
                      <a:pt x="1636" y="10"/>
                    </a:lnTo>
                    <a:lnTo>
                      <a:pt x="1638" y="8"/>
                    </a:lnTo>
                    <a:lnTo>
                      <a:pt x="1641" y="7"/>
                    </a:lnTo>
                    <a:lnTo>
                      <a:pt x="1643" y="6"/>
                    </a:lnTo>
                    <a:lnTo>
                      <a:pt x="1645" y="6"/>
                    </a:lnTo>
                    <a:lnTo>
                      <a:pt x="1648" y="6"/>
                    </a:lnTo>
                    <a:lnTo>
                      <a:pt x="1650" y="7"/>
                    </a:lnTo>
                    <a:lnTo>
                      <a:pt x="1653" y="7"/>
                    </a:lnTo>
                    <a:lnTo>
                      <a:pt x="1655" y="7"/>
                    </a:lnTo>
                    <a:lnTo>
                      <a:pt x="1657" y="8"/>
                    </a:lnTo>
                    <a:lnTo>
                      <a:pt x="1660" y="9"/>
                    </a:lnTo>
                    <a:lnTo>
                      <a:pt x="1662" y="9"/>
                    </a:lnTo>
                    <a:lnTo>
                      <a:pt x="1665" y="10"/>
                    </a:lnTo>
                    <a:lnTo>
                      <a:pt x="1667" y="11"/>
                    </a:lnTo>
                    <a:lnTo>
                      <a:pt x="1669" y="11"/>
                    </a:lnTo>
                    <a:lnTo>
                      <a:pt x="1672" y="12"/>
                    </a:lnTo>
                    <a:lnTo>
                      <a:pt x="1674" y="12"/>
                    </a:lnTo>
                    <a:lnTo>
                      <a:pt x="1677" y="12"/>
                    </a:lnTo>
                    <a:lnTo>
                      <a:pt x="1679" y="13"/>
                    </a:lnTo>
                    <a:lnTo>
                      <a:pt x="1681" y="13"/>
                    </a:lnTo>
                    <a:lnTo>
                      <a:pt x="1684" y="13"/>
                    </a:lnTo>
                    <a:lnTo>
                      <a:pt x="1686" y="13"/>
                    </a:lnTo>
                    <a:lnTo>
                      <a:pt x="1689" y="13"/>
                    </a:lnTo>
                    <a:lnTo>
                      <a:pt x="1691" y="13"/>
                    </a:lnTo>
                    <a:lnTo>
                      <a:pt x="1693" y="13"/>
                    </a:lnTo>
                    <a:lnTo>
                      <a:pt x="1696" y="13"/>
                    </a:lnTo>
                    <a:lnTo>
                      <a:pt x="1698" y="14"/>
                    </a:lnTo>
                    <a:lnTo>
                      <a:pt x="1701" y="14"/>
                    </a:lnTo>
                    <a:lnTo>
                      <a:pt x="1703" y="14"/>
                    </a:lnTo>
                    <a:lnTo>
                      <a:pt x="1705" y="14"/>
                    </a:lnTo>
                    <a:lnTo>
                      <a:pt x="1708" y="14"/>
                    </a:lnTo>
                    <a:lnTo>
                      <a:pt x="1710" y="14"/>
                    </a:lnTo>
                    <a:lnTo>
                      <a:pt x="1713" y="14"/>
                    </a:lnTo>
                    <a:lnTo>
                      <a:pt x="1715" y="14"/>
                    </a:lnTo>
                    <a:lnTo>
                      <a:pt x="1717" y="14"/>
                    </a:lnTo>
                    <a:lnTo>
                      <a:pt x="1720" y="14"/>
                    </a:lnTo>
                    <a:lnTo>
                      <a:pt x="1722" y="14"/>
                    </a:lnTo>
                    <a:lnTo>
                      <a:pt x="1725" y="14"/>
                    </a:lnTo>
                    <a:lnTo>
                      <a:pt x="1727" y="14"/>
                    </a:lnTo>
                    <a:lnTo>
                      <a:pt x="1730" y="14"/>
                    </a:lnTo>
                    <a:lnTo>
                      <a:pt x="1732" y="14"/>
                    </a:lnTo>
                    <a:lnTo>
                      <a:pt x="1734" y="13"/>
                    </a:lnTo>
                    <a:lnTo>
                      <a:pt x="1737" y="13"/>
                    </a:lnTo>
                    <a:lnTo>
                      <a:pt x="1739" y="13"/>
                    </a:lnTo>
                    <a:lnTo>
                      <a:pt x="1742" y="14"/>
                    </a:lnTo>
                    <a:lnTo>
                      <a:pt x="1744" y="14"/>
                    </a:lnTo>
                    <a:lnTo>
                      <a:pt x="1746" y="14"/>
                    </a:lnTo>
                    <a:lnTo>
                      <a:pt x="1749" y="15"/>
                    </a:lnTo>
                    <a:lnTo>
                      <a:pt x="1751" y="15"/>
                    </a:lnTo>
                    <a:lnTo>
                      <a:pt x="1754" y="15"/>
                    </a:lnTo>
                    <a:lnTo>
                      <a:pt x="1756" y="15"/>
                    </a:lnTo>
                    <a:lnTo>
                      <a:pt x="1758" y="15"/>
                    </a:lnTo>
                    <a:lnTo>
                      <a:pt x="1761" y="16"/>
                    </a:lnTo>
                    <a:lnTo>
                      <a:pt x="1763" y="16"/>
                    </a:lnTo>
                    <a:lnTo>
                      <a:pt x="1766" y="16"/>
                    </a:lnTo>
                    <a:lnTo>
                      <a:pt x="1768" y="16"/>
                    </a:lnTo>
                    <a:lnTo>
                      <a:pt x="1771" y="16"/>
                    </a:lnTo>
                    <a:lnTo>
                      <a:pt x="1773" y="17"/>
                    </a:lnTo>
                    <a:lnTo>
                      <a:pt x="1775" y="17"/>
                    </a:lnTo>
                    <a:lnTo>
                      <a:pt x="1778" y="18"/>
                    </a:lnTo>
                    <a:lnTo>
                      <a:pt x="1780" y="18"/>
                    </a:lnTo>
                    <a:lnTo>
                      <a:pt x="1783" y="18"/>
                    </a:lnTo>
                    <a:lnTo>
                      <a:pt x="1785" y="18"/>
                    </a:lnTo>
                    <a:lnTo>
                      <a:pt x="1787" y="18"/>
                    </a:lnTo>
                    <a:lnTo>
                      <a:pt x="1790" y="18"/>
                    </a:lnTo>
                    <a:lnTo>
                      <a:pt x="1792" y="19"/>
                    </a:lnTo>
                    <a:lnTo>
                      <a:pt x="1795" y="19"/>
                    </a:lnTo>
                    <a:lnTo>
                      <a:pt x="1797" y="19"/>
                    </a:lnTo>
                    <a:lnTo>
                      <a:pt x="1799" y="19"/>
                    </a:lnTo>
                    <a:lnTo>
                      <a:pt x="1802" y="19"/>
                    </a:lnTo>
                    <a:lnTo>
                      <a:pt x="1804" y="18"/>
                    </a:lnTo>
                    <a:lnTo>
                      <a:pt x="1807" y="18"/>
                    </a:lnTo>
                    <a:lnTo>
                      <a:pt x="1809" y="18"/>
                    </a:lnTo>
                    <a:lnTo>
                      <a:pt x="1811" y="18"/>
                    </a:lnTo>
                    <a:lnTo>
                      <a:pt x="1814" y="18"/>
                    </a:lnTo>
                    <a:lnTo>
                      <a:pt x="1816" y="18"/>
                    </a:lnTo>
                    <a:lnTo>
                      <a:pt x="1819" y="18"/>
                    </a:lnTo>
                    <a:lnTo>
                      <a:pt x="1821" y="18"/>
                    </a:lnTo>
                    <a:lnTo>
                      <a:pt x="1824" y="18"/>
                    </a:lnTo>
                    <a:lnTo>
                      <a:pt x="1826" y="18"/>
                    </a:lnTo>
                    <a:lnTo>
                      <a:pt x="1828" y="17"/>
                    </a:lnTo>
                    <a:lnTo>
                      <a:pt x="1831" y="17"/>
                    </a:lnTo>
                    <a:lnTo>
                      <a:pt x="1833" y="17"/>
                    </a:lnTo>
                    <a:lnTo>
                      <a:pt x="1836" y="16"/>
                    </a:lnTo>
                    <a:lnTo>
                      <a:pt x="1838" y="16"/>
                    </a:lnTo>
                    <a:lnTo>
                      <a:pt x="1840" y="16"/>
                    </a:lnTo>
                    <a:lnTo>
                      <a:pt x="1843" y="16"/>
                    </a:lnTo>
                    <a:lnTo>
                      <a:pt x="1845" y="16"/>
                    </a:lnTo>
                    <a:lnTo>
                      <a:pt x="1848" y="16"/>
                    </a:lnTo>
                    <a:lnTo>
                      <a:pt x="1850" y="16"/>
                    </a:lnTo>
                    <a:lnTo>
                      <a:pt x="1852" y="16"/>
                    </a:lnTo>
                    <a:lnTo>
                      <a:pt x="1855" y="16"/>
                    </a:lnTo>
                    <a:lnTo>
                      <a:pt x="1857" y="16"/>
                    </a:lnTo>
                    <a:lnTo>
                      <a:pt x="1860" y="16"/>
                    </a:lnTo>
                    <a:lnTo>
                      <a:pt x="1862" y="16"/>
                    </a:lnTo>
                    <a:lnTo>
                      <a:pt x="1864" y="16"/>
                    </a:lnTo>
                    <a:lnTo>
                      <a:pt x="1867" y="16"/>
                    </a:lnTo>
                    <a:lnTo>
                      <a:pt x="1869" y="16"/>
                    </a:lnTo>
                    <a:lnTo>
                      <a:pt x="1872" y="16"/>
                    </a:lnTo>
                    <a:lnTo>
                      <a:pt x="1874" y="16"/>
                    </a:lnTo>
                    <a:lnTo>
                      <a:pt x="1876" y="16"/>
                    </a:lnTo>
                    <a:lnTo>
                      <a:pt x="1879" y="16"/>
                    </a:lnTo>
                    <a:lnTo>
                      <a:pt x="1881" y="16"/>
                    </a:lnTo>
                    <a:lnTo>
                      <a:pt x="1884" y="16"/>
                    </a:lnTo>
                    <a:lnTo>
                      <a:pt x="1886" y="16"/>
                    </a:lnTo>
                    <a:lnTo>
                      <a:pt x="1888" y="16"/>
                    </a:lnTo>
                    <a:lnTo>
                      <a:pt x="1891" y="16"/>
                    </a:lnTo>
                    <a:lnTo>
                      <a:pt x="1893" y="16"/>
                    </a:lnTo>
                    <a:lnTo>
                      <a:pt x="1896" y="16"/>
                    </a:lnTo>
                    <a:lnTo>
                      <a:pt x="1898" y="16"/>
                    </a:lnTo>
                    <a:lnTo>
                      <a:pt x="1900" y="16"/>
                    </a:lnTo>
                    <a:lnTo>
                      <a:pt x="1903" y="16"/>
                    </a:lnTo>
                    <a:lnTo>
                      <a:pt x="1905" y="16"/>
                    </a:lnTo>
                    <a:lnTo>
                      <a:pt x="1908" y="17"/>
                    </a:lnTo>
                    <a:lnTo>
                      <a:pt x="1910" y="17"/>
                    </a:lnTo>
                    <a:lnTo>
                      <a:pt x="1912" y="17"/>
                    </a:lnTo>
                    <a:lnTo>
                      <a:pt x="1915" y="17"/>
                    </a:lnTo>
                    <a:lnTo>
                      <a:pt x="1917" y="17"/>
                    </a:lnTo>
                    <a:lnTo>
                      <a:pt x="1920" y="17"/>
                    </a:lnTo>
                    <a:lnTo>
                      <a:pt x="1922" y="17"/>
                    </a:lnTo>
                    <a:lnTo>
                      <a:pt x="1924" y="17"/>
                    </a:lnTo>
                    <a:lnTo>
                      <a:pt x="1927" y="17"/>
                    </a:lnTo>
                    <a:lnTo>
                      <a:pt x="1929" y="17"/>
                    </a:lnTo>
                    <a:lnTo>
                      <a:pt x="1932" y="17"/>
                    </a:lnTo>
                    <a:lnTo>
                      <a:pt x="1934" y="17"/>
                    </a:lnTo>
                    <a:lnTo>
                      <a:pt x="1936" y="17"/>
                    </a:lnTo>
                    <a:lnTo>
                      <a:pt x="1939" y="17"/>
                    </a:lnTo>
                    <a:lnTo>
                      <a:pt x="1941" y="17"/>
                    </a:lnTo>
                    <a:lnTo>
                      <a:pt x="1944" y="17"/>
                    </a:lnTo>
                    <a:lnTo>
                      <a:pt x="1946" y="17"/>
                    </a:lnTo>
                    <a:lnTo>
                      <a:pt x="1948" y="17"/>
                    </a:lnTo>
                    <a:lnTo>
                      <a:pt x="1951" y="17"/>
                    </a:lnTo>
                    <a:lnTo>
                      <a:pt x="1953" y="17"/>
                    </a:lnTo>
                    <a:lnTo>
                      <a:pt x="1956" y="17"/>
                    </a:lnTo>
                    <a:lnTo>
                      <a:pt x="1958" y="16"/>
                    </a:lnTo>
                    <a:lnTo>
                      <a:pt x="1960" y="16"/>
                    </a:lnTo>
                    <a:lnTo>
                      <a:pt x="1963" y="16"/>
                    </a:lnTo>
                    <a:lnTo>
                      <a:pt x="1965" y="16"/>
                    </a:lnTo>
                    <a:lnTo>
                      <a:pt x="1968" y="16"/>
                    </a:lnTo>
                    <a:lnTo>
                      <a:pt x="1970" y="16"/>
                    </a:lnTo>
                    <a:lnTo>
                      <a:pt x="1972" y="16"/>
                    </a:lnTo>
                    <a:lnTo>
                      <a:pt x="1975" y="16"/>
                    </a:lnTo>
                    <a:lnTo>
                      <a:pt x="1977" y="16"/>
                    </a:lnTo>
                    <a:lnTo>
                      <a:pt x="1980" y="16"/>
                    </a:lnTo>
                    <a:lnTo>
                      <a:pt x="1982" y="16"/>
                    </a:lnTo>
                    <a:lnTo>
                      <a:pt x="1984" y="16"/>
                    </a:lnTo>
                    <a:lnTo>
                      <a:pt x="1987" y="16"/>
                    </a:lnTo>
                    <a:lnTo>
                      <a:pt x="1989" y="16"/>
                    </a:lnTo>
                    <a:lnTo>
                      <a:pt x="1992" y="16"/>
                    </a:lnTo>
                    <a:lnTo>
                      <a:pt x="1994" y="15"/>
                    </a:lnTo>
                    <a:lnTo>
                      <a:pt x="1997" y="15"/>
                    </a:lnTo>
                    <a:lnTo>
                      <a:pt x="1999" y="16"/>
                    </a:lnTo>
                    <a:lnTo>
                      <a:pt x="2001" y="16"/>
                    </a:lnTo>
                    <a:lnTo>
                      <a:pt x="2004" y="16"/>
                    </a:lnTo>
                    <a:lnTo>
                      <a:pt x="2006" y="16"/>
                    </a:lnTo>
                    <a:lnTo>
                      <a:pt x="2009" y="16"/>
                    </a:lnTo>
                    <a:lnTo>
                      <a:pt x="2011" y="16"/>
                    </a:lnTo>
                    <a:lnTo>
                      <a:pt x="2013" y="16"/>
                    </a:lnTo>
                    <a:lnTo>
                      <a:pt x="2016" y="16"/>
                    </a:lnTo>
                    <a:lnTo>
                      <a:pt x="2018" y="16"/>
                    </a:lnTo>
                    <a:lnTo>
                      <a:pt x="2021" y="16"/>
                    </a:lnTo>
                    <a:lnTo>
                      <a:pt x="2023" y="16"/>
                    </a:lnTo>
                    <a:lnTo>
                      <a:pt x="2025" y="16"/>
                    </a:lnTo>
                    <a:lnTo>
                      <a:pt x="2028" y="15"/>
                    </a:lnTo>
                    <a:lnTo>
                      <a:pt x="2030" y="15"/>
                    </a:lnTo>
                    <a:lnTo>
                      <a:pt x="2033" y="15"/>
                    </a:lnTo>
                    <a:lnTo>
                      <a:pt x="2035" y="15"/>
                    </a:lnTo>
                    <a:lnTo>
                      <a:pt x="2038" y="15"/>
                    </a:lnTo>
                    <a:lnTo>
                      <a:pt x="2040" y="15"/>
                    </a:lnTo>
                    <a:lnTo>
                      <a:pt x="2042" y="14"/>
                    </a:lnTo>
                    <a:lnTo>
                      <a:pt x="2045" y="14"/>
                    </a:lnTo>
                    <a:lnTo>
                      <a:pt x="2047" y="14"/>
                    </a:lnTo>
                    <a:lnTo>
                      <a:pt x="2050" y="14"/>
                    </a:lnTo>
                    <a:lnTo>
                      <a:pt x="2052" y="13"/>
                    </a:lnTo>
                    <a:lnTo>
                      <a:pt x="2054" y="13"/>
                    </a:lnTo>
                    <a:lnTo>
                      <a:pt x="2057" y="13"/>
                    </a:lnTo>
                    <a:lnTo>
                      <a:pt x="2059" y="13"/>
                    </a:lnTo>
                    <a:lnTo>
                      <a:pt x="2062" y="13"/>
                    </a:lnTo>
                    <a:lnTo>
                      <a:pt x="2064" y="12"/>
                    </a:lnTo>
                    <a:lnTo>
                      <a:pt x="2066" y="12"/>
                    </a:lnTo>
                    <a:lnTo>
                      <a:pt x="2069" y="12"/>
                    </a:lnTo>
                    <a:lnTo>
                      <a:pt x="2071" y="12"/>
                    </a:lnTo>
                    <a:lnTo>
                      <a:pt x="2074" y="12"/>
                    </a:lnTo>
                    <a:lnTo>
                      <a:pt x="2076" y="12"/>
                    </a:lnTo>
                    <a:lnTo>
                      <a:pt x="2078" y="12"/>
                    </a:lnTo>
                    <a:lnTo>
                      <a:pt x="2081" y="12"/>
                    </a:lnTo>
                    <a:lnTo>
                      <a:pt x="2083" y="12"/>
                    </a:lnTo>
                    <a:lnTo>
                      <a:pt x="2086" y="12"/>
                    </a:lnTo>
                    <a:lnTo>
                      <a:pt x="2088" y="12"/>
                    </a:lnTo>
                    <a:lnTo>
                      <a:pt x="2091" y="12"/>
                    </a:lnTo>
                    <a:lnTo>
                      <a:pt x="2093" y="12"/>
                    </a:lnTo>
                    <a:lnTo>
                      <a:pt x="2095" y="12"/>
                    </a:lnTo>
                    <a:lnTo>
                      <a:pt x="2098" y="12"/>
                    </a:lnTo>
                    <a:lnTo>
                      <a:pt x="2100" y="12"/>
                    </a:lnTo>
                    <a:lnTo>
                      <a:pt x="2103" y="12"/>
                    </a:lnTo>
                    <a:lnTo>
                      <a:pt x="2105" y="12"/>
                    </a:lnTo>
                    <a:lnTo>
                      <a:pt x="2107" y="12"/>
                    </a:lnTo>
                    <a:lnTo>
                      <a:pt x="2110" y="12"/>
                    </a:lnTo>
                    <a:lnTo>
                      <a:pt x="2112" y="12"/>
                    </a:lnTo>
                    <a:lnTo>
                      <a:pt x="2115" y="12"/>
                    </a:lnTo>
                    <a:lnTo>
                      <a:pt x="2117" y="12"/>
                    </a:lnTo>
                    <a:lnTo>
                      <a:pt x="2119" y="12"/>
                    </a:lnTo>
                    <a:lnTo>
                      <a:pt x="2122" y="12"/>
                    </a:lnTo>
                    <a:lnTo>
                      <a:pt x="2124" y="12"/>
                    </a:lnTo>
                    <a:lnTo>
                      <a:pt x="2127" y="12"/>
                    </a:lnTo>
                    <a:lnTo>
                      <a:pt x="2129" y="12"/>
                    </a:lnTo>
                    <a:lnTo>
                      <a:pt x="2131" y="11"/>
                    </a:lnTo>
                    <a:lnTo>
                      <a:pt x="2134" y="11"/>
                    </a:lnTo>
                    <a:lnTo>
                      <a:pt x="2136" y="11"/>
                    </a:lnTo>
                    <a:lnTo>
                      <a:pt x="2139" y="11"/>
                    </a:lnTo>
                    <a:lnTo>
                      <a:pt x="2141" y="10"/>
                    </a:lnTo>
                    <a:lnTo>
                      <a:pt x="2143" y="10"/>
                    </a:lnTo>
                    <a:lnTo>
                      <a:pt x="2146" y="10"/>
                    </a:lnTo>
                    <a:lnTo>
                      <a:pt x="2148" y="10"/>
                    </a:lnTo>
                    <a:lnTo>
                      <a:pt x="2151" y="10"/>
                    </a:lnTo>
                    <a:lnTo>
                      <a:pt x="2153" y="10"/>
                    </a:lnTo>
                    <a:lnTo>
                      <a:pt x="2155" y="10"/>
                    </a:lnTo>
                    <a:lnTo>
                      <a:pt x="2158" y="10"/>
                    </a:lnTo>
                    <a:lnTo>
                      <a:pt x="2160" y="10"/>
                    </a:lnTo>
                    <a:lnTo>
                      <a:pt x="2163" y="10"/>
                    </a:lnTo>
                    <a:lnTo>
                      <a:pt x="2165" y="10"/>
                    </a:lnTo>
                    <a:lnTo>
                      <a:pt x="2166" y="10"/>
                    </a:lnTo>
                    <a:lnTo>
                      <a:pt x="2166" y="10"/>
                    </a:lnTo>
                    <a:lnTo>
                      <a:pt x="2166" y="9"/>
                    </a:lnTo>
                    <a:lnTo>
                      <a:pt x="2165" y="9"/>
                    </a:lnTo>
                    <a:lnTo>
                      <a:pt x="2163" y="9"/>
                    </a:lnTo>
                    <a:lnTo>
                      <a:pt x="2160" y="10"/>
                    </a:lnTo>
                    <a:lnTo>
                      <a:pt x="2158" y="10"/>
                    </a:lnTo>
                    <a:lnTo>
                      <a:pt x="2155" y="9"/>
                    </a:lnTo>
                    <a:lnTo>
                      <a:pt x="2153" y="9"/>
                    </a:lnTo>
                    <a:lnTo>
                      <a:pt x="2151" y="9"/>
                    </a:lnTo>
                    <a:lnTo>
                      <a:pt x="2148" y="9"/>
                    </a:lnTo>
                    <a:lnTo>
                      <a:pt x="2146" y="9"/>
                    </a:lnTo>
                    <a:lnTo>
                      <a:pt x="2143" y="9"/>
                    </a:lnTo>
                    <a:lnTo>
                      <a:pt x="2141" y="9"/>
                    </a:lnTo>
                    <a:lnTo>
                      <a:pt x="2139" y="9"/>
                    </a:lnTo>
                    <a:lnTo>
                      <a:pt x="2136" y="9"/>
                    </a:lnTo>
                    <a:lnTo>
                      <a:pt x="2134" y="9"/>
                    </a:lnTo>
                    <a:lnTo>
                      <a:pt x="2131" y="9"/>
                    </a:lnTo>
                    <a:lnTo>
                      <a:pt x="2129" y="9"/>
                    </a:lnTo>
                    <a:lnTo>
                      <a:pt x="2127" y="9"/>
                    </a:lnTo>
                    <a:lnTo>
                      <a:pt x="2124" y="9"/>
                    </a:lnTo>
                    <a:lnTo>
                      <a:pt x="2122" y="9"/>
                    </a:lnTo>
                    <a:lnTo>
                      <a:pt x="2119" y="10"/>
                    </a:lnTo>
                    <a:lnTo>
                      <a:pt x="2117" y="10"/>
                    </a:lnTo>
                    <a:lnTo>
                      <a:pt x="2115" y="10"/>
                    </a:lnTo>
                    <a:lnTo>
                      <a:pt x="2112" y="10"/>
                    </a:lnTo>
                    <a:lnTo>
                      <a:pt x="2110" y="10"/>
                    </a:lnTo>
                    <a:lnTo>
                      <a:pt x="2107" y="10"/>
                    </a:lnTo>
                    <a:lnTo>
                      <a:pt x="2105" y="10"/>
                    </a:lnTo>
                    <a:lnTo>
                      <a:pt x="2103" y="10"/>
                    </a:lnTo>
                    <a:lnTo>
                      <a:pt x="2100" y="10"/>
                    </a:lnTo>
                    <a:lnTo>
                      <a:pt x="2098" y="10"/>
                    </a:lnTo>
                    <a:lnTo>
                      <a:pt x="2095" y="10"/>
                    </a:lnTo>
                    <a:lnTo>
                      <a:pt x="2093" y="10"/>
                    </a:lnTo>
                    <a:lnTo>
                      <a:pt x="2091" y="10"/>
                    </a:lnTo>
                    <a:lnTo>
                      <a:pt x="2088" y="10"/>
                    </a:lnTo>
                    <a:lnTo>
                      <a:pt x="2086" y="10"/>
                    </a:lnTo>
                    <a:lnTo>
                      <a:pt x="2083" y="10"/>
                    </a:lnTo>
                    <a:lnTo>
                      <a:pt x="2081" y="10"/>
                    </a:lnTo>
                    <a:lnTo>
                      <a:pt x="2078" y="10"/>
                    </a:lnTo>
                    <a:lnTo>
                      <a:pt x="2076" y="10"/>
                    </a:lnTo>
                    <a:lnTo>
                      <a:pt x="2074" y="10"/>
                    </a:lnTo>
                    <a:lnTo>
                      <a:pt x="2071" y="10"/>
                    </a:lnTo>
                    <a:lnTo>
                      <a:pt x="2069" y="10"/>
                    </a:lnTo>
                    <a:lnTo>
                      <a:pt x="2066" y="10"/>
                    </a:lnTo>
                    <a:lnTo>
                      <a:pt x="2064" y="10"/>
                    </a:lnTo>
                    <a:lnTo>
                      <a:pt x="2062" y="10"/>
                    </a:lnTo>
                    <a:lnTo>
                      <a:pt x="2059" y="9"/>
                    </a:lnTo>
                    <a:lnTo>
                      <a:pt x="2057" y="9"/>
                    </a:lnTo>
                    <a:lnTo>
                      <a:pt x="2054" y="9"/>
                    </a:lnTo>
                    <a:lnTo>
                      <a:pt x="2052" y="9"/>
                    </a:lnTo>
                    <a:lnTo>
                      <a:pt x="2050" y="9"/>
                    </a:lnTo>
                    <a:lnTo>
                      <a:pt x="2047" y="9"/>
                    </a:lnTo>
                    <a:lnTo>
                      <a:pt x="2045" y="9"/>
                    </a:lnTo>
                    <a:lnTo>
                      <a:pt x="2042" y="9"/>
                    </a:lnTo>
                    <a:lnTo>
                      <a:pt x="2040" y="9"/>
                    </a:lnTo>
                    <a:lnTo>
                      <a:pt x="2038" y="9"/>
                    </a:lnTo>
                    <a:lnTo>
                      <a:pt x="2035" y="9"/>
                    </a:lnTo>
                    <a:lnTo>
                      <a:pt x="2033" y="9"/>
                    </a:lnTo>
                    <a:lnTo>
                      <a:pt x="2030" y="9"/>
                    </a:lnTo>
                    <a:lnTo>
                      <a:pt x="2028" y="9"/>
                    </a:lnTo>
                    <a:lnTo>
                      <a:pt x="2025" y="9"/>
                    </a:lnTo>
                    <a:lnTo>
                      <a:pt x="2023" y="9"/>
                    </a:lnTo>
                    <a:lnTo>
                      <a:pt x="2021" y="9"/>
                    </a:lnTo>
                    <a:lnTo>
                      <a:pt x="2018" y="10"/>
                    </a:lnTo>
                    <a:lnTo>
                      <a:pt x="2016" y="10"/>
                    </a:lnTo>
                    <a:lnTo>
                      <a:pt x="2013" y="10"/>
                    </a:lnTo>
                    <a:lnTo>
                      <a:pt x="2011" y="10"/>
                    </a:lnTo>
                    <a:lnTo>
                      <a:pt x="2009" y="10"/>
                    </a:lnTo>
                    <a:lnTo>
                      <a:pt x="2006" y="10"/>
                    </a:lnTo>
                    <a:lnTo>
                      <a:pt x="2004" y="10"/>
                    </a:lnTo>
                    <a:lnTo>
                      <a:pt x="2001" y="10"/>
                    </a:lnTo>
                    <a:lnTo>
                      <a:pt x="1999" y="10"/>
                    </a:lnTo>
                    <a:lnTo>
                      <a:pt x="1997" y="10"/>
                    </a:lnTo>
                    <a:lnTo>
                      <a:pt x="1994" y="10"/>
                    </a:lnTo>
                    <a:lnTo>
                      <a:pt x="1992" y="10"/>
                    </a:lnTo>
                    <a:lnTo>
                      <a:pt x="1989" y="10"/>
                    </a:lnTo>
                    <a:lnTo>
                      <a:pt x="1987" y="10"/>
                    </a:lnTo>
                    <a:lnTo>
                      <a:pt x="1984" y="10"/>
                    </a:lnTo>
                    <a:lnTo>
                      <a:pt x="1982" y="10"/>
                    </a:lnTo>
                    <a:lnTo>
                      <a:pt x="1980" y="10"/>
                    </a:lnTo>
                    <a:lnTo>
                      <a:pt x="1977" y="10"/>
                    </a:lnTo>
                    <a:lnTo>
                      <a:pt x="1975" y="10"/>
                    </a:lnTo>
                    <a:lnTo>
                      <a:pt x="1972" y="10"/>
                    </a:lnTo>
                    <a:lnTo>
                      <a:pt x="1970" y="10"/>
                    </a:lnTo>
                    <a:lnTo>
                      <a:pt x="1968" y="10"/>
                    </a:lnTo>
                    <a:lnTo>
                      <a:pt x="1965" y="10"/>
                    </a:lnTo>
                    <a:lnTo>
                      <a:pt x="1963" y="10"/>
                    </a:lnTo>
                    <a:lnTo>
                      <a:pt x="1960" y="10"/>
                    </a:lnTo>
                    <a:lnTo>
                      <a:pt x="1958" y="10"/>
                    </a:lnTo>
                    <a:lnTo>
                      <a:pt x="1956" y="10"/>
                    </a:lnTo>
                    <a:lnTo>
                      <a:pt x="1953" y="10"/>
                    </a:lnTo>
                    <a:lnTo>
                      <a:pt x="1951" y="10"/>
                    </a:lnTo>
                    <a:lnTo>
                      <a:pt x="1948" y="10"/>
                    </a:lnTo>
                    <a:lnTo>
                      <a:pt x="1946" y="10"/>
                    </a:lnTo>
                    <a:lnTo>
                      <a:pt x="1944" y="11"/>
                    </a:lnTo>
                    <a:lnTo>
                      <a:pt x="1941" y="10"/>
                    </a:lnTo>
                    <a:lnTo>
                      <a:pt x="1939" y="10"/>
                    </a:lnTo>
                    <a:lnTo>
                      <a:pt x="1936" y="10"/>
                    </a:lnTo>
                    <a:lnTo>
                      <a:pt x="1934" y="10"/>
                    </a:lnTo>
                    <a:lnTo>
                      <a:pt x="1932" y="10"/>
                    </a:lnTo>
                    <a:lnTo>
                      <a:pt x="1929" y="10"/>
                    </a:lnTo>
                    <a:lnTo>
                      <a:pt x="1927" y="10"/>
                    </a:lnTo>
                    <a:lnTo>
                      <a:pt x="1924" y="10"/>
                    </a:lnTo>
                    <a:lnTo>
                      <a:pt x="1922" y="10"/>
                    </a:lnTo>
                    <a:lnTo>
                      <a:pt x="1920" y="9"/>
                    </a:lnTo>
                    <a:lnTo>
                      <a:pt x="1917" y="9"/>
                    </a:lnTo>
                    <a:lnTo>
                      <a:pt x="1915" y="9"/>
                    </a:lnTo>
                    <a:lnTo>
                      <a:pt x="1912" y="9"/>
                    </a:lnTo>
                    <a:lnTo>
                      <a:pt x="1910" y="9"/>
                    </a:lnTo>
                    <a:lnTo>
                      <a:pt x="1908" y="9"/>
                    </a:lnTo>
                    <a:lnTo>
                      <a:pt x="1905" y="9"/>
                    </a:lnTo>
                    <a:lnTo>
                      <a:pt x="1903" y="9"/>
                    </a:lnTo>
                    <a:lnTo>
                      <a:pt x="1900" y="10"/>
                    </a:lnTo>
                    <a:lnTo>
                      <a:pt x="1898" y="10"/>
                    </a:lnTo>
                    <a:lnTo>
                      <a:pt x="1896" y="10"/>
                    </a:lnTo>
                    <a:lnTo>
                      <a:pt x="1893" y="10"/>
                    </a:lnTo>
                    <a:lnTo>
                      <a:pt x="1891" y="10"/>
                    </a:lnTo>
                    <a:lnTo>
                      <a:pt x="1888" y="10"/>
                    </a:lnTo>
                    <a:lnTo>
                      <a:pt x="1886" y="10"/>
                    </a:lnTo>
                    <a:lnTo>
                      <a:pt x="1884" y="11"/>
                    </a:lnTo>
                    <a:lnTo>
                      <a:pt x="1881" y="11"/>
                    </a:lnTo>
                    <a:lnTo>
                      <a:pt x="1879" y="11"/>
                    </a:lnTo>
                    <a:lnTo>
                      <a:pt x="1876" y="11"/>
                    </a:lnTo>
                    <a:lnTo>
                      <a:pt x="1874" y="11"/>
                    </a:lnTo>
                    <a:lnTo>
                      <a:pt x="1872" y="11"/>
                    </a:lnTo>
                    <a:lnTo>
                      <a:pt x="1869" y="11"/>
                    </a:lnTo>
                    <a:lnTo>
                      <a:pt x="1867" y="12"/>
                    </a:lnTo>
                    <a:lnTo>
                      <a:pt x="1864" y="12"/>
                    </a:lnTo>
                    <a:lnTo>
                      <a:pt x="1862" y="12"/>
                    </a:lnTo>
                    <a:lnTo>
                      <a:pt x="1860" y="12"/>
                    </a:lnTo>
                    <a:lnTo>
                      <a:pt x="1857" y="11"/>
                    </a:lnTo>
                    <a:lnTo>
                      <a:pt x="1855" y="11"/>
                    </a:lnTo>
                    <a:lnTo>
                      <a:pt x="1852" y="11"/>
                    </a:lnTo>
                    <a:lnTo>
                      <a:pt x="1850" y="11"/>
                    </a:lnTo>
                    <a:lnTo>
                      <a:pt x="1848" y="11"/>
                    </a:lnTo>
                    <a:lnTo>
                      <a:pt x="1845" y="11"/>
                    </a:lnTo>
                    <a:lnTo>
                      <a:pt x="1843" y="11"/>
                    </a:lnTo>
                    <a:lnTo>
                      <a:pt x="1840" y="11"/>
                    </a:lnTo>
                    <a:lnTo>
                      <a:pt x="1838" y="11"/>
                    </a:lnTo>
                    <a:lnTo>
                      <a:pt x="1836" y="11"/>
                    </a:lnTo>
                    <a:lnTo>
                      <a:pt x="1833" y="11"/>
                    </a:lnTo>
                    <a:lnTo>
                      <a:pt x="1831" y="11"/>
                    </a:lnTo>
                    <a:lnTo>
                      <a:pt x="1828" y="12"/>
                    </a:lnTo>
                    <a:lnTo>
                      <a:pt x="1826" y="12"/>
                    </a:lnTo>
                    <a:lnTo>
                      <a:pt x="1824" y="12"/>
                    </a:lnTo>
                    <a:lnTo>
                      <a:pt x="1821" y="12"/>
                    </a:lnTo>
                    <a:lnTo>
                      <a:pt x="1819" y="12"/>
                    </a:lnTo>
                    <a:lnTo>
                      <a:pt x="1816" y="12"/>
                    </a:lnTo>
                    <a:lnTo>
                      <a:pt x="1814" y="13"/>
                    </a:lnTo>
                    <a:lnTo>
                      <a:pt x="1811" y="13"/>
                    </a:lnTo>
                    <a:lnTo>
                      <a:pt x="1809" y="13"/>
                    </a:lnTo>
                    <a:lnTo>
                      <a:pt x="1807" y="13"/>
                    </a:lnTo>
                    <a:lnTo>
                      <a:pt x="1804" y="13"/>
                    </a:lnTo>
                    <a:lnTo>
                      <a:pt x="1802" y="13"/>
                    </a:lnTo>
                    <a:lnTo>
                      <a:pt x="1799" y="13"/>
                    </a:lnTo>
                    <a:lnTo>
                      <a:pt x="1797" y="13"/>
                    </a:lnTo>
                    <a:lnTo>
                      <a:pt x="1795" y="13"/>
                    </a:lnTo>
                    <a:lnTo>
                      <a:pt x="1792" y="13"/>
                    </a:lnTo>
                    <a:lnTo>
                      <a:pt x="1790" y="13"/>
                    </a:lnTo>
                    <a:lnTo>
                      <a:pt x="1787" y="13"/>
                    </a:lnTo>
                    <a:lnTo>
                      <a:pt x="1785" y="13"/>
                    </a:lnTo>
                    <a:lnTo>
                      <a:pt x="1783" y="13"/>
                    </a:lnTo>
                    <a:lnTo>
                      <a:pt x="1780" y="13"/>
                    </a:lnTo>
                    <a:lnTo>
                      <a:pt x="1778" y="12"/>
                    </a:lnTo>
                    <a:lnTo>
                      <a:pt x="1775" y="12"/>
                    </a:lnTo>
                    <a:lnTo>
                      <a:pt x="1773" y="12"/>
                    </a:lnTo>
                    <a:lnTo>
                      <a:pt x="1771" y="12"/>
                    </a:lnTo>
                    <a:lnTo>
                      <a:pt x="1768" y="12"/>
                    </a:lnTo>
                    <a:lnTo>
                      <a:pt x="1766" y="12"/>
                    </a:lnTo>
                    <a:lnTo>
                      <a:pt x="1763" y="12"/>
                    </a:lnTo>
                    <a:lnTo>
                      <a:pt x="1761" y="12"/>
                    </a:lnTo>
                    <a:lnTo>
                      <a:pt x="1758" y="12"/>
                    </a:lnTo>
                    <a:lnTo>
                      <a:pt x="1756" y="12"/>
                    </a:lnTo>
                    <a:lnTo>
                      <a:pt x="1754" y="12"/>
                    </a:lnTo>
                    <a:lnTo>
                      <a:pt x="1751" y="12"/>
                    </a:lnTo>
                    <a:lnTo>
                      <a:pt x="1749" y="12"/>
                    </a:lnTo>
                    <a:lnTo>
                      <a:pt x="1746" y="12"/>
                    </a:lnTo>
                    <a:lnTo>
                      <a:pt x="1744" y="12"/>
                    </a:lnTo>
                    <a:lnTo>
                      <a:pt x="1742" y="13"/>
                    </a:lnTo>
                    <a:lnTo>
                      <a:pt x="1739" y="13"/>
                    </a:lnTo>
                    <a:lnTo>
                      <a:pt x="1737" y="13"/>
                    </a:lnTo>
                    <a:lnTo>
                      <a:pt x="1734" y="13"/>
                    </a:lnTo>
                    <a:lnTo>
                      <a:pt x="1732" y="12"/>
                    </a:lnTo>
                    <a:lnTo>
                      <a:pt x="1730" y="12"/>
                    </a:lnTo>
                    <a:lnTo>
                      <a:pt x="1727" y="12"/>
                    </a:lnTo>
                    <a:lnTo>
                      <a:pt x="1725" y="12"/>
                    </a:lnTo>
                    <a:lnTo>
                      <a:pt x="1722" y="11"/>
                    </a:lnTo>
                    <a:lnTo>
                      <a:pt x="1720" y="11"/>
                    </a:lnTo>
                    <a:lnTo>
                      <a:pt x="1717" y="11"/>
                    </a:lnTo>
                    <a:lnTo>
                      <a:pt x="1715" y="10"/>
                    </a:lnTo>
                    <a:lnTo>
                      <a:pt x="1713" y="10"/>
                    </a:lnTo>
                    <a:lnTo>
                      <a:pt x="1710" y="10"/>
                    </a:lnTo>
                    <a:lnTo>
                      <a:pt x="1708" y="10"/>
                    </a:lnTo>
                    <a:lnTo>
                      <a:pt x="1705" y="9"/>
                    </a:lnTo>
                    <a:lnTo>
                      <a:pt x="1703" y="9"/>
                    </a:lnTo>
                    <a:lnTo>
                      <a:pt x="1701" y="9"/>
                    </a:lnTo>
                    <a:lnTo>
                      <a:pt x="1698" y="8"/>
                    </a:lnTo>
                    <a:lnTo>
                      <a:pt x="1696" y="8"/>
                    </a:lnTo>
                    <a:lnTo>
                      <a:pt x="1693" y="7"/>
                    </a:lnTo>
                    <a:lnTo>
                      <a:pt x="1691" y="7"/>
                    </a:lnTo>
                    <a:lnTo>
                      <a:pt x="1689" y="6"/>
                    </a:lnTo>
                    <a:lnTo>
                      <a:pt x="1686" y="6"/>
                    </a:lnTo>
                    <a:lnTo>
                      <a:pt x="1684" y="5"/>
                    </a:lnTo>
                    <a:lnTo>
                      <a:pt x="1681" y="5"/>
                    </a:lnTo>
                    <a:lnTo>
                      <a:pt x="1679" y="5"/>
                    </a:lnTo>
                    <a:lnTo>
                      <a:pt x="1677" y="5"/>
                    </a:lnTo>
                    <a:lnTo>
                      <a:pt x="1674" y="4"/>
                    </a:lnTo>
                    <a:lnTo>
                      <a:pt x="1672" y="4"/>
                    </a:lnTo>
                    <a:lnTo>
                      <a:pt x="1669" y="4"/>
                    </a:lnTo>
                    <a:lnTo>
                      <a:pt x="1667" y="4"/>
                    </a:lnTo>
                    <a:lnTo>
                      <a:pt x="1665" y="3"/>
                    </a:lnTo>
                    <a:lnTo>
                      <a:pt x="1662" y="3"/>
                    </a:lnTo>
                    <a:lnTo>
                      <a:pt x="1660" y="3"/>
                    </a:lnTo>
                    <a:lnTo>
                      <a:pt x="1657" y="2"/>
                    </a:lnTo>
                    <a:lnTo>
                      <a:pt x="1655" y="2"/>
                    </a:lnTo>
                    <a:lnTo>
                      <a:pt x="1653" y="2"/>
                    </a:lnTo>
                    <a:lnTo>
                      <a:pt x="1650" y="1"/>
                    </a:lnTo>
                    <a:lnTo>
                      <a:pt x="1648" y="1"/>
                    </a:lnTo>
                    <a:lnTo>
                      <a:pt x="1645" y="1"/>
                    </a:lnTo>
                    <a:lnTo>
                      <a:pt x="1643" y="1"/>
                    </a:lnTo>
                    <a:lnTo>
                      <a:pt x="1641" y="1"/>
                    </a:lnTo>
                    <a:lnTo>
                      <a:pt x="1638" y="2"/>
                    </a:lnTo>
                    <a:lnTo>
                      <a:pt x="1636" y="2"/>
                    </a:lnTo>
                    <a:lnTo>
                      <a:pt x="1633" y="2"/>
                    </a:lnTo>
                    <a:lnTo>
                      <a:pt x="1631" y="3"/>
                    </a:lnTo>
                    <a:lnTo>
                      <a:pt x="1629" y="4"/>
                    </a:lnTo>
                    <a:lnTo>
                      <a:pt x="1626" y="5"/>
                    </a:lnTo>
                    <a:lnTo>
                      <a:pt x="1624" y="6"/>
                    </a:lnTo>
                    <a:lnTo>
                      <a:pt x="1621" y="7"/>
                    </a:lnTo>
                    <a:lnTo>
                      <a:pt x="1619" y="8"/>
                    </a:lnTo>
                    <a:lnTo>
                      <a:pt x="1617" y="10"/>
                    </a:lnTo>
                    <a:lnTo>
                      <a:pt x="1614" y="13"/>
                    </a:lnTo>
                    <a:lnTo>
                      <a:pt x="1612" y="16"/>
                    </a:lnTo>
                    <a:lnTo>
                      <a:pt x="1609" y="20"/>
                    </a:lnTo>
                    <a:lnTo>
                      <a:pt x="1607" y="24"/>
                    </a:lnTo>
                    <a:lnTo>
                      <a:pt x="1605" y="28"/>
                    </a:lnTo>
                    <a:lnTo>
                      <a:pt x="1602" y="33"/>
                    </a:lnTo>
                    <a:lnTo>
                      <a:pt x="1600" y="38"/>
                    </a:lnTo>
                    <a:lnTo>
                      <a:pt x="1597" y="45"/>
                    </a:lnTo>
                    <a:lnTo>
                      <a:pt x="1595" y="53"/>
                    </a:lnTo>
                    <a:lnTo>
                      <a:pt x="1593" y="61"/>
                    </a:lnTo>
                    <a:lnTo>
                      <a:pt x="1590" y="70"/>
                    </a:lnTo>
                    <a:lnTo>
                      <a:pt x="1588" y="82"/>
                    </a:lnTo>
                    <a:lnTo>
                      <a:pt x="1585" y="89"/>
                    </a:lnTo>
                    <a:lnTo>
                      <a:pt x="1583" y="95"/>
                    </a:lnTo>
                    <a:lnTo>
                      <a:pt x="1581" y="101"/>
                    </a:lnTo>
                    <a:lnTo>
                      <a:pt x="1578" y="107"/>
                    </a:lnTo>
                    <a:lnTo>
                      <a:pt x="1576" y="111"/>
                    </a:lnTo>
                    <a:lnTo>
                      <a:pt x="1573" y="112"/>
                    </a:lnTo>
                    <a:lnTo>
                      <a:pt x="1571" y="111"/>
                    </a:lnTo>
                    <a:lnTo>
                      <a:pt x="1569" y="114"/>
                    </a:lnTo>
                    <a:lnTo>
                      <a:pt x="1566" y="120"/>
                    </a:lnTo>
                    <a:lnTo>
                      <a:pt x="1564" y="126"/>
                    </a:lnTo>
                    <a:lnTo>
                      <a:pt x="1561" y="133"/>
                    </a:lnTo>
                    <a:lnTo>
                      <a:pt x="1559" y="137"/>
                    </a:lnTo>
                    <a:lnTo>
                      <a:pt x="1557" y="142"/>
                    </a:lnTo>
                    <a:lnTo>
                      <a:pt x="1554" y="148"/>
                    </a:lnTo>
                    <a:lnTo>
                      <a:pt x="1552" y="152"/>
                    </a:lnTo>
                    <a:lnTo>
                      <a:pt x="1549" y="155"/>
                    </a:lnTo>
                    <a:lnTo>
                      <a:pt x="1547" y="156"/>
                    </a:lnTo>
                    <a:lnTo>
                      <a:pt x="1544" y="156"/>
                    </a:lnTo>
                    <a:lnTo>
                      <a:pt x="1542" y="157"/>
                    </a:lnTo>
                    <a:lnTo>
                      <a:pt x="1540" y="157"/>
                    </a:lnTo>
                    <a:lnTo>
                      <a:pt x="1537" y="156"/>
                    </a:lnTo>
                    <a:lnTo>
                      <a:pt x="1535" y="154"/>
                    </a:lnTo>
                    <a:lnTo>
                      <a:pt x="1532" y="153"/>
                    </a:lnTo>
                    <a:lnTo>
                      <a:pt x="1530" y="154"/>
                    </a:lnTo>
                    <a:lnTo>
                      <a:pt x="1528" y="156"/>
                    </a:lnTo>
                    <a:lnTo>
                      <a:pt x="1525" y="156"/>
                    </a:lnTo>
                    <a:lnTo>
                      <a:pt x="1523" y="151"/>
                    </a:lnTo>
                    <a:lnTo>
                      <a:pt x="1520" y="145"/>
                    </a:lnTo>
                    <a:lnTo>
                      <a:pt x="1518" y="138"/>
                    </a:lnTo>
                    <a:lnTo>
                      <a:pt x="1516" y="131"/>
                    </a:lnTo>
                    <a:lnTo>
                      <a:pt x="1513" y="125"/>
                    </a:lnTo>
                    <a:lnTo>
                      <a:pt x="1511" y="121"/>
                    </a:lnTo>
                    <a:lnTo>
                      <a:pt x="1508" y="119"/>
                    </a:lnTo>
                    <a:lnTo>
                      <a:pt x="1506" y="119"/>
                    </a:lnTo>
                    <a:lnTo>
                      <a:pt x="1504" y="119"/>
                    </a:lnTo>
                    <a:lnTo>
                      <a:pt x="1501" y="118"/>
                    </a:lnTo>
                    <a:lnTo>
                      <a:pt x="1499" y="118"/>
                    </a:lnTo>
                    <a:lnTo>
                      <a:pt x="1496" y="119"/>
                    </a:lnTo>
                    <a:lnTo>
                      <a:pt x="1494" y="120"/>
                    </a:lnTo>
                    <a:lnTo>
                      <a:pt x="1491" y="121"/>
                    </a:lnTo>
                    <a:lnTo>
                      <a:pt x="1489" y="122"/>
                    </a:lnTo>
                    <a:lnTo>
                      <a:pt x="1487" y="122"/>
                    </a:lnTo>
                    <a:lnTo>
                      <a:pt x="1484" y="121"/>
                    </a:lnTo>
                    <a:lnTo>
                      <a:pt x="1482" y="119"/>
                    </a:lnTo>
                    <a:lnTo>
                      <a:pt x="1479" y="117"/>
                    </a:lnTo>
                    <a:lnTo>
                      <a:pt x="1477" y="116"/>
                    </a:lnTo>
                    <a:lnTo>
                      <a:pt x="1475" y="115"/>
                    </a:lnTo>
                    <a:lnTo>
                      <a:pt x="1472" y="114"/>
                    </a:lnTo>
                    <a:lnTo>
                      <a:pt x="1470" y="113"/>
                    </a:lnTo>
                    <a:lnTo>
                      <a:pt x="1467" y="112"/>
                    </a:lnTo>
                    <a:lnTo>
                      <a:pt x="1465" y="112"/>
                    </a:lnTo>
                    <a:lnTo>
                      <a:pt x="1463" y="113"/>
                    </a:lnTo>
                    <a:lnTo>
                      <a:pt x="1460" y="114"/>
                    </a:lnTo>
                    <a:lnTo>
                      <a:pt x="1458" y="115"/>
                    </a:lnTo>
                    <a:lnTo>
                      <a:pt x="1455" y="115"/>
                    </a:lnTo>
                    <a:lnTo>
                      <a:pt x="1453" y="113"/>
                    </a:lnTo>
                    <a:lnTo>
                      <a:pt x="1450" y="111"/>
                    </a:lnTo>
                    <a:lnTo>
                      <a:pt x="1448" y="110"/>
                    </a:lnTo>
                    <a:lnTo>
                      <a:pt x="1446" y="110"/>
                    </a:lnTo>
                    <a:lnTo>
                      <a:pt x="1443" y="110"/>
                    </a:lnTo>
                    <a:lnTo>
                      <a:pt x="1441" y="109"/>
                    </a:lnTo>
                    <a:lnTo>
                      <a:pt x="1438" y="108"/>
                    </a:lnTo>
                    <a:lnTo>
                      <a:pt x="1436" y="107"/>
                    </a:lnTo>
                    <a:lnTo>
                      <a:pt x="1434" y="108"/>
                    </a:lnTo>
                    <a:lnTo>
                      <a:pt x="1431" y="105"/>
                    </a:lnTo>
                    <a:lnTo>
                      <a:pt x="1429" y="100"/>
                    </a:lnTo>
                    <a:lnTo>
                      <a:pt x="1426" y="94"/>
                    </a:lnTo>
                    <a:lnTo>
                      <a:pt x="1424" y="87"/>
                    </a:lnTo>
                    <a:lnTo>
                      <a:pt x="1422" y="81"/>
                    </a:lnTo>
                    <a:lnTo>
                      <a:pt x="1419" y="76"/>
                    </a:lnTo>
                    <a:lnTo>
                      <a:pt x="1417" y="70"/>
                    </a:lnTo>
                    <a:lnTo>
                      <a:pt x="1414" y="65"/>
                    </a:lnTo>
                    <a:lnTo>
                      <a:pt x="1412" y="61"/>
                    </a:lnTo>
                    <a:lnTo>
                      <a:pt x="1410" y="60"/>
                    </a:lnTo>
                    <a:lnTo>
                      <a:pt x="1407" y="61"/>
                    </a:lnTo>
                    <a:lnTo>
                      <a:pt x="1405" y="61"/>
                    </a:lnTo>
                    <a:lnTo>
                      <a:pt x="1402" y="61"/>
                    </a:lnTo>
                    <a:lnTo>
                      <a:pt x="1400" y="61"/>
                    </a:lnTo>
                    <a:lnTo>
                      <a:pt x="1398" y="61"/>
                    </a:lnTo>
                    <a:lnTo>
                      <a:pt x="1395" y="61"/>
                    </a:lnTo>
                    <a:lnTo>
                      <a:pt x="1393" y="61"/>
                    </a:lnTo>
                    <a:lnTo>
                      <a:pt x="1390" y="61"/>
                    </a:lnTo>
                    <a:lnTo>
                      <a:pt x="1388" y="61"/>
                    </a:lnTo>
                    <a:lnTo>
                      <a:pt x="1386" y="62"/>
                    </a:lnTo>
                    <a:lnTo>
                      <a:pt x="1383" y="62"/>
                    </a:lnTo>
                    <a:lnTo>
                      <a:pt x="1381" y="62"/>
                    </a:lnTo>
                    <a:lnTo>
                      <a:pt x="1378" y="65"/>
                    </a:lnTo>
                    <a:lnTo>
                      <a:pt x="1376" y="71"/>
                    </a:lnTo>
                    <a:lnTo>
                      <a:pt x="1374" y="77"/>
                    </a:lnTo>
                    <a:lnTo>
                      <a:pt x="1371" y="84"/>
                    </a:lnTo>
                    <a:lnTo>
                      <a:pt x="1369" y="90"/>
                    </a:lnTo>
                    <a:lnTo>
                      <a:pt x="1366" y="97"/>
                    </a:lnTo>
                    <a:lnTo>
                      <a:pt x="1364" y="104"/>
                    </a:lnTo>
                    <a:lnTo>
                      <a:pt x="1362" y="109"/>
                    </a:lnTo>
                    <a:lnTo>
                      <a:pt x="1359" y="109"/>
                    </a:lnTo>
                    <a:lnTo>
                      <a:pt x="1357" y="107"/>
                    </a:lnTo>
                    <a:lnTo>
                      <a:pt x="1354" y="104"/>
                    </a:lnTo>
                    <a:lnTo>
                      <a:pt x="1352" y="102"/>
                    </a:lnTo>
                    <a:lnTo>
                      <a:pt x="1350" y="102"/>
                    </a:lnTo>
                    <a:lnTo>
                      <a:pt x="1347" y="103"/>
                    </a:lnTo>
                    <a:lnTo>
                      <a:pt x="1345" y="104"/>
                    </a:lnTo>
                    <a:lnTo>
                      <a:pt x="1342" y="106"/>
                    </a:lnTo>
                    <a:lnTo>
                      <a:pt x="1340" y="109"/>
                    </a:lnTo>
                    <a:lnTo>
                      <a:pt x="1338" y="112"/>
                    </a:lnTo>
                    <a:lnTo>
                      <a:pt x="1335" y="115"/>
                    </a:lnTo>
                    <a:lnTo>
                      <a:pt x="1333" y="117"/>
                    </a:lnTo>
                    <a:lnTo>
                      <a:pt x="1331" y="119"/>
                    </a:lnTo>
                    <a:lnTo>
                      <a:pt x="1328" y="120"/>
                    </a:lnTo>
                    <a:lnTo>
                      <a:pt x="1326" y="119"/>
                    </a:lnTo>
                    <a:lnTo>
                      <a:pt x="1323" y="118"/>
                    </a:lnTo>
                    <a:lnTo>
                      <a:pt x="1321" y="117"/>
                    </a:lnTo>
                    <a:lnTo>
                      <a:pt x="1318" y="114"/>
                    </a:lnTo>
                    <a:lnTo>
                      <a:pt x="1316" y="111"/>
                    </a:lnTo>
                    <a:lnTo>
                      <a:pt x="1314" y="107"/>
                    </a:lnTo>
                    <a:lnTo>
                      <a:pt x="1311" y="104"/>
                    </a:lnTo>
                    <a:lnTo>
                      <a:pt x="1309" y="101"/>
                    </a:lnTo>
                    <a:lnTo>
                      <a:pt x="1306" y="100"/>
                    </a:lnTo>
                    <a:lnTo>
                      <a:pt x="1304" y="98"/>
                    </a:lnTo>
                    <a:lnTo>
                      <a:pt x="1302" y="96"/>
                    </a:lnTo>
                    <a:lnTo>
                      <a:pt x="1299" y="94"/>
                    </a:lnTo>
                    <a:lnTo>
                      <a:pt x="1297" y="92"/>
                    </a:lnTo>
                    <a:lnTo>
                      <a:pt x="1294" y="91"/>
                    </a:lnTo>
                    <a:lnTo>
                      <a:pt x="1292" y="90"/>
                    </a:lnTo>
                    <a:lnTo>
                      <a:pt x="1290" y="90"/>
                    </a:lnTo>
                    <a:lnTo>
                      <a:pt x="1287" y="88"/>
                    </a:lnTo>
                    <a:lnTo>
                      <a:pt x="1285" y="87"/>
                    </a:lnTo>
                    <a:lnTo>
                      <a:pt x="1282" y="85"/>
                    </a:lnTo>
                    <a:lnTo>
                      <a:pt x="1280" y="84"/>
                    </a:lnTo>
                    <a:lnTo>
                      <a:pt x="1277" y="84"/>
                    </a:lnTo>
                    <a:lnTo>
                      <a:pt x="1275" y="83"/>
                    </a:lnTo>
                    <a:lnTo>
                      <a:pt x="1273" y="82"/>
                    </a:lnTo>
                    <a:lnTo>
                      <a:pt x="1270" y="81"/>
                    </a:lnTo>
                    <a:lnTo>
                      <a:pt x="1268" y="81"/>
                    </a:lnTo>
                    <a:lnTo>
                      <a:pt x="1265" y="81"/>
                    </a:lnTo>
                    <a:lnTo>
                      <a:pt x="1263" y="81"/>
                    </a:lnTo>
                    <a:lnTo>
                      <a:pt x="1261" y="82"/>
                    </a:lnTo>
                    <a:lnTo>
                      <a:pt x="1258" y="83"/>
                    </a:lnTo>
                    <a:lnTo>
                      <a:pt x="1256" y="84"/>
                    </a:lnTo>
                    <a:lnTo>
                      <a:pt x="1253" y="85"/>
                    </a:lnTo>
                    <a:lnTo>
                      <a:pt x="1251" y="87"/>
                    </a:lnTo>
                    <a:lnTo>
                      <a:pt x="1249" y="88"/>
                    </a:lnTo>
                    <a:lnTo>
                      <a:pt x="1246" y="89"/>
                    </a:lnTo>
                    <a:lnTo>
                      <a:pt x="1244" y="90"/>
                    </a:lnTo>
                    <a:lnTo>
                      <a:pt x="1241" y="90"/>
                    </a:lnTo>
                    <a:lnTo>
                      <a:pt x="1239" y="90"/>
                    </a:lnTo>
                    <a:lnTo>
                      <a:pt x="1237" y="90"/>
                    </a:lnTo>
                    <a:lnTo>
                      <a:pt x="1234" y="90"/>
                    </a:lnTo>
                    <a:lnTo>
                      <a:pt x="1232" y="91"/>
                    </a:lnTo>
                    <a:lnTo>
                      <a:pt x="1229" y="93"/>
                    </a:lnTo>
                    <a:lnTo>
                      <a:pt x="1227" y="94"/>
                    </a:lnTo>
                    <a:lnTo>
                      <a:pt x="1224" y="97"/>
                    </a:lnTo>
                    <a:lnTo>
                      <a:pt x="1222" y="99"/>
                    </a:lnTo>
                    <a:lnTo>
                      <a:pt x="1220" y="101"/>
                    </a:lnTo>
                    <a:lnTo>
                      <a:pt x="1217" y="102"/>
                    </a:lnTo>
                    <a:lnTo>
                      <a:pt x="1215" y="105"/>
                    </a:lnTo>
                    <a:lnTo>
                      <a:pt x="1212" y="107"/>
                    </a:lnTo>
                    <a:lnTo>
                      <a:pt x="1210" y="110"/>
                    </a:lnTo>
                    <a:lnTo>
                      <a:pt x="1208" y="113"/>
                    </a:lnTo>
                    <a:lnTo>
                      <a:pt x="1205" y="116"/>
                    </a:lnTo>
                    <a:lnTo>
                      <a:pt x="1203" y="119"/>
                    </a:lnTo>
                    <a:lnTo>
                      <a:pt x="1200" y="122"/>
                    </a:lnTo>
                    <a:lnTo>
                      <a:pt x="1198" y="128"/>
                    </a:lnTo>
                    <a:lnTo>
                      <a:pt x="1196" y="133"/>
                    </a:lnTo>
                    <a:lnTo>
                      <a:pt x="1193" y="139"/>
                    </a:lnTo>
                    <a:lnTo>
                      <a:pt x="1191" y="145"/>
                    </a:lnTo>
                    <a:lnTo>
                      <a:pt x="1188" y="142"/>
                    </a:lnTo>
                    <a:lnTo>
                      <a:pt x="1186" y="139"/>
                    </a:lnTo>
                    <a:lnTo>
                      <a:pt x="1183" y="136"/>
                    </a:lnTo>
                    <a:lnTo>
                      <a:pt x="1181" y="131"/>
                    </a:lnTo>
                    <a:lnTo>
                      <a:pt x="1179" y="127"/>
                    </a:lnTo>
                    <a:lnTo>
                      <a:pt x="1176" y="124"/>
                    </a:lnTo>
                    <a:lnTo>
                      <a:pt x="1174" y="121"/>
                    </a:lnTo>
                    <a:lnTo>
                      <a:pt x="1171" y="119"/>
                    </a:lnTo>
                    <a:lnTo>
                      <a:pt x="1169" y="115"/>
                    </a:lnTo>
                    <a:lnTo>
                      <a:pt x="1167" y="112"/>
                    </a:lnTo>
                    <a:lnTo>
                      <a:pt x="1164" y="109"/>
                    </a:lnTo>
                    <a:lnTo>
                      <a:pt x="1162" y="107"/>
                    </a:lnTo>
                    <a:lnTo>
                      <a:pt x="1159" y="105"/>
                    </a:lnTo>
                    <a:lnTo>
                      <a:pt x="1157" y="103"/>
                    </a:lnTo>
                    <a:lnTo>
                      <a:pt x="1155" y="103"/>
                    </a:lnTo>
                    <a:lnTo>
                      <a:pt x="1152" y="103"/>
                    </a:lnTo>
                    <a:lnTo>
                      <a:pt x="1150" y="104"/>
                    </a:lnTo>
                    <a:lnTo>
                      <a:pt x="1147" y="105"/>
                    </a:lnTo>
                    <a:lnTo>
                      <a:pt x="1145" y="105"/>
                    </a:lnTo>
                    <a:lnTo>
                      <a:pt x="1143" y="104"/>
                    </a:lnTo>
                    <a:lnTo>
                      <a:pt x="1140" y="104"/>
                    </a:lnTo>
                    <a:lnTo>
                      <a:pt x="1138" y="104"/>
                    </a:lnTo>
                    <a:lnTo>
                      <a:pt x="1135" y="103"/>
                    </a:lnTo>
                    <a:lnTo>
                      <a:pt x="1133" y="102"/>
                    </a:lnTo>
                    <a:lnTo>
                      <a:pt x="1131" y="101"/>
                    </a:lnTo>
                    <a:lnTo>
                      <a:pt x="1128" y="99"/>
                    </a:lnTo>
                    <a:lnTo>
                      <a:pt x="1126" y="98"/>
                    </a:lnTo>
                    <a:lnTo>
                      <a:pt x="1123" y="97"/>
                    </a:lnTo>
                    <a:lnTo>
                      <a:pt x="1121" y="96"/>
                    </a:lnTo>
                    <a:lnTo>
                      <a:pt x="1119" y="96"/>
                    </a:lnTo>
                    <a:lnTo>
                      <a:pt x="1116" y="96"/>
                    </a:lnTo>
                    <a:lnTo>
                      <a:pt x="1114" y="97"/>
                    </a:lnTo>
                    <a:lnTo>
                      <a:pt x="1111" y="99"/>
                    </a:lnTo>
                    <a:lnTo>
                      <a:pt x="1109" y="100"/>
                    </a:lnTo>
                    <a:lnTo>
                      <a:pt x="1107" y="102"/>
                    </a:lnTo>
                    <a:lnTo>
                      <a:pt x="1104" y="103"/>
                    </a:lnTo>
                    <a:lnTo>
                      <a:pt x="1102" y="105"/>
                    </a:lnTo>
                    <a:lnTo>
                      <a:pt x="1099" y="105"/>
                    </a:lnTo>
                    <a:lnTo>
                      <a:pt x="1097" y="105"/>
                    </a:lnTo>
                    <a:lnTo>
                      <a:pt x="1095" y="106"/>
                    </a:lnTo>
                    <a:lnTo>
                      <a:pt x="1092" y="107"/>
                    </a:lnTo>
                    <a:lnTo>
                      <a:pt x="1090" y="107"/>
                    </a:lnTo>
                    <a:lnTo>
                      <a:pt x="1088" y="108"/>
                    </a:lnTo>
                    <a:lnTo>
                      <a:pt x="1085" y="108"/>
                    </a:lnTo>
                    <a:lnTo>
                      <a:pt x="1083" y="109"/>
                    </a:lnTo>
                    <a:lnTo>
                      <a:pt x="1080" y="110"/>
                    </a:lnTo>
                    <a:lnTo>
                      <a:pt x="1078" y="112"/>
                    </a:lnTo>
                    <a:lnTo>
                      <a:pt x="1076" y="114"/>
                    </a:lnTo>
                    <a:lnTo>
                      <a:pt x="1073" y="116"/>
                    </a:lnTo>
                    <a:lnTo>
                      <a:pt x="1071" y="117"/>
                    </a:lnTo>
                    <a:lnTo>
                      <a:pt x="1068" y="119"/>
                    </a:lnTo>
                    <a:lnTo>
                      <a:pt x="1066" y="121"/>
                    </a:lnTo>
                    <a:lnTo>
                      <a:pt x="1064" y="123"/>
                    </a:lnTo>
                    <a:lnTo>
                      <a:pt x="1061" y="125"/>
                    </a:lnTo>
                    <a:lnTo>
                      <a:pt x="1059" y="126"/>
                    </a:lnTo>
                    <a:lnTo>
                      <a:pt x="1056" y="127"/>
                    </a:lnTo>
                    <a:lnTo>
                      <a:pt x="1054" y="128"/>
                    </a:lnTo>
                    <a:lnTo>
                      <a:pt x="1051" y="129"/>
                    </a:lnTo>
                    <a:lnTo>
                      <a:pt x="1049" y="131"/>
                    </a:lnTo>
                    <a:lnTo>
                      <a:pt x="1047" y="132"/>
                    </a:lnTo>
                    <a:lnTo>
                      <a:pt x="1044" y="133"/>
                    </a:lnTo>
                    <a:lnTo>
                      <a:pt x="1042" y="133"/>
                    </a:lnTo>
                    <a:lnTo>
                      <a:pt x="1039" y="134"/>
                    </a:lnTo>
                    <a:lnTo>
                      <a:pt x="1037" y="136"/>
                    </a:lnTo>
                    <a:lnTo>
                      <a:pt x="1035" y="133"/>
                    </a:lnTo>
                    <a:lnTo>
                      <a:pt x="1032" y="130"/>
                    </a:lnTo>
                    <a:lnTo>
                      <a:pt x="1030" y="128"/>
                    </a:lnTo>
                    <a:lnTo>
                      <a:pt x="1027" y="125"/>
                    </a:lnTo>
                    <a:lnTo>
                      <a:pt x="1025" y="123"/>
                    </a:lnTo>
                    <a:lnTo>
                      <a:pt x="1023" y="120"/>
                    </a:lnTo>
                    <a:lnTo>
                      <a:pt x="1020" y="118"/>
                    </a:lnTo>
                    <a:lnTo>
                      <a:pt x="1018" y="117"/>
                    </a:lnTo>
                    <a:lnTo>
                      <a:pt x="1015" y="116"/>
                    </a:lnTo>
                    <a:lnTo>
                      <a:pt x="1013" y="115"/>
                    </a:lnTo>
                    <a:lnTo>
                      <a:pt x="1010" y="115"/>
                    </a:lnTo>
                    <a:lnTo>
                      <a:pt x="1008" y="114"/>
                    </a:lnTo>
                    <a:lnTo>
                      <a:pt x="1006" y="113"/>
                    </a:lnTo>
                    <a:lnTo>
                      <a:pt x="1003" y="111"/>
                    </a:lnTo>
                    <a:lnTo>
                      <a:pt x="1001" y="110"/>
                    </a:lnTo>
                    <a:lnTo>
                      <a:pt x="998" y="108"/>
                    </a:lnTo>
                    <a:lnTo>
                      <a:pt x="996" y="107"/>
                    </a:lnTo>
                    <a:lnTo>
                      <a:pt x="994" y="107"/>
                    </a:lnTo>
                    <a:lnTo>
                      <a:pt x="991" y="105"/>
                    </a:lnTo>
                    <a:lnTo>
                      <a:pt x="989" y="104"/>
                    </a:lnTo>
                    <a:lnTo>
                      <a:pt x="986" y="103"/>
                    </a:lnTo>
                    <a:lnTo>
                      <a:pt x="984" y="104"/>
                    </a:lnTo>
                    <a:lnTo>
                      <a:pt x="982" y="103"/>
                    </a:lnTo>
                    <a:lnTo>
                      <a:pt x="979" y="103"/>
                    </a:lnTo>
                    <a:lnTo>
                      <a:pt x="977" y="103"/>
                    </a:lnTo>
                    <a:lnTo>
                      <a:pt x="974" y="103"/>
                    </a:lnTo>
                    <a:lnTo>
                      <a:pt x="972" y="104"/>
                    </a:lnTo>
                    <a:lnTo>
                      <a:pt x="970" y="107"/>
                    </a:lnTo>
                    <a:lnTo>
                      <a:pt x="967" y="112"/>
                    </a:lnTo>
                    <a:lnTo>
                      <a:pt x="965" y="117"/>
                    </a:lnTo>
                    <a:lnTo>
                      <a:pt x="962" y="122"/>
                    </a:lnTo>
                    <a:lnTo>
                      <a:pt x="960" y="123"/>
                    </a:lnTo>
                    <a:lnTo>
                      <a:pt x="957" y="122"/>
                    </a:lnTo>
                    <a:lnTo>
                      <a:pt x="955" y="120"/>
                    </a:lnTo>
                    <a:lnTo>
                      <a:pt x="953" y="118"/>
                    </a:lnTo>
                    <a:lnTo>
                      <a:pt x="950" y="116"/>
                    </a:lnTo>
                    <a:lnTo>
                      <a:pt x="948" y="113"/>
                    </a:lnTo>
                    <a:lnTo>
                      <a:pt x="945" y="110"/>
                    </a:lnTo>
                    <a:lnTo>
                      <a:pt x="943" y="106"/>
                    </a:lnTo>
                    <a:lnTo>
                      <a:pt x="941" y="104"/>
                    </a:lnTo>
                    <a:lnTo>
                      <a:pt x="938" y="102"/>
                    </a:lnTo>
                    <a:lnTo>
                      <a:pt x="936" y="101"/>
                    </a:lnTo>
                    <a:lnTo>
                      <a:pt x="933" y="101"/>
                    </a:lnTo>
                    <a:lnTo>
                      <a:pt x="931" y="103"/>
                    </a:lnTo>
                    <a:lnTo>
                      <a:pt x="929" y="104"/>
                    </a:lnTo>
                    <a:lnTo>
                      <a:pt x="926" y="106"/>
                    </a:lnTo>
                    <a:lnTo>
                      <a:pt x="924" y="110"/>
                    </a:lnTo>
                    <a:lnTo>
                      <a:pt x="921" y="113"/>
                    </a:lnTo>
                    <a:lnTo>
                      <a:pt x="919" y="116"/>
                    </a:lnTo>
                    <a:lnTo>
                      <a:pt x="916" y="119"/>
                    </a:lnTo>
                    <a:lnTo>
                      <a:pt x="914" y="120"/>
                    </a:lnTo>
                    <a:lnTo>
                      <a:pt x="912" y="121"/>
                    </a:lnTo>
                    <a:lnTo>
                      <a:pt x="909" y="123"/>
                    </a:lnTo>
                    <a:lnTo>
                      <a:pt x="907" y="122"/>
                    </a:lnTo>
                    <a:lnTo>
                      <a:pt x="904" y="119"/>
                    </a:lnTo>
                    <a:lnTo>
                      <a:pt x="902" y="116"/>
                    </a:lnTo>
                    <a:lnTo>
                      <a:pt x="900" y="113"/>
                    </a:lnTo>
                    <a:lnTo>
                      <a:pt x="897" y="111"/>
                    </a:lnTo>
                    <a:lnTo>
                      <a:pt x="895" y="107"/>
                    </a:lnTo>
                    <a:lnTo>
                      <a:pt x="892" y="105"/>
                    </a:lnTo>
                    <a:lnTo>
                      <a:pt x="890" y="102"/>
                    </a:lnTo>
                    <a:lnTo>
                      <a:pt x="888" y="99"/>
                    </a:lnTo>
                    <a:lnTo>
                      <a:pt x="885" y="97"/>
                    </a:lnTo>
                    <a:lnTo>
                      <a:pt x="883" y="96"/>
                    </a:lnTo>
                    <a:lnTo>
                      <a:pt x="880" y="95"/>
                    </a:lnTo>
                    <a:lnTo>
                      <a:pt x="878" y="95"/>
                    </a:lnTo>
                    <a:lnTo>
                      <a:pt x="876" y="96"/>
                    </a:lnTo>
                    <a:lnTo>
                      <a:pt x="873" y="98"/>
                    </a:lnTo>
                    <a:lnTo>
                      <a:pt x="871" y="101"/>
                    </a:lnTo>
                    <a:lnTo>
                      <a:pt x="868" y="104"/>
                    </a:lnTo>
                    <a:lnTo>
                      <a:pt x="866" y="108"/>
                    </a:lnTo>
                    <a:lnTo>
                      <a:pt x="864" y="111"/>
                    </a:lnTo>
                    <a:lnTo>
                      <a:pt x="861" y="114"/>
                    </a:lnTo>
                    <a:lnTo>
                      <a:pt x="859" y="114"/>
                    </a:lnTo>
                    <a:lnTo>
                      <a:pt x="856" y="112"/>
                    </a:lnTo>
                    <a:lnTo>
                      <a:pt x="854" y="109"/>
                    </a:lnTo>
                    <a:lnTo>
                      <a:pt x="852" y="106"/>
                    </a:lnTo>
                    <a:lnTo>
                      <a:pt x="849" y="104"/>
                    </a:lnTo>
                    <a:lnTo>
                      <a:pt x="847" y="102"/>
                    </a:lnTo>
                    <a:lnTo>
                      <a:pt x="845" y="99"/>
                    </a:lnTo>
                    <a:lnTo>
                      <a:pt x="842" y="95"/>
                    </a:lnTo>
                    <a:lnTo>
                      <a:pt x="840" y="91"/>
                    </a:lnTo>
                    <a:lnTo>
                      <a:pt x="837" y="87"/>
                    </a:lnTo>
                    <a:lnTo>
                      <a:pt x="835" y="84"/>
                    </a:lnTo>
                    <a:lnTo>
                      <a:pt x="833" y="81"/>
                    </a:lnTo>
                    <a:lnTo>
                      <a:pt x="830" y="81"/>
                    </a:lnTo>
                    <a:lnTo>
                      <a:pt x="828" y="81"/>
                    </a:lnTo>
                    <a:lnTo>
                      <a:pt x="825" y="81"/>
                    </a:lnTo>
                    <a:lnTo>
                      <a:pt x="823" y="82"/>
                    </a:lnTo>
                    <a:lnTo>
                      <a:pt x="821" y="84"/>
                    </a:lnTo>
                    <a:lnTo>
                      <a:pt x="818" y="88"/>
                    </a:lnTo>
                    <a:lnTo>
                      <a:pt x="816" y="91"/>
                    </a:lnTo>
                    <a:lnTo>
                      <a:pt x="813" y="94"/>
                    </a:lnTo>
                    <a:lnTo>
                      <a:pt x="811" y="96"/>
                    </a:lnTo>
                    <a:lnTo>
                      <a:pt x="809" y="98"/>
                    </a:lnTo>
                    <a:lnTo>
                      <a:pt x="806" y="101"/>
                    </a:lnTo>
                    <a:lnTo>
                      <a:pt x="804" y="104"/>
                    </a:lnTo>
                    <a:lnTo>
                      <a:pt x="801" y="108"/>
                    </a:lnTo>
                    <a:lnTo>
                      <a:pt x="799" y="111"/>
                    </a:lnTo>
                    <a:lnTo>
                      <a:pt x="797" y="114"/>
                    </a:lnTo>
                    <a:lnTo>
                      <a:pt x="794" y="118"/>
                    </a:lnTo>
                    <a:lnTo>
                      <a:pt x="792" y="121"/>
                    </a:lnTo>
                    <a:lnTo>
                      <a:pt x="789" y="121"/>
                    </a:lnTo>
                    <a:lnTo>
                      <a:pt x="787" y="119"/>
                    </a:lnTo>
                    <a:lnTo>
                      <a:pt x="784" y="117"/>
                    </a:lnTo>
                    <a:lnTo>
                      <a:pt x="782" y="115"/>
                    </a:lnTo>
                    <a:lnTo>
                      <a:pt x="780" y="113"/>
                    </a:lnTo>
                    <a:lnTo>
                      <a:pt x="777" y="110"/>
                    </a:lnTo>
                    <a:lnTo>
                      <a:pt x="775" y="107"/>
                    </a:lnTo>
                    <a:lnTo>
                      <a:pt x="772" y="105"/>
                    </a:lnTo>
                    <a:lnTo>
                      <a:pt x="770" y="104"/>
                    </a:lnTo>
                    <a:lnTo>
                      <a:pt x="768" y="102"/>
                    </a:lnTo>
                    <a:lnTo>
                      <a:pt x="765" y="101"/>
                    </a:lnTo>
                    <a:lnTo>
                      <a:pt x="763" y="100"/>
                    </a:lnTo>
                    <a:lnTo>
                      <a:pt x="760" y="99"/>
                    </a:lnTo>
                    <a:lnTo>
                      <a:pt x="758" y="99"/>
                    </a:lnTo>
                    <a:lnTo>
                      <a:pt x="756" y="99"/>
                    </a:lnTo>
                    <a:lnTo>
                      <a:pt x="753" y="99"/>
                    </a:lnTo>
                    <a:lnTo>
                      <a:pt x="751" y="99"/>
                    </a:lnTo>
                    <a:lnTo>
                      <a:pt x="748" y="99"/>
                    </a:lnTo>
                    <a:lnTo>
                      <a:pt x="746" y="98"/>
                    </a:lnTo>
                    <a:lnTo>
                      <a:pt x="743" y="98"/>
                    </a:lnTo>
                    <a:lnTo>
                      <a:pt x="741" y="97"/>
                    </a:lnTo>
                    <a:lnTo>
                      <a:pt x="739" y="97"/>
                    </a:lnTo>
                    <a:lnTo>
                      <a:pt x="736" y="97"/>
                    </a:lnTo>
                    <a:lnTo>
                      <a:pt x="734" y="96"/>
                    </a:lnTo>
                    <a:lnTo>
                      <a:pt x="731" y="96"/>
                    </a:lnTo>
                    <a:lnTo>
                      <a:pt x="729" y="96"/>
                    </a:lnTo>
                    <a:lnTo>
                      <a:pt x="727" y="96"/>
                    </a:lnTo>
                    <a:lnTo>
                      <a:pt x="724" y="96"/>
                    </a:lnTo>
                    <a:lnTo>
                      <a:pt x="722" y="94"/>
                    </a:lnTo>
                    <a:lnTo>
                      <a:pt x="719" y="93"/>
                    </a:lnTo>
                    <a:lnTo>
                      <a:pt x="717" y="91"/>
                    </a:lnTo>
                    <a:lnTo>
                      <a:pt x="715" y="90"/>
                    </a:lnTo>
                    <a:lnTo>
                      <a:pt x="712" y="89"/>
                    </a:lnTo>
                    <a:lnTo>
                      <a:pt x="710" y="88"/>
                    </a:lnTo>
                    <a:lnTo>
                      <a:pt x="707" y="88"/>
                    </a:lnTo>
                    <a:lnTo>
                      <a:pt x="705" y="88"/>
                    </a:lnTo>
                    <a:lnTo>
                      <a:pt x="703" y="87"/>
                    </a:lnTo>
                    <a:lnTo>
                      <a:pt x="700" y="87"/>
                    </a:lnTo>
                    <a:lnTo>
                      <a:pt x="698" y="88"/>
                    </a:lnTo>
                    <a:lnTo>
                      <a:pt x="695" y="88"/>
                    </a:lnTo>
                    <a:lnTo>
                      <a:pt x="693" y="89"/>
                    </a:lnTo>
                    <a:lnTo>
                      <a:pt x="690" y="88"/>
                    </a:lnTo>
                    <a:lnTo>
                      <a:pt x="688" y="88"/>
                    </a:lnTo>
                    <a:lnTo>
                      <a:pt x="686" y="89"/>
                    </a:lnTo>
                    <a:lnTo>
                      <a:pt x="683" y="89"/>
                    </a:lnTo>
                    <a:lnTo>
                      <a:pt x="681" y="89"/>
                    </a:lnTo>
                    <a:lnTo>
                      <a:pt x="678" y="89"/>
                    </a:lnTo>
                    <a:lnTo>
                      <a:pt x="676" y="90"/>
                    </a:lnTo>
                    <a:lnTo>
                      <a:pt x="674" y="90"/>
                    </a:lnTo>
                    <a:lnTo>
                      <a:pt x="671" y="91"/>
                    </a:lnTo>
                    <a:lnTo>
                      <a:pt x="669" y="92"/>
                    </a:lnTo>
                    <a:lnTo>
                      <a:pt x="666" y="94"/>
                    </a:lnTo>
                    <a:lnTo>
                      <a:pt x="664" y="96"/>
                    </a:lnTo>
                    <a:lnTo>
                      <a:pt x="662" y="97"/>
                    </a:lnTo>
                    <a:lnTo>
                      <a:pt x="659" y="99"/>
                    </a:lnTo>
                    <a:lnTo>
                      <a:pt x="657" y="100"/>
                    </a:lnTo>
                    <a:lnTo>
                      <a:pt x="654" y="101"/>
                    </a:lnTo>
                    <a:lnTo>
                      <a:pt x="652" y="101"/>
                    </a:lnTo>
                    <a:lnTo>
                      <a:pt x="649" y="102"/>
                    </a:lnTo>
                    <a:lnTo>
                      <a:pt x="647" y="103"/>
                    </a:lnTo>
                    <a:lnTo>
                      <a:pt x="645" y="104"/>
                    </a:lnTo>
                    <a:lnTo>
                      <a:pt x="642" y="104"/>
                    </a:lnTo>
                    <a:lnTo>
                      <a:pt x="640" y="105"/>
                    </a:lnTo>
                    <a:lnTo>
                      <a:pt x="637" y="104"/>
                    </a:lnTo>
                    <a:lnTo>
                      <a:pt x="635" y="104"/>
                    </a:lnTo>
                    <a:lnTo>
                      <a:pt x="633" y="104"/>
                    </a:lnTo>
                    <a:lnTo>
                      <a:pt x="630" y="104"/>
                    </a:lnTo>
                    <a:lnTo>
                      <a:pt x="628" y="103"/>
                    </a:lnTo>
                    <a:lnTo>
                      <a:pt x="625" y="102"/>
                    </a:lnTo>
                    <a:lnTo>
                      <a:pt x="623" y="100"/>
                    </a:lnTo>
                    <a:lnTo>
                      <a:pt x="621" y="99"/>
                    </a:lnTo>
                    <a:lnTo>
                      <a:pt x="618" y="96"/>
                    </a:lnTo>
                    <a:lnTo>
                      <a:pt x="616" y="95"/>
                    </a:lnTo>
                    <a:lnTo>
                      <a:pt x="613" y="94"/>
                    </a:lnTo>
                    <a:lnTo>
                      <a:pt x="611" y="93"/>
                    </a:lnTo>
                    <a:lnTo>
                      <a:pt x="609" y="92"/>
                    </a:lnTo>
                    <a:lnTo>
                      <a:pt x="606" y="91"/>
                    </a:lnTo>
                    <a:lnTo>
                      <a:pt x="604" y="91"/>
                    </a:lnTo>
                    <a:lnTo>
                      <a:pt x="601" y="91"/>
                    </a:lnTo>
                    <a:lnTo>
                      <a:pt x="599" y="92"/>
                    </a:lnTo>
                    <a:lnTo>
                      <a:pt x="597" y="94"/>
                    </a:lnTo>
                    <a:lnTo>
                      <a:pt x="594" y="94"/>
                    </a:lnTo>
                    <a:lnTo>
                      <a:pt x="592" y="93"/>
                    </a:lnTo>
                    <a:lnTo>
                      <a:pt x="590" y="93"/>
                    </a:lnTo>
                    <a:lnTo>
                      <a:pt x="587" y="92"/>
                    </a:lnTo>
                    <a:lnTo>
                      <a:pt x="585" y="90"/>
                    </a:lnTo>
                    <a:lnTo>
                      <a:pt x="582" y="88"/>
                    </a:lnTo>
                    <a:lnTo>
                      <a:pt x="580" y="87"/>
                    </a:lnTo>
                    <a:lnTo>
                      <a:pt x="578" y="85"/>
                    </a:lnTo>
                    <a:lnTo>
                      <a:pt x="575" y="85"/>
                    </a:lnTo>
                    <a:lnTo>
                      <a:pt x="573" y="85"/>
                    </a:lnTo>
                    <a:lnTo>
                      <a:pt x="570" y="86"/>
                    </a:lnTo>
                    <a:lnTo>
                      <a:pt x="568" y="88"/>
                    </a:lnTo>
                    <a:lnTo>
                      <a:pt x="566" y="90"/>
                    </a:lnTo>
                    <a:lnTo>
                      <a:pt x="563" y="89"/>
                    </a:lnTo>
                    <a:lnTo>
                      <a:pt x="561" y="85"/>
                    </a:lnTo>
                    <a:lnTo>
                      <a:pt x="558" y="79"/>
                    </a:lnTo>
                    <a:lnTo>
                      <a:pt x="556" y="74"/>
                    </a:lnTo>
                    <a:lnTo>
                      <a:pt x="554" y="69"/>
                    </a:lnTo>
                    <a:lnTo>
                      <a:pt x="551" y="66"/>
                    </a:lnTo>
                    <a:lnTo>
                      <a:pt x="549" y="64"/>
                    </a:lnTo>
                    <a:lnTo>
                      <a:pt x="546" y="64"/>
                    </a:lnTo>
                    <a:lnTo>
                      <a:pt x="544" y="64"/>
                    </a:lnTo>
                    <a:lnTo>
                      <a:pt x="542" y="64"/>
                    </a:lnTo>
                    <a:lnTo>
                      <a:pt x="539" y="64"/>
                    </a:lnTo>
                    <a:lnTo>
                      <a:pt x="537" y="63"/>
                    </a:lnTo>
                    <a:lnTo>
                      <a:pt x="534" y="62"/>
                    </a:lnTo>
                    <a:lnTo>
                      <a:pt x="532" y="62"/>
                    </a:lnTo>
                    <a:lnTo>
                      <a:pt x="530" y="63"/>
                    </a:lnTo>
                    <a:lnTo>
                      <a:pt x="527" y="63"/>
                    </a:lnTo>
                    <a:lnTo>
                      <a:pt x="525" y="61"/>
                    </a:lnTo>
                    <a:lnTo>
                      <a:pt x="522" y="60"/>
                    </a:lnTo>
                    <a:lnTo>
                      <a:pt x="520" y="60"/>
                    </a:lnTo>
                    <a:lnTo>
                      <a:pt x="517" y="60"/>
                    </a:lnTo>
                    <a:lnTo>
                      <a:pt x="515" y="59"/>
                    </a:lnTo>
                    <a:lnTo>
                      <a:pt x="513" y="56"/>
                    </a:lnTo>
                    <a:lnTo>
                      <a:pt x="510" y="53"/>
                    </a:lnTo>
                    <a:lnTo>
                      <a:pt x="508" y="50"/>
                    </a:lnTo>
                    <a:lnTo>
                      <a:pt x="505" y="47"/>
                    </a:lnTo>
                    <a:lnTo>
                      <a:pt x="503" y="45"/>
                    </a:lnTo>
                    <a:lnTo>
                      <a:pt x="501" y="44"/>
                    </a:lnTo>
                    <a:lnTo>
                      <a:pt x="498" y="45"/>
                    </a:lnTo>
                    <a:lnTo>
                      <a:pt x="496" y="45"/>
                    </a:lnTo>
                    <a:lnTo>
                      <a:pt x="493" y="46"/>
                    </a:lnTo>
                    <a:lnTo>
                      <a:pt x="491" y="47"/>
                    </a:lnTo>
                    <a:lnTo>
                      <a:pt x="489" y="48"/>
                    </a:lnTo>
                    <a:lnTo>
                      <a:pt x="486" y="49"/>
                    </a:lnTo>
                    <a:lnTo>
                      <a:pt x="484" y="50"/>
                    </a:lnTo>
                    <a:lnTo>
                      <a:pt x="481" y="51"/>
                    </a:lnTo>
                    <a:lnTo>
                      <a:pt x="479" y="51"/>
                    </a:lnTo>
                    <a:lnTo>
                      <a:pt x="476" y="51"/>
                    </a:lnTo>
                    <a:lnTo>
                      <a:pt x="474" y="51"/>
                    </a:lnTo>
                    <a:lnTo>
                      <a:pt x="472" y="50"/>
                    </a:lnTo>
                    <a:lnTo>
                      <a:pt x="469" y="50"/>
                    </a:lnTo>
                    <a:lnTo>
                      <a:pt x="467" y="51"/>
                    </a:lnTo>
                    <a:lnTo>
                      <a:pt x="464" y="52"/>
                    </a:lnTo>
                    <a:lnTo>
                      <a:pt x="462" y="53"/>
                    </a:lnTo>
                    <a:lnTo>
                      <a:pt x="460" y="52"/>
                    </a:lnTo>
                    <a:lnTo>
                      <a:pt x="457" y="52"/>
                    </a:lnTo>
                    <a:lnTo>
                      <a:pt x="455" y="53"/>
                    </a:lnTo>
                    <a:lnTo>
                      <a:pt x="452" y="53"/>
                    </a:lnTo>
                    <a:lnTo>
                      <a:pt x="450" y="53"/>
                    </a:lnTo>
                    <a:lnTo>
                      <a:pt x="448" y="53"/>
                    </a:lnTo>
                    <a:lnTo>
                      <a:pt x="445" y="51"/>
                    </a:lnTo>
                    <a:lnTo>
                      <a:pt x="443" y="50"/>
                    </a:lnTo>
                    <a:lnTo>
                      <a:pt x="440" y="49"/>
                    </a:lnTo>
                    <a:lnTo>
                      <a:pt x="438" y="46"/>
                    </a:lnTo>
                    <a:lnTo>
                      <a:pt x="436" y="42"/>
                    </a:lnTo>
                    <a:lnTo>
                      <a:pt x="433" y="38"/>
                    </a:lnTo>
                    <a:lnTo>
                      <a:pt x="431" y="35"/>
                    </a:lnTo>
                    <a:lnTo>
                      <a:pt x="428" y="32"/>
                    </a:lnTo>
                    <a:lnTo>
                      <a:pt x="426" y="29"/>
                    </a:lnTo>
                    <a:lnTo>
                      <a:pt x="423" y="25"/>
                    </a:lnTo>
                    <a:lnTo>
                      <a:pt x="421" y="22"/>
                    </a:lnTo>
                    <a:lnTo>
                      <a:pt x="419" y="19"/>
                    </a:lnTo>
                    <a:lnTo>
                      <a:pt x="416" y="16"/>
                    </a:lnTo>
                    <a:lnTo>
                      <a:pt x="414" y="14"/>
                    </a:lnTo>
                    <a:lnTo>
                      <a:pt x="411" y="12"/>
                    </a:lnTo>
                    <a:lnTo>
                      <a:pt x="409" y="10"/>
                    </a:lnTo>
                    <a:lnTo>
                      <a:pt x="407" y="9"/>
                    </a:lnTo>
                    <a:lnTo>
                      <a:pt x="404" y="9"/>
                    </a:lnTo>
                    <a:lnTo>
                      <a:pt x="402" y="9"/>
                    </a:lnTo>
                    <a:lnTo>
                      <a:pt x="399" y="9"/>
                    </a:lnTo>
                    <a:lnTo>
                      <a:pt x="397" y="9"/>
                    </a:lnTo>
                    <a:lnTo>
                      <a:pt x="395" y="9"/>
                    </a:lnTo>
                    <a:lnTo>
                      <a:pt x="392" y="8"/>
                    </a:lnTo>
                    <a:lnTo>
                      <a:pt x="390" y="8"/>
                    </a:lnTo>
                    <a:lnTo>
                      <a:pt x="387" y="8"/>
                    </a:lnTo>
                    <a:lnTo>
                      <a:pt x="385" y="7"/>
                    </a:lnTo>
                    <a:lnTo>
                      <a:pt x="382" y="7"/>
                    </a:lnTo>
                    <a:lnTo>
                      <a:pt x="380" y="7"/>
                    </a:lnTo>
                    <a:lnTo>
                      <a:pt x="378" y="7"/>
                    </a:lnTo>
                    <a:lnTo>
                      <a:pt x="375" y="7"/>
                    </a:lnTo>
                    <a:lnTo>
                      <a:pt x="373" y="6"/>
                    </a:lnTo>
                    <a:lnTo>
                      <a:pt x="370" y="6"/>
                    </a:lnTo>
                    <a:lnTo>
                      <a:pt x="368" y="6"/>
                    </a:lnTo>
                    <a:lnTo>
                      <a:pt x="366" y="6"/>
                    </a:lnTo>
                    <a:lnTo>
                      <a:pt x="363" y="6"/>
                    </a:lnTo>
                    <a:lnTo>
                      <a:pt x="361" y="6"/>
                    </a:lnTo>
                    <a:lnTo>
                      <a:pt x="358" y="6"/>
                    </a:lnTo>
                    <a:lnTo>
                      <a:pt x="356" y="6"/>
                    </a:lnTo>
                    <a:lnTo>
                      <a:pt x="354" y="5"/>
                    </a:lnTo>
                    <a:lnTo>
                      <a:pt x="351" y="5"/>
                    </a:lnTo>
                    <a:lnTo>
                      <a:pt x="349" y="5"/>
                    </a:lnTo>
                    <a:lnTo>
                      <a:pt x="347" y="5"/>
                    </a:lnTo>
                    <a:lnTo>
                      <a:pt x="344" y="5"/>
                    </a:lnTo>
                    <a:lnTo>
                      <a:pt x="342" y="5"/>
                    </a:lnTo>
                    <a:lnTo>
                      <a:pt x="339" y="5"/>
                    </a:lnTo>
                    <a:lnTo>
                      <a:pt x="337" y="5"/>
                    </a:lnTo>
                    <a:lnTo>
                      <a:pt x="335" y="5"/>
                    </a:lnTo>
                    <a:lnTo>
                      <a:pt x="332" y="5"/>
                    </a:lnTo>
                    <a:lnTo>
                      <a:pt x="330" y="5"/>
                    </a:lnTo>
                    <a:lnTo>
                      <a:pt x="327" y="5"/>
                    </a:lnTo>
                    <a:lnTo>
                      <a:pt x="325" y="5"/>
                    </a:lnTo>
                    <a:lnTo>
                      <a:pt x="323" y="5"/>
                    </a:lnTo>
                    <a:lnTo>
                      <a:pt x="320" y="5"/>
                    </a:lnTo>
                    <a:lnTo>
                      <a:pt x="318" y="5"/>
                    </a:lnTo>
                    <a:lnTo>
                      <a:pt x="315" y="4"/>
                    </a:lnTo>
                    <a:lnTo>
                      <a:pt x="313" y="4"/>
                    </a:lnTo>
                    <a:lnTo>
                      <a:pt x="311" y="4"/>
                    </a:lnTo>
                    <a:lnTo>
                      <a:pt x="308" y="4"/>
                    </a:lnTo>
                    <a:lnTo>
                      <a:pt x="306" y="4"/>
                    </a:lnTo>
                    <a:lnTo>
                      <a:pt x="303" y="4"/>
                    </a:lnTo>
                    <a:lnTo>
                      <a:pt x="301" y="4"/>
                    </a:lnTo>
                    <a:lnTo>
                      <a:pt x="299" y="3"/>
                    </a:lnTo>
                    <a:lnTo>
                      <a:pt x="296" y="3"/>
                    </a:lnTo>
                    <a:lnTo>
                      <a:pt x="294" y="3"/>
                    </a:lnTo>
                    <a:lnTo>
                      <a:pt x="291" y="3"/>
                    </a:lnTo>
                    <a:lnTo>
                      <a:pt x="289" y="3"/>
                    </a:lnTo>
                    <a:lnTo>
                      <a:pt x="287" y="2"/>
                    </a:lnTo>
                    <a:lnTo>
                      <a:pt x="284" y="2"/>
                    </a:lnTo>
                    <a:lnTo>
                      <a:pt x="282" y="2"/>
                    </a:lnTo>
                    <a:lnTo>
                      <a:pt x="279" y="2"/>
                    </a:lnTo>
                    <a:lnTo>
                      <a:pt x="277" y="2"/>
                    </a:lnTo>
                    <a:lnTo>
                      <a:pt x="275" y="2"/>
                    </a:lnTo>
                    <a:lnTo>
                      <a:pt x="272" y="2"/>
                    </a:lnTo>
                    <a:lnTo>
                      <a:pt x="270" y="2"/>
                    </a:lnTo>
                    <a:lnTo>
                      <a:pt x="267" y="2"/>
                    </a:lnTo>
                    <a:lnTo>
                      <a:pt x="265" y="2"/>
                    </a:lnTo>
                    <a:lnTo>
                      <a:pt x="263" y="3"/>
                    </a:lnTo>
                    <a:lnTo>
                      <a:pt x="260" y="3"/>
                    </a:lnTo>
                    <a:lnTo>
                      <a:pt x="258" y="3"/>
                    </a:lnTo>
                    <a:lnTo>
                      <a:pt x="255" y="3"/>
                    </a:lnTo>
                    <a:lnTo>
                      <a:pt x="253" y="3"/>
                    </a:lnTo>
                    <a:lnTo>
                      <a:pt x="250" y="3"/>
                    </a:lnTo>
                    <a:lnTo>
                      <a:pt x="248" y="3"/>
                    </a:lnTo>
                    <a:lnTo>
                      <a:pt x="246" y="2"/>
                    </a:lnTo>
                    <a:lnTo>
                      <a:pt x="243" y="2"/>
                    </a:lnTo>
                    <a:lnTo>
                      <a:pt x="241" y="2"/>
                    </a:lnTo>
                    <a:lnTo>
                      <a:pt x="238" y="2"/>
                    </a:lnTo>
                    <a:lnTo>
                      <a:pt x="236" y="1"/>
                    </a:lnTo>
                    <a:lnTo>
                      <a:pt x="234" y="1"/>
                    </a:lnTo>
                    <a:lnTo>
                      <a:pt x="231" y="1"/>
                    </a:lnTo>
                    <a:lnTo>
                      <a:pt x="229" y="1"/>
                    </a:lnTo>
                    <a:lnTo>
                      <a:pt x="226" y="1"/>
                    </a:lnTo>
                    <a:lnTo>
                      <a:pt x="224" y="1"/>
                    </a:lnTo>
                    <a:lnTo>
                      <a:pt x="222" y="1"/>
                    </a:lnTo>
                    <a:lnTo>
                      <a:pt x="219" y="1"/>
                    </a:lnTo>
                    <a:lnTo>
                      <a:pt x="217" y="1"/>
                    </a:lnTo>
                    <a:lnTo>
                      <a:pt x="214" y="1"/>
                    </a:lnTo>
                    <a:lnTo>
                      <a:pt x="212" y="1"/>
                    </a:lnTo>
                    <a:lnTo>
                      <a:pt x="209" y="1"/>
                    </a:lnTo>
                    <a:lnTo>
                      <a:pt x="207" y="1"/>
                    </a:lnTo>
                    <a:lnTo>
                      <a:pt x="205" y="1"/>
                    </a:lnTo>
                    <a:lnTo>
                      <a:pt x="202" y="1"/>
                    </a:lnTo>
                    <a:lnTo>
                      <a:pt x="200" y="2"/>
                    </a:lnTo>
                    <a:lnTo>
                      <a:pt x="197" y="2"/>
                    </a:lnTo>
                    <a:lnTo>
                      <a:pt x="195" y="2"/>
                    </a:lnTo>
                    <a:lnTo>
                      <a:pt x="193" y="2"/>
                    </a:lnTo>
                    <a:lnTo>
                      <a:pt x="190" y="2"/>
                    </a:lnTo>
                    <a:lnTo>
                      <a:pt x="188" y="2"/>
                    </a:lnTo>
                    <a:lnTo>
                      <a:pt x="185" y="2"/>
                    </a:lnTo>
                    <a:lnTo>
                      <a:pt x="183" y="2"/>
                    </a:lnTo>
                    <a:lnTo>
                      <a:pt x="181" y="2"/>
                    </a:lnTo>
                    <a:lnTo>
                      <a:pt x="178" y="2"/>
                    </a:lnTo>
                    <a:lnTo>
                      <a:pt x="176" y="2"/>
                    </a:lnTo>
                    <a:lnTo>
                      <a:pt x="173" y="2"/>
                    </a:lnTo>
                    <a:lnTo>
                      <a:pt x="171" y="2"/>
                    </a:lnTo>
                    <a:lnTo>
                      <a:pt x="169" y="2"/>
                    </a:lnTo>
                    <a:lnTo>
                      <a:pt x="166" y="2"/>
                    </a:lnTo>
                    <a:lnTo>
                      <a:pt x="164" y="1"/>
                    </a:lnTo>
                    <a:lnTo>
                      <a:pt x="161" y="1"/>
                    </a:lnTo>
                    <a:lnTo>
                      <a:pt x="159" y="1"/>
                    </a:lnTo>
                    <a:lnTo>
                      <a:pt x="156" y="1"/>
                    </a:lnTo>
                    <a:lnTo>
                      <a:pt x="154" y="1"/>
                    </a:lnTo>
                    <a:lnTo>
                      <a:pt x="152" y="1"/>
                    </a:lnTo>
                    <a:lnTo>
                      <a:pt x="149" y="0"/>
                    </a:lnTo>
                    <a:lnTo>
                      <a:pt x="147" y="0"/>
                    </a:lnTo>
                    <a:lnTo>
                      <a:pt x="144" y="0"/>
                    </a:lnTo>
                    <a:lnTo>
                      <a:pt x="142" y="0"/>
                    </a:lnTo>
                    <a:lnTo>
                      <a:pt x="140" y="0"/>
                    </a:lnTo>
                    <a:lnTo>
                      <a:pt x="137" y="0"/>
                    </a:lnTo>
                    <a:lnTo>
                      <a:pt x="135" y="0"/>
                    </a:lnTo>
                    <a:lnTo>
                      <a:pt x="132" y="0"/>
                    </a:lnTo>
                    <a:lnTo>
                      <a:pt x="130" y="1"/>
                    </a:lnTo>
                    <a:lnTo>
                      <a:pt x="128" y="1"/>
                    </a:lnTo>
                    <a:lnTo>
                      <a:pt x="125" y="1"/>
                    </a:lnTo>
                    <a:lnTo>
                      <a:pt x="123" y="2"/>
                    </a:lnTo>
                    <a:lnTo>
                      <a:pt x="120" y="2"/>
                    </a:lnTo>
                    <a:lnTo>
                      <a:pt x="118" y="3"/>
                    </a:lnTo>
                    <a:lnTo>
                      <a:pt x="115" y="3"/>
                    </a:lnTo>
                    <a:lnTo>
                      <a:pt x="113" y="3"/>
                    </a:lnTo>
                    <a:lnTo>
                      <a:pt x="111" y="3"/>
                    </a:lnTo>
                    <a:lnTo>
                      <a:pt x="108" y="3"/>
                    </a:lnTo>
                    <a:lnTo>
                      <a:pt x="106" y="3"/>
                    </a:lnTo>
                    <a:lnTo>
                      <a:pt x="104" y="2"/>
                    </a:lnTo>
                    <a:lnTo>
                      <a:pt x="101" y="3"/>
                    </a:lnTo>
                    <a:lnTo>
                      <a:pt x="99" y="2"/>
                    </a:lnTo>
                    <a:lnTo>
                      <a:pt x="96" y="2"/>
                    </a:lnTo>
                    <a:lnTo>
                      <a:pt x="94" y="2"/>
                    </a:lnTo>
                    <a:lnTo>
                      <a:pt x="92" y="2"/>
                    </a:lnTo>
                    <a:lnTo>
                      <a:pt x="89" y="2"/>
                    </a:lnTo>
                    <a:lnTo>
                      <a:pt x="87" y="2"/>
                    </a:lnTo>
                    <a:lnTo>
                      <a:pt x="84" y="2"/>
                    </a:lnTo>
                    <a:lnTo>
                      <a:pt x="82" y="2"/>
                    </a:lnTo>
                    <a:lnTo>
                      <a:pt x="80" y="2"/>
                    </a:lnTo>
                    <a:lnTo>
                      <a:pt x="77" y="3"/>
                    </a:lnTo>
                    <a:lnTo>
                      <a:pt x="75" y="3"/>
                    </a:lnTo>
                    <a:lnTo>
                      <a:pt x="72" y="3"/>
                    </a:lnTo>
                    <a:lnTo>
                      <a:pt x="70" y="3"/>
                    </a:lnTo>
                    <a:lnTo>
                      <a:pt x="68" y="3"/>
                    </a:lnTo>
                    <a:lnTo>
                      <a:pt x="65" y="3"/>
                    </a:lnTo>
                    <a:lnTo>
                      <a:pt x="63" y="3"/>
                    </a:lnTo>
                    <a:lnTo>
                      <a:pt x="60" y="3"/>
                    </a:lnTo>
                    <a:lnTo>
                      <a:pt x="58" y="2"/>
                    </a:lnTo>
                    <a:lnTo>
                      <a:pt x="56" y="2"/>
                    </a:lnTo>
                    <a:lnTo>
                      <a:pt x="53" y="2"/>
                    </a:lnTo>
                    <a:lnTo>
                      <a:pt x="51" y="2"/>
                    </a:lnTo>
                    <a:lnTo>
                      <a:pt x="48" y="2"/>
                    </a:lnTo>
                    <a:lnTo>
                      <a:pt x="46" y="2"/>
                    </a:lnTo>
                    <a:lnTo>
                      <a:pt x="44" y="2"/>
                    </a:lnTo>
                    <a:lnTo>
                      <a:pt x="41" y="1"/>
                    </a:lnTo>
                    <a:lnTo>
                      <a:pt x="39" y="1"/>
                    </a:lnTo>
                    <a:lnTo>
                      <a:pt x="36" y="1"/>
                    </a:lnTo>
                    <a:lnTo>
                      <a:pt x="34" y="2"/>
                    </a:lnTo>
                    <a:lnTo>
                      <a:pt x="32" y="2"/>
                    </a:lnTo>
                    <a:lnTo>
                      <a:pt x="29" y="2"/>
                    </a:lnTo>
                    <a:lnTo>
                      <a:pt x="27" y="3"/>
                    </a:lnTo>
                    <a:lnTo>
                      <a:pt x="24" y="3"/>
                    </a:lnTo>
                    <a:lnTo>
                      <a:pt x="22" y="4"/>
                    </a:lnTo>
                    <a:lnTo>
                      <a:pt x="20" y="4"/>
                    </a:lnTo>
                    <a:lnTo>
                      <a:pt x="17" y="5"/>
                    </a:lnTo>
                    <a:lnTo>
                      <a:pt x="15" y="5"/>
                    </a:lnTo>
                    <a:lnTo>
                      <a:pt x="12" y="5"/>
                    </a:lnTo>
                    <a:lnTo>
                      <a:pt x="10" y="6"/>
                    </a:lnTo>
                    <a:lnTo>
                      <a:pt x="8" y="6"/>
                    </a:lnTo>
                    <a:lnTo>
                      <a:pt x="5" y="6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3" y="11"/>
                    </a:lnTo>
                    <a:lnTo>
                      <a:pt x="5" y="11"/>
                    </a:lnTo>
                    <a:lnTo>
                      <a:pt x="8" y="11"/>
                    </a:lnTo>
                    <a:lnTo>
                      <a:pt x="10" y="11"/>
                    </a:lnTo>
                    <a:lnTo>
                      <a:pt x="12" y="11"/>
                    </a:lnTo>
                    <a:lnTo>
                      <a:pt x="15" y="11"/>
                    </a:lnTo>
                    <a:lnTo>
                      <a:pt x="17" y="10"/>
                    </a:lnTo>
                    <a:lnTo>
                      <a:pt x="20" y="10"/>
                    </a:lnTo>
                    <a:lnTo>
                      <a:pt x="22" y="10"/>
                    </a:lnTo>
                    <a:lnTo>
                      <a:pt x="24" y="10"/>
                    </a:lnTo>
                    <a:lnTo>
                      <a:pt x="27" y="10"/>
                    </a:lnTo>
                    <a:lnTo>
                      <a:pt x="29" y="9"/>
                    </a:lnTo>
                    <a:lnTo>
                      <a:pt x="32" y="9"/>
                    </a:lnTo>
                    <a:lnTo>
                      <a:pt x="34" y="8"/>
                    </a:lnTo>
                    <a:lnTo>
                      <a:pt x="36" y="8"/>
                    </a:lnTo>
                    <a:lnTo>
                      <a:pt x="39" y="7"/>
                    </a:lnTo>
                    <a:lnTo>
                      <a:pt x="41" y="7"/>
                    </a:lnTo>
                    <a:lnTo>
                      <a:pt x="44" y="5"/>
                    </a:lnTo>
                    <a:lnTo>
                      <a:pt x="46" y="5"/>
                    </a:lnTo>
                    <a:lnTo>
                      <a:pt x="48" y="5"/>
                    </a:lnTo>
                    <a:lnTo>
                      <a:pt x="51" y="5"/>
                    </a:lnTo>
                    <a:lnTo>
                      <a:pt x="53" y="4"/>
                    </a:lnTo>
                    <a:lnTo>
                      <a:pt x="56" y="4"/>
                    </a:lnTo>
                    <a:lnTo>
                      <a:pt x="58" y="4"/>
                    </a:lnTo>
                    <a:lnTo>
                      <a:pt x="60" y="4"/>
                    </a:lnTo>
                    <a:lnTo>
                      <a:pt x="63" y="4"/>
                    </a:lnTo>
                    <a:lnTo>
                      <a:pt x="65" y="4"/>
                    </a:lnTo>
                    <a:lnTo>
                      <a:pt x="68" y="4"/>
                    </a:lnTo>
                    <a:lnTo>
                      <a:pt x="70" y="4"/>
                    </a:lnTo>
                    <a:lnTo>
                      <a:pt x="72" y="4"/>
                    </a:lnTo>
                    <a:lnTo>
                      <a:pt x="75" y="5"/>
                    </a:lnTo>
                    <a:lnTo>
                      <a:pt x="77" y="5"/>
                    </a:lnTo>
                    <a:lnTo>
                      <a:pt x="80" y="5"/>
                    </a:lnTo>
                    <a:lnTo>
                      <a:pt x="82" y="5"/>
                    </a:lnTo>
                    <a:lnTo>
                      <a:pt x="84" y="5"/>
                    </a:lnTo>
                    <a:lnTo>
                      <a:pt x="87" y="6"/>
                    </a:lnTo>
                    <a:lnTo>
                      <a:pt x="89" y="6"/>
                    </a:lnTo>
                    <a:lnTo>
                      <a:pt x="92" y="5"/>
                    </a:lnTo>
                    <a:lnTo>
                      <a:pt x="94" y="5"/>
                    </a:lnTo>
                    <a:lnTo>
                      <a:pt x="96" y="5"/>
                    </a:lnTo>
                    <a:lnTo>
                      <a:pt x="99" y="5"/>
                    </a:lnTo>
                    <a:lnTo>
                      <a:pt x="101" y="5"/>
                    </a:lnTo>
                    <a:lnTo>
                      <a:pt x="104" y="5"/>
                    </a:lnTo>
                    <a:lnTo>
                      <a:pt x="106" y="4"/>
                    </a:lnTo>
                    <a:lnTo>
                      <a:pt x="108" y="4"/>
                    </a:lnTo>
                    <a:lnTo>
                      <a:pt x="111" y="4"/>
                    </a:lnTo>
                    <a:lnTo>
                      <a:pt x="113" y="4"/>
                    </a:lnTo>
                    <a:lnTo>
                      <a:pt x="115" y="3"/>
                    </a:lnTo>
                    <a:lnTo>
                      <a:pt x="118" y="3"/>
                    </a:lnTo>
                    <a:lnTo>
                      <a:pt x="120" y="3"/>
                    </a:lnTo>
                    <a:lnTo>
                      <a:pt x="123" y="3"/>
                    </a:lnTo>
                    <a:lnTo>
                      <a:pt x="125" y="3"/>
                    </a:lnTo>
                    <a:lnTo>
                      <a:pt x="128" y="3"/>
                    </a:lnTo>
                    <a:lnTo>
                      <a:pt x="130" y="3"/>
                    </a:lnTo>
                    <a:lnTo>
                      <a:pt x="132" y="3"/>
                    </a:lnTo>
                    <a:lnTo>
                      <a:pt x="135" y="3"/>
                    </a:lnTo>
                    <a:lnTo>
                      <a:pt x="137" y="3"/>
                    </a:lnTo>
                    <a:lnTo>
                      <a:pt x="140" y="3"/>
                    </a:lnTo>
                    <a:lnTo>
                      <a:pt x="142" y="3"/>
                    </a:lnTo>
                    <a:lnTo>
                      <a:pt x="144" y="3"/>
                    </a:lnTo>
                    <a:lnTo>
                      <a:pt x="147" y="3"/>
                    </a:lnTo>
                    <a:lnTo>
                      <a:pt x="149" y="4"/>
                    </a:lnTo>
                    <a:lnTo>
                      <a:pt x="152" y="4"/>
                    </a:lnTo>
                    <a:lnTo>
                      <a:pt x="154" y="4"/>
                    </a:lnTo>
                    <a:lnTo>
                      <a:pt x="156" y="4"/>
                    </a:lnTo>
                    <a:lnTo>
                      <a:pt x="159" y="4"/>
                    </a:lnTo>
                    <a:lnTo>
                      <a:pt x="161" y="4"/>
                    </a:lnTo>
                    <a:lnTo>
                      <a:pt x="164" y="4"/>
                    </a:lnTo>
                    <a:lnTo>
                      <a:pt x="166" y="4"/>
                    </a:lnTo>
                    <a:lnTo>
                      <a:pt x="169" y="4"/>
                    </a:lnTo>
                    <a:lnTo>
                      <a:pt x="171" y="5"/>
                    </a:lnTo>
                    <a:lnTo>
                      <a:pt x="173" y="5"/>
                    </a:lnTo>
                    <a:lnTo>
                      <a:pt x="176" y="5"/>
                    </a:lnTo>
                    <a:lnTo>
                      <a:pt x="178" y="5"/>
                    </a:lnTo>
                    <a:lnTo>
                      <a:pt x="181" y="5"/>
                    </a:lnTo>
                    <a:lnTo>
                      <a:pt x="183" y="6"/>
                    </a:lnTo>
                    <a:lnTo>
                      <a:pt x="185" y="6"/>
                    </a:lnTo>
                    <a:lnTo>
                      <a:pt x="188" y="6"/>
                    </a:lnTo>
                    <a:lnTo>
                      <a:pt x="190" y="6"/>
                    </a:lnTo>
                    <a:lnTo>
                      <a:pt x="193" y="6"/>
                    </a:lnTo>
                    <a:lnTo>
                      <a:pt x="195" y="6"/>
                    </a:lnTo>
                    <a:lnTo>
                      <a:pt x="197" y="6"/>
                    </a:lnTo>
                    <a:lnTo>
                      <a:pt x="200" y="6"/>
                    </a:lnTo>
                    <a:lnTo>
                      <a:pt x="202" y="6"/>
                    </a:lnTo>
                    <a:lnTo>
                      <a:pt x="205" y="5"/>
                    </a:lnTo>
                    <a:lnTo>
                      <a:pt x="207" y="5"/>
                    </a:lnTo>
                    <a:lnTo>
                      <a:pt x="209" y="5"/>
                    </a:lnTo>
                    <a:lnTo>
                      <a:pt x="212" y="5"/>
                    </a:lnTo>
                    <a:lnTo>
                      <a:pt x="214" y="5"/>
                    </a:lnTo>
                    <a:lnTo>
                      <a:pt x="217" y="5"/>
                    </a:lnTo>
                    <a:lnTo>
                      <a:pt x="219" y="5"/>
                    </a:lnTo>
                    <a:lnTo>
                      <a:pt x="222" y="5"/>
                    </a:lnTo>
                    <a:lnTo>
                      <a:pt x="224" y="5"/>
                    </a:lnTo>
                    <a:lnTo>
                      <a:pt x="226" y="4"/>
                    </a:lnTo>
                    <a:lnTo>
                      <a:pt x="229" y="4"/>
                    </a:lnTo>
                    <a:lnTo>
                      <a:pt x="231" y="4"/>
                    </a:lnTo>
                    <a:lnTo>
                      <a:pt x="234" y="4"/>
                    </a:lnTo>
                    <a:lnTo>
                      <a:pt x="236" y="4"/>
                    </a:lnTo>
                    <a:lnTo>
                      <a:pt x="238" y="4"/>
                    </a:lnTo>
                    <a:lnTo>
                      <a:pt x="241" y="4"/>
                    </a:lnTo>
                    <a:lnTo>
                      <a:pt x="243" y="3"/>
                    </a:lnTo>
                    <a:lnTo>
                      <a:pt x="246" y="3"/>
                    </a:lnTo>
                    <a:lnTo>
                      <a:pt x="248" y="3"/>
                    </a:lnTo>
                    <a:lnTo>
                      <a:pt x="250" y="3"/>
                    </a:lnTo>
                    <a:lnTo>
                      <a:pt x="253" y="4"/>
                    </a:lnTo>
                    <a:lnTo>
                      <a:pt x="255" y="4"/>
                    </a:lnTo>
                    <a:lnTo>
                      <a:pt x="258" y="4"/>
                    </a:lnTo>
                    <a:lnTo>
                      <a:pt x="260" y="4"/>
                    </a:lnTo>
                    <a:lnTo>
                      <a:pt x="263" y="5"/>
                    </a:lnTo>
                    <a:lnTo>
                      <a:pt x="265" y="5"/>
                    </a:lnTo>
                    <a:lnTo>
                      <a:pt x="267" y="5"/>
                    </a:lnTo>
                    <a:lnTo>
                      <a:pt x="270" y="5"/>
                    </a:lnTo>
                    <a:lnTo>
                      <a:pt x="272" y="5"/>
                    </a:lnTo>
                    <a:lnTo>
                      <a:pt x="275" y="6"/>
                    </a:lnTo>
                    <a:lnTo>
                      <a:pt x="277" y="6"/>
                    </a:lnTo>
                    <a:lnTo>
                      <a:pt x="279" y="6"/>
                    </a:lnTo>
                    <a:lnTo>
                      <a:pt x="282" y="6"/>
                    </a:lnTo>
                    <a:lnTo>
                      <a:pt x="284" y="6"/>
                    </a:lnTo>
                    <a:lnTo>
                      <a:pt x="287" y="7"/>
                    </a:lnTo>
                    <a:lnTo>
                      <a:pt x="289" y="7"/>
                    </a:lnTo>
                    <a:lnTo>
                      <a:pt x="291" y="7"/>
                    </a:lnTo>
                    <a:lnTo>
                      <a:pt x="294" y="7"/>
                    </a:lnTo>
                    <a:lnTo>
                      <a:pt x="296" y="7"/>
                    </a:lnTo>
                    <a:lnTo>
                      <a:pt x="299" y="7"/>
                    </a:lnTo>
                    <a:lnTo>
                      <a:pt x="301" y="7"/>
                    </a:lnTo>
                    <a:lnTo>
                      <a:pt x="303" y="7"/>
                    </a:lnTo>
                    <a:lnTo>
                      <a:pt x="306" y="7"/>
                    </a:lnTo>
                    <a:lnTo>
                      <a:pt x="308" y="7"/>
                    </a:lnTo>
                    <a:lnTo>
                      <a:pt x="311" y="7"/>
                    </a:lnTo>
                    <a:lnTo>
                      <a:pt x="313" y="7"/>
                    </a:lnTo>
                    <a:lnTo>
                      <a:pt x="315" y="7"/>
                    </a:lnTo>
                    <a:lnTo>
                      <a:pt x="318" y="7"/>
                    </a:lnTo>
                    <a:lnTo>
                      <a:pt x="320" y="7"/>
                    </a:lnTo>
                    <a:lnTo>
                      <a:pt x="323" y="7"/>
                    </a:lnTo>
                    <a:lnTo>
                      <a:pt x="325" y="7"/>
                    </a:lnTo>
                    <a:lnTo>
                      <a:pt x="327" y="7"/>
                    </a:lnTo>
                    <a:lnTo>
                      <a:pt x="330" y="7"/>
                    </a:lnTo>
                    <a:lnTo>
                      <a:pt x="332" y="7"/>
                    </a:lnTo>
                    <a:lnTo>
                      <a:pt x="335" y="7"/>
                    </a:lnTo>
                    <a:lnTo>
                      <a:pt x="337" y="7"/>
                    </a:lnTo>
                    <a:lnTo>
                      <a:pt x="339" y="7"/>
                    </a:lnTo>
                    <a:lnTo>
                      <a:pt x="342" y="7"/>
                    </a:lnTo>
                    <a:lnTo>
                      <a:pt x="344" y="7"/>
                    </a:lnTo>
                    <a:lnTo>
                      <a:pt x="347" y="7"/>
                    </a:lnTo>
                    <a:lnTo>
                      <a:pt x="349" y="7"/>
                    </a:lnTo>
                    <a:lnTo>
                      <a:pt x="351" y="7"/>
                    </a:lnTo>
                    <a:lnTo>
                      <a:pt x="354" y="7"/>
                    </a:lnTo>
                    <a:lnTo>
                      <a:pt x="356" y="7"/>
                    </a:lnTo>
                    <a:lnTo>
                      <a:pt x="358" y="8"/>
                    </a:lnTo>
                    <a:lnTo>
                      <a:pt x="361" y="8"/>
                    </a:lnTo>
                    <a:lnTo>
                      <a:pt x="363" y="8"/>
                    </a:lnTo>
                    <a:lnTo>
                      <a:pt x="366" y="8"/>
                    </a:lnTo>
                    <a:lnTo>
                      <a:pt x="368" y="8"/>
                    </a:lnTo>
                    <a:lnTo>
                      <a:pt x="370" y="9"/>
                    </a:lnTo>
                    <a:lnTo>
                      <a:pt x="373" y="9"/>
                    </a:lnTo>
                    <a:lnTo>
                      <a:pt x="375" y="9"/>
                    </a:lnTo>
                    <a:lnTo>
                      <a:pt x="378" y="9"/>
                    </a:lnTo>
                    <a:lnTo>
                      <a:pt x="380" y="9"/>
                    </a:lnTo>
                    <a:lnTo>
                      <a:pt x="382" y="10"/>
                    </a:lnTo>
                    <a:lnTo>
                      <a:pt x="385" y="10"/>
                    </a:lnTo>
                    <a:lnTo>
                      <a:pt x="387" y="12"/>
                    </a:lnTo>
                    <a:lnTo>
                      <a:pt x="390" y="13"/>
                    </a:lnTo>
                    <a:lnTo>
                      <a:pt x="392" y="15"/>
                    </a:lnTo>
                    <a:lnTo>
                      <a:pt x="395" y="17"/>
                    </a:lnTo>
                    <a:lnTo>
                      <a:pt x="397" y="20"/>
                    </a:lnTo>
                    <a:lnTo>
                      <a:pt x="399" y="22"/>
                    </a:lnTo>
                    <a:lnTo>
                      <a:pt x="402" y="25"/>
                    </a:lnTo>
                    <a:lnTo>
                      <a:pt x="404" y="27"/>
                    </a:lnTo>
                    <a:lnTo>
                      <a:pt x="407" y="30"/>
                    </a:lnTo>
                    <a:lnTo>
                      <a:pt x="409" y="31"/>
                    </a:lnTo>
                    <a:lnTo>
                      <a:pt x="411" y="32"/>
                    </a:lnTo>
                    <a:lnTo>
                      <a:pt x="414" y="35"/>
                    </a:lnTo>
                    <a:lnTo>
                      <a:pt x="416" y="37"/>
                    </a:lnTo>
                    <a:lnTo>
                      <a:pt x="419" y="39"/>
                    </a:lnTo>
                    <a:lnTo>
                      <a:pt x="421" y="42"/>
                    </a:lnTo>
                    <a:lnTo>
                      <a:pt x="423" y="44"/>
                    </a:lnTo>
                    <a:lnTo>
                      <a:pt x="426" y="47"/>
                    </a:lnTo>
                    <a:lnTo>
                      <a:pt x="428" y="48"/>
                    </a:lnTo>
                    <a:lnTo>
                      <a:pt x="431" y="51"/>
                    </a:lnTo>
                    <a:lnTo>
                      <a:pt x="433" y="53"/>
                    </a:lnTo>
                    <a:lnTo>
                      <a:pt x="436" y="54"/>
                    </a:lnTo>
                    <a:lnTo>
                      <a:pt x="438" y="55"/>
                    </a:lnTo>
                    <a:lnTo>
                      <a:pt x="440" y="57"/>
                    </a:lnTo>
                    <a:lnTo>
                      <a:pt x="443" y="62"/>
                    </a:lnTo>
                    <a:lnTo>
                      <a:pt x="445" y="68"/>
                    </a:lnTo>
                    <a:lnTo>
                      <a:pt x="448" y="73"/>
                    </a:lnTo>
                    <a:lnTo>
                      <a:pt x="450" y="77"/>
                    </a:lnTo>
                    <a:lnTo>
                      <a:pt x="452" y="81"/>
                    </a:lnTo>
                    <a:lnTo>
                      <a:pt x="455" y="82"/>
                    </a:lnTo>
                    <a:lnTo>
                      <a:pt x="457" y="83"/>
                    </a:lnTo>
                    <a:lnTo>
                      <a:pt x="460" y="82"/>
                    </a:lnTo>
                    <a:lnTo>
                      <a:pt x="462" y="80"/>
                    </a:lnTo>
                    <a:lnTo>
                      <a:pt x="464" y="78"/>
                    </a:lnTo>
                    <a:lnTo>
                      <a:pt x="467" y="76"/>
                    </a:lnTo>
                    <a:lnTo>
                      <a:pt x="469" y="74"/>
                    </a:lnTo>
                    <a:lnTo>
                      <a:pt x="472" y="74"/>
                    </a:lnTo>
                    <a:lnTo>
                      <a:pt x="474" y="74"/>
                    </a:lnTo>
                    <a:lnTo>
                      <a:pt x="476" y="76"/>
                    </a:lnTo>
                    <a:lnTo>
                      <a:pt x="479" y="79"/>
                    </a:lnTo>
                    <a:lnTo>
                      <a:pt x="481" y="82"/>
                    </a:lnTo>
                    <a:lnTo>
                      <a:pt x="484" y="85"/>
                    </a:lnTo>
                    <a:lnTo>
                      <a:pt x="486" y="88"/>
                    </a:lnTo>
                    <a:lnTo>
                      <a:pt x="489" y="91"/>
                    </a:lnTo>
                    <a:lnTo>
                      <a:pt x="491" y="95"/>
                    </a:lnTo>
                    <a:lnTo>
                      <a:pt x="493" y="97"/>
                    </a:lnTo>
                    <a:lnTo>
                      <a:pt x="496" y="99"/>
                    </a:lnTo>
                    <a:lnTo>
                      <a:pt x="498" y="100"/>
                    </a:lnTo>
                    <a:lnTo>
                      <a:pt x="501" y="102"/>
                    </a:lnTo>
                    <a:lnTo>
                      <a:pt x="503" y="102"/>
                    </a:lnTo>
                    <a:lnTo>
                      <a:pt x="505" y="103"/>
                    </a:lnTo>
                    <a:lnTo>
                      <a:pt x="508" y="105"/>
                    </a:lnTo>
                    <a:lnTo>
                      <a:pt x="510" y="106"/>
                    </a:lnTo>
                    <a:lnTo>
                      <a:pt x="513" y="108"/>
                    </a:lnTo>
                    <a:lnTo>
                      <a:pt x="515" y="110"/>
                    </a:lnTo>
                    <a:lnTo>
                      <a:pt x="517" y="113"/>
                    </a:lnTo>
                    <a:lnTo>
                      <a:pt x="520" y="117"/>
                    </a:lnTo>
                    <a:lnTo>
                      <a:pt x="522" y="120"/>
                    </a:lnTo>
                    <a:lnTo>
                      <a:pt x="525" y="122"/>
                    </a:lnTo>
                    <a:lnTo>
                      <a:pt x="527" y="122"/>
                    </a:lnTo>
                    <a:lnTo>
                      <a:pt x="530" y="122"/>
                    </a:lnTo>
                    <a:lnTo>
                      <a:pt x="532" y="120"/>
                    </a:lnTo>
                    <a:lnTo>
                      <a:pt x="534" y="118"/>
                    </a:lnTo>
                    <a:lnTo>
                      <a:pt x="537" y="117"/>
                    </a:lnTo>
                    <a:lnTo>
                      <a:pt x="539" y="116"/>
                    </a:lnTo>
                    <a:lnTo>
                      <a:pt x="542" y="116"/>
                    </a:lnTo>
                    <a:lnTo>
                      <a:pt x="544" y="115"/>
                    </a:lnTo>
                    <a:lnTo>
                      <a:pt x="546" y="115"/>
                    </a:lnTo>
                    <a:lnTo>
                      <a:pt x="549" y="114"/>
                    </a:lnTo>
                    <a:lnTo>
                      <a:pt x="551" y="113"/>
                    </a:lnTo>
                    <a:lnTo>
                      <a:pt x="554" y="111"/>
                    </a:lnTo>
                    <a:lnTo>
                      <a:pt x="556" y="109"/>
                    </a:lnTo>
                    <a:lnTo>
                      <a:pt x="558" y="107"/>
                    </a:lnTo>
                    <a:lnTo>
                      <a:pt x="561" y="104"/>
                    </a:lnTo>
                    <a:lnTo>
                      <a:pt x="563" y="103"/>
                    </a:lnTo>
                    <a:lnTo>
                      <a:pt x="566" y="105"/>
                    </a:lnTo>
                    <a:lnTo>
                      <a:pt x="568" y="111"/>
                    </a:lnTo>
                    <a:lnTo>
                      <a:pt x="570" y="117"/>
                    </a:lnTo>
                    <a:lnTo>
                      <a:pt x="573" y="123"/>
                    </a:lnTo>
                    <a:lnTo>
                      <a:pt x="575" y="127"/>
                    </a:lnTo>
                    <a:lnTo>
                      <a:pt x="578" y="130"/>
                    </a:lnTo>
                    <a:lnTo>
                      <a:pt x="580" y="133"/>
                    </a:lnTo>
                    <a:lnTo>
                      <a:pt x="582" y="136"/>
                    </a:lnTo>
                    <a:lnTo>
                      <a:pt x="585" y="139"/>
                    </a:lnTo>
                    <a:lnTo>
                      <a:pt x="587" y="142"/>
                    </a:lnTo>
                    <a:lnTo>
                      <a:pt x="590" y="146"/>
                    </a:lnTo>
                    <a:lnTo>
                      <a:pt x="592" y="149"/>
                    </a:lnTo>
                    <a:lnTo>
                      <a:pt x="594" y="153"/>
                    </a:lnTo>
                    <a:lnTo>
                      <a:pt x="597" y="156"/>
                    </a:lnTo>
                    <a:lnTo>
                      <a:pt x="599" y="161"/>
                    </a:lnTo>
                    <a:lnTo>
                      <a:pt x="601" y="165"/>
                    </a:lnTo>
                    <a:lnTo>
                      <a:pt x="604" y="166"/>
                    </a:lnTo>
                    <a:lnTo>
                      <a:pt x="606" y="167"/>
                    </a:lnTo>
                    <a:lnTo>
                      <a:pt x="609" y="166"/>
                    </a:lnTo>
                    <a:lnTo>
                      <a:pt x="611" y="165"/>
                    </a:lnTo>
                    <a:lnTo>
                      <a:pt x="613" y="164"/>
                    </a:lnTo>
                    <a:lnTo>
                      <a:pt x="616" y="163"/>
                    </a:lnTo>
                    <a:lnTo>
                      <a:pt x="618" y="160"/>
                    </a:lnTo>
                    <a:lnTo>
                      <a:pt x="621" y="156"/>
                    </a:lnTo>
                    <a:lnTo>
                      <a:pt x="623" y="153"/>
                    </a:lnTo>
                    <a:lnTo>
                      <a:pt x="625" y="150"/>
                    </a:lnTo>
                    <a:lnTo>
                      <a:pt x="628" y="148"/>
                    </a:lnTo>
                    <a:lnTo>
                      <a:pt x="630" y="147"/>
                    </a:lnTo>
                    <a:lnTo>
                      <a:pt x="633" y="145"/>
                    </a:lnTo>
                    <a:lnTo>
                      <a:pt x="635" y="144"/>
                    </a:lnTo>
                    <a:lnTo>
                      <a:pt x="637" y="143"/>
                    </a:lnTo>
                    <a:lnTo>
                      <a:pt x="640" y="142"/>
                    </a:lnTo>
                    <a:lnTo>
                      <a:pt x="642" y="141"/>
                    </a:lnTo>
                    <a:lnTo>
                      <a:pt x="645" y="141"/>
                    </a:lnTo>
                    <a:lnTo>
                      <a:pt x="647" y="141"/>
                    </a:lnTo>
                    <a:lnTo>
                      <a:pt x="649" y="141"/>
                    </a:lnTo>
                    <a:lnTo>
                      <a:pt x="652" y="140"/>
                    </a:lnTo>
                    <a:lnTo>
                      <a:pt x="654" y="139"/>
                    </a:lnTo>
                    <a:lnTo>
                      <a:pt x="657" y="137"/>
                    </a:lnTo>
                    <a:lnTo>
                      <a:pt x="659" y="137"/>
                    </a:lnTo>
                    <a:lnTo>
                      <a:pt x="662" y="137"/>
                    </a:lnTo>
                    <a:lnTo>
                      <a:pt x="664" y="137"/>
                    </a:lnTo>
                    <a:lnTo>
                      <a:pt x="666" y="137"/>
                    </a:lnTo>
                    <a:lnTo>
                      <a:pt x="669" y="137"/>
                    </a:lnTo>
                    <a:lnTo>
                      <a:pt x="671" y="137"/>
                    </a:lnTo>
                    <a:lnTo>
                      <a:pt x="674" y="135"/>
                    </a:lnTo>
                    <a:lnTo>
                      <a:pt x="676" y="134"/>
                    </a:lnTo>
                    <a:lnTo>
                      <a:pt x="678" y="133"/>
                    </a:lnTo>
                    <a:lnTo>
                      <a:pt x="681" y="133"/>
                    </a:lnTo>
                    <a:lnTo>
                      <a:pt x="683" y="131"/>
                    </a:lnTo>
                    <a:lnTo>
                      <a:pt x="686" y="129"/>
                    </a:lnTo>
                    <a:lnTo>
                      <a:pt x="688" y="128"/>
                    </a:lnTo>
                    <a:lnTo>
                      <a:pt x="690" y="128"/>
                    </a:lnTo>
                    <a:lnTo>
                      <a:pt x="693" y="127"/>
                    </a:lnTo>
                    <a:lnTo>
                      <a:pt x="695" y="128"/>
                    </a:lnTo>
                    <a:lnTo>
                      <a:pt x="698" y="128"/>
                    </a:lnTo>
                    <a:lnTo>
                      <a:pt x="700" y="129"/>
                    </a:lnTo>
                    <a:lnTo>
                      <a:pt x="703" y="131"/>
                    </a:lnTo>
                    <a:lnTo>
                      <a:pt x="705" y="132"/>
                    </a:lnTo>
                    <a:lnTo>
                      <a:pt x="707" y="134"/>
                    </a:lnTo>
                    <a:lnTo>
                      <a:pt x="710" y="134"/>
                    </a:lnTo>
                    <a:lnTo>
                      <a:pt x="712" y="135"/>
                    </a:lnTo>
                    <a:lnTo>
                      <a:pt x="715" y="136"/>
                    </a:lnTo>
                    <a:lnTo>
                      <a:pt x="717" y="136"/>
                    </a:lnTo>
                    <a:lnTo>
                      <a:pt x="719" y="134"/>
                    </a:lnTo>
                    <a:lnTo>
                      <a:pt x="722" y="133"/>
                    </a:lnTo>
                    <a:lnTo>
                      <a:pt x="724" y="131"/>
                    </a:lnTo>
                    <a:lnTo>
                      <a:pt x="727" y="129"/>
                    </a:lnTo>
                    <a:lnTo>
                      <a:pt x="729" y="128"/>
                    </a:lnTo>
                    <a:lnTo>
                      <a:pt x="731" y="126"/>
                    </a:lnTo>
                    <a:lnTo>
                      <a:pt x="734" y="125"/>
                    </a:lnTo>
                    <a:lnTo>
                      <a:pt x="736" y="126"/>
                    </a:lnTo>
                    <a:lnTo>
                      <a:pt x="739" y="126"/>
                    </a:lnTo>
                    <a:lnTo>
                      <a:pt x="741" y="126"/>
                    </a:lnTo>
                    <a:lnTo>
                      <a:pt x="743" y="128"/>
                    </a:lnTo>
                    <a:lnTo>
                      <a:pt x="746" y="129"/>
                    </a:lnTo>
                    <a:lnTo>
                      <a:pt x="748" y="130"/>
                    </a:lnTo>
                    <a:lnTo>
                      <a:pt x="751" y="132"/>
                    </a:lnTo>
                    <a:lnTo>
                      <a:pt x="753" y="133"/>
                    </a:lnTo>
                    <a:lnTo>
                      <a:pt x="756" y="134"/>
                    </a:lnTo>
                    <a:lnTo>
                      <a:pt x="758" y="134"/>
                    </a:lnTo>
                    <a:lnTo>
                      <a:pt x="760" y="135"/>
                    </a:lnTo>
                    <a:lnTo>
                      <a:pt x="763" y="136"/>
                    </a:lnTo>
                    <a:lnTo>
                      <a:pt x="765" y="138"/>
                    </a:lnTo>
                    <a:lnTo>
                      <a:pt x="768" y="139"/>
                    </a:lnTo>
                    <a:lnTo>
                      <a:pt x="770" y="142"/>
                    </a:lnTo>
                    <a:lnTo>
                      <a:pt x="772" y="144"/>
                    </a:lnTo>
                    <a:lnTo>
                      <a:pt x="775" y="147"/>
                    </a:lnTo>
                    <a:lnTo>
                      <a:pt x="777" y="146"/>
                    </a:lnTo>
                    <a:lnTo>
                      <a:pt x="780" y="145"/>
                    </a:lnTo>
                    <a:lnTo>
                      <a:pt x="782" y="144"/>
                    </a:lnTo>
                    <a:lnTo>
                      <a:pt x="784" y="142"/>
                    </a:lnTo>
                    <a:lnTo>
                      <a:pt x="787" y="139"/>
                    </a:lnTo>
                    <a:lnTo>
                      <a:pt x="789" y="136"/>
                    </a:lnTo>
                    <a:lnTo>
                      <a:pt x="792" y="134"/>
                    </a:lnTo>
                    <a:lnTo>
                      <a:pt x="794" y="136"/>
                    </a:lnTo>
                    <a:lnTo>
                      <a:pt x="797" y="138"/>
                    </a:lnTo>
                    <a:lnTo>
                      <a:pt x="799" y="142"/>
                    </a:lnTo>
                    <a:lnTo>
                      <a:pt x="801" y="145"/>
                    </a:lnTo>
                    <a:lnTo>
                      <a:pt x="804" y="149"/>
                    </a:lnTo>
                    <a:lnTo>
                      <a:pt x="806" y="155"/>
                    </a:lnTo>
                    <a:lnTo>
                      <a:pt x="809" y="162"/>
                    </a:lnTo>
                    <a:lnTo>
                      <a:pt x="811" y="166"/>
                    </a:lnTo>
                    <a:lnTo>
                      <a:pt x="813" y="169"/>
                    </a:lnTo>
                    <a:lnTo>
                      <a:pt x="816" y="173"/>
                    </a:lnTo>
                    <a:lnTo>
                      <a:pt x="818" y="177"/>
                    </a:lnTo>
                    <a:lnTo>
                      <a:pt x="821" y="183"/>
                    </a:lnTo>
                    <a:lnTo>
                      <a:pt x="823" y="187"/>
                    </a:lnTo>
                    <a:close/>
                  </a:path>
                </a:pathLst>
              </a:custGeom>
              <a:solidFill>
                <a:srgbClr val="FF0000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60" name="Freeform 319">
                <a:extLst>
                  <a:ext uri="{FF2B5EF4-FFF2-40B4-BE49-F238E27FC236}">
                    <a16:creationId xmlns:a16="http://schemas.microsoft.com/office/drawing/2014/main" id="{16CA01A9-D066-44A0-8EBC-1B6616EAD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9025" y="2149475"/>
                <a:ext cx="3438525" cy="1184275"/>
              </a:xfrm>
              <a:custGeom>
                <a:avLst/>
                <a:gdLst>
                  <a:gd name="T0" fmla="*/ 1111 w 2166"/>
                  <a:gd name="T1" fmla="*/ 342 h 746"/>
                  <a:gd name="T2" fmla="*/ 1042 w 2166"/>
                  <a:gd name="T3" fmla="*/ 313 h 746"/>
                  <a:gd name="T4" fmla="*/ 972 w 2166"/>
                  <a:gd name="T5" fmla="*/ 283 h 746"/>
                  <a:gd name="T6" fmla="*/ 902 w 2166"/>
                  <a:gd name="T7" fmla="*/ 252 h 746"/>
                  <a:gd name="T8" fmla="*/ 833 w 2166"/>
                  <a:gd name="T9" fmla="*/ 221 h 746"/>
                  <a:gd name="T10" fmla="*/ 763 w 2166"/>
                  <a:gd name="T11" fmla="*/ 191 h 746"/>
                  <a:gd name="T12" fmla="*/ 693 w 2166"/>
                  <a:gd name="T13" fmla="*/ 162 h 746"/>
                  <a:gd name="T14" fmla="*/ 623 w 2166"/>
                  <a:gd name="T15" fmla="*/ 132 h 746"/>
                  <a:gd name="T16" fmla="*/ 554 w 2166"/>
                  <a:gd name="T17" fmla="*/ 101 h 746"/>
                  <a:gd name="T18" fmla="*/ 484 w 2166"/>
                  <a:gd name="T19" fmla="*/ 68 h 746"/>
                  <a:gd name="T20" fmla="*/ 414 w 2166"/>
                  <a:gd name="T21" fmla="*/ 39 h 746"/>
                  <a:gd name="T22" fmla="*/ 344 w 2166"/>
                  <a:gd name="T23" fmla="*/ 28 h 746"/>
                  <a:gd name="T24" fmla="*/ 275 w 2166"/>
                  <a:gd name="T25" fmla="*/ 31 h 746"/>
                  <a:gd name="T26" fmla="*/ 205 w 2166"/>
                  <a:gd name="T27" fmla="*/ 31 h 746"/>
                  <a:gd name="T28" fmla="*/ 135 w 2166"/>
                  <a:gd name="T29" fmla="*/ 28 h 746"/>
                  <a:gd name="T30" fmla="*/ 65 w 2166"/>
                  <a:gd name="T31" fmla="*/ 23 h 746"/>
                  <a:gd name="T32" fmla="*/ 3 w 2166"/>
                  <a:gd name="T33" fmla="*/ 77 h 746"/>
                  <a:gd name="T34" fmla="*/ 72 w 2166"/>
                  <a:gd name="T35" fmla="*/ 75 h 746"/>
                  <a:gd name="T36" fmla="*/ 142 w 2166"/>
                  <a:gd name="T37" fmla="*/ 74 h 746"/>
                  <a:gd name="T38" fmla="*/ 212 w 2166"/>
                  <a:gd name="T39" fmla="*/ 69 h 746"/>
                  <a:gd name="T40" fmla="*/ 282 w 2166"/>
                  <a:gd name="T41" fmla="*/ 71 h 746"/>
                  <a:gd name="T42" fmla="*/ 351 w 2166"/>
                  <a:gd name="T43" fmla="*/ 73 h 746"/>
                  <a:gd name="T44" fmla="*/ 421 w 2166"/>
                  <a:gd name="T45" fmla="*/ 99 h 746"/>
                  <a:gd name="T46" fmla="*/ 491 w 2166"/>
                  <a:gd name="T47" fmla="*/ 137 h 746"/>
                  <a:gd name="T48" fmla="*/ 561 w 2166"/>
                  <a:gd name="T49" fmla="*/ 177 h 746"/>
                  <a:gd name="T50" fmla="*/ 630 w 2166"/>
                  <a:gd name="T51" fmla="*/ 217 h 746"/>
                  <a:gd name="T52" fmla="*/ 700 w 2166"/>
                  <a:gd name="T53" fmla="*/ 255 h 746"/>
                  <a:gd name="T54" fmla="*/ 770 w 2166"/>
                  <a:gd name="T55" fmla="*/ 291 h 746"/>
                  <a:gd name="T56" fmla="*/ 840 w 2166"/>
                  <a:gd name="T57" fmla="*/ 325 h 746"/>
                  <a:gd name="T58" fmla="*/ 909 w 2166"/>
                  <a:gd name="T59" fmla="*/ 360 h 746"/>
                  <a:gd name="T60" fmla="*/ 979 w 2166"/>
                  <a:gd name="T61" fmla="*/ 399 h 746"/>
                  <a:gd name="T62" fmla="*/ 1049 w 2166"/>
                  <a:gd name="T63" fmla="*/ 439 h 746"/>
                  <a:gd name="T64" fmla="*/ 1119 w 2166"/>
                  <a:gd name="T65" fmla="*/ 481 h 746"/>
                  <a:gd name="T66" fmla="*/ 1188 w 2166"/>
                  <a:gd name="T67" fmla="*/ 523 h 746"/>
                  <a:gd name="T68" fmla="*/ 1258 w 2166"/>
                  <a:gd name="T69" fmla="*/ 565 h 746"/>
                  <a:gd name="T70" fmla="*/ 1328 w 2166"/>
                  <a:gd name="T71" fmla="*/ 606 h 746"/>
                  <a:gd name="T72" fmla="*/ 1398 w 2166"/>
                  <a:gd name="T73" fmla="*/ 646 h 746"/>
                  <a:gd name="T74" fmla="*/ 1467 w 2166"/>
                  <a:gd name="T75" fmla="*/ 689 h 746"/>
                  <a:gd name="T76" fmla="*/ 1537 w 2166"/>
                  <a:gd name="T77" fmla="*/ 724 h 746"/>
                  <a:gd name="T78" fmla="*/ 1607 w 2166"/>
                  <a:gd name="T79" fmla="*/ 672 h 746"/>
                  <a:gd name="T80" fmla="*/ 1677 w 2166"/>
                  <a:gd name="T81" fmla="*/ 428 h 746"/>
                  <a:gd name="T82" fmla="*/ 1746 w 2166"/>
                  <a:gd name="T83" fmla="*/ 256 h 746"/>
                  <a:gd name="T84" fmla="*/ 1816 w 2166"/>
                  <a:gd name="T85" fmla="*/ 157 h 746"/>
                  <a:gd name="T86" fmla="*/ 1886 w 2166"/>
                  <a:gd name="T87" fmla="*/ 96 h 746"/>
                  <a:gd name="T88" fmla="*/ 1956 w 2166"/>
                  <a:gd name="T89" fmla="*/ 60 h 746"/>
                  <a:gd name="T90" fmla="*/ 2025 w 2166"/>
                  <a:gd name="T91" fmla="*/ 38 h 746"/>
                  <a:gd name="T92" fmla="*/ 2095 w 2166"/>
                  <a:gd name="T93" fmla="*/ 23 h 746"/>
                  <a:gd name="T94" fmla="*/ 2165 w 2166"/>
                  <a:gd name="T95" fmla="*/ 14 h 746"/>
                  <a:gd name="T96" fmla="*/ 2105 w 2166"/>
                  <a:gd name="T97" fmla="*/ 5 h 746"/>
                  <a:gd name="T98" fmla="*/ 2035 w 2166"/>
                  <a:gd name="T99" fmla="*/ 11 h 746"/>
                  <a:gd name="T100" fmla="*/ 1965 w 2166"/>
                  <a:gd name="T101" fmla="*/ 23 h 746"/>
                  <a:gd name="T102" fmla="*/ 1896 w 2166"/>
                  <a:gd name="T103" fmla="*/ 45 h 746"/>
                  <a:gd name="T104" fmla="*/ 1826 w 2166"/>
                  <a:gd name="T105" fmla="*/ 77 h 746"/>
                  <a:gd name="T106" fmla="*/ 1756 w 2166"/>
                  <a:gd name="T107" fmla="*/ 135 h 746"/>
                  <a:gd name="T108" fmla="*/ 1686 w 2166"/>
                  <a:gd name="T109" fmla="*/ 238 h 746"/>
                  <a:gd name="T110" fmla="*/ 1617 w 2166"/>
                  <a:gd name="T111" fmla="*/ 393 h 746"/>
                  <a:gd name="T112" fmla="*/ 1547 w 2166"/>
                  <a:gd name="T113" fmla="*/ 457 h 746"/>
                  <a:gd name="T114" fmla="*/ 1477 w 2166"/>
                  <a:gd name="T115" fmla="*/ 445 h 746"/>
                  <a:gd name="T116" fmla="*/ 1407 w 2166"/>
                  <a:gd name="T117" fmla="*/ 432 h 746"/>
                  <a:gd name="T118" fmla="*/ 1338 w 2166"/>
                  <a:gd name="T119" fmla="*/ 416 h 746"/>
                  <a:gd name="T120" fmla="*/ 1268 w 2166"/>
                  <a:gd name="T121" fmla="*/ 396 h 746"/>
                  <a:gd name="T122" fmla="*/ 1198 w 2166"/>
                  <a:gd name="T123" fmla="*/ 373 h 7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166" h="746">
                    <a:moveTo>
                      <a:pt x="1179" y="366"/>
                    </a:moveTo>
                    <a:lnTo>
                      <a:pt x="1176" y="365"/>
                    </a:lnTo>
                    <a:lnTo>
                      <a:pt x="1174" y="364"/>
                    </a:lnTo>
                    <a:lnTo>
                      <a:pt x="1171" y="363"/>
                    </a:lnTo>
                    <a:lnTo>
                      <a:pt x="1169" y="363"/>
                    </a:lnTo>
                    <a:lnTo>
                      <a:pt x="1167" y="362"/>
                    </a:lnTo>
                    <a:lnTo>
                      <a:pt x="1164" y="361"/>
                    </a:lnTo>
                    <a:lnTo>
                      <a:pt x="1162" y="360"/>
                    </a:lnTo>
                    <a:lnTo>
                      <a:pt x="1159" y="359"/>
                    </a:lnTo>
                    <a:lnTo>
                      <a:pt x="1157" y="359"/>
                    </a:lnTo>
                    <a:lnTo>
                      <a:pt x="1155" y="357"/>
                    </a:lnTo>
                    <a:lnTo>
                      <a:pt x="1152" y="357"/>
                    </a:lnTo>
                    <a:lnTo>
                      <a:pt x="1150" y="356"/>
                    </a:lnTo>
                    <a:lnTo>
                      <a:pt x="1147" y="355"/>
                    </a:lnTo>
                    <a:lnTo>
                      <a:pt x="1145" y="354"/>
                    </a:lnTo>
                    <a:lnTo>
                      <a:pt x="1143" y="353"/>
                    </a:lnTo>
                    <a:lnTo>
                      <a:pt x="1140" y="353"/>
                    </a:lnTo>
                    <a:lnTo>
                      <a:pt x="1138" y="351"/>
                    </a:lnTo>
                    <a:lnTo>
                      <a:pt x="1135" y="351"/>
                    </a:lnTo>
                    <a:lnTo>
                      <a:pt x="1133" y="350"/>
                    </a:lnTo>
                    <a:lnTo>
                      <a:pt x="1131" y="349"/>
                    </a:lnTo>
                    <a:lnTo>
                      <a:pt x="1128" y="348"/>
                    </a:lnTo>
                    <a:lnTo>
                      <a:pt x="1126" y="347"/>
                    </a:lnTo>
                    <a:lnTo>
                      <a:pt x="1123" y="346"/>
                    </a:lnTo>
                    <a:lnTo>
                      <a:pt x="1121" y="345"/>
                    </a:lnTo>
                    <a:lnTo>
                      <a:pt x="1119" y="345"/>
                    </a:lnTo>
                    <a:lnTo>
                      <a:pt x="1116" y="344"/>
                    </a:lnTo>
                    <a:lnTo>
                      <a:pt x="1114" y="343"/>
                    </a:lnTo>
                    <a:lnTo>
                      <a:pt x="1111" y="342"/>
                    </a:lnTo>
                    <a:lnTo>
                      <a:pt x="1109" y="341"/>
                    </a:lnTo>
                    <a:lnTo>
                      <a:pt x="1107" y="340"/>
                    </a:lnTo>
                    <a:lnTo>
                      <a:pt x="1104" y="339"/>
                    </a:lnTo>
                    <a:lnTo>
                      <a:pt x="1102" y="338"/>
                    </a:lnTo>
                    <a:lnTo>
                      <a:pt x="1099" y="337"/>
                    </a:lnTo>
                    <a:lnTo>
                      <a:pt x="1097" y="336"/>
                    </a:lnTo>
                    <a:lnTo>
                      <a:pt x="1095" y="335"/>
                    </a:lnTo>
                    <a:lnTo>
                      <a:pt x="1092" y="334"/>
                    </a:lnTo>
                    <a:lnTo>
                      <a:pt x="1090" y="333"/>
                    </a:lnTo>
                    <a:lnTo>
                      <a:pt x="1088" y="332"/>
                    </a:lnTo>
                    <a:lnTo>
                      <a:pt x="1085" y="331"/>
                    </a:lnTo>
                    <a:lnTo>
                      <a:pt x="1083" y="330"/>
                    </a:lnTo>
                    <a:lnTo>
                      <a:pt x="1080" y="329"/>
                    </a:lnTo>
                    <a:lnTo>
                      <a:pt x="1078" y="328"/>
                    </a:lnTo>
                    <a:lnTo>
                      <a:pt x="1076" y="327"/>
                    </a:lnTo>
                    <a:lnTo>
                      <a:pt x="1073" y="326"/>
                    </a:lnTo>
                    <a:lnTo>
                      <a:pt x="1071" y="325"/>
                    </a:lnTo>
                    <a:lnTo>
                      <a:pt x="1068" y="324"/>
                    </a:lnTo>
                    <a:lnTo>
                      <a:pt x="1066" y="323"/>
                    </a:lnTo>
                    <a:lnTo>
                      <a:pt x="1064" y="322"/>
                    </a:lnTo>
                    <a:lnTo>
                      <a:pt x="1061" y="321"/>
                    </a:lnTo>
                    <a:lnTo>
                      <a:pt x="1059" y="320"/>
                    </a:lnTo>
                    <a:lnTo>
                      <a:pt x="1056" y="319"/>
                    </a:lnTo>
                    <a:lnTo>
                      <a:pt x="1054" y="318"/>
                    </a:lnTo>
                    <a:lnTo>
                      <a:pt x="1051" y="317"/>
                    </a:lnTo>
                    <a:lnTo>
                      <a:pt x="1049" y="316"/>
                    </a:lnTo>
                    <a:lnTo>
                      <a:pt x="1047" y="315"/>
                    </a:lnTo>
                    <a:lnTo>
                      <a:pt x="1044" y="314"/>
                    </a:lnTo>
                    <a:lnTo>
                      <a:pt x="1042" y="313"/>
                    </a:lnTo>
                    <a:lnTo>
                      <a:pt x="1039" y="312"/>
                    </a:lnTo>
                    <a:lnTo>
                      <a:pt x="1037" y="311"/>
                    </a:lnTo>
                    <a:lnTo>
                      <a:pt x="1035" y="310"/>
                    </a:lnTo>
                    <a:lnTo>
                      <a:pt x="1032" y="309"/>
                    </a:lnTo>
                    <a:lnTo>
                      <a:pt x="1030" y="308"/>
                    </a:lnTo>
                    <a:lnTo>
                      <a:pt x="1027" y="307"/>
                    </a:lnTo>
                    <a:lnTo>
                      <a:pt x="1025" y="306"/>
                    </a:lnTo>
                    <a:lnTo>
                      <a:pt x="1023" y="305"/>
                    </a:lnTo>
                    <a:lnTo>
                      <a:pt x="1020" y="304"/>
                    </a:lnTo>
                    <a:lnTo>
                      <a:pt x="1018" y="303"/>
                    </a:lnTo>
                    <a:lnTo>
                      <a:pt x="1015" y="302"/>
                    </a:lnTo>
                    <a:lnTo>
                      <a:pt x="1013" y="301"/>
                    </a:lnTo>
                    <a:lnTo>
                      <a:pt x="1010" y="300"/>
                    </a:lnTo>
                    <a:lnTo>
                      <a:pt x="1008" y="299"/>
                    </a:lnTo>
                    <a:lnTo>
                      <a:pt x="1006" y="298"/>
                    </a:lnTo>
                    <a:lnTo>
                      <a:pt x="1003" y="297"/>
                    </a:lnTo>
                    <a:lnTo>
                      <a:pt x="1001" y="296"/>
                    </a:lnTo>
                    <a:lnTo>
                      <a:pt x="998" y="295"/>
                    </a:lnTo>
                    <a:lnTo>
                      <a:pt x="996" y="293"/>
                    </a:lnTo>
                    <a:lnTo>
                      <a:pt x="994" y="293"/>
                    </a:lnTo>
                    <a:lnTo>
                      <a:pt x="991" y="291"/>
                    </a:lnTo>
                    <a:lnTo>
                      <a:pt x="989" y="290"/>
                    </a:lnTo>
                    <a:lnTo>
                      <a:pt x="986" y="289"/>
                    </a:lnTo>
                    <a:lnTo>
                      <a:pt x="984" y="288"/>
                    </a:lnTo>
                    <a:lnTo>
                      <a:pt x="982" y="287"/>
                    </a:lnTo>
                    <a:lnTo>
                      <a:pt x="979" y="286"/>
                    </a:lnTo>
                    <a:lnTo>
                      <a:pt x="977" y="285"/>
                    </a:lnTo>
                    <a:lnTo>
                      <a:pt x="974" y="284"/>
                    </a:lnTo>
                    <a:lnTo>
                      <a:pt x="972" y="283"/>
                    </a:lnTo>
                    <a:lnTo>
                      <a:pt x="970" y="282"/>
                    </a:lnTo>
                    <a:lnTo>
                      <a:pt x="967" y="281"/>
                    </a:lnTo>
                    <a:lnTo>
                      <a:pt x="965" y="280"/>
                    </a:lnTo>
                    <a:lnTo>
                      <a:pt x="962" y="279"/>
                    </a:lnTo>
                    <a:lnTo>
                      <a:pt x="960" y="278"/>
                    </a:lnTo>
                    <a:lnTo>
                      <a:pt x="957" y="277"/>
                    </a:lnTo>
                    <a:lnTo>
                      <a:pt x="955" y="276"/>
                    </a:lnTo>
                    <a:lnTo>
                      <a:pt x="953" y="275"/>
                    </a:lnTo>
                    <a:lnTo>
                      <a:pt x="950" y="273"/>
                    </a:lnTo>
                    <a:lnTo>
                      <a:pt x="948" y="272"/>
                    </a:lnTo>
                    <a:lnTo>
                      <a:pt x="945" y="271"/>
                    </a:lnTo>
                    <a:lnTo>
                      <a:pt x="943" y="270"/>
                    </a:lnTo>
                    <a:lnTo>
                      <a:pt x="941" y="269"/>
                    </a:lnTo>
                    <a:lnTo>
                      <a:pt x="938" y="268"/>
                    </a:lnTo>
                    <a:lnTo>
                      <a:pt x="936" y="267"/>
                    </a:lnTo>
                    <a:lnTo>
                      <a:pt x="933" y="266"/>
                    </a:lnTo>
                    <a:lnTo>
                      <a:pt x="931" y="265"/>
                    </a:lnTo>
                    <a:lnTo>
                      <a:pt x="929" y="264"/>
                    </a:lnTo>
                    <a:lnTo>
                      <a:pt x="926" y="263"/>
                    </a:lnTo>
                    <a:lnTo>
                      <a:pt x="924" y="262"/>
                    </a:lnTo>
                    <a:lnTo>
                      <a:pt x="921" y="261"/>
                    </a:lnTo>
                    <a:lnTo>
                      <a:pt x="919" y="259"/>
                    </a:lnTo>
                    <a:lnTo>
                      <a:pt x="916" y="258"/>
                    </a:lnTo>
                    <a:lnTo>
                      <a:pt x="914" y="258"/>
                    </a:lnTo>
                    <a:lnTo>
                      <a:pt x="912" y="256"/>
                    </a:lnTo>
                    <a:lnTo>
                      <a:pt x="909" y="255"/>
                    </a:lnTo>
                    <a:lnTo>
                      <a:pt x="907" y="254"/>
                    </a:lnTo>
                    <a:lnTo>
                      <a:pt x="904" y="253"/>
                    </a:lnTo>
                    <a:lnTo>
                      <a:pt x="902" y="252"/>
                    </a:lnTo>
                    <a:lnTo>
                      <a:pt x="900" y="251"/>
                    </a:lnTo>
                    <a:lnTo>
                      <a:pt x="897" y="250"/>
                    </a:lnTo>
                    <a:lnTo>
                      <a:pt x="895" y="249"/>
                    </a:lnTo>
                    <a:lnTo>
                      <a:pt x="892" y="248"/>
                    </a:lnTo>
                    <a:lnTo>
                      <a:pt x="890" y="247"/>
                    </a:lnTo>
                    <a:lnTo>
                      <a:pt x="888" y="245"/>
                    </a:lnTo>
                    <a:lnTo>
                      <a:pt x="885" y="245"/>
                    </a:lnTo>
                    <a:lnTo>
                      <a:pt x="883" y="244"/>
                    </a:lnTo>
                    <a:lnTo>
                      <a:pt x="880" y="242"/>
                    </a:lnTo>
                    <a:lnTo>
                      <a:pt x="878" y="241"/>
                    </a:lnTo>
                    <a:lnTo>
                      <a:pt x="876" y="240"/>
                    </a:lnTo>
                    <a:lnTo>
                      <a:pt x="873" y="239"/>
                    </a:lnTo>
                    <a:lnTo>
                      <a:pt x="871" y="238"/>
                    </a:lnTo>
                    <a:lnTo>
                      <a:pt x="868" y="237"/>
                    </a:lnTo>
                    <a:lnTo>
                      <a:pt x="866" y="236"/>
                    </a:lnTo>
                    <a:lnTo>
                      <a:pt x="864" y="235"/>
                    </a:lnTo>
                    <a:lnTo>
                      <a:pt x="861" y="234"/>
                    </a:lnTo>
                    <a:lnTo>
                      <a:pt x="859" y="233"/>
                    </a:lnTo>
                    <a:lnTo>
                      <a:pt x="856" y="232"/>
                    </a:lnTo>
                    <a:lnTo>
                      <a:pt x="854" y="231"/>
                    </a:lnTo>
                    <a:lnTo>
                      <a:pt x="852" y="230"/>
                    </a:lnTo>
                    <a:lnTo>
                      <a:pt x="849" y="229"/>
                    </a:lnTo>
                    <a:lnTo>
                      <a:pt x="847" y="228"/>
                    </a:lnTo>
                    <a:lnTo>
                      <a:pt x="845" y="227"/>
                    </a:lnTo>
                    <a:lnTo>
                      <a:pt x="842" y="226"/>
                    </a:lnTo>
                    <a:lnTo>
                      <a:pt x="840" y="224"/>
                    </a:lnTo>
                    <a:lnTo>
                      <a:pt x="837" y="224"/>
                    </a:lnTo>
                    <a:lnTo>
                      <a:pt x="835" y="222"/>
                    </a:lnTo>
                    <a:lnTo>
                      <a:pt x="833" y="221"/>
                    </a:lnTo>
                    <a:lnTo>
                      <a:pt x="830" y="220"/>
                    </a:lnTo>
                    <a:lnTo>
                      <a:pt x="828" y="219"/>
                    </a:lnTo>
                    <a:lnTo>
                      <a:pt x="825" y="218"/>
                    </a:lnTo>
                    <a:lnTo>
                      <a:pt x="823" y="217"/>
                    </a:lnTo>
                    <a:lnTo>
                      <a:pt x="821" y="216"/>
                    </a:lnTo>
                    <a:lnTo>
                      <a:pt x="818" y="215"/>
                    </a:lnTo>
                    <a:lnTo>
                      <a:pt x="816" y="214"/>
                    </a:lnTo>
                    <a:lnTo>
                      <a:pt x="813" y="213"/>
                    </a:lnTo>
                    <a:lnTo>
                      <a:pt x="811" y="212"/>
                    </a:lnTo>
                    <a:lnTo>
                      <a:pt x="809" y="211"/>
                    </a:lnTo>
                    <a:lnTo>
                      <a:pt x="806" y="210"/>
                    </a:lnTo>
                    <a:lnTo>
                      <a:pt x="804" y="209"/>
                    </a:lnTo>
                    <a:lnTo>
                      <a:pt x="801" y="208"/>
                    </a:lnTo>
                    <a:lnTo>
                      <a:pt x="799" y="207"/>
                    </a:lnTo>
                    <a:lnTo>
                      <a:pt x="797" y="206"/>
                    </a:lnTo>
                    <a:lnTo>
                      <a:pt x="794" y="205"/>
                    </a:lnTo>
                    <a:lnTo>
                      <a:pt x="792" y="204"/>
                    </a:lnTo>
                    <a:lnTo>
                      <a:pt x="789" y="203"/>
                    </a:lnTo>
                    <a:lnTo>
                      <a:pt x="787" y="202"/>
                    </a:lnTo>
                    <a:lnTo>
                      <a:pt x="784" y="201"/>
                    </a:lnTo>
                    <a:lnTo>
                      <a:pt x="782" y="200"/>
                    </a:lnTo>
                    <a:lnTo>
                      <a:pt x="780" y="198"/>
                    </a:lnTo>
                    <a:lnTo>
                      <a:pt x="777" y="198"/>
                    </a:lnTo>
                    <a:lnTo>
                      <a:pt x="775" y="196"/>
                    </a:lnTo>
                    <a:lnTo>
                      <a:pt x="772" y="195"/>
                    </a:lnTo>
                    <a:lnTo>
                      <a:pt x="770" y="195"/>
                    </a:lnTo>
                    <a:lnTo>
                      <a:pt x="768" y="193"/>
                    </a:lnTo>
                    <a:lnTo>
                      <a:pt x="765" y="192"/>
                    </a:lnTo>
                    <a:lnTo>
                      <a:pt x="763" y="191"/>
                    </a:lnTo>
                    <a:lnTo>
                      <a:pt x="760" y="190"/>
                    </a:lnTo>
                    <a:lnTo>
                      <a:pt x="758" y="189"/>
                    </a:lnTo>
                    <a:lnTo>
                      <a:pt x="756" y="188"/>
                    </a:lnTo>
                    <a:lnTo>
                      <a:pt x="753" y="187"/>
                    </a:lnTo>
                    <a:lnTo>
                      <a:pt x="751" y="186"/>
                    </a:lnTo>
                    <a:lnTo>
                      <a:pt x="748" y="185"/>
                    </a:lnTo>
                    <a:lnTo>
                      <a:pt x="746" y="184"/>
                    </a:lnTo>
                    <a:lnTo>
                      <a:pt x="743" y="183"/>
                    </a:lnTo>
                    <a:lnTo>
                      <a:pt x="741" y="182"/>
                    </a:lnTo>
                    <a:lnTo>
                      <a:pt x="739" y="181"/>
                    </a:lnTo>
                    <a:lnTo>
                      <a:pt x="736" y="180"/>
                    </a:lnTo>
                    <a:lnTo>
                      <a:pt x="734" y="179"/>
                    </a:lnTo>
                    <a:lnTo>
                      <a:pt x="731" y="178"/>
                    </a:lnTo>
                    <a:lnTo>
                      <a:pt x="729" y="177"/>
                    </a:lnTo>
                    <a:lnTo>
                      <a:pt x="727" y="176"/>
                    </a:lnTo>
                    <a:lnTo>
                      <a:pt x="724" y="175"/>
                    </a:lnTo>
                    <a:lnTo>
                      <a:pt x="722" y="174"/>
                    </a:lnTo>
                    <a:lnTo>
                      <a:pt x="719" y="173"/>
                    </a:lnTo>
                    <a:lnTo>
                      <a:pt x="717" y="172"/>
                    </a:lnTo>
                    <a:lnTo>
                      <a:pt x="715" y="171"/>
                    </a:lnTo>
                    <a:lnTo>
                      <a:pt x="712" y="170"/>
                    </a:lnTo>
                    <a:lnTo>
                      <a:pt x="710" y="169"/>
                    </a:lnTo>
                    <a:lnTo>
                      <a:pt x="707" y="168"/>
                    </a:lnTo>
                    <a:lnTo>
                      <a:pt x="705" y="167"/>
                    </a:lnTo>
                    <a:lnTo>
                      <a:pt x="703" y="166"/>
                    </a:lnTo>
                    <a:lnTo>
                      <a:pt x="700" y="165"/>
                    </a:lnTo>
                    <a:lnTo>
                      <a:pt x="698" y="164"/>
                    </a:lnTo>
                    <a:lnTo>
                      <a:pt x="695" y="163"/>
                    </a:lnTo>
                    <a:lnTo>
                      <a:pt x="693" y="162"/>
                    </a:lnTo>
                    <a:lnTo>
                      <a:pt x="690" y="161"/>
                    </a:lnTo>
                    <a:lnTo>
                      <a:pt x="688" y="160"/>
                    </a:lnTo>
                    <a:lnTo>
                      <a:pt x="686" y="159"/>
                    </a:lnTo>
                    <a:lnTo>
                      <a:pt x="683" y="158"/>
                    </a:lnTo>
                    <a:lnTo>
                      <a:pt x="681" y="157"/>
                    </a:lnTo>
                    <a:lnTo>
                      <a:pt x="678" y="156"/>
                    </a:lnTo>
                    <a:lnTo>
                      <a:pt x="676" y="155"/>
                    </a:lnTo>
                    <a:lnTo>
                      <a:pt x="674" y="154"/>
                    </a:lnTo>
                    <a:lnTo>
                      <a:pt x="671" y="153"/>
                    </a:lnTo>
                    <a:lnTo>
                      <a:pt x="669" y="152"/>
                    </a:lnTo>
                    <a:lnTo>
                      <a:pt x="666" y="151"/>
                    </a:lnTo>
                    <a:lnTo>
                      <a:pt x="664" y="150"/>
                    </a:lnTo>
                    <a:lnTo>
                      <a:pt x="662" y="149"/>
                    </a:lnTo>
                    <a:lnTo>
                      <a:pt x="659" y="148"/>
                    </a:lnTo>
                    <a:lnTo>
                      <a:pt x="657" y="147"/>
                    </a:lnTo>
                    <a:lnTo>
                      <a:pt x="654" y="146"/>
                    </a:lnTo>
                    <a:lnTo>
                      <a:pt x="652" y="145"/>
                    </a:lnTo>
                    <a:lnTo>
                      <a:pt x="649" y="144"/>
                    </a:lnTo>
                    <a:lnTo>
                      <a:pt x="647" y="143"/>
                    </a:lnTo>
                    <a:lnTo>
                      <a:pt x="645" y="142"/>
                    </a:lnTo>
                    <a:lnTo>
                      <a:pt x="642" y="141"/>
                    </a:lnTo>
                    <a:lnTo>
                      <a:pt x="640" y="140"/>
                    </a:lnTo>
                    <a:lnTo>
                      <a:pt x="637" y="138"/>
                    </a:lnTo>
                    <a:lnTo>
                      <a:pt x="635" y="138"/>
                    </a:lnTo>
                    <a:lnTo>
                      <a:pt x="633" y="137"/>
                    </a:lnTo>
                    <a:lnTo>
                      <a:pt x="630" y="135"/>
                    </a:lnTo>
                    <a:lnTo>
                      <a:pt x="628" y="134"/>
                    </a:lnTo>
                    <a:lnTo>
                      <a:pt x="625" y="134"/>
                    </a:lnTo>
                    <a:lnTo>
                      <a:pt x="623" y="132"/>
                    </a:lnTo>
                    <a:lnTo>
                      <a:pt x="621" y="131"/>
                    </a:lnTo>
                    <a:lnTo>
                      <a:pt x="618" y="130"/>
                    </a:lnTo>
                    <a:lnTo>
                      <a:pt x="616" y="129"/>
                    </a:lnTo>
                    <a:lnTo>
                      <a:pt x="613" y="128"/>
                    </a:lnTo>
                    <a:lnTo>
                      <a:pt x="611" y="127"/>
                    </a:lnTo>
                    <a:lnTo>
                      <a:pt x="609" y="126"/>
                    </a:lnTo>
                    <a:lnTo>
                      <a:pt x="606" y="125"/>
                    </a:lnTo>
                    <a:lnTo>
                      <a:pt x="604" y="124"/>
                    </a:lnTo>
                    <a:lnTo>
                      <a:pt x="601" y="123"/>
                    </a:lnTo>
                    <a:lnTo>
                      <a:pt x="599" y="122"/>
                    </a:lnTo>
                    <a:lnTo>
                      <a:pt x="597" y="121"/>
                    </a:lnTo>
                    <a:lnTo>
                      <a:pt x="594" y="120"/>
                    </a:lnTo>
                    <a:lnTo>
                      <a:pt x="592" y="119"/>
                    </a:lnTo>
                    <a:lnTo>
                      <a:pt x="590" y="118"/>
                    </a:lnTo>
                    <a:lnTo>
                      <a:pt x="587" y="117"/>
                    </a:lnTo>
                    <a:lnTo>
                      <a:pt x="585" y="115"/>
                    </a:lnTo>
                    <a:lnTo>
                      <a:pt x="582" y="114"/>
                    </a:lnTo>
                    <a:lnTo>
                      <a:pt x="580" y="113"/>
                    </a:lnTo>
                    <a:lnTo>
                      <a:pt x="578" y="112"/>
                    </a:lnTo>
                    <a:lnTo>
                      <a:pt x="575" y="111"/>
                    </a:lnTo>
                    <a:lnTo>
                      <a:pt x="573" y="110"/>
                    </a:lnTo>
                    <a:lnTo>
                      <a:pt x="570" y="109"/>
                    </a:lnTo>
                    <a:lnTo>
                      <a:pt x="568" y="108"/>
                    </a:lnTo>
                    <a:lnTo>
                      <a:pt x="566" y="107"/>
                    </a:lnTo>
                    <a:lnTo>
                      <a:pt x="563" y="106"/>
                    </a:lnTo>
                    <a:lnTo>
                      <a:pt x="561" y="105"/>
                    </a:lnTo>
                    <a:lnTo>
                      <a:pt x="558" y="103"/>
                    </a:lnTo>
                    <a:lnTo>
                      <a:pt x="556" y="102"/>
                    </a:lnTo>
                    <a:lnTo>
                      <a:pt x="554" y="101"/>
                    </a:lnTo>
                    <a:lnTo>
                      <a:pt x="551" y="100"/>
                    </a:lnTo>
                    <a:lnTo>
                      <a:pt x="549" y="99"/>
                    </a:lnTo>
                    <a:lnTo>
                      <a:pt x="546" y="97"/>
                    </a:lnTo>
                    <a:lnTo>
                      <a:pt x="544" y="96"/>
                    </a:lnTo>
                    <a:lnTo>
                      <a:pt x="542" y="95"/>
                    </a:lnTo>
                    <a:lnTo>
                      <a:pt x="539" y="94"/>
                    </a:lnTo>
                    <a:lnTo>
                      <a:pt x="537" y="93"/>
                    </a:lnTo>
                    <a:lnTo>
                      <a:pt x="534" y="92"/>
                    </a:lnTo>
                    <a:lnTo>
                      <a:pt x="532" y="91"/>
                    </a:lnTo>
                    <a:lnTo>
                      <a:pt x="530" y="89"/>
                    </a:lnTo>
                    <a:lnTo>
                      <a:pt x="527" y="88"/>
                    </a:lnTo>
                    <a:lnTo>
                      <a:pt x="525" y="87"/>
                    </a:lnTo>
                    <a:lnTo>
                      <a:pt x="522" y="86"/>
                    </a:lnTo>
                    <a:lnTo>
                      <a:pt x="520" y="85"/>
                    </a:lnTo>
                    <a:lnTo>
                      <a:pt x="517" y="84"/>
                    </a:lnTo>
                    <a:lnTo>
                      <a:pt x="515" y="83"/>
                    </a:lnTo>
                    <a:lnTo>
                      <a:pt x="513" y="82"/>
                    </a:lnTo>
                    <a:lnTo>
                      <a:pt x="510" y="80"/>
                    </a:lnTo>
                    <a:lnTo>
                      <a:pt x="508" y="79"/>
                    </a:lnTo>
                    <a:lnTo>
                      <a:pt x="505" y="78"/>
                    </a:lnTo>
                    <a:lnTo>
                      <a:pt x="503" y="77"/>
                    </a:lnTo>
                    <a:lnTo>
                      <a:pt x="501" y="76"/>
                    </a:lnTo>
                    <a:lnTo>
                      <a:pt x="498" y="75"/>
                    </a:lnTo>
                    <a:lnTo>
                      <a:pt x="496" y="74"/>
                    </a:lnTo>
                    <a:lnTo>
                      <a:pt x="493" y="72"/>
                    </a:lnTo>
                    <a:lnTo>
                      <a:pt x="491" y="71"/>
                    </a:lnTo>
                    <a:lnTo>
                      <a:pt x="489" y="70"/>
                    </a:lnTo>
                    <a:lnTo>
                      <a:pt x="486" y="69"/>
                    </a:lnTo>
                    <a:lnTo>
                      <a:pt x="484" y="68"/>
                    </a:lnTo>
                    <a:lnTo>
                      <a:pt x="481" y="67"/>
                    </a:lnTo>
                    <a:lnTo>
                      <a:pt x="479" y="66"/>
                    </a:lnTo>
                    <a:lnTo>
                      <a:pt x="476" y="65"/>
                    </a:lnTo>
                    <a:lnTo>
                      <a:pt x="474" y="64"/>
                    </a:lnTo>
                    <a:lnTo>
                      <a:pt x="472" y="63"/>
                    </a:lnTo>
                    <a:lnTo>
                      <a:pt x="469" y="62"/>
                    </a:lnTo>
                    <a:lnTo>
                      <a:pt x="467" y="60"/>
                    </a:lnTo>
                    <a:lnTo>
                      <a:pt x="464" y="59"/>
                    </a:lnTo>
                    <a:lnTo>
                      <a:pt x="462" y="58"/>
                    </a:lnTo>
                    <a:lnTo>
                      <a:pt x="460" y="57"/>
                    </a:lnTo>
                    <a:lnTo>
                      <a:pt x="457" y="56"/>
                    </a:lnTo>
                    <a:lnTo>
                      <a:pt x="455" y="55"/>
                    </a:lnTo>
                    <a:lnTo>
                      <a:pt x="452" y="54"/>
                    </a:lnTo>
                    <a:lnTo>
                      <a:pt x="450" y="53"/>
                    </a:lnTo>
                    <a:lnTo>
                      <a:pt x="448" y="52"/>
                    </a:lnTo>
                    <a:lnTo>
                      <a:pt x="445" y="51"/>
                    </a:lnTo>
                    <a:lnTo>
                      <a:pt x="443" y="50"/>
                    </a:lnTo>
                    <a:lnTo>
                      <a:pt x="440" y="49"/>
                    </a:lnTo>
                    <a:lnTo>
                      <a:pt x="438" y="48"/>
                    </a:lnTo>
                    <a:lnTo>
                      <a:pt x="436" y="47"/>
                    </a:lnTo>
                    <a:lnTo>
                      <a:pt x="433" y="46"/>
                    </a:lnTo>
                    <a:lnTo>
                      <a:pt x="431" y="45"/>
                    </a:lnTo>
                    <a:lnTo>
                      <a:pt x="428" y="44"/>
                    </a:lnTo>
                    <a:lnTo>
                      <a:pt x="426" y="43"/>
                    </a:lnTo>
                    <a:lnTo>
                      <a:pt x="423" y="42"/>
                    </a:lnTo>
                    <a:lnTo>
                      <a:pt x="421" y="41"/>
                    </a:lnTo>
                    <a:lnTo>
                      <a:pt x="419" y="40"/>
                    </a:lnTo>
                    <a:lnTo>
                      <a:pt x="416" y="39"/>
                    </a:lnTo>
                    <a:lnTo>
                      <a:pt x="414" y="39"/>
                    </a:lnTo>
                    <a:lnTo>
                      <a:pt x="411" y="38"/>
                    </a:lnTo>
                    <a:lnTo>
                      <a:pt x="409" y="37"/>
                    </a:lnTo>
                    <a:lnTo>
                      <a:pt x="407" y="36"/>
                    </a:lnTo>
                    <a:lnTo>
                      <a:pt x="404" y="36"/>
                    </a:lnTo>
                    <a:lnTo>
                      <a:pt x="402" y="35"/>
                    </a:lnTo>
                    <a:lnTo>
                      <a:pt x="399" y="34"/>
                    </a:lnTo>
                    <a:lnTo>
                      <a:pt x="397" y="33"/>
                    </a:lnTo>
                    <a:lnTo>
                      <a:pt x="395" y="32"/>
                    </a:lnTo>
                    <a:lnTo>
                      <a:pt x="392" y="32"/>
                    </a:lnTo>
                    <a:lnTo>
                      <a:pt x="390" y="31"/>
                    </a:lnTo>
                    <a:lnTo>
                      <a:pt x="387" y="31"/>
                    </a:lnTo>
                    <a:lnTo>
                      <a:pt x="385" y="30"/>
                    </a:lnTo>
                    <a:lnTo>
                      <a:pt x="382" y="30"/>
                    </a:lnTo>
                    <a:lnTo>
                      <a:pt x="380" y="29"/>
                    </a:lnTo>
                    <a:lnTo>
                      <a:pt x="378" y="29"/>
                    </a:lnTo>
                    <a:lnTo>
                      <a:pt x="375" y="29"/>
                    </a:lnTo>
                    <a:lnTo>
                      <a:pt x="373" y="28"/>
                    </a:lnTo>
                    <a:lnTo>
                      <a:pt x="370" y="28"/>
                    </a:lnTo>
                    <a:lnTo>
                      <a:pt x="368" y="28"/>
                    </a:lnTo>
                    <a:lnTo>
                      <a:pt x="366" y="28"/>
                    </a:lnTo>
                    <a:lnTo>
                      <a:pt x="363" y="28"/>
                    </a:lnTo>
                    <a:lnTo>
                      <a:pt x="361" y="28"/>
                    </a:lnTo>
                    <a:lnTo>
                      <a:pt x="358" y="28"/>
                    </a:lnTo>
                    <a:lnTo>
                      <a:pt x="356" y="28"/>
                    </a:lnTo>
                    <a:lnTo>
                      <a:pt x="354" y="28"/>
                    </a:lnTo>
                    <a:lnTo>
                      <a:pt x="351" y="28"/>
                    </a:lnTo>
                    <a:lnTo>
                      <a:pt x="349" y="28"/>
                    </a:lnTo>
                    <a:lnTo>
                      <a:pt x="347" y="28"/>
                    </a:lnTo>
                    <a:lnTo>
                      <a:pt x="344" y="28"/>
                    </a:lnTo>
                    <a:lnTo>
                      <a:pt x="342" y="28"/>
                    </a:lnTo>
                    <a:lnTo>
                      <a:pt x="339" y="28"/>
                    </a:lnTo>
                    <a:lnTo>
                      <a:pt x="337" y="28"/>
                    </a:lnTo>
                    <a:lnTo>
                      <a:pt x="335" y="28"/>
                    </a:lnTo>
                    <a:lnTo>
                      <a:pt x="332" y="28"/>
                    </a:lnTo>
                    <a:lnTo>
                      <a:pt x="330" y="28"/>
                    </a:lnTo>
                    <a:lnTo>
                      <a:pt x="327" y="28"/>
                    </a:lnTo>
                    <a:lnTo>
                      <a:pt x="325" y="28"/>
                    </a:lnTo>
                    <a:lnTo>
                      <a:pt x="323" y="28"/>
                    </a:lnTo>
                    <a:lnTo>
                      <a:pt x="320" y="28"/>
                    </a:lnTo>
                    <a:lnTo>
                      <a:pt x="318" y="28"/>
                    </a:lnTo>
                    <a:lnTo>
                      <a:pt x="315" y="29"/>
                    </a:lnTo>
                    <a:lnTo>
                      <a:pt x="313" y="29"/>
                    </a:lnTo>
                    <a:lnTo>
                      <a:pt x="311" y="29"/>
                    </a:lnTo>
                    <a:lnTo>
                      <a:pt x="308" y="29"/>
                    </a:lnTo>
                    <a:lnTo>
                      <a:pt x="306" y="29"/>
                    </a:lnTo>
                    <a:lnTo>
                      <a:pt x="303" y="29"/>
                    </a:lnTo>
                    <a:lnTo>
                      <a:pt x="301" y="30"/>
                    </a:lnTo>
                    <a:lnTo>
                      <a:pt x="299" y="30"/>
                    </a:lnTo>
                    <a:lnTo>
                      <a:pt x="296" y="30"/>
                    </a:lnTo>
                    <a:lnTo>
                      <a:pt x="294" y="31"/>
                    </a:lnTo>
                    <a:lnTo>
                      <a:pt x="291" y="31"/>
                    </a:lnTo>
                    <a:lnTo>
                      <a:pt x="289" y="31"/>
                    </a:lnTo>
                    <a:lnTo>
                      <a:pt x="287" y="31"/>
                    </a:lnTo>
                    <a:lnTo>
                      <a:pt x="284" y="31"/>
                    </a:lnTo>
                    <a:lnTo>
                      <a:pt x="282" y="31"/>
                    </a:lnTo>
                    <a:lnTo>
                      <a:pt x="279" y="31"/>
                    </a:lnTo>
                    <a:lnTo>
                      <a:pt x="277" y="31"/>
                    </a:lnTo>
                    <a:lnTo>
                      <a:pt x="275" y="31"/>
                    </a:lnTo>
                    <a:lnTo>
                      <a:pt x="272" y="31"/>
                    </a:lnTo>
                    <a:lnTo>
                      <a:pt x="270" y="31"/>
                    </a:lnTo>
                    <a:lnTo>
                      <a:pt x="267" y="31"/>
                    </a:lnTo>
                    <a:lnTo>
                      <a:pt x="265" y="31"/>
                    </a:lnTo>
                    <a:lnTo>
                      <a:pt x="263" y="32"/>
                    </a:lnTo>
                    <a:lnTo>
                      <a:pt x="260" y="32"/>
                    </a:lnTo>
                    <a:lnTo>
                      <a:pt x="258" y="32"/>
                    </a:lnTo>
                    <a:lnTo>
                      <a:pt x="255" y="32"/>
                    </a:lnTo>
                    <a:lnTo>
                      <a:pt x="253" y="32"/>
                    </a:lnTo>
                    <a:lnTo>
                      <a:pt x="250" y="32"/>
                    </a:lnTo>
                    <a:lnTo>
                      <a:pt x="248" y="32"/>
                    </a:lnTo>
                    <a:lnTo>
                      <a:pt x="246" y="32"/>
                    </a:lnTo>
                    <a:lnTo>
                      <a:pt x="243" y="32"/>
                    </a:lnTo>
                    <a:lnTo>
                      <a:pt x="241" y="32"/>
                    </a:lnTo>
                    <a:lnTo>
                      <a:pt x="238" y="32"/>
                    </a:lnTo>
                    <a:lnTo>
                      <a:pt x="236" y="32"/>
                    </a:lnTo>
                    <a:lnTo>
                      <a:pt x="234" y="32"/>
                    </a:lnTo>
                    <a:lnTo>
                      <a:pt x="231" y="32"/>
                    </a:lnTo>
                    <a:lnTo>
                      <a:pt x="229" y="32"/>
                    </a:lnTo>
                    <a:lnTo>
                      <a:pt x="226" y="32"/>
                    </a:lnTo>
                    <a:lnTo>
                      <a:pt x="224" y="32"/>
                    </a:lnTo>
                    <a:lnTo>
                      <a:pt x="222" y="32"/>
                    </a:lnTo>
                    <a:lnTo>
                      <a:pt x="219" y="32"/>
                    </a:lnTo>
                    <a:lnTo>
                      <a:pt x="217" y="32"/>
                    </a:lnTo>
                    <a:lnTo>
                      <a:pt x="214" y="32"/>
                    </a:lnTo>
                    <a:lnTo>
                      <a:pt x="212" y="31"/>
                    </a:lnTo>
                    <a:lnTo>
                      <a:pt x="209" y="31"/>
                    </a:lnTo>
                    <a:lnTo>
                      <a:pt x="207" y="31"/>
                    </a:lnTo>
                    <a:lnTo>
                      <a:pt x="205" y="31"/>
                    </a:lnTo>
                    <a:lnTo>
                      <a:pt x="202" y="31"/>
                    </a:lnTo>
                    <a:lnTo>
                      <a:pt x="200" y="31"/>
                    </a:lnTo>
                    <a:lnTo>
                      <a:pt x="197" y="30"/>
                    </a:lnTo>
                    <a:lnTo>
                      <a:pt x="195" y="30"/>
                    </a:lnTo>
                    <a:lnTo>
                      <a:pt x="193" y="30"/>
                    </a:lnTo>
                    <a:lnTo>
                      <a:pt x="190" y="30"/>
                    </a:lnTo>
                    <a:lnTo>
                      <a:pt x="188" y="30"/>
                    </a:lnTo>
                    <a:lnTo>
                      <a:pt x="185" y="30"/>
                    </a:lnTo>
                    <a:lnTo>
                      <a:pt x="183" y="29"/>
                    </a:lnTo>
                    <a:lnTo>
                      <a:pt x="181" y="29"/>
                    </a:lnTo>
                    <a:lnTo>
                      <a:pt x="178" y="29"/>
                    </a:lnTo>
                    <a:lnTo>
                      <a:pt x="176" y="29"/>
                    </a:lnTo>
                    <a:lnTo>
                      <a:pt x="173" y="29"/>
                    </a:lnTo>
                    <a:lnTo>
                      <a:pt x="171" y="29"/>
                    </a:lnTo>
                    <a:lnTo>
                      <a:pt x="169" y="29"/>
                    </a:lnTo>
                    <a:lnTo>
                      <a:pt x="166" y="29"/>
                    </a:lnTo>
                    <a:lnTo>
                      <a:pt x="164" y="29"/>
                    </a:lnTo>
                    <a:lnTo>
                      <a:pt x="161" y="29"/>
                    </a:lnTo>
                    <a:lnTo>
                      <a:pt x="159" y="29"/>
                    </a:lnTo>
                    <a:lnTo>
                      <a:pt x="156" y="29"/>
                    </a:lnTo>
                    <a:lnTo>
                      <a:pt x="154" y="29"/>
                    </a:lnTo>
                    <a:lnTo>
                      <a:pt x="152" y="29"/>
                    </a:lnTo>
                    <a:lnTo>
                      <a:pt x="149" y="29"/>
                    </a:lnTo>
                    <a:lnTo>
                      <a:pt x="147" y="29"/>
                    </a:lnTo>
                    <a:lnTo>
                      <a:pt x="144" y="28"/>
                    </a:lnTo>
                    <a:lnTo>
                      <a:pt x="142" y="28"/>
                    </a:lnTo>
                    <a:lnTo>
                      <a:pt x="140" y="29"/>
                    </a:lnTo>
                    <a:lnTo>
                      <a:pt x="137" y="28"/>
                    </a:lnTo>
                    <a:lnTo>
                      <a:pt x="135" y="28"/>
                    </a:lnTo>
                    <a:lnTo>
                      <a:pt x="132" y="28"/>
                    </a:lnTo>
                    <a:lnTo>
                      <a:pt x="130" y="28"/>
                    </a:lnTo>
                    <a:lnTo>
                      <a:pt x="128" y="28"/>
                    </a:lnTo>
                    <a:lnTo>
                      <a:pt x="125" y="28"/>
                    </a:lnTo>
                    <a:lnTo>
                      <a:pt x="123" y="28"/>
                    </a:lnTo>
                    <a:lnTo>
                      <a:pt x="120" y="28"/>
                    </a:lnTo>
                    <a:lnTo>
                      <a:pt x="118" y="28"/>
                    </a:lnTo>
                    <a:lnTo>
                      <a:pt x="115" y="28"/>
                    </a:lnTo>
                    <a:lnTo>
                      <a:pt x="113" y="27"/>
                    </a:lnTo>
                    <a:lnTo>
                      <a:pt x="111" y="27"/>
                    </a:lnTo>
                    <a:lnTo>
                      <a:pt x="108" y="27"/>
                    </a:lnTo>
                    <a:lnTo>
                      <a:pt x="106" y="26"/>
                    </a:lnTo>
                    <a:lnTo>
                      <a:pt x="104" y="26"/>
                    </a:lnTo>
                    <a:lnTo>
                      <a:pt x="101" y="26"/>
                    </a:lnTo>
                    <a:lnTo>
                      <a:pt x="99" y="26"/>
                    </a:lnTo>
                    <a:lnTo>
                      <a:pt x="96" y="26"/>
                    </a:lnTo>
                    <a:lnTo>
                      <a:pt x="94" y="25"/>
                    </a:lnTo>
                    <a:lnTo>
                      <a:pt x="92" y="25"/>
                    </a:lnTo>
                    <a:lnTo>
                      <a:pt x="89" y="25"/>
                    </a:lnTo>
                    <a:lnTo>
                      <a:pt x="87" y="25"/>
                    </a:lnTo>
                    <a:lnTo>
                      <a:pt x="84" y="25"/>
                    </a:lnTo>
                    <a:lnTo>
                      <a:pt x="82" y="24"/>
                    </a:lnTo>
                    <a:lnTo>
                      <a:pt x="80" y="24"/>
                    </a:lnTo>
                    <a:lnTo>
                      <a:pt x="77" y="24"/>
                    </a:lnTo>
                    <a:lnTo>
                      <a:pt x="75" y="24"/>
                    </a:lnTo>
                    <a:lnTo>
                      <a:pt x="72" y="24"/>
                    </a:lnTo>
                    <a:lnTo>
                      <a:pt x="70" y="23"/>
                    </a:lnTo>
                    <a:lnTo>
                      <a:pt x="68" y="23"/>
                    </a:lnTo>
                    <a:lnTo>
                      <a:pt x="65" y="23"/>
                    </a:lnTo>
                    <a:lnTo>
                      <a:pt x="63" y="23"/>
                    </a:lnTo>
                    <a:lnTo>
                      <a:pt x="60" y="23"/>
                    </a:lnTo>
                    <a:lnTo>
                      <a:pt x="58" y="23"/>
                    </a:lnTo>
                    <a:lnTo>
                      <a:pt x="56" y="23"/>
                    </a:lnTo>
                    <a:lnTo>
                      <a:pt x="53" y="23"/>
                    </a:lnTo>
                    <a:lnTo>
                      <a:pt x="51" y="23"/>
                    </a:lnTo>
                    <a:lnTo>
                      <a:pt x="48" y="23"/>
                    </a:lnTo>
                    <a:lnTo>
                      <a:pt x="46" y="23"/>
                    </a:lnTo>
                    <a:lnTo>
                      <a:pt x="44" y="23"/>
                    </a:lnTo>
                    <a:lnTo>
                      <a:pt x="41" y="23"/>
                    </a:lnTo>
                    <a:lnTo>
                      <a:pt x="39" y="23"/>
                    </a:lnTo>
                    <a:lnTo>
                      <a:pt x="36" y="23"/>
                    </a:lnTo>
                    <a:lnTo>
                      <a:pt x="34" y="23"/>
                    </a:lnTo>
                    <a:lnTo>
                      <a:pt x="32" y="23"/>
                    </a:lnTo>
                    <a:lnTo>
                      <a:pt x="29" y="23"/>
                    </a:lnTo>
                    <a:lnTo>
                      <a:pt x="27" y="23"/>
                    </a:lnTo>
                    <a:lnTo>
                      <a:pt x="24" y="23"/>
                    </a:lnTo>
                    <a:lnTo>
                      <a:pt x="22" y="23"/>
                    </a:lnTo>
                    <a:lnTo>
                      <a:pt x="20" y="23"/>
                    </a:lnTo>
                    <a:lnTo>
                      <a:pt x="17" y="23"/>
                    </a:lnTo>
                    <a:lnTo>
                      <a:pt x="15" y="23"/>
                    </a:lnTo>
                    <a:lnTo>
                      <a:pt x="12" y="23"/>
                    </a:lnTo>
                    <a:lnTo>
                      <a:pt x="10" y="22"/>
                    </a:lnTo>
                    <a:lnTo>
                      <a:pt x="8" y="22"/>
                    </a:lnTo>
                    <a:lnTo>
                      <a:pt x="5" y="22"/>
                    </a:lnTo>
                    <a:lnTo>
                      <a:pt x="3" y="22"/>
                    </a:lnTo>
                    <a:lnTo>
                      <a:pt x="0" y="21"/>
                    </a:lnTo>
                    <a:lnTo>
                      <a:pt x="0" y="78"/>
                    </a:lnTo>
                    <a:lnTo>
                      <a:pt x="3" y="77"/>
                    </a:lnTo>
                    <a:lnTo>
                      <a:pt x="5" y="77"/>
                    </a:lnTo>
                    <a:lnTo>
                      <a:pt x="8" y="77"/>
                    </a:lnTo>
                    <a:lnTo>
                      <a:pt x="10" y="77"/>
                    </a:lnTo>
                    <a:lnTo>
                      <a:pt x="12" y="76"/>
                    </a:lnTo>
                    <a:lnTo>
                      <a:pt x="15" y="76"/>
                    </a:lnTo>
                    <a:lnTo>
                      <a:pt x="17" y="76"/>
                    </a:lnTo>
                    <a:lnTo>
                      <a:pt x="20" y="76"/>
                    </a:lnTo>
                    <a:lnTo>
                      <a:pt x="22" y="75"/>
                    </a:lnTo>
                    <a:lnTo>
                      <a:pt x="24" y="75"/>
                    </a:lnTo>
                    <a:lnTo>
                      <a:pt x="27" y="75"/>
                    </a:lnTo>
                    <a:lnTo>
                      <a:pt x="29" y="75"/>
                    </a:lnTo>
                    <a:lnTo>
                      <a:pt x="32" y="75"/>
                    </a:lnTo>
                    <a:lnTo>
                      <a:pt x="34" y="75"/>
                    </a:lnTo>
                    <a:lnTo>
                      <a:pt x="36" y="75"/>
                    </a:lnTo>
                    <a:lnTo>
                      <a:pt x="39" y="75"/>
                    </a:lnTo>
                    <a:lnTo>
                      <a:pt x="41" y="75"/>
                    </a:lnTo>
                    <a:lnTo>
                      <a:pt x="44" y="75"/>
                    </a:lnTo>
                    <a:lnTo>
                      <a:pt x="46" y="75"/>
                    </a:lnTo>
                    <a:lnTo>
                      <a:pt x="48" y="75"/>
                    </a:lnTo>
                    <a:lnTo>
                      <a:pt x="51" y="75"/>
                    </a:lnTo>
                    <a:lnTo>
                      <a:pt x="53" y="75"/>
                    </a:lnTo>
                    <a:lnTo>
                      <a:pt x="56" y="75"/>
                    </a:lnTo>
                    <a:lnTo>
                      <a:pt x="58" y="75"/>
                    </a:lnTo>
                    <a:lnTo>
                      <a:pt x="60" y="75"/>
                    </a:lnTo>
                    <a:lnTo>
                      <a:pt x="63" y="75"/>
                    </a:lnTo>
                    <a:lnTo>
                      <a:pt x="65" y="75"/>
                    </a:lnTo>
                    <a:lnTo>
                      <a:pt x="68" y="75"/>
                    </a:lnTo>
                    <a:lnTo>
                      <a:pt x="70" y="75"/>
                    </a:lnTo>
                    <a:lnTo>
                      <a:pt x="72" y="75"/>
                    </a:lnTo>
                    <a:lnTo>
                      <a:pt x="75" y="75"/>
                    </a:lnTo>
                    <a:lnTo>
                      <a:pt x="77" y="75"/>
                    </a:lnTo>
                    <a:lnTo>
                      <a:pt x="80" y="75"/>
                    </a:lnTo>
                    <a:lnTo>
                      <a:pt x="82" y="75"/>
                    </a:lnTo>
                    <a:lnTo>
                      <a:pt x="84" y="75"/>
                    </a:lnTo>
                    <a:lnTo>
                      <a:pt x="87" y="75"/>
                    </a:lnTo>
                    <a:lnTo>
                      <a:pt x="89" y="75"/>
                    </a:lnTo>
                    <a:lnTo>
                      <a:pt x="92" y="75"/>
                    </a:lnTo>
                    <a:lnTo>
                      <a:pt x="94" y="75"/>
                    </a:lnTo>
                    <a:lnTo>
                      <a:pt x="96" y="75"/>
                    </a:lnTo>
                    <a:lnTo>
                      <a:pt x="99" y="75"/>
                    </a:lnTo>
                    <a:lnTo>
                      <a:pt x="101" y="75"/>
                    </a:lnTo>
                    <a:lnTo>
                      <a:pt x="104" y="75"/>
                    </a:lnTo>
                    <a:lnTo>
                      <a:pt x="106" y="75"/>
                    </a:lnTo>
                    <a:lnTo>
                      <a:pt x="108" y="75"/>
                    </a:lnTo>
                    <a:lnTo>
                      <a:pt x="111" y="75"/>
                    </a:lnTo>
                    <a:lnTo>
                      <a:pt x="113" y="75"/>
                    </a:lnTo>
                    <a:lnTo>
                      <a:pt x="115" y="75"/>
                    </a:lnTo>
                    <a:lnTo>
                      <a:pt x="118" y="75"/>
                    </a:lnTo>
                    <a:lnTo>
                      <a:pt x="120" y="75"/>
                    </a:lnTo>
                    <a:lnTo>
                      <a:pt x="123" y="75"/>
                    </a:lnTo>
                    <a:lnTo>
                      <a:pt x="125" y="75"/>
                    </a:lnTo>
                    <a:lnTo>
                      <a:pt x="128" y="75"/>
                    </a:lnTo>
                    <a:lnTo>
                      <a:pt x="130" y="75"/>
                    </a:lnTo>
                    <a:lnTo>
                      <a:pt x="132" y="75"/>
                    </a:lnTo>
                    <a:lnTo>
                      <a:pt x="135" y="75"/>
                    </a:lnTo>
                    <a:lnTo>
                      <a:pt x="137" y="74"/>
                    </a:lnTo>
                    <a:lnTo>
                      <a:pt x="140" y="74"/>
                    </a:lnTo>
                    <a:lnTo>
                      <a:pt x="142" y="74"/>
                    </a:lnTo>
                    <a:lnTo>
                      <a:pt x="144" y="74"/>
                    </a:lnTo>
                    <a:lnTo>
                      <a:pt x="147" y="74"/>
                    </a:lnTo>
                    <a:lnTo>
                      <a:pt x="149" y="74"/>
                    </a:lnTo>
                    <a:lnTo>
                      <a:pt x="152" y="74"/>
                    </a:lnTo>
                    <a:lnTo>
                      <a:pt x="154" y="73"/>
                    </a:lnTo>
                    <a:lnTo>
                      <a:pt x="156" y="73"/>
                    </a:lnTo>
                    <a:lnTo>
                      <a:pt x="159" y="73"/>
                    </a:lnTo>
                    <a:lnTo>
                      <a:pt x="161" y="72"/>
                    </a:lnTo>
                    <a:lnTo>
                      <a:pt x="164" y="72"/>
                    </a:lnTo>
                    <a:lnTo>
                      <a:pt x="166" y="72"/>
                    </a:lnTo>
                    <a:lnTo>
                      <a:pt x="169" y="72"/>
                    </a:lnTo>
                    <a:lnTo>
                      <a:pt x="171" y="72"/>
                    </a:lnTo>
                    <a:lnTo>
                      <a:pt x="173" y="71"/>
                    </a:lnTo>
                    <a:lnTo>
                      <a:pt x="176" y="71"/>
                    </a:lnTo>
                    <a:lnTo>
                      <a:pt x="178" y="71"/>
                    </a:lnTo>
                    <a:lnTo>
                      <a:pt x="181" y="71"/>
                    </a:lnTo>
                    <a:lnTo>
                      <a:pt x="183" y="71"/>
                    </a:lnTo>
                    <a:lnTo>
                      <a:pt x="185" y="71"/>
                    </a:lnTo>
                    <a:lnTo>
                      <a:pt x="188" y="71"/>
                    </a:lnTo>
                    <a:lnTo>
                      <a:pt x="190" y="70"/>
                    </a:lnTo>
                    <a:lnTo>
                      <a:pt x="193" y="70"/>
                    </a:lnTo>
                    <a:lnTo>
                      <a:pt x="195" y="70"/>
                    </a:lnTo>
                    <a:lnTo>
                      <a:pt x="197" y="70"/>
                    </a:lnTo>
                    <a:lnTo>
                      <a:pt x="200" y="70"/>
                    </a:lnTo>
                    <a:lnTo>
                      <a:pt x="202" y="70"/>
                    </a:lnTo>
                    <a:lnTo>
                      <a:pt x="205" y="69"/>
                    </a:lnTo>
                    <a:lnTo>
                      <a:pt x="207" y="69"/>
                    </a:lnTo>
                    <a:lnTo>
                      <a:pt x="209" y="69"/>
                    </a:lnTo>
                    <a:lnTo>
                      <a:pt x="212" y="69"/>
                    </a:lnTo>
                    <a:lnTo>
                      <a:pt x="214" y="69"/>
                    </a:lnTo>
                    <a:lnTo>
                      <a:pt x="217" y="69"/>
                    </a:lnTo>
                    <a:lnTo>
                      <a:pt x="219" y="69"/>
                    </a:lnTo>
                    <a:lnTo>
                      <a:pt x="222" y="69"/>
                    </a:lnTo>
                    <a:lnTo>
                      <a:pt x="224" y="69"/>
                    </a:lnTo>
                    <a:lnTo>
                      <a:pt x="226" y="69"/>
                    </a:lnTo>
                    <a:lnTo>
                      <a:pt x="229" y="69"/>
                    </a:lnTo>
                    <a:lnTo>
                      <a:pt x="231" y="69"/>
                    </a:lnTo>
                    <a:lnTo>
                      <a:pt x="234" y="69"/>
                    </a:lnTo>
                    <a:lnTo>
                      <a:pt x="236" y="69"/>
                    </a:lnTo>
                    <a:lnTo>
                      <a:pt x="238" y="69"/>
                    </a:lnTo>
                    <a:lnTo>
                      <a:pt x="241" y="69"/>
                    </a:lnTo>
                    <a:lnTo>
                      <a:pt x="243" y="69"/>
                    </a:lnTo>
                    <a:lnTo>
                      <a:pt x="246" y="69"/>
                    </a:lnTo>
                    <a:lnTo>
                      <a:pt x="248" y="69"/>
                    </a:lnTo>
                    <a:lnTo>
                      <a:pt x="250" y="69"/>
                    </a:lnTo>
                    <a:lnTo>
                      <a:pt x="253" y="70"/>
                    </a:lnTo>
                    <a:lnTo>
                      <a:pt x="255" y="70"/>
                    </a:lnTo>
                    <a:lnTo>
                      <a:pt x="258" y="70"/>
                    </a:lnTo>
                    <a:lnTo>
                      <a:pt x="260" y="70"/>
                    </a:lnTo>
                    <a:lnTo>
                      <a:pt x="263" y="70"/>
                    </a:lnTo>
                    <a:lnTo>
                      <a:pt x="265" y="71"/>
                    </a:lnTo>
                    <a:lnTo>
                      <a:pt x="267" y="71"/>
                    </a:lnTo>
                    <a:lnTo>
                      <a:pt x="270" y="71"/>
                    </a:lnTo>
                    <a:lnTo>
                      <a:pt x="272" y="71"/>
                    </a:lnTo>
                    <a:lnTo>
                      <a:pt x="275" y="71"/>
                    </a:lnTo>
                    <a:lnTo>
                      <a:pt x="277" y="71"/>
                    </a:lnTo>
                    <a:lnTo>
                      <a:pt x="279" y="71"/>
                    </a:lnTo>
                    <a:lnTo>
                      <a:pt x="282" y="71"/>
                    </a:lnTo>
                    <a:lnTo>
                      <a:pt x="284" y="71"/>
                    </a:lnTo>
                    <a:lnTo>
                      <a:pt x="287" y="71"/>
                    </a:lnTo>
                    <a:lnTo>
                      <a:pt x="289" y="71"/>
                    </a:lnTo>
                    <a:lnTo>
                      <a:pt x="291" y="71"/>
                    </a:lnTo>
                    <a:lnTo>
                      <a:pt x="294" y="71"/>
                    </a:lnTo>
                    <a:lnTo>
                      <a:pt x="296" y="72"/>
                    </a:lnTo>
                    <a:lnTo>
                      <a:pt x="299" y="72"/>
                    </a:lnTo>
                    <a:lnTo>
                      <a:pt x="301" y="72"/>
                    </a:lnTo>
                    <a:lnTo>
                      <a:pt x="303" y="72"/>
                    </a:lnTo>
                    <a:lnTo>
                      <a:pt x="306" y="72"/>
                    </a:lnTo>
                    <a:lnTo>
                      <a:pt x="308" y="72"/>
                    </a:lnTo>
                    <a:lnTo>
                      <a:pt x="311" y="72"/>
                    </a:lnTo>
                    <a:lnTo>
                      <a:pt x="313" y="72"/>
                    </a:lnTo>
                    <a:lnTo>
                      <a:pt x="315" y="72"/>
                    </a:lnTo>
                    <a:lnTo>
                      <a:pt x="318" y="72"/>
                    </a:lnTo>
                    <a:lnTo>
                      <a:pt x="320" y="72"/>
                    </a:lnTo>
                    <a:lnTo>
                      <a:pt x="323" y="72"/>
                    </a:lnTo>
                    <a:lnTo>
                      <a:pt x="325" y="72"/>
                    </a:lnTo>
                    <a:lnTo>
                      <a:pt x="327" y="72"/>
                    </a:lnTo>
                    <a:lnTo>
                      <a:pt x="330" y="72"/>
                    </a:lnTo>
                    <a:lnTo>
                      <a:pt x="332" y="72"/>
                    </a:lnTo>
                    <a:lnTo>
                      <a:pt x="335" y="73"/>
                    </a:lnTo>
                    <a:lnTo>
                      <a:pt x="337" y="73"/>
                    </a:lnTo>
                    <a:lnTo>
                      <a:pt x="339" y="73"/>
                    </a:lnTo>
                    <a:lnTo>
                      <a:pt x="342" y="73"/>
                    </a:lnTo>
                    <a:lnTo>
                      <a:pt x="344" y="73"/>
                    </a:lnTo>
                    <a:lnTo>
                      <a:pt x="347" y="73"/>
                    </a:lnTo>
                    <a:lnTo>
                      <a:pt x="349" y="73"/>
                    </a:lnTo>
                    <a:lnTo>
                      <a:pt x="351" y="73"/>
                    </a:lnTo>
                    <a:lnTo>
                      <a:pt x="354" y="73"/>
                    </a:lnTo>
                    <a:lnTo>
                      <a:pt x="356" y="73"/>
                    </a:lnTo>
                    <a:lnTo>
                      <a:pt x="358" y="73"/>
                    </a:lnTo>
                    <a:lnTo>
                      <a:pt x="361" y="74"/>
                    </a:lnTo>
                    <a:lnTo>
                      <a:pt x="363" y="74"/>
                    </a:lnTo>
                    <a:lnTo>
                      <a:pt x="366" y="74"/>
                    </a:lnTo>
                    <a:lnTo>
                      <a:pt x="368" y="75"/>
                    </a:lnTo>
                    <a:lnTo>
                      <a:pt x="370" y="76"/>
                    </a:lnTo>
                    <a:lnTo>
                      <a:pt x="373" y="77"/>
                    </a:lnTo>
                    <a:lnTo>
                      <a:pt x="375" y="77"/>
                    </a:lnTo>
                    <a:lnTo>
                      <a:pt x="378" y="78"/>
                    </a:lnTo>
                    <a:lnTo>
                      <a:pt x="380" y="79"/>
                    </a:lnTo>
                    <a:lnTo>
                      <a:pt x="382" y="80"/>
                    </a:lnTo>
                    <a:lnTo>
                      <a:pt x="385" y="81"/>
                    </a:lnTo>
                    <a:lnTo>
                      <a:pt x="387" y="82"/>
                    </a:lnTo>
                    <a:lnTo>
                      <a:pt x="390" y="83"/>
                    </a:lnTo>
                    <a:lnTo>
                      <a:pt x="392" y="85"/>
                    </a:lnTo>
                    <a:lnTo>
                      <a:pt x="395" y="86"/>
                    </a:lnTo>
                    <a:lnTo>
                      <a:pt x="397" y="87"/>
                    </a:lnTo>
                    <a:lnTo>
                      <a:pt x="399" y="88"/>
                    </a:lnTo>
                    <a:lnTo>
                      <a:pt x="402" y="89"/>
                    </a:lnTo>
                    <a:lnTo>
                      <a:pt x="404" y="90"/>
                    </a:lnTo>
                    <a:lnTo>
                      <a:pt x="407" y="91"/>
                    </a:lnTo>
                    <a:lnTo>
                      <a:pt x="409" y="93"/>
                    </a:lnTo>
                    <a:lnTo>
                      <a:pt x="411" y="94"/>
                    </a:lnTo>
                    <a:lnTo>
                      <a:pt x="414" y="95"/>
                    </a:lnTo>
                    <a:lnTo>
                      <a:pt x="416" y="96"/>
                    </a:lnTo>
                    <a:lnTo>
                      <a:pt x="419" y="98"/>
                    </a:lnTo>
                    <a:lnTo>
                      <a:pt x="421" y="99"/>
                    </a:lnTo>
                    <a:lnTo>
                      <a:pt x="423" y="100"/>
                    </a:lnTo>
                    <a:lnTo>
                      <a:pt x="426" y="101"/>
                    </a:lnTo>
                    <a:lnTo>
                      <a:pt x="428" y="103"/>
                    </a:lnTo>
                    <a:lnTo>
                      <a:pt x="431" y="104"/>
                    </a:lnTo>
                    <a:lnTo>
                      <a:pt x="433" y="105"/>
                    </a:lnTo>
                    <a:lnTo>
                      <a:pt x="436" y="106"/>
                    </a:lnTo>
                    <a:lnTo>
                      <a:pt x="438" y="108"/>
                    </a:lnTo>
                    <a:lnTo>
                      <a:pt x="440" y="109"/>
                    </a:lnTo>
                    <a:lnTo>
                      <a:pt x="443" y="110"/>
                    </a:lnTo>
                    <a:lnTo>
                      <a:pt x="445" y="112"/>
                    </a:lnTo>
                    <a:lnTo>
                      <a:pt x="448" y="113"/>
                    </a:lnTo>
                    <a:lnTo>
                      <a:pt x="450" y="114"/>
                    </a:lnTo>
                    <a:lnTo>
                      <a:pt x="452" y="115"/>
                    </a:lnTo>
                    <a:lnTo>
                      <a:pt x="455" y="117"/>
                    </a:lnTo>
                    <a:lnTo>
                      <a:pt x="457" y="118"/>
                    </a:lnTo>
                    <a:lnTo>
                      <a:pt x="460" y="119"/>
                    </a:lnTo>
                    <a:lnTo>
                      <a:pt x="462" y="120"/>
                    </a:lnTo>
                    <a:lnTo>
                      <a:pt x="464" y="122"/>
                    </a:lnTo>
                    <a:lnTo>
                      <a:pt x="467" y="123"/>
                    </a:lnTo>
                    <a:lnTo>
                      <a:pt x="469" y="124"/>
                    </a:lnTo>
                    <a:lnTo>
                      <a:pt x="472" y="126"/>
                    </a:lnTo>
                    <a:lnTo>
                      <a:pt x="474" y="127"/>
                    </a:lnTo>
                    <a:lnTo>
                      <a:pt x="476" y="129"/>
                    </a:lnTo>
                    <a:lnTo>
                      <a:pt x="479" y="130"/>
                    </a:lnTo>
                    <a:lnTo>
                      <a:pt x="481" y="131"/>
                    </a:lnTo>
                    <a:lnTo>
                      <a:pt x="484" y="132"/>
                    </a:lnTo>
                    <a:lnTo>
                      <a:pt x="486" y="134"/>
                    </a:lnTo>
                    <a:lnTo>
                      <a:pt x="489" y="135"/>
                    </a:lnTo>
                    <a:lnTo>
                      <a:pt x="491" y="137"/>
                    </a:lnTo>
                    <a:lnTo>
                      <a:pt x="493" y="138"/>
                    </a:lnTo>
                    <a:lnTo>
                      <a:pt x="496" y="140"/>
                    </a:lnTo>
                    <a:lnTo>
                      <a:pt x="498" y="141"/>
                    </a:lnTo>
                    <a:lnTo>
                      <a:pt x="501" y="142"/>
                    </a:lnTo>
                    <a:lnTo>
                      <a:pt x="503" y="144"/>
                    </a:lnTo>
                    <a:lnTo>
                      <a:pt x="505" y="145"/>
                    </a:lnTo>
                    <a:lnTo>
                      <a:pt x="508" y="146"/>
                    </a:lnTo>
                    <a:lnTo>
                      <a:pt x="510" y="147"/>
                    </a:lnTo>
                    <a:lnTo>
                      <a:pt x="513" y="149"/>
                    </a:lnTo>
                    <a:lnTo>
                      <a:pt x="515" y="150"/>
                    </a:lnTo>
                    <a:lnTo>
                      <a:pt x="517" y="152"/>
                    </a:lnTo>
                    <a:lnTo>
                      <a:pt x="520" y="153"/>
                    </a:lnTo>
                    <a:lnTo>
                      <a:pt x="522" y="155"/>
                    </a:lnTo>
                    <a:lnTo>
                      <a:pt x="525" y="156"/>
                    </a:lnTo>
                    <a:lnTo>
                      <a:pt x="527" y="157"/>
                    </a:lnTo>
                    <a:lnTo>
                      <a:pt x="530" y="159"/>
                    </a:lnTo>
                    <a:lnTo>
                      <a:pt x="532" y="160"/>
                    </a:lnTo>
                    <a:lnTo>
                      <a:pt x="534" y="161"/>
                    </a:lnTo>
                    <a:lnTo>
                      <a:pt x="537" y="163"/>
                    </a:lnTo>
                    <a:lnTo>
                      <a:pt x="539" y="164"/>
                    </a:lnTo>
                    <a:lnTo>
                      <a:pt x="542" y="166"/>
                    </a:lnTo>
                    <a:lnTo>
                      <a:pt x="544" y="167"/>
                    </a:lnTo>
                    <a:lnTo>
                      <a:pt x="546" y="168"/>
                    </a:lnTo>
                    <a:lnTo>
                      <a:pt x="549" y="169"/>
                    </a:lnTo>
                    <a:lnTo>
                      <a:pt x="551" y="171"/>
                    </a:lnTo>
                    <a:lnTo>
                      <a:pt x="554" y="172"/>
                    </a:lnTo>
                    <a:lnTo>
                      <a:pt x="556" y="173"/>
                    </a:lnTo>
                    <a:lnTo>
                      <a:pt x="558" y="175"/>
                    </a:lnTo>
                    <a:lnTo>
                      <a:pt x="561" y="177"/>
                    </a:lnTo>
                    <a:lnTo>
                      <a:pt x="563" y="178"/>
                    </a:lnTo>
                    <a:lnTo>
                      <a:pt x="566" y="179"/>
                    </a:lnTo>
                    <a:lnTo>
                      <a:pt x="568" y="181"/>
                    </a:lnTo>
                    <a:lnTo>
                      <a:pt x="570" y="182"/>
                    </a:lnTo>
                    <a:lnTo>
                      <a:pt x="573" y="183"/>
                    </a:lnTo>
                    <a:lnTo>
                      <a:pt x="575" y="184"/>
                    </a:lnTo>
                    <a:lnTo>
                      <a:pt x="578" y="186"/>
                    </a:lnTo>
                    <a:lnTo>
                      <a:pt x="580" y="187"/>
                    </a:lnTo>
                    <a:lnTo>
                      <a:pt x="582" y="189"/>
                    </a:lnTo>
                    <a:lnTo>
                      <a:pt x="585" y="190"/>
                    </a:lnTo>
                    <a:lnTo>
                      <a:pt x="587" y="192"/>
                    </a:lnTo>
                    <a:lnTo>
                      <a:pt x="590" y="193"/>
                    </a:lnTo>
                    <a:lnTo>
                      <a:pt x="592" y="195"/>
                    </a:lnTo>
                    <a:lnTo>
                      <a:pt x="594" y="196"/>
                    </a:lnTo>
                    <a:lnTo>
                      <a:pt x="597" y="197"/>
                    </a:lnTo>
                    <a:lnTo>
                      <a:pt x="599" y="199"/>
                    </a:lnTo>
                    <a:lnTo>
                      <a:pt x="601" y="200"/>
                    </a:lnTo>
                    <a:lnTo>
                      <a:pt x="604" y="201"/>
                    </a:lnTo>
                    <a:lnTo>
                      <a:pt x="606" y="203"/>
                    </a:lnTo>
                    <a:lnTo>
                      <a:pt x="609" y="204"/>
                    </a:lnTo>
                    <a:lnTo>
                      <a:pt x="611" y="206"/>
                    </a:lnTo>
                    <a:lnTo>
                      <a:pt x="613" y="207"/>
                    </a:lnTo>
                    <a:lnTo>
                      <a:pt x="616" y="209"/>
                    </a:lnTo>
                    <a:lnTo>
                      <a:pt x="618" y="210"/>
                    </a:lnTo>
                    <a:lnTo>
                      <a:pt x="621" y="212"/>
                    </a:lnTo>
                    <a:lnTo>
                      <a:pt x="623" y="213"/>
                    </a:lnTo>
                    <a:lnTo>
                      <a:pt x="625" y="214"/>
                    </a:lnTo>
                    <a:lnTo>
                      <a:pt x="628" y="216"/>
                    </a:lnTo>
                    <a:lnTo>
                      <a:pt x="630" y="217"/>
                    </a:lnTo>
                    <a:lnTo>
                      <a:pt x="633" y="218"/>
                    </a:lnTo>
                    <a:lnTo>
                      <a:pt x="635" y="219"/>
                    </a:lnTo>
                    <a:lnTo>
                      <a:pt x="637" y="221"/>
                    </a:lnTo>
                    <a:lnTo>
                      <a:pt x="640" y="222"/>
                    </a:lnTo>
                    <a:lnTo>
                      <a:pt x="642" y="224"/>
                    </a:lnTo>
                    <a:lnTo>
                      <a:pt x="645" y="225"/>
                    </a:lnTo>
                    <a:lnTo>
                      <a:pt x="647" y="226"/>
                    </a:lnTo>
                    <a:lnTo>
                      <a:pt x="649" y="228"/>
                    </a:lnTo>
                    <a:lnTo>
                      <a:pt x="652" y="229"/>
                    </a:lnTo>
                    <a:lnTo>
                      <a:pt x="654" y="230"/>
                    </a:lnTo>
                    <a:lnTo>
                      <a:pt x="657" y="232"/>
                    </a:lnTo>
                    <a:lnTo>
                      <a:pt x="659" y="233"/>
                    </a:lnTo>
                    <a:lnTo>
                      <a:pt x="662" y="235"/>
                    </a:lnTo>
                    <a:lnTo>
                      <a:pt x="664" y="236"/>
                    </a:lnTo>
                    <a:lnTo>
                      <a:pt x="666" y="237"/>
                    </a:lnTo>
                    <a:lnTo>
                      <a:pt x="669" y="238"/>
                    </a:lnTo>
                    <a:lnTo>
                      <a:pt x="671" y="240"/>
                    </a:lnTo>
                    <a:lnTo>
                      <a:pt x="674" y="241"/>
                    </a:lnTo>
                    <a:lnTo>
                      <a:pt x="676" y="242"/>
                    </a:lnTo>
                    <a:lnTo>
                      <a:pt x="678" y="244"/>
                    </a:lnTo>
                    <a:lnTo>
                      <a:pt x="681" y="245"/>
                    </a:lnTo>
                    <a:lnTo>
                      <a:pt x="683" y="246"/>
                    </a:lnTo>
                    <a:lnTo>
                      <a:pt x="686" y="247"/>
                    </a:lnTo>
                    <a:lnTo>
                      <a:pt x="688" y="249"/>
                    </a:lnTo>
                    <a:lnTo>
                      <a:pt x="690" y="250"/>
                    </a:lnTo>
                    <a:lnTo>
                      <a:pt x="693" y="251"/>
                    </a:lnTo>
                    <a:lnTo>
                      <a:pt x="695" y="252"/>
                    </a:lnTo>
                    <a:lnTo>
                      <a:pt x="698" y="253"/>
                    </a:lnTo>
                    <a:lnTo>
                      <a:pt x="700" y="255"/>
                    </a:lnTo>
                    <a:lnTo>
                      <a:pt x="703" y="256"/>
                    </a:lnTo>
                    <a:lnTo>
                      <a:pt x="705" y="258"/>
                    </a:lnTo>
                    <a:lnTo>
                      <a:pt x="707" y="259"/>
                    </a:lnTo>
                    <a:lnTo>
                      <a:pt x="710" y="260"/>
                    </a:lnTo>
                    <a:lnTo>
                      <a:pt x="712" y="261"/>
                    </a:lnTo>
                    <a:lnTo>
                      <a:pt x="715" y="262"/>
                    </a:lnTo>
                    <a:lnTo>
                      <a:pt x="717" y="264"/>
                    </a:lnTo>
                    <a:lnTo>
                      <a:pt x="719" y="265"/>
                    </a:lnTo>
                    <a:lnTo>
                      <a:pt x="722" y="266"/>
                    </a:lnTo>
                    <a:lnTo>
                      <a:pt x="724" y="267"/>
                    </a:lnTo>
                    <a:lnTo>
                      <a:pt x="727" y="269"/>
                    </a:lnTo>
                    <a:lnTo>
                      <a:pt x="729" y="270"/>
                    </a:lnTo>
                    <a:lnTo>
                      <a:pt x="731" y="271"/>
                    </a:lnTo>
                    <a:lnTo>
                      <a:pt x="734" y="273"/>
                    </a:lnTo>
                    <a:lnTo>
                      <a:pt x="736" y="274"/>
                    </a:lnTo>
                    <a:lnTo>
                      <a:pt x="739" y="275"/>
                    </a:lnTo>
                    <a:lnTo>
                      <a:pt x="741" y="276"/>
                    </a:lnTo>
                    <a:lnTo>
                      <a:pt x="743" y="278"/>
                    </a:lnTo>
                    <a:lnTo>
                      <a:pt x="746" y="279"/>
                    </a:lnTo>
                    <a:lnTo>
                      <a:pt x="748" y="280"/>
                    </a:lnTo>
                    <a:lnTo>
                      <a:pt x="751" y="281"/>
                    </a:lnTo>
                    <a:lnTo>
                      <a:pt x="753" y="282"/>
                    </a:lnTo>
                    <a:lnTo>
                      <a:pt x="756" y="283"/>
                    </a:lnTo>
                    <a:lnTo>
                      <a:pt x="758" y="285"/>
                    </a:lnTo>
                    <a:lnTo>
                      <a:pt x="760" y="286"/>
                    </a:lnTo>
                    <a:lnTo>
                      <a:pt x="763" y="287"/>
                    </a:lnTo>
                    <a:lnTo>
                      <a:pt x="765" y="288"/>
                    </a:lnTo>
                    <a:lnTo>
                      <a:pt x="768" y="289"/>
                    </a:lnTo>
                    <a:lnTo>
                      <a:pt x="770" y="291"/>
                    </a:lnTo>
                    <a:lnTo>
                      <a:pt x="772" y="292"/>
                    </a:lnTo>
                    <a:lnTo>
                      <a:pt x="775" y="293"/>
                    </a:lnTo>
                    <a:lnTo>
                      <a:pt x="777" y="294"/>
                    </a:lnTo>
                    <a:lnTo>
                      <a:pt x="780" y="296"/>
                    </a:lnTo>
                    <a:lnTo>
                      <a:pt x="782" y="297"/>
                    </a:lnTo>
                    <a:lnTo>
                      <a:pt x="784" y="298"/>
                    </a:lnTo>
                    <a:lnTo>
                      <a:pt x="787" y="299"/>
                    </a:lnTo>
                    <a:lnTo>
                      <a:pt x="789" y="300"/>
                    </a:lnTo>
                    <a:lnTo>
                      <a:pt x="792" y="301"/>
                    </a:lnTo>
                    <a:lnTo>
                      <a:pt x="794" y="303"/>
                    </a:lnTo>
                    <a:lnTo>
                      <a:pt x="797" y="304"/>
                    </a:lnTo>
                    <a:lnTo>
                      <a:pt x="799" y="305"/>
                    </a:lnTo>
                    <a:lnTo>
                      <a:pt x="801" y="306"/>
                    </a:lnTo>
                    <a:lnTo>
                      <a:pt x="804" y="307"/>
                    </a:lnTo>
                    <a:lnTo>
                      <a:pt x="806" y="308"/>
                    </a:lnTo>
                    <a:lnTo>
                      <a:pt x="809" y="310"/>
                    </a:lnTo>
                    <a:lnTo>
                      <a:pt x="811" y="311"/>
                    </a:lnTo>
                    <a:lnTo>
                      <a:pt x="813" y="312"/>
                    </a:lnTo>
                    <a:lnTo>
                      <a:pt x="816" y="313"/>
                    </a:lnTo>
                    <a:lnTo>
                      <a:pt x="818" y="314"/>
                    </a:lnTo>
                    <a:lnTo>
                      <a:pt x="821" y="316"/>
                    </a:lnTo>
                    <a:lnTo>
                      <a:pt x="823" y="317"/>
                    </a:lnTo>
                    <a:lnTo>
                      <a:pt x="825" y="318"/>
                    </a:lnTo>
                    <a:lnTo>
                      <a:pt x="828" y="319"/>
                    </a:lnTo>
                    <a:lnTo>
                      <a:pt x="830" y="320"/>
                    </a:lnTo>
                    <a:lnTo>
                      <a:pt x="833" y="321"/>
                    </a:lnTo>
                    <a:lnTo>
                      <a:pt x="835" y="322"/>
                    </a:lnTo>
                    <a:lnTo>
                      <a:pt x="837" y="324"/>
                    </a:lnTo>
                    <a:lnTo>
                      <a:pt x="840" y="325"/>
                    </a:lnTo>
                    <a:lnTo>
                      <a:pt x="842" y="326"/>
                    </a:lnTo>
                    <a:lnTo>
                      <a:pt x="845" y="327"/>
                    </a:lnTo>
                    <a:lnTo>
                      <a:pt x="847" y="328"/>
                    </a:lnTo>
                    <a:lnTo>
                      <a:pt x="849" y="330"/>
                    </a:lnTo>
                    <a:lnTo>
                      <a:pt x="852" y="331"/>
                    </a:lnTo>
                    <a:lnTo>
                      <a:pt x="854" y="332"/>
                    </a:lnTo>
                    <a:lnTo>
                      <a:pt x="856" y="333"/>
                    </a:lnTo>
                    <a:lnTo>
                      <a:pt x="859" y="334"/>
                    </a:lnTo>
                    <a:lnTo>
                      <a:pt x="861" y="336"/>
                    </a:lnTo>
                    <a:lnTo>
                      <a:pt x="864" y="337"/>
                    </a:lnTo>
                    <a:lnTo>
                      <a:pt x="866" y="338"/>
                    </a:lnTo>
                    <a:lnTo>
                      <a:pt x="868" y="339"/>
                    </a:lnTo>
                    <a:lnTo>
                      <a:pt x="871" y="340"/>
                    </a:lnTo>
                    <a:lnTo>
                      <a:pt x="873" y="342"/>
                    </a:lnTo>
                    <a:lnTo>
                      <a:pt x="876" y="343"/>
                    </a:lnTo>
                    <a:lnTo>
                      <a:pt x="878" y="344"/>
                    </a:lnTo>
                    <a:lnTo>
                      <a:pt x="880" y="346"/>
                    </a:lnTo>
                    <a:lnTo>
                      <a:pt x="883" y="347"/>
                    </a:lnTo>
                    <a:lnTo>
                      <a:pt x="885" y="348"/>
                    </a:lnTo>
                    <a:lnTo>
                      <a:pt x="888" y="349"/>
                    </a:lnTo>
                    <a:lnTo>
                      <a:pt x="890" y="350"/>
                    </a:lnTo>
                    <a:lnTo>
                      <a:pt x="892" y="352"/>
                    </a:lnTo>
                    <a:lnTo>
                      <a:pt x="895" y="353"/>
                    </a:lnTo>
                    <a:lnTo>
                      <a:pt x="897" y="354"/>
                    </a:lnTo>
                    <a:lnTo>
                      <a:pt x="900" y="355"/>
                    </a:lnTo>
                    <a:lnTo>
                      <a:pt x="902" y="357"/>
                    </a:lnTo>
                    <a:lnTo>
                      <a:pt x="904" y="358"/>
                    </a:lnTo>
                    <a:lnTo>
                      <a:pt x="907" y="359"/>
                    </a:lnTo>
                    <a:lnTo>
                      <a:pt x="909" y="360"/>
                    </a:lnTo>
                    <a:lnTo>
                      <a:pt x="912" y="362"/>
                    </a:lnTo>
                    <a:lnTo>
                      <a:pt x="914" y="363"/>
                    </a:lnTo>
                    <a:lnTo>
                      <a:pt x="916" y="365"/>
                    </a:lnTo>
                    <a:lnTo>
                      <a:pt x="919" y="366"/>
                    </a:lnTo>
                    <a:lnTo>
                      <a:pt x="921" y="367"/>
                    </a:lnTo>
                    <a:lnTo>
                      <a:pt x="924" y="368"/>
                    </a:lnTo>
                    <a:lnTo>
                      <a:pt x="926" y="370"/>
                    </a:lnTo>
                    <a:lnTo>
                      <a:pt x="929" y="371"/>
                    </a:lnTo>
                    <a:lnTo>
                      <a:pt x="931" y="372"/>
                    </a:lnTo>
                    <a:lnTo>
                      <a:pt x="933" y="373"/>
                    </a:lnTo>
                    <a:lnTo>
                      <a:pt x="936" y="375"/>
                    </a:lnTo>
                    <a:lnTo>
                      <a:pt x="938" y="376"/>
                    </a:lnTo>
                    <a:lnTo>
                      <a:pt x="941" y="377"/>
                    </a:lnTo>
                    <a:lnTo>
                      <a:pt x="943" y="379"/>
                    </a:lnTo>
                    <a:lnTo>
                      <a:pt x="945" y="380"/>
                    </a:lnTo>
                    <a:lnTo>
                      <a:pt x="948" y="381"/>
                    </a:lnTo>
                    <a:lnTo>
                      <a:pt x="950" y="383"/>
                    </a:lnTo>
                    <a:lnTo>
                      <a:pt x="953" y="384"/>
                    </a:lnTo>
                    <a:lnTo>
                      <a:pt x="955" y="385"/>
                    </a:lnTo>
                    <a:lnTo>
                      <a:pt x="957" y="386"/>
                    </a:lnTo>
                    <a:lnTo>
                      <a:pt x="960" y="388"/>
                    </a:lnTo>
                    <a:lnTo>
                      <a:pt x="962" y="390"/>
                    </a:lnTo>
                    <a:lnTo>
                      <a:pt x="965" y="391"/>
                    </a:lnTo>
                    <a:lnTo>
                      <a:pt x="967" y="392"/>
                    </a:lnTo>
                    <a:lnTo>
                      <a:pt x="970" y="393"/>
                    </a:lnTo>
                    <a:lnTo>
                      <a:pt x="972" y="394"/>
                    </a:lnTo>
                    <a:lnTo>
                      <a:pt x="974" y="396"/>
                    </a:lnTo>
                    <a:lnTo>
                      <a:pt x="977" y="397"/>
                    </a:lnTo>
                    <a:lnTo>
                      <a:pt x="979" y="399"/>
                    </a:lnTo>
                    <a:lnTo>
                      <a:pt x="982" y="400"/>
                    </a:lnTo>
                    <a:lnTo>
                      <a:pt x="984" y="401"/>
                    </a:lnTo>
                    <a:lnTo>
                      <a:pt x="986" y="403"/>
                    </a:lnTo>
                    <a:lnTo>
                      <a:pt x="989" y="404"/>
                    </a:lnTo>
                    <a:lnTo>
                      <a:pt x="991" y="406"/>
                    </a:lnTo>
                    <a:lnTo>
                      <a:pt x="994" y="407"/>
                    </a:lnTo>
                    <a:lnTo>
                      <a:pt x="996" y="408"/>
                    </a:lnTo>
                    <a:lnTo>
                      <a:pt x="998" y="410"/>
                    </a:lnTo>
                    <a:lnTo>
                      <a:pt x="1001" y="411"/>
                    </a:lnTo>
                    <a:lnTo>
                      <a:pt x="1003" y="412"/>
                    </a:lnTo>
                    <a:lnTo>
                      <a:pt x="1006" y="414"/>
                    </a:lnTo>
                    <a:lnTo>
                      <a:pt x="1008" y="415"/>
                    </a:lnTo>
                    <a:lnTo>
                      <a:pt x="1010" y="417"/>
                    </a:lnTo>
                    <a:lnTo>
                      <a:pt x="1013" y="418"/>
                    </a:lnTo>
                    <a:lnTo>
                      <a:pt x="1015" y="419"/>
                    </a:lnTo>
                    <a:lnTo>
                      <a:pt x="1018" y="421"/>
                    </a:lnTo>
                    <a:lnTo>
                      <a:pt x="1020" y="422"/>
                    </a:lnTo>
                    <a:lnTo>
                      <a:pt x="1023" y="423"/>
                    </a:lnTo>
                    <a:lnTo>
                      <a:pt x="1025" y="425"/>
                    </a:lnTo>
                    <a:lnTo>
                      <a:pt x="1027" y="426"/>
                    </a:lnTo>
                    <a:lnTo>
                      <a:pt x="1030" y="428"/>
                    </a:lnTo>
                    <a:lnTo>
                      <a:pt x="1032" y="429"/>
                    </a:lnTo>
                    <a:lnTo>
                      <a:pt x="1035" y="431"/>
                    </a:lnTo>
                    <a:lnTo>
                      <a:pt x="1037" y="432"/>
                    </a:lnTo>
                    <a:lnTo>
                      <a:pt x="1039" y="433"/>
                    </a:lnTo>
                    <a:lnTo>
                      <a:pt x="1042" y="434"/>
                    </a:lnTo>
                    <a:lnTo>
                      <a:pt x="1044" y="436"/>
                    </a:lnTo>
                    <a:lnTo>
                      <a:pt x="1047" y="437"/>
                    </a:lnTo>
                    <a:lnTo>
                      <a:pt x="1049" y="439"/>
                    </a:lnTo>
                    <a:lnTo>
                      <a:pt x="1051" y="440"/>
                    </a:lnTo>
                    <a:lnTo>
                      <a:pt x="1054" y="442"/>
                    </a:lnTo>
                    <a:lnTo>
                      <a:pt x="1056" y="443"/>
                    </a:lnTo>
                    <a:lnTo>
                      <a:pt x="1059" y="445"/>
                    </a:lnTo>
                    <a:lnTo>
                      <a:pt x="1061" y="446"/>
                    </a:lnTo>
                    <a:lnTo>
                      <a:pt x="1064" y="448"/>
                    </a:lnTo>
                    <a:lnTo>
                      <a:pt x="1066" y="449"/>
                    </a:lnTo>
                    <a:lnTo>
                      <a:pt x="1068" y="451"/>
                    </a:lnTo>
                    <a:lnTo>
                      <a:pt x="1071" y="452"/>
                    </a:lnTo>
                    <a:lnTo>
                      <a:pt x="1073" y="453"/>
                    </a:lnTo>
                    <a:lnTo>
                      <a:pt x="1076" y="455"/>
                    </a:lnTo>
                    <a:lnTo>
                      <a:pt x="1078" y="456"/>
                    </a:lnTo>
                    <a:lnTo>
                      <a:pt x="1080" y="458"/>
                    </a:lnTo>
                    <a:lnTo>
                      <a:pt x="1083" y="459"/>
                    </a:lnTo>
                    <a:lnTo>
                      <a:pt x="1085" y="461"/>
                    </a:lnTo>
                    <a:lnTo>
                      <a:pt x="1088" y="462"/>
                    </a:lnTo>
                    <a:lnTo>
                      <a:pt x="1090" y="463"/>
                    </a:lnTo>
                    <a:lnTo>
                      <a:pt x="1092" y="465"/>
                    </a:lnTo>
                    <a:lnTo>
                      <a:pt x="1095" y="466"/>
                    </a:lnTo>
                    <a:lnTo>
                      <a:pt x="1097" y="468"/>
                    </a:lnTo>
                    <a:lnTo>
                      <a:pt x="1099" y="469"/>
                    </a:lnTo>
                    <a:lnTo>
                      <a:pt x="1102" y="471"/>
                    </a:lnTo>
                    <a:lnTo>
                      <a:pt x="1104" y="472"/>
                    </a:lnTo>
                    <a:lnTo>
                      <a:pt x="1107" y="474"/>
                    </a:lnTo>
                    <a:lnTo>
                      <a:pt x="1109" y="475"/>
                    </a:lnTo>
                    <a:lnTo>
                      <a:pt x="1111" y="477"/>
                    </a:lnTo>
                    <a:lnTo>
                      <a:pt x="1114" y="478"/>
                    </a:lnTo>
                    <a:lnTo>
                      <a:pt x="1116" y="479"/>
                    </a:lnTo>
                    <a:lnTo>
                      <a:pt x="1119" y="481"/>
                    </a:lnTo>
                    <a:lnTo>
                      <a:pt x="1121" y="482"/>
                    </a:lnTo>
                    <a:lnTo>
                      <a:pt x="1123" y="484"/>
                    </a:lnTo>
                    <a:lnTo>
                      <a:pt x="1126" y="485"/>
                    </a:lnTo>
                    <a:lnTo>
                      <a:pt x="1128" y="487"/>
                    </a:lnTo>
                    <a:lnTo>
                      <a:pt x="1131" y="488"/>
                    </a:lnTo>
                    <a:lnTo>
                      <a:pt x="1133" y="489"/>
                    </a:lnTo>
                    <a:lnTo>
                      <a:pt x="1135" y="491"/>
                    </a:lnTo>
                    <a:lnTo>
                      <a:pt x="1138" y="492"/>
                    </a:lnTo>
                    <a:lnTo>
                      <a:pt x="1140" y="494"/>
                    </a:lnTo>
                    <a:lnTo>
                      <a:pt x="1143" y="495"/>
                    </a:lnTo>
                    <a:lnTo>
                      <a:pt x="1145" y="497"/>
                    </a:lnTo>
                    <a:lnTo>
                      <a:pt x="1147" y="498"/>
                    </a:lnTo>
                    <a:lnTo>
                      <a:pt x="1150" y="500"/>
                    </a:lnTo>
                    <a:lnTo>
                      <a:pt x="1152" y="501"/>
                    </a:lnTo>
                    <a:lnTo>
                      <a:pt x="1155" y="503"/>
                    </a:lnTo>
                    <a:lnTo>
                      <a:pt x="1157" y="504"/>
                    </a:lnTo>
                    <a:lnTo>
                      <a:pt x="1159" y="506"/>
                    </a:lnTo>
                    <a:lnTo>
                      <a:pt x="1162" y="507"/>
                    </a:lnTo>
                    <a:lnTo>
                      <a:pt x="1164" y="508"/>
                    </a:lnTo>
                    <a:lnTo>
                      <a:pt x="1167" y="510"/>
                    </a:lnTo>
                    <a:lnTo>
                      <a:pt x="1169" y="511"/>
                    </a:lnTo>
                    <a:lnTo>
                      <a:pt x="1171" y="513"/>
                    </a:lnTo>
                    <a:lnTo>
                      <a:pt x="1174" y="514"/>
                    </a:lnTo>
                    <a:lnTo>
                      <a:pt x="1176" y="516"/>
                    </a:lnTo>
                    <a:lnTo>
                      <a:pt x="1179" y="517"/>
                    </a:lnTo>
                    <a:lnTo>
                      <a:pt x="1181" y="519"/>
                    </a:lnTo>
                    <a:lnTo>
                      <a:pt x="1183" y="520"/>
                    </a:lnTo>
                    <a:lnTo>
                      <a:pt x="1186" y="522"/>
                    </a:lnTo>
                    <a:lnTo>
                      <a:pt x="1188" y="523"/>
                    </a:lnTo>
                    <a:lnTo>
                      <a:pt x="1191" y="525"/>
                    </a:lnTo>
                    <a:lnTo>
                      <a:pt x="1193" y="526"/>
                    </a:lnTo>
                    <a:lnTo>
                      <a:pt x="1196" y="528"/>
                    </a:lnTo>
                    <a:lnTo>
                      <a:pt x="1198" y="529"/>
                    </a:lnTo>
                    <a:lnTo>
                      <a:pt x="1200" y="531"/>
                    </a:lnTo>
                    <a:lnTo>
                      <a:pt x="1203" y="532"/>
                    </a:lnTo>
                    <a:lnTo>
                      <a:pt x="1205" y="534"/>
                    </a:lnTo>
                    <a:lnTo>
                      <a:pt x="1208" y="535"/>
                    </a:lnTo>
                    <a:lnTo>
                      <a:pt x="1210" y="537"/>
                    </a:lnTo>
                    <a:lnTo>
                      <a:pt x="1212" y="538"/>
                    </a:lnTo>
                    <a:lnTo>
                      <a:pt x="1215" y="540"/>
                    </a:lnTo>
                    <a:lnTo>
                      <a:pt x="1217" y="541"/>
                    </a:lnTo>
                    <a:lnTo>
                      <a:pt x="1220" y="543"/>
                    </a:lnTo>
                    <a:lnTo>
                      <a:pt x="1222" y="544"/>
                    </a:lnTo>
                    <a:lnTo>
                      <a:pt x="1224" y="545"/>
                    </a:lnTo>
                    <a:lnTo>
                      <a:pt x="1227" y="547"/>
                    </a:lnTo>
                    <a:lnTo>
                      <a:pt x="1229" y="548"/>
                    </a:lnTo>
                    <a:lnTo>
                      <a:pt x="1232" y="550"/>
                    </a:lnTo>
                    <a:lnTo>
                      <a:pt x="1234" y="551"/>
                    </a:lnTo>
                    <a:lnTo>
                      <a:pt x="1237" y="553"/>
                    </a:lnTo>
                    <a:lnTo>
                      <a:pt x="1239" y="554"/>
                    </a:lnTo>
                    <a:lnTo>
                      <a:pt x="1241" y="555"/>
                    </a:lnTo>
                    <a:lnTo>
                      <a:pt x="1244" y="557"/>
                    </a:lnTo>
                    <a:lnTo>
                      <a:pt x="1246" y="558"/>
                    </a:lnTo>
                    <a:lnTo>
                      <a:pt x="1249" y="560"/>
                    </a:lnTo>
                    <a:lnTo>
                      <a:pt x="1251" y="561"/>
                    </a:lnTo>
                    <a:lnTo>
                      <a:pt x="1253" y="563"/>
                    </a:lnTo>
                    <a:lnTo>
                      <a:pt x="1256" y="564"/>
                    </a:lnTo>
                    <a:lnTo>
                      <a:pt x="1258" y="565"/>
                    </a:lnTo>
                    <a:lnTo>
                      <a:pt x="1261" y="567"/>
                    </a:lnTo>
                    <a:lnTo>
                      <a:pt x="1263" y="568"/>
                    </a:lnTo>
                    <a:lnTo>
                      <a:pt x="1265" y="569"/>
                    </a:lnTo>
                    <a:lnTo>
                      <a:pt x="1268" y="571"/>
                    </a:lnTo>
                    <a:lnTo>
                      <a:pt x="1270" y="572"/>
                    </a:lnTo>
                    <a:lnTo>
                      <a:pt x="1273" y="574"/>
                    </a:lnTo>
                    <a:lnTo>
                      <a:pt x="1275" y="575"/>
                    </a:lnTo>
                    <a:lnTo>
                      <a:pt x="1277" y="576"/>
                    </a:lnTo>
                    <a:lnTo>
                      <a:pt x="1280" y="578"/>
                    </a:lnTo>
                    <a:lnTo>
                      <a:pt x="1282" y="580"/>
                    </a:lnTo>
                    <a:lnTo>
                      <a:pt x="1285" y="581"/>
                    </a:lnTo>
                    <a:lnTo>
                      <a:pt x="1287" y="582"/>
                    </a:lnTo>
                    <a:lnTo>
                      <a:pt x="1290" y="584"/>
                    </a:lnTo>
                    <a:lnTo>
                      <a:pt x="1292" y="585"/>
                    </a:lnTo>
                    <a:lnTo>
                      <a:pt x="1294" y="586"/>
                    </a:lnTo>
                    <a:lnTo>
                      <a:pt x="1297" y="588"/>
                    </a:lnTo>
                    <a:lnTo>
                      <a:pt x="1299" y="589"/>
                    </a:lnTo>
                    <a:lnTo>
                      <a:pt x="1302" y="590"/>
                    </a:lnTo>
                    <a:lnTo>
                      <a:pt x="1304" y="592"/>
                    </a:lnTo>
                    <a:lnTo>
                      <a:pt x="1306" y="593"/>
                    </a:lnTo>
                    <a:lnTo>
                      <a:pt x="1309" y="595"/>
                    </a:lnTo>
                    <a:lnTo>
                      <a:pt x="1311" y="596"/>
                    </a:lnTo>
                    <a:lnTo>
                      <a:pt x="1314" y="598"/>
                    </a:lnTo>
                    <a:lnTo>
                      <a:pt x="1316" y="599"/>
                    </a:lnTo>
                    <a:lnTo>
                      <a:pt x="1318" y="600"/>
                    </a:lnTo>
                    <a:lnTo>
                      <a:pt x="1321" y="602"/>
                    </a:lnTo>
                    <a:lnTo>
                      <a:pt x="1323" y="603"/>
                    </a:lnTo>
                    <a:lnTo>
                      <a:pt x="1326" y="604"/>
                    </a:lnTo>
                    <a:lnTo>
                      <a:pt x="1328" y="606"/>
                    </a:lnTo>
                    <a:lnTo>
                      <a:pt x="1331" y="607"/>
                    </a:lnTo>
                    <a:lnTo>
                      <a:pt x="1333" y="608"/>
                    </a:lnTo>
                    <a:lnTo>
                      <a:pt x="1335" y="609"/>
                    </a:lnTo>
                    <a:lnTo>
                      <a:pt x="1338" y="611"/>
                    </a:lnTo>
                    <a:lnTo>
                      <a:pt x="1340" y="612"/>
                    </a:lnTo>
                    <a:lnTo>
                      <a:pt x="1342" y="613"/>
                    </a:lnTo>
                    <a:lnTo>
                      <a:pt x="1345" y="615"/>
                    </a:lnTo>
                    <a:lnTo>
                      <a:pt x="1347" y="616"/>
                    </a:lnTo>
                    <a:lnTo>
                      <a:pt x="1350" y="617"/>
                    </a:lnTo>
                    <a:lnTo>
                      <a:pt x="1352" y="618"/>
                    </a:lnTo>
                    <a:lnTo>
                      <a:pt x="1354" y="620"/>
                    </a:lnTo>
                    <a:lnTo>
                      <a:pt x="1357" y="621"/>
                    </a:lnTo>
                    <a:lnTo>
                      <a:pt x="1359" y="622"/>
                    </a:lnTo>
                    <a:lnTo>
                      <a:pt x="1362" y="624"/>
                    </a:lnTo>
                    <a:lnTo>
                      <a:pt x="1364" y="625"/>
                    </a:lnTo>
                    <a:lnTo>
                      <a:pt x="1366" y="627"/>
                    </a:lnTo>
                    <a:lnTo>
                      <a:pt x="1369" y="628"/>
                    </a:lnTo>
                    <a:lnTo>
                      <a:pt x="1371" y="629"/>
                    </a:lnTo>
                    <a:lnTo>
                      <a:pt x="1374" y="631"/>
                    </a:lnTo>
                    <a:lnTo>
                      <a:pt x="1376" y="632"/>
                    </a:lnTo>
                    <a:lnTo>
                      <a:pt x="1378" y="633"/>
                    </a:lnTo>
                    <a:lnTo>
                      <a:pt x="1381" y="635"/>
                    </a:lnTo>
                    <a:lnTo>
                      <a:pt x="1383" y="636"/>
                    </a:lnTo>
                    <a:lnTo>
                      <a:pt x="1386" y="638"/>
                    </a:lnTo>
                    <a:lnTo>
                      <a:pt x="1388" y="640"/>
                    </a:lnTo>
                    <a:lnTo>
                      <a:pt x="1390" y="641"/>
                    </a:lnTo>
                    <a:lnTo>
                      <a:pt x="1393" y="643"/>
                    </a:lnTo>
                    <a:lnTo>
                      <a:pt x="1395" y="644"/>
                    </a:lnTo>
                    <a:lnTo>
                      <a:pt x="1398" y="646"/>
                    </a:lnTo>
                    <a:lnTo>
                      <a:pt x="1400" y="648"/>
                    </a:lnTo>
                    <a:lnTo>
                      <a:pt x="1402" y="649"/>
                    </a:lnTo>
                    <a:lnTo>
                      <a:pt x="1405" y="651"/>
                    </a:lnTo>
                    <a:lnTo>
                      <a:pt x="1407" y="653"/>
                    </a:lnTo>
                    <a:lnTo>
                      <a:pt x="1410" y="654"/>
                    </a:lnTo>
                    <a:lnTo>
                      <a:pt x="1412" y="656"/>
                    </a:lnTo>
                    <a:lnTo>
                      <a:pt x="1414" y="657"/>
                    </a:lnTo>
                    <a:lnTo>
                      <a:pt x="1417" y="658"/>
                    </a:lnTo>
                    <a:lnTo>
                      <a:pt x="1419" y="660"/>
                    </a:lnTo>
                    <a:lnTo>
                      <a:pt x="1422" y="661"/>
                    </a:lnTo>
                    <a:lnTo>
                      <a:pt x="1424" y="663"/>
                    </a:lnTo>
                    <a:lnTo>
                      <a:pt x="1426" y="664"/>
                    </a:lnTo>
                    <a:lnTo>
                      <a:pt x="1429" y="666"/>
                    </a:lnTo>
                    <a:lnTo>
                      <a:pt x="1431" y="667"/>
                    </a:lnTo>
                    <a:lnTo>
                      <a:pt x="1434" y="669"/>
                    </a:lnTo>
                    <a:lnTo>
                      <a:pt x="1436" y="670"/>
                    </a:lnTo>
                    <a:lnTo>
                      <a:pt x="1438" y="672"/>
                    </a:lnTo>
                    <a:lnTo>
                      <a:pt x="1441" y="674"/>
                    </a:lnTo>
                    <a:lnTo>
                      <a:pt x="1443" y="675"/>
                    </a:lnTo>
                    <a:lnTo>
                      <a:pt x="1446" y="677"/>
                    </a:lnTo>
                    <a:lnTo>
                      <a:pt x="1448" y="678"/>
                    </a:lnTo>
                    <a:lnTo>
                      <a:pt x="1450" y="679"/>
                    </a:lnTo>
                    <a:lnTo>
                      <a:pt x="1453" y="681"/>
                    </a:lnTo>
                    <a:lnTo>
                      <a:pt x="1455" y="682"/>
                    </a:lnTo>
                    <a:lnTo>
                      <a:pt x="1458" y="684"/>
                    </a:lnTo>
                    <a:lnTo>
                      <a:pt x="1460" y="685"/>
                    </a:lnTo>
                    <a:lnTo>
                      <a:pt x="1463" y="686"/>
                    </a:lnTo>
                    <a:lnTo>
                      <a:pt x="1465" y="688"/>
                    </a:lnTo>
                    <a:lnTo>
                      <a:pt x="1467" y="689"/>
                    </a:lnTo>
                    <a:lnTo>
                      <a:pt x="1470" y="690"/>
                    </a:lnTo>
                    <a:lnTo>
                      <a:pt x="1472" y="691"/>
                    </a:lnTo>
                    <a:lnTo>
                      <a:pt x="1475" y="693"/>
                    </a:lnTo>
                    <a:lnTo>
                      <a:pt x="1477" y="694"/>
                    </a:lnTo>
                    <a:lnTo>
                      <a:pt x="1479" y="696"/>
                    </a:lnTo>
                    <a:lnTo>
                      <a:pt x="1482" y="697"/>
                    </a:lnTo>
                    <a:lnTo>
                      <a:pt x="1484" y="698"/>
                    </a:lnTo>
                    <a:lnTo>
                      <a:pt x="1487" y="699"/>
                    </a:lnTo>
                    <a:lnTo>
                      <a:pt x="1489" y="700"/>
                    </a:lnTo>
                    <a:lnTo>
                      <a:pt x="1491" y="701"/>
                    </a:lnTo>
                    <a:lnTo>
                      <a:pt x="1494" y="702"/>
                    </a:lnTo>
                    <a:lnTo>
                      <a:pt x="1496" y="703"/>
                    </a:lnTo>
                    <a:lnTo>
                      <a:pt x="1499" y="705"/>
                    </a:lnTo>
                    <a:lnTo>
                      <a:pt x="1501" y="706"/>
                    </a:lnTo>
                    <a:lnTo>
                      <a:pt x="1504" y="707"/>
                    </a:lnTo>
                    <a:lnTo>
                      <a:pt x="1506" y="708"/>
                    </a:lnTo>
                    <a:lnTo>
                      <a:pt x="1508" y="710"/>
                    </a:lnTo>
                    <a:lnTo>
                      <a:pt x="1511" y="711"/>
                    </a:lnTo>
                    <a:lnTo>
                      <a:pt x="1513" y="712"/>
                    </a:lnTo>
                    <a:lnTo>
                      <a:pt x="1516" y="713"/>
                    </a:lnTo>
                    <a:lnTo>
                      <a:pt x="1518" y="714"/>
                    </a:lnTo>
                    <a:lnTo>
                      <a:pt x="1520" y="716"/>
                    </a:lnTo>
                    <a:lnTo>
                      <a:pt x="1523" y="717"/>
                    </a:lnTo>
                    <a:lnTo>
                      <a:pt x="1525" y="718"/>
                    </a:lnTo>
                    <a:lnTo>
                      <a:pt x="1528" y="719"/>
                    </a:lnTo>
                    <a:lnTo>
                      <a:pt x="1530" y="720"/>
                    </a:lnTo>
                    <a:lnTo>
                      <a:pt x="1532" y="722"/>
                    </a:lnTo>
                    <a:lnTo>
                      <a:pt x="1535" y="723"/>
                    </a:lnTo>
                    <a:lnTo>
                      <a:pt x="1537" y="724"/>
                    </a:lnTo>
                    <a:lnTo>
                      <a:pt x="1540" y="725"/>
                    </a:lnTo>
                    <a:lnTo>
                      <a:pt x="1542" y="727"/>
                    </a:lnTo>
                    <a:lnTo>
                      <a:pt x="1544" y="728"/>
                    </a:lnTo>
                    <a:lnTo>
                      <a:pt x="1547" y="729"/>
                    </a:lnTo>
                    <a:lnTo>
                      <a:pt x="1549" y="730"/>
                    </a:lnTo>
                    <a:lnTo>
                      <a:pt x="1552" y="731"/>
                    </a:lnTo>
                    <a:lnTo>
                      <a:pt x="1554" y="733"/>
                    </a:lnTo>
                    <a:lnTo>
                      <a:pt x="1557" y="734"/>
                    </a:lnTo>
                    <a:lnTo>
                      <a:pt x="1559" y="735"/>
                    </a:lnTo>
                    <a:lnTo>
                      <a:pt x="1561" y="736"/>
                    </a:lnTo>
                    <a:lnTo>
                      <a:pt x="1564" y="737"/>
                    </a:lnTo>
                    <a:lnTo>
                      <a:pt x="1566" y="739"/>
                    </a:lnTo>
                    <a:lnTo>
                      <a:pt x="1569" y="740"/>
                    </a:lnTo>
                    <a:lnTo>
                      <a:pt x="1571" y="741"/>
                    </a:lnTo>
                    <a:lnTo>
                      <a:pt x="1573" y="743"/>
                    </a:lnTo>
                    <a:lnTo>
                      <a:pt x="1576" y="744"/>
                    </a:lnTo>
                    <a:lnTo>
                      <a:pt x="1578" y="745"/>
                    </a:lnTo>
                    <a:lnTo>
                      <a:pt x="1581" y="746"/>
                    </a:lnTo>
                    <a:lnTo>
                      <a:pt x="1583" y="745"/>
                    </a:lnTo>
                    <a:lnTo>
                      <a:pt x="1585" y="742"/>
                    </a:lnTo>
                    <a:lnTo>
                      <a:pt x="1588" y="737"/>
                    </a:lnTo>
                    <a:lnTo>
                      <a:pt x="1590" y="731"/>
                    </a:lnTo>
                    <a:lnTo>
                      <a:pt x="1593" y="724"/>
                    </a:lnTo>
                    <a:lnTo>
                      <a:pt x="1595" y="716"/>
                    </a:lnTo>
                    <a:lnTo>
                      <a:pt x="1597" y="707"/>
                    </a:lnTo>
                    <a:lnTo>
                      <a:pt x="1600" y="699"/>
                    </a:lnTo>
                    <a:lnTo>
                      <a:pt x="1602" y="690"/>
                    </a:lnTo>
                    <a:lnTo>
                      <a:pt x="1605" y="681"/>
                    </a:lnTo>
                    <a:lnTo>
                      <a:pt x="1607" y="672"/>
                    </a:lnTo>
                    <a:lnTo>
                      <a:pt x="1609" y="663"/>
                    </a:lnTo>
                    <a:lnTo>
                      <a:pt x="1612" y="655"/>
                    </a:lnTo>
                    <a:lnTo>
                      <a:pt x="1614" y="647"/>
                    </a:lnTo>
                    <a:lnTo>
                      <a:pt x="1617" y="638"/>
                    </a:lnTo>
                    <a:lnTo>
                      <a:pt x="1619" y="630"/>
                    </a:lnTo>
                    <a:lnTo>
                      <a:pt x="1621" y="622"/>
                    </a:lnTo>
                    <a:lnTo>
                      <a:pt x="1624" y="613"/>
                    </a:lnTo>
                    <a:lnTo>
                      <a:pt x="1626" y="605"/>
                    </a:lnTo>
                    <a:lnTo>
                      <a:pt x="1629" y="596"/>
                    </a:lnTo>
                    <a:lnTo>
                      <a:pt x="1631" y="588"/>
                    </a:lnTo>
                    <a:lnTo>
                      <a:pt x="1633" y="580"/>
                    </a:lnTo>
                    <a:lnTo>
                      <a:pt x="1636" y="571"/>
                    </a:lnTo>
                    <a:lnTo>
                      <a:pt x="1638" y="562"/>
                    </a:lnTo>
                    <a:lnTo>
                      <a:pt x="1641" y="553"/>
                    </a:lnTo>
                    <a:lnTo>
                      <a:pt x="1643" y="545"/>
                    </a:lnTo>
                    <a:lnTo>
                      <a:pt x="1645" y="536"/>
                    </a:lnTo>
                    <a:lnTo>
                      <a:pt x="1648" y="527"/>
                    </a:lnTo>
                    <a:lnTo>
                      <a:pt x="1650" y="519"/>
                    </a:lnTo>
                    <a:lnTo>
                      <a:pt x="1653" y="510"/>
                    </a:lnTo>
                    <a:lnTo>
                      <a:pt x="1655" y="502"/>
                    </a:lnTo>
                    <a:lnTo>
                      <a:pt x="1657" y="494"/>
                    </a:lnTo>
                    <a:lnTo>
                      <a:pt x="1660" y="485"/>
                    </a:lnTo>
                    <a:lnTo>
                      <a:pt x="1662" y="477"/>
                    </a:lnTo>
                    <a:lnTo>
                      <a:pt x="1665" y="468"/>
                    </a:lnTo>
                    <a:lnTo>
                      <a:pt x="1667" y="460"/>
                    </a:lnTo>
                    <a:lnTo>
                      <a:pt x="1669" y="452"/>
                    </a:lnTo>
                    <a:lnTo>
                      <a:pt x="1672" y="444"/>
                    </a:lnTo>
                    <a:lnTo>
                      <a:pt x="1674" y="436"/>
                    </a:lnTo>
                    <a:lnTo>
                      <a:pt x="1677" y="428"/>
                    </a:lnTo>
                    <a:lnTo>
                      <a:pt x="1679" y="420"/>
                    </a:lnTo>
                    <a:lnTo>
                      <a:pt x="1681" y="412"/>
                    </a:lnTo>
                    <a:lnTo>
                      <a:pt x="1684" y="405"/>
                    </a:lnTo>
                    <a:lnTo>
                      <a:pt x="1686" y="397"/>
                    </a:lnTo>
                    <a:lnTo>
                      <a:pt x="1689" y="391"/>
                    </a:lnTo>
                    <a:lnTo>
                      <a:pt x="1691" y="383"/>
                    </a:lnTo>
                    <a:lnTo>
                      <a:pt x="1693" y="376"/>
                    </a:lnTo>
                    <a:lnTo>
                      <a:pt x="1696" y="370"/>
                    </a:lnTo>
                    <a:lnTo>
                      <a:pt x="1698" y="363"/>
                    </a:lnTo>
                    <a:lnTo>
                      <a:pt x="1701" y="357"/>
                    </a:lnTo>
                    <a:lnTo>
                      <a:pt x="1703" y="351"/>
                    </a:lnTo>
                    <a:lnTo>
                      <a:pt x="1705" y="345"/>
                    </a:lnTo>
                    <a:lnTo>
                      <a:pt x="1708" y="338"/>
                    </a:lnTo>
                    <a:lnTo>
                      <a:pt x="1710" y="333"/>
                    </a:lnTo>
                    <a:lnTo>
                      <a:pt x="1713" y="327"/>
                    </a:lnTo>
                    <a:lnTo>
                      <a:pt x="1715" y="321"/>
                    </a:lnTo>
                    <a:lnTo>
                      <a:pt x="1717" y="316"/>
                    </a:lnTo>
                    <a:lnTo>
                      <a:pt x="1720" y="310"/>
                    </a:lnTo>
                    <a:lnTo>
                      <a:pt x="1722" y="305"/>
                    </a:lnTo>
                    <a:lnTo>
                      <a:pt x="1725" y="300"/>
                    </a:lnTo>
                    <a:lnTo>
                      <a:pt x="1727" y="295"/>
                    </a:lnTo>
                    <a:lnTo>
                      <a:pt x="1730" y="289"/>
                    </a:lnTo>
                    <a:lnTo>
                      <a:pt x="1732" y="284"/>
                    </a:lnTo>
                    <a:lnTo>
                      <a:pt x="1734" y="279"/>
                    </a:lnTo>
                    <a:lnTo>
                      <a:pt x="1737" y="275"/>
                    </a:lnTo>
                    <a:lnTo>
                      <a:pt x="1739" y="270"/>
                    </a:lnTo>
                    <a:lnTo>
                      <a:pt x="1742" y="265"/>
                    </a:lnTo>
                    <a:lnTo>
                      <a:pt x="1744" y="261"/>
                    </a:lnTo>
                    <a:lnTo>
                      <a:pt x="1746" y="256"/>
                    </a:lnTo>
                    <a:lnTo>
                      <a:pt x="1749" y="252"/>
                    </a:lnTo>
                    <a:lnTo>
                      <a:pt x="1751" y="248"/>
                    </a:lnTo>
                    <a:lnTo>
                      <a:pt x="1754" y="244"/>
                    </a:lnTo>
                    <a:lnTo>
                      <a:pt x="1756" y="239"/>
                    </a:lnTo>
                    <a:lnTo>
                      <a:pt x="1758" y="235"/>
                    </a:lnTo>
                    <a:lnTo>
                      <a:pt x="1761" y="231"/>
                    </a:lnTo>
                    <a:lnTo>
                      <a:pt x="1763" y="227"/>
                    </a:lnTo>
                    <a:lnTo>
                      <a:pt x="1766" y="223"/>
                    </a:lnTo>
                    <a:lnTo>
                      <a:pt x="1768" y="219"/>
                    </a:lnTo>
                    <a:lnTo>
                      <a:pt x="1771" y="216"/>
                    </a:lnTo>
                    <a:lnTo>
                      <a:pt x="1773" y="212"/>
                    </a:lnTo>
                    <a:lnTo>
                      <a:pt x="1775" y="209"/>
                    </a:lnTo>
                    <a:lnTo>
                      <a:pt x="1778" y="205"/>
                    </a:lnTo>
                    <a:lnTo>
                      <a:pt x="1780" y="201"/>
                    </a:lnTo>
                    <a:lnTo>
                      <a:pt x="1783" y="198"/>
                    </a:lnTo>
                    <a:lnTo>
                      <a:pt x="1785" y="195"/>
                    </a:lnTo>
                    <a:lnTo>
                      <a:pt x="1787" y="192"/>
                    </a:lnTo>
                    <a:lnTo>
                      <a:pt x="1790" y="189"/>
                    </a:lnTo>
                    <a:lnTo>
                      <a:pt x="1792" y="186"/>
                    </a:lnTo>
                    <a:lnTo>
                      <a:pt x="1795" y="182"/>
                    </a:lnTo>
                    <a:lnTo>
                      <a:pt x="1797" y="179"/>
                    </a:lnTo>
                    <a:lnTo>
                      <a:pt x="1799" y="177"/>
                    </a:lnTo>
                    <a:lnTo>
                      <a:pt x="1802" y="173"/>
                    </a:lnTo>
                    <a:lnTo>
                      <a:pt x="1804" y="170"/>
                    </a:lnTo>
                    <a:lnTo>
                      <a:pt x="1807" y="167"/>
                    </a:lnTo>
                    <a:lnTo>
                      <a:pt x="1809" y="164"/>
                    </a:lnTo>
                    <a:lnTo>
                      <a:pt x="1811" y="162"/>
                    </a:lnTo>
                    <a:lnTo>
                      <a:pt x="1814" y="159"/>
                    </a:lnTo>
                    <a:lnTo>
                      <a:pt x="1816" y="157"/>
                    </a:lnTo>
                    <a:lnTo>
                      <a:pt x="1819" y="154"/>
                    </a:lnTo>
                    <a:lnTo>
                      <a:pt x="1821" y="151"/>
                    </a:lnTo>
                    <a:lnTo>
                      <a:pt x="1824" y="149"/>
                    </a:lnTo>
                    <a:lnTo>
                      <a:pt x="1826" y="146"/>
                    </a:lnTo>
                    <a:lnTo>
                      <a:pt x="1828" y="144"/>
                    </a:lnTo>
                    <a:lnTo>
                      <a:pt x="1831" y="141"/>
                    </a:lnTo>
                    <a:lnTo>
                      <a:pt x="1833" y="139"/>
                    </a:lnTo>
                    <a:lnTo>
                      <a:pt x="1836" y="137"/>
                    </a:lnTo>
                    <a:lnTo>
                      <a:pt x="1838" y="134"/>
                    </a:lnTo>
                    <a:lnTo>
                      <a:pt x="1840" y="132"/>
                    </a:lnTo>
                    <a:lnTo>
                      <a:pt x="1843" y="130"/>
                    </a:lnTo>
                    <a:lnTo>
                      <a:pt x="1845" y="127"/>
                    </a:lnTo>
                    <a:lnTo>
                      <a:pt x="1848" y="125"/>
                    </a:lnTo>
                    <a:lnTo>
                      <a:pt x="1850" y="123"/>
                    </a:lnTo>
                    <a:lnTo>
                      <a:pt x="1852" y="121"/>
                    </a:lnTo>
                    <a:lnTo>
                      <a:pt x="1855" y="119"/>
                    </a:lnTo>
                    <a:lnTo>
                      <a:pt x="1857" y="117"/>
                    </a:lnTo>
                    <a:lnTo>
                      <a:pt x="1860" y="115"/>
                    </a:lnTo>
                    <a:lnTo>
                      <a:pt x="1862" y="114"/>
                    </a:lnTo>
                    <a:lnTo>
                      <a:pt x="1864" y="112"/>
                    </a:lnTo>
                    <a:lnTo>
                      <a:pt x="1867" y="110"/>
                    </a:lnTo>
                    <a:lnTo>
                      <a:pt x="1869" y="108"/>
                    </a:lnTo>
                    <a:lnTo>
                      <a:pt x="1872" y="106"/>
                    </a:lnTo>
                    <a:lnTo>
                      <a:pt x="1874" y="105"/>
                    </a:lnTo>
                    <a:lnTo>
                      <a:pt x="1876" y="103"/>
                    </a:lnTo>
                    <a:lnTo>
                      <a:pt x="1879" y="101"/>
                    </a:lnTo>
                    <a:lnTo>
                      <a:pt x="1881" y="100"/>
                    </a:lnTo>
                    <a:lnTo>
                      <a:pt x="1884" y="98"/>
                    </a:lnTo>
                    <a:lnTo>
                      <a:pt x="1886" y="96"/>
                    </a:lnTo>
                    <a:lnTo>
                      <a:pt x="1888" y="95"/>
                    </a:lnTo>
                    <a:lnTo>
                      <a:pt x="1891" y="93"/>
                    </a:lnTo>
                    <a:lnTo>
                      <a:pt x="1893" y="92"/>
                    </a:lnTo>
                    <a:lnTo>
                      <a:pt x="1896" y="90"/>
                    </a:lnTo>
                    <a:lnTo>
                      <a:pt x="1898" y="89"/>
                    </a:lnTo>
                    <a:lnTo>
                      <a:pt x="1900" y="87"/>
                    </a:lnTo>
                    <a:lnTo>
                      <a:pt x="1903" y="86"/>
                    </a:lnTo>
                    <a:lnTo>
                      <a:pt x="1905" y="85"/>
                    </a:lnTo>
                    <a:lnTo>
                      <a:pt x="1908" y="83"/>
                    </a:lnTo>
                    <a:lnTo>
                      <a:pt x="1910" y="82"/>
                    </a:lnTo>
                    <a:lnTo>
                      <a:pt x="1912" y="80"/>
                    </a:lnTo>
                    <a:lnTo>
                      <a:pt x="1915" y="79"/>
                    </a:lnTo>
                    <a:lnTo>
                      <a:pt x="1917" y="78"/>
                    </a:lnTo>
                    <a:lnTo>
                      <a:pt x="1920" y="76"/>
                    </a:lnTo>
                    <a:lnTo>
                      <a:pt x="1922" y="75"/>
                    </a:lnTo>
                    <a:lnTo>
                      <a:pt x="1924" y="74"/>
                    </a:lnTo>
                    <a:lnTo>
                      <a:pt x="1927" y="72"/>
                    </a:lnTo>
                    <a:lnTo>
                      <a:pt x="1929" y="71"/>
                    </a:lnTo>
                    <a:lnTo>
                      <a:pt x="1932" y="70"/>
                    </a:lnTo>
                    <a:lnTo>
                      <a:pt x="1934" y="69"/>
                    </a:lnTo>
                    <a:lnTo>
                      <a:pt x="1936" y="68"/>
                    </a:lnTo>
                    <a:lnTo>
                      <a:pt x="1939" y="67"/>
                    </a:lnTo>
                    <a:lnTo>
                      <a:pt x="1941" y="66"/>
                    </a:lnTo>
                    <a:lnTo>
                      <a:pt x="1944" y="65"/>
                    </a:lnTo>
                    <a:lnTo>
                      <a:pt x="1946" y="63"/>
                    </a:lnTo>
                    <a:lnTo>
                      <a:pt x="1948" y="63"/>
                    </a:lnTo>
                    <a:lnTo>
                      <a:pt x="1951" y="62"/>
                    </a:lnTo>
                    <a:lnTo>
                      <a:pt x="1953" y="61"/>
                    </a:lnTo>
                    <a:lnTo>
                      <a:pt x="1956" y="60"/>
                    </a:lnTo>
                    <a:lnTo>
                      <a:pt x="1958" y="59"/>
                    </a:lnTo>
                    <a:lnTo>
                      <a:pt x="1960" y="58"/>
                    </a:lnTo>
                    <a:lnTo>
                      <a:pt x="1963" y="57"/>
                    </a:lnTo>
                    <a:lnTo>
                      <a:pt x="1965" y="56"/>
                    </a:lnTo>
                    <a:lnTo>
                      <a:pt x="1968" y="55"/>
                    </a:lnTo>
                    <a:lnTo>
                      <a:pt x="1970" y="54"/>
                    </a:lnTo>
                    <a:lnTo>
                      <a:pt x="1972" y="53"/>
                    </a:lnTo>
                    <a:lnTo>
                      <a:pt x="1975" y="52"/>
                    </a:lnTo>
                    <a:lnTo>
                      <a:pt x="1977" y="52"/>
                    </a:lnTo>
                    <a:lnTo>
                      <a:pt x="1980" y="51"/>
                    </a:lnTo>
                    <a:lnTo>
                      <a:pt x="1982" y="50"/>
                    </a:lnTo>
                    <a:lnTo>
                      <a:pt x="1984" y="49"/>
                    </a:lnTo>
                    <a:lnTo>
                      <a:pt x="1987" y="49"/>
                    </a:lnTo>
                    <a:lnTo>
                      <a:pt x="1989" y="48"/>
                    </a:lnTo>
                    <a:lnTo>
                      <a:pt x="1992" y="47"/>
                    </a:lnTo>
                    <a:lnTo>
                      <a:pt x="1994" y="46"/>
                    </a:lnTo>
                    <a:lnTo>
                      <a:pt x="1997" y="46"/>
                    </a:lnTo>
                    <a:lnTo>
                      <a:pt x="1999" y="45"/>
                    </a:lnTo>
                    <a:lnTo>
                      <a:pt x="2001" y="44"/>
                    </a:lnTo>
                    <a:lnTo>
                      <a:pt x="2004" y="43"/>
                    </a:lnTo>
                    <a:lnTo>
                      <a:pt x="2006" y="43"/>
                    </a:lnTo>
                    <a:lnTo>
                      <a:pt x="2009" y="42"/>
                    </a:lnTo>
                    <a:lnTo>
                      <a:pt x="2011" y="42"/>
                    </a:lnTo>
                    <a:lnTo>
                      <a:pt x="2013" y="41"/>
                    </a:lnTo>
                    <a:lnTo>
                      <a:pt x="2016" y="40"/>
                    </a:lnTo>
                    <a:lnTo>
                      <a:pt x="2018" y="40"/>
                    </a:lnTo>
                    <a:lnTo>
                      <a:pt x="2021" y="39"/>
                    </a:lnTo>
                    <a:lnTo>
                      <a:pt x="2023" y="38"/>
                    </a:lnTo>
                    <a:lnTo>
                      <a:pt x="2025" y="38"/>
                    </a:lnTo>
                    <a:lnTo>
                      <a:pt x="2028" y="37"/>
                    </a:lnTo>
                    <a:lnTo>
                      <a:pt x="2030" y="37"/>
                    </a:lnTo>
                    <a:lnTo>
                      <a:pt x="2033" y="36"/>
                    </a:lnTo>
                    <a:lnTo>
                      <a:pt x="2035" y="36"/>
                    </a:lnTo>
                    <a:lnTo>
                      <a:pt x="2038" y="35"/>
                    </a:lnTo>
                    <a:lnTo>
                      <a:pt x="2040" y="34"/>
                    </a:lnTo>
                    <a:lnTo>
                      <a:pt x="2042" y="34"/>
                    </a:lnTo>
                    <a:lnTo>
                      <a:pt x="2045" y="33"/>
                    </a:lnTo>
                    <a:lnTo>
                      <a:pt x="2047" y="33"/>
                    </a:lnTo>
                    <a:lnTo>
                      <a:pt x="2050" y="32"/>
                    </a:lnTo>
                    <a:lnTo>
                      <a:pt x="2052" y="31"/>
                    </a:lnTo>
                    <a:lnTo>
                      <a:pt x="2054" y="31"/>
                    </a:lnTo>
                    <a:lnTo>
                      <a:pt x="2057" y="30"/>
                    </a:lnTo>
                    <a:lnTo>
                      <a:pt x="2059" y="30"/>
                    </a:lnTo>
                    <a:lnTo>
                      <a:pt x="2062" y="29"/>
                    </a:lnTo>
                    <a:lnTo>
                      <a:pt x="2064" y="29"/>
                    </a:lnTo>
                    <a:lnTo>
                      <a:pt x="2066" y="28"/>
                    </a:lnTo>
                    <a:lnTo>
                      <a:pt x="2069" y="28"/>
                    </a:lnTo>
                    <a:lnTo>
                      <a:pt x="2071" y="27"/>
                    </a:lnTo>
                    <a:lnTo>
                      <a:pt x="2074" y="27"/>
                    </a:lnTo>
                    <a:lnTo>
                      <a:pt x="2076" y="26"/>
                    </a:lnTo>
                    <a:lnTo>
                      <a:pt x="2078" y="26"/>
                    </a:lnTo>
                    <a:lnTo>
                      <a:pt x="2081" y="25"/>
                    </a:lnTo>
                    <a:lnTo>
                      <a:pt x="2083" y="25"/>
                    </a:lnTo>
                    <a:lnTo>
                      <a:pt x="2086" y="24"/>
                    </a:lnTo>
                    <a:lnTo>
                      <a:pt x="2088" y="24"/>
                    </a:lnTo>
                    <a:lnTo>
                      <a:pt x="2091" y="23"/>
                    </a:lnTo>
                    <a:lnTo>
                      <a:pt x="2093" y="23"/>
                    </a:lnTo>
                    <a:lnTo>
                      <a:pt x="2095" y="23"/>
                    </a:lnTo>
                    <a:lnTo>
                      <a:pt x="2098" y="22"/>
                    </a:lnTo>
                    <a:lnTo>
                      <a:pt x="2100" y="22"/>
                    </a:lnTo>
                    <a:lnTo>
                      <a:pt x="2103" y="22"/>
                    </a:lnTo>
                    <a:lnTo>
                      <a:pt x="2105" y="21"/>
                    </a:lnTo>
                    <a:lnTo>
                      <a:pt x="2107" y="21"/>
                    </a:lnTo>
                    <a:lnTo>
                      <a:pt x="2110" y="20"/>
                    </a:lnTo>
                    <a:lnTo>
                      <a:pt x="2112" y="20"/>
                    </a:lnTo>
                    <a:lnTo>
                      <a:pt x="2115" y="20"/>
                    </a:lnTo>
                    <a:lnTo>
                      <a:pt x="2117" y="19"/>
                    </a:lnTo>
                    <a:lnTo>
                      <a:pt x="2119" y="19"/>
                    </a:lnTo>
                    <a:lnTo>
                      <a:pt x="2122" y="19"/>
                    </a:lnTo>
                    <a:lnTo>
                      <a:pt x="2124" y="18"/>
                    </a:lnTo>
                    <a:lnTo>
                      <a:pt x="2127" y="18"/>
                    </a:lnTo>
                    <a:lnTo>
                      <a:pt x="2129" y="17"/>
                    </a:lnTo>
                    <a:lnTo>
                      <a:pt x="2131" y="17"/>
                    </a:lnTo>
                    <a:lnTo>
                      <a:pt x="2134" y="17"/>
                    </a:lnTo>
                    <a:lnTo>
                      <a:pt x="2136" y="17"/>
                    </a:lnTo>
                    <a:lnTo>
                      <a:pt x="2139" y="16"/>
                    </a:lnTo>
                    <a:lnTo>
                      <a:pt x="2141" y="16"/>
                    </a:lnTo>
                    <a:lnTo>
                      <a:pt x="2143" y="16"/>
                    </a:lnTo>
                    <a:lnTo>
                      <a:pt x="2146" y="16"/>
                    </a:lnTo>
                    <a:lnTo>
                      <a:pt x="2148" y="15"/>
                    </a:lnTo>
                    <a:lnTo>
                      <a:pt x="2151" y="15"/>
                    </a:lnTo>
                    <a:lnTo>
                      <a:pt x="2153" y="15"/>
                    </a:lnTo>
                    <a:lnTo>
                      <a:pt x="2155" y="15"/>
                    </a:lnTo>
                    <a:lnTo>
                      <a:pt x="2158" y="14"/>
                    </a:lnTo>
                    <a:lnTo>
                      <a:pt x="2160" y="14"/>
                    </a:lnTo>
                    <a:lnTo>
                      <a:pt x="2163" y="14"/>
                    </a:lnTo>
                    <a:lnTo>
                      <a:pt x="2165" y="14"/>
                    </a:lnTo>
                    <a:lnTo>
                      <a:pt x="2166" y="14"/>
                    </a:lnTo>
                    <a:lnTo>
                      <a:pt x="2166" y="8"/>
                    </a:lnTo>
                    <a:lnTo>
                      <a:pt x="2166" y="0"/>
                    </a:lnTo>
                    <a:lnTo>
                      <a:pt x="2165" y="0"/>
                    </a:lnTo>
                    <a:lnTo>
                      <a:pt x="2163" y="0"/>
                    </a:lnTo>
                    <a:lnTo>
                      <a:pt x="2160" y="0"/>
                    </a:lnTo>
                    <a:lnTo>
                      <a:pt x="2158" y="1"/>
                    </a:lnTo>
                    <a:lnTo>
                      <a:pt x="2155" y="1"/>
                    </a:lnTo>
                    <a:lnTo>
                      <a:pt x="2153" y="1"/>
                    </a:lnTo>
                    <a:lnTo>
                      <a:pt x="2151" y="1"/>
                    </a:lnTo>
                    <a:lnTo>
                      <a:pt x="2148" y="1"/>
                    </a:lnTo>
                    <a:lnTo>
                      <a:pt x="2146" y="2"/>
                    </a:lnTo>
                    <a:lnTo>
                      <a:pt x="2143" y="2"/>
                    </a:lnTo>
                    <a:lnTo>
                      <a:pt x="2141" y="2"/>
                    </a:lnTo>
                    <a:lnTo>
                      <a:pt x="2139" y="2"/>
                    </a:lnTo>
                    <a:lnTo>
                      <a:pt x="2136" y="2"/>
                    </a:lnTo>
                    <a:lnTo>
                      <a:pt x="2134" y="3"/>
                    </a:lnTo>
                    <a:lnTo>
                      <a:pt x="2131" y="3"/>
                    </a:lnTo>
                    <a:lnTo>
                      <a:pt x="2129" y="3"/>
                    </a:lnTo>
                    <a:lnTo>
                      <a:pt x="2127" y="3"/>
                    </a:lnTo>
                    <a:lnTo>
                      <a:pt x="2124" y="3"/>
                    </a:lnTo>
                    <a:lnTo>
                      <a:pt x="2122" y="3"/>
                    </a:lnTo>
                    <a:lnTo>
                      <a:pt x="2119" y="3"/>
                    </a:lnTo>
                    <a:lnTo>
                      <a:pt x="2117" y="4"/>
                    </a:lnTo>
                    <a:lnTo>
                      <a:pt x="2115" y="4"/>
                    </a:lnTo>
                    <a:lnTo>
                      <a:pt x="2112" y="4"/>
                    </a:lnTo>
                    <a:lnTo>
                      <a:pt x="2110" y="4"/>
                    </a:lnTo>
                    <a:lnTo>
                      <a:pt x="2107" y="5"/>
                    </a:lnTo>
                    <a:lnTo>
                      <a:pt x="2105" y="5"/>
                    </a:lnTo>
                    <a:lnTo>
                      <a:pt x="2103" y="5"/>
                    </a:lnTo>
                    <a:lnTo>
                      <a:pt x="2100" y="5"/>
                    </a:lnTo>
                    <a:lnTo>
                      <a:pt x="2098" y="5"/>
                    </a:lnTo>
                    <a:lnTo>
                      <a:pt x="2095" y="5"/>
                    </a:lnTo>
                    <a:lnTo>
                      <a:pt x="2093" y="6"/>
                    </a:lnTo>
                    <a:lnTo>
                      <a:pt x="2091" y="6"/>
                    </a:lnTo>
                    <a:lnTo>
                      <a:pt x="2088" y="6"/>
                    </a:lnTo>
                    <a:lnTo>
                      <a:pt x="2086" y="6"/>
                    </a:lnTo>
                    <a:lnTo>
                      <a:pt x="2083" y="6"/>
                    </a:lnTo>
                    <a:lnTo>
                      <a:pt x="2081" y="6"/>
                    </a:lnTo>
                    <a:lnTo>
                      <a:pt x="2078" y="6"/>
                    </a:lnTo>
                    <a:lnTo>
                      <a:pt x="2076" y="6"/>
                    </a:lnTo>
                    <a:lnTo>
                      <a:pt x="2074" y="7"/>
                    </a:lnTo>
                    <a:lnTo>
                      <a:pt x="2071" y="7"/>
                    </a:lnTo>
                    <a:lnTo>
                      <a:pt x="2069" y="7"/>
                    </a:lnTo>
                    <a:lnTo>
                      <a:pt x="2066" y="7"/>
                    </a:lnTo>
                    <a:lnTo>
                      <a:pt x="2064" y="7"/>
                    </a:lnTo>
                    <a:lnTo>
                      <a:pt x="2062" y="8"/>
                    </a:lnTo>
                    <a:lnTo>
                      <a:pt x="2059" y="8"/>
                    </a:lnTo>
                    <a:lnTo>
                      <a:pt x="2057" y="8"/>
                    </a:lnTo>
                    <a:lnTo>
                      <a:pt x="2054" y="8"/>
                    </a:lnTo>
                    <a:lnTo>
                      <a:pt x="2052" y="8"/>
                    </a:lnTo>
                    <a:lnTo>
                      <a:pt x="2050" y="9"/>
                    </a:lnTo>
                    <a:lnTo>
                      <a:pt x="2047" y="9"/>
                    </a:lnTo>
                    <a:lnTo>
                      <a:pt x="2045" y="9"/>
                    </a:lnTo>
                    <a:lnTo>
                      <a:pt x="2042" y="10"/>
                    </a:lnTo>
                    <a:lnTo>
                      <a:pt x="2040" y="10"/>
                    </a:lnTo>
                    <a:lnTo>
                      <a:pt x="2038" y="10"/>
                    </a:lnTo>
                    <a:lnTo>
                      <a:pt x="2035" y="11"/>
                    </a:lnTo>
                    <a:lnTo>
                      <a:pt x="2033" y="11"/>
                    </a:lnTo>
                    <a:lnTo>
                      <a:pt x="2030" y="11"/>
                    </a:lnTo>
                    <a:lnTo>
                      <a:pt x="2028" y="12"/>
                    </a:lnTo>
                    <a:lnTo>
                      <a:pt x="2025" y="12"/>
                    </a:lnTo>
                    <a:lnTo>
                      <a:pt x="2023" y="12"/>
                    </a:lnTo>
                    <a:lnTo>
                      <a:pt x="2021" y="13"/>
                    </a:lnTo>
                    <a:lnTo>
                      <a:pt x="2018" y="13"/>
                    </a:lnTo>
                    <a:lnTo>
                      <a:pt x="2016" y="14"/>
                    </a:lnTo>
                    <a:lnTo>
                      <a:pt x="2013" y="14"/>
                    </a:lnTo>
                    <a:lnTo>
                      <a:pt x="2011" y="14"/>
                    </a:lnTo>
                    <a:lnTo>
                      <a:pt x="2009" y="15"/>
                    </a:lnTo>
                    <a:lnTo>
                      <a:pt x="2006" y="15"/>
                    </a:lnTo>
                    <a:lnTo>
                      <a:pt x="2004" y="16"/>
                    </a:lnTo>
                    <a:lnTo>
                      <a:pt x="2001" y="16"/>
                    </a:lnTo>
                    <a:lnTo>
                      <a:pt x="1999" y="16"/>
                    </a:lnTo>
                    <a:lnTo>
                      <a:pt x="1997" y="17"/>
                    </a:lnTo>
                    <a:lnTo>
                      <a:pt x="1994" y="17"/>
                    </a:lnTo>
                    <a:lnTo>
                      <a:pt x="1992" y="18"/>
                    </a:lnTo>
                    <a:lnTo>
                      <a:pt x="1989" y="18"/>
                    </a:lnTo>
                    <a:lnTo>
                      <a:pt x="1987" y="19"/>
                    </a:lnTo>
                    <a:lnTo>
                      <a:pt x="1984" y="19"/>
                    </a:lnTo>
                    <a:lnTo>
                      <a:pt x="1982" y="20"/>
                    </a:lnTo>
                    <a:lnTo>
                      <a:pt x="1980" y="20"/>
                    </a:lnTo>
                    <a:lnTo>
                      <a:pt x="1977" y="21"/>
                    </a:lnTo>
                    <a:lnTo>
                      <a:pt x="1975" y="21"/>
                    </a:lnTo>
                    <a:lnTo>
                      <a:pt x="1972" y="22"/>
                    </a:lnTo>
                    <a:lnTo>
                      <a:pt x="1970" y="22"/>
                    </a:lnTo>
                    <a:lnTo>
                      <a:pt x="1968" y="23"/>
                    </a:lnTo>
                    <a:lnTo>
                      <a:pt x="1965" y="23"/>
                    </a:lnTo>
                    <a:lnTo>
                      <a:pt x="1963" y="24"/>
                    </a:lnTo>
                    <a:lnTo>
                      <a:pt x="1960" y="25"/>
                    </a:lnTo>
                    <a:lnTo>
                      <a:pt x="1958" y="25"/>
                    </a:lnTo>
                    <a:lnTo>
                      <a:pt x="1956" y="26"/>
                    </a:lnTo>
                    <a:lnTo>
                      <a:pt x="1953" y="26"/>
                    </a:lnTo>
                    <a:lnTo>
                      <a:pt x="1951" y="27"/>
                    </a:lnTo>
                    <a:lnTo>
                      <a:pt x="1948" y="28"/>
                    </a:lnTo>
                    <a:lnTo>
                      <a:pt x="1946" y="29"/>
                    </a:lnTo>
                    <a:lnTo>
                      <a:pt x="1944" y="29"/>
                    </a:lnTo>
                    <a:lnTo>
                      <a:pt x="1941" y="30"/>
                    </a:lnTo>
                    <a:lnTo>
                      <a:pt x="1939" y="31"/>
                    </a:lnTo>
                    <a:lnTo>
                      <a:pt x="1936" y="31"/>
                    </a:lnTo>
                    <a:lnTo>
                      <a:pt x="1934" y="32"/>
                    </a:lnTo>
                    <a:lnTo>
                      <a:pt x="1932" y="33"/>
                    </a:lnTo>
                    <a:lnTo>
                      <a:pt x="1929" y="33"/>
                    </a:lnTo>
                    <a:lnTo>
                      <a:pt x="1927" y="34"/>
                    </a:lnTo>
                    <a:lnTo>
                      <a:pt x="1924" y="35"/>
                    </a:lnTo>
                    <a:lnTo>
                      <a:pt x="1922" y="36"/>
                    </a:lnTo>
                    <a:lnTo>
                      <a:pt x="1920" y="36"/>
                    </a:lnTo>
                    <a:lnTo>
                      <a:pt x="1917" y="37"/>
                    </a:lnTo>
                    <a:lnTo>
                      <a:pt x="1915" y="38"/>
                    </a:lnTo>
                    <a:lnTo>
                      <a:pt x="1912" y="39"/>
                    </a:lnTo>
                    <a:lnTo>
                      <a:pt x="1910" y="39"/>
                    </a:lnTo>
                    <a:lnTo>
                      <a:pt x="1908" y="40"/>
                    </a:lnTo>
                    <a:lnTo>
                      <a:pt x="1905" y="41"/>
                    </a:lnTo>
                    <a:lnTo>
                      <a:pt x="1903" y="42"/>
                    </a:lnTo>
                    <a:lnTo>
                      <a:pt x="1900" y="43"/>
                    </a:lnTo>
                    <a:lnTo>
                      <a:pt x="1898" y="43"/>
                    </a:lnTo>
                    <a:lnTo>
                      <a:pt x="1896" y="45"/>
                    </a:lnTo>
                    <a:lnTo>
                      <a:pt x="1893" y="45"/>
                    </a:lnTo>
                    <a:lnTo>
                      <a:pt x="1891" y="46"/>
                    </a:lnTo>
                    <a:lnTo>
                      <a:pt x="1888" y="47"/>
                    </a:lnTo>
                    <a:lnTo>
                      <a:pt x="1886" y="48"/>
                    </a:lnTo>
                    <a:lnTo>
                      <a:pt x="1884" y="49"/>
                    </a:lnTo>
                    <a:lnTo>
                      <a:pt x="1881" y="50"/>
                    </a:lnTo>
                    <a:lnTo>
                      <a:pt x="1879" y="50"/>
                    </a:lnTo>
                    <a:lnTo>
                      <a:pt x="1876" y="51"/>
                    </a:lnTo>
                    <a:lnTo>
                      <a:pt x="1874" y="52"/>
                    </a:lnTo>
                    <a:lnTo>
                      <a:pt x="1872" y="53"/>
                    </a:lnTo>
                    <a:lnTo>
                      <a:pt x="1869" y="54"/>
                    </a:lnTo>
                    <a:lnTo>
                      <a:pt x="1867" y="55"/>
                    </a:lnTo>
                    <a:lnTo>
                      <a:pt x="1864" y="56"/>
                    </a:lnTo>
                    <a:lnTo>
                      <a:pt x="1862" y="57"/>
                    </a:lnTo>
                    <a:lnTo>
                      <a:pt x="1860" y="59"/>
                    </a:lnTo>
                    <a:lnTo>
                      <a:pt x="1857" y="60"/>
                    </a:lnTo>
                    <a:lnTo>
                      <a:pt x="1855" y="61"/>
                    </a:lnTo>
                    <a:lnTo>
                      <a:pt x="1852" y="62"/>
                    </a:lnTo>
                    <a:lnTo>
                      <a:pt x="1850" y="63"/>
                    </a:lnTo>
                    <a:lnTo>
                      <a:pt x="1848" y="65"/>
                    </a:lnTo>
                    <a:lnTo>
                      <a:pt x="1845" y="66"/>
                    </a:lnTo>
                    <a:lnTo>
                      <a:pt x="1843" y="67"/>
                    </a:lnTo>
                    <a:lnTo>
                      <a:pt x="1840" y="68"/>
                    </a:lnTo>
                    <a:lnTo>
                      <a:pt x="1838" y="70"/>
                    </a:lnTo>
                    <a:lnTo>
                      <a:pt x="1836" y="71"/>
                    </a:lnTo>
                    <a:lnTo>
                      <a:pt x="1833" y="72"/>
                    </a:lnTo>
                    <a:lnTo>
                      <a:pt x="1831" y="74"/>
                    </a:lnTo>
                    <a:lnTo>
                      <a:pt x="1828" y="75"/>
                    </a:lnTo>
                    <a:lnTo>
                      <a:pt x="1826" y="77"/>
                    </a:lnTo>
                    <a:lnTo>
                      <a:pt x="1824" y="78"/>
                    </a:lnTo>
                    <a:lnTo>
                      <a:pt x="1821" y="80"/>
                    </a:lnTo>
                    <a:lnTo>
                      <a:pt x="1819" y="81"/>
                    </a:lnTo>
                    <a:lnTo>
                      <a:pt x="1816" y="83"/>
                    </a:lnTo>
                    <a:lnTo>
                      <a:pt x="1814" y="84"/>
                    </a:lnTo>
                    <a:lnTo>
                      <a:pt x="1811" y="86"/>
                    </a:lnTo>
                    <a:lnTo>
                      <a:pt x="1809" y="88"/>
                    </a:lnTo>
                    <a:lnTo>
                      <a:pt x="1807" y="89"/>
                    </a:lnTo>
                    <a:lnTo>
                      <a:pt x="1804" y="91"/>
                    </a:lnTo>
                    <a:lnTo>
                      <a:pt x="1802" y="93"/>
                    </a:lnTo>
                    <a:lnTo>
                      <a:pt x="1799" y="95"/>
                    </a:lnTo>
                    <a:lnTo>
                      <a:pt x="1797" y="97"/>
                    </a:lnTo>
                    <a:lnTo>
                      <a:pt x="1795" y="98"/>
                    </a:lnTo>
                    <a:lnTo>
                      <a:pt x="1792" y="101"/>
                    </a:lnTo>
                    <a:lnTo>
                      <a:pt x="1790" y="103"/>
                    </a:lnTo>
                    <a:lnTo>
                      <a:pt x="1787" y="105"/>
                    </a:lnTo>
                    <a:lnTo>
                      <a:pt x="1785" y="107"/>
                    </a:lnTo>
                    <a:lnTo>
                      <a:pt x="1783" y="109"/>
                    </a:lnTo>
                    <a:lnTo>
                      <a:pt x="1780" y="111"/>
                    </a:lnTo>
                    <a:lnTo>
                      <a:pt x="1778" y="113"/>
                    </a:lnTo>
                    <a:lnTo>
                      <a:pt x="1775" y="115"/>
                    </a:lnTo>
                    <a:lnTo>
                      <a:pt x="1773" y="118"/>
                    </a:lnTo>
                    <a:lnTo>
                      <a:pt x="1771" y="120"/>
                    </a:lnTo>
                    <a:lnTo>
                      <a:pt x="1768" y="122"/>
                    </a:lnTo>
                    <a:lnTo>
                      <a:pt x="1766" y="125"/>
                    </a:lnTo>
                    <a:lnTo>
                      <a:pt x="1763" y="127"/>
                    </a:lnTo>
                    <a:lnTo>
                      <a:pt x="1761" y="130"/>
                    </a:lnTo>
                    <a:lnTo>
                      <a:pt x="1758" y="132"/>
                    </a:lnTo>
                    <a:lnTo>
                      <a:pt x="1756" y="135"/>
                    </a:lnTo>
                    <a:lnTo>
                      <a:pt x="1754" y="138"/>
                    </a:lnTo>
                    <a:lnTo>
                      <a:pt x="1751" y="140"/>
                    </a:lnTo>
                    <a:lnTo>
                      <a:pt x="1749" y="143"/>
                    </a:lnTo>
                    <a:lnTo>
                      <a:pt x="1746" y="146"/>
                    </a:lnTo>
                    <a:lnTo>
                      <a:pt x="1744" y="149"/>
                    </a:lnTo>
                    <a:lnTo>
                      <a:pt x="1742" y="152"/>
                    </a:lnTo>
                    <a:lnTo>
                      <a:pt x="1739" y="155"/>
                    </a:lnTo>
                    <a:lnTo>
                      <a:pt x="1737" y="158"/>
                    </a:lnTo>
                    <a:lnTo>
                      <a:pt x="1734" y="161"/>
                    </a:lnTo>
                    <a:lnTo>
                      <a:pt x="1732" y="164"/>
                    </a:lnTo>
                    <a:lnTo>
                      <a:pt x="1730" y="167"/>
                    </a:lnTo>
                    <a:lnTo>
                      <a:pt x="1727" y="170"/>
                    </a:lnTo>
                    <a:lnTo>
                      <a:pt x="1725" y="174"/>
                    </a:lnTo>
                    <a:lnTo>
                      <a:pt x="1722" y="177"/>
                    </a:lnTo>
                    <a:lnTo>
                      <a:pt x="1720" y="181"/>
                    </a:lnTo>
                    <a:lnTo>
                      <a:pt x="1717" y="184"/>
                    </a:lnTo>
                    <a:lnTo>
                      <a:pt x="1715" y="188"/>
                    </a:lnTo>
                    <a:lnTo>
                      <a:pt x="1713" y="192"/>
                    </a:lnTo>
                    <a:lnTo>
                      <a:pt x="1710" y="195"/>
                    </a:lnTo>
                    <a:lnTo>
                      <a:pt x="1708" y="199"/>
                    </a:lnTo>
                    <a:lnTo>
                      <a:pt x="1705" y="203"/>
                    </a:lnTo>
                    <a:lnTo>
                      <a:pt x="1703" y="207"/>
                    </a:lnTo>
                    <a:lnTo>
                      <a:pt x="1701" y="212"/>
                    </a:lnTo>
                    <a:lnTo>
                      <a:pt x="1698" y="216"/>
                    </a:lnTo>
                    <a:lnTo>
                      <a:pt x="1696" y="220"/>
                    </a:lnTo>
                    <a:lnTo>
                      <a:pt x="1693" y="224"/>
                    </a:lnTo>
                    <a:lnTo>
                      <a:pt x="1691" y="229"/>
                    </a:lnTo>
                    <a:lnTo>
                      <a:pt x="1689" y="233"/>
                    </a:lnTo>
                    <a:lnTo>
                      <a:pt x="1686" y="238"/>
                    </a:lnTo>
                    <a:lnTo>
                      <a:pt x="1684" y="242"/>
                    </a:lnTo>
                    <a:lnTo>
                      <a:pt x="1681" y="247"/>
                    </a:lnTo>
                    <a:lnTo>
                      <a:pt x="1679" y="252"/>
                    </a:lnTo>
                    <a:lnTo>
                      <a:pt x="1677" y="257"/>
                    </a:lnTo>
                    <a:lnTo>
                      <a:pt x="1674" y="262"/>
                    </a:lnTo>
                    <a:lnTo>
                      <a:pt x="1672" y="267"/>
                    </a:lnTo>
                    <a:lnTo>
                      <a:pt x="1669" y="272"/>
                    </a:lnTo>
                    <a:lnTo>
                      <a:pt x="1667" y="276"/>
                    </a:lnTo>
                    <a:lnTo>
                      <a:pt x="1665" y="282"/>
                    </a:lnTo>
                    <a:lnTo>
                      <a:pt x="1662" y="287"/>
                    </a:lnTo>
                    <a:lnTo>
                      <a:pt x="1660" y="292"/>
                    </a:lnTo>
                    <a:lnTo>
                      <a:pt x="1657" y="297"/>
                    </a:lnTo>
                    <a:lnTo>
                      <a:pt x="1655" y="302"/>
                    </a:lnTo>
                    <a:lnTo>
                      <a:pt x="1653" y="308"/>
                    </a:lnTo>
                    <a:lnTo>
                      <a:pt x="1650" y="313"/>
                    </a:lnTo>
                    <a:lnTo>
                      <a:pt x="1648" y="319"/>
                    </a:lnTo>
                    <a:lnTo>
                      <a:pt x="1645" y="325"/>
                    </a:lnTo>
                    <a:lnTo>
                      <a:pt x="1643" y="330"/>
                    </a:lnTo>
                    <a:lnTo>
                      <a:pt x="1641" y="336"/>
                    </a:lnTo>
                    <a:lnTo>
                      <a:pt x="1638" y="342"/>
                    </a:lnTo>
                    <a:lnTo>
                      <a:pt x="1636" y="347"/>
                    </a:lnTo>
                    <a:lnTo>
                      <a:pt x="1633" y="353"/>
                    </a:lnTo>
                    <a:lnTo>
                      <a:pt x="1631" y="359"/>
                    </a:lnTo>
                    <a:lnTo>
                      <a:pt x="1629" y="365"/>
                    </a:lnTo>
                    <a:lnTo>
                      <a:pt x="1626" y="370"/>
                    </a:lnTo>
                    <a:lnTo>
                      <a:pt x="1624" y="376"/>
                    </a:lnTo>
                    <a:lnTo>
                      <a:pt x="1621" y="382"/>
                    </a:lnTo>
                    <a:lnTo>
                      <a:pt x="1619" y="387"/>
                    </a:lnTo>
                    <a:lnTo>
                      <a:pt x="1617" y="393"/>
                    </a:lnTo>
                    <a:lnTo>
                      <a:pt x="1614" y="399"/>
                    </a:lnTo>
                    <a:lnTo>
                      <a:pt x="1612" y="405"/>
                    </a:lnTo>
                    <a:lnTo>
                      <a:pt x="1609" y="411"/>
                    </a:lnTo>
                    <a:lnTo>
                      <a:pt x="1607" y="416"/>
                    </a:lnTo>
                    <a:lnTo>
                      <a:pt x="1605" y="422"/>
                    </a:lnTo>
                    <a:lnTo>
                      <a:pt x="1602" y="426"/>
                    </a:lnTo>
                    <a:lnTo>
                      <a:pt x="1600" y="431"/>
                    </a:lnTo>
                    <a:lnTo>
                      <a:pt x="1597" y="436"/>
                    </a:lnTo>
                    <a:lnTo>
                      <a:pt x="1595" y="441"/>
                    </a:lnTo>
                    <a:lnTo>
                      <a:pt x="1593" y="445"/>
                    </a:lnTo>
                    <a:lnTo>
                      <a:pt x="1590" y="449"/>
                    </a:lnTo>
                    <a:lnTo>
                      <a:pt x="1588" y="453"/>
                    </a:lnTo>
                    <a:lnTo>
                      <a:pt x="1585" y="456"/>
                    </a:lnTo>
                    <a:lnTo>
                      <a:pt x="1583" y="458"/>
                    </a:lnTo>
                    <a:lnTo>
                      <a:pt x="1581" y="460"/>
                    </a:lnTo>
                    <a:lnTo>
                      <a:pt x="1578" y="461"/>
                    </a:lnTo>
                    <a:lnTo>
                      <a:pt x="1576" y="461"/>
                    </a:lnTo>
                    <a:lnTo>
                      <a:pt x="1573" y="461"/>
                    </a:lnTo>
                    <a:lnTo>
                      <a:pt x="1571" y="461"/>
                    </a:lnTo>
                    <a:lnTo>
                      <a:pt x="1569" y="460"/>
                    </a:lnTo>
                    <a:lnTo>
                      <a:pt x="1566" y="460"/>
                    </a:lnTo>
                    <a:lnTo>
                      <a:pt x="1564" y="459"/>
                    </a:lnTo>
                    <a:lnTo>
                      <a:pt x="1561" y="459"/>
                    </a:lnTo>
                    <a:lnTo>
                      <a:pt x="1559" y="458"/>
                    </a:lnTo>
                    <a:lnTo>
                      <a:pt x="1557" y="458"/>
                    </a:lnTo>
                    <a:lnTo>
                      <a:pt x="1554" y="458"/>
                    </a:lnTo>
                    <a:lnTo>
                      <a:pt x="1552" y="457"/>
                    </a:lnTo>
                    <a:lnTo>
                      <a:pt x="1549" y="457"/>
                    </a:lnTo>
                    <a:lnTo>
                      <a:pt x="1547" y="457"/>
                    </a:lnTo>
                    <a:lnTo>
                      <a:pt x="1544" y="456"/>
                    </a:lnTo>
                    <a:lnTo>
                      <a:pt x="1542" y="456"/>
                    </a:lnTo>
                    <a:lnTo>
                      <a:pt x="1540" y="455"/>
                    </a:lnTo>
                    <a:lnTo>
                      <a:pt x="1537" y="455"/>
                    </a:lnTo>
                    <a:lnTo>
                      <a:pt x="1535" y="455"/>
                    </a:lnTo>
                    <a:lnTo>
                      <a:pt x="1532" y="454"/>
                    </a:lnTo>
                    <a:lnTo>
                      <a:pt x="1530" y="454"/>
                    </a:lnTo>
                    <a:lnTo>
                      <a:pt x="1528" y="454"/>
                    </a:lnTo>
                    <a:lnTo>
                      <a:pt x="1525" y="453"/>
                    </a:lnTo>
                    <a:lnTo>
                      <a:pt x="1523" y="452"/>
                    </a:lnTo>
                    <a:lnTo>
                      <a:pt x="1520" y="452"/>
                    </a:lnTo>
                    <a:lnTo>
                      <a:pt x="1518" y="452"/>
                    </a:lnTo>
                    <a:lnTo>
                      <a:pt x="1516" y="451"/>
                    </a:lnTo>
                    <a:lnTo>
                      <a:pt x="1513" y="451"/>
                    </a:lnTo>
                    <a:lnTo>
                      <a:pt x="1511" y="451"/>
                    </a:lnTo>
                    <a:lnTo>
                      <a:pt x="1508" y="450"/>
                    </a:lnTo>
                    <a:lnTo>
                      <a:pt x="1506" y="450"/>
                    </a:lnTo>
                    <a:lnTo>
                      <a:pt x="1504" y="449"/>
                    </a:lnTo>
                    <a:lnTo>
                      <a:pt x="1501" y="449"/>
                    </a:lnTo>
                    <a:lnTo>
                      <a:pt x="1499" y="449"/>
                    </a:lnTo>
                    <a:lnTo>
                      <a:pt x="1496" y="448"/>
                    </a:lnTo>
                    <a:lnTo>
                      <a:pt x="1494" y="448"/>
                    </a:lnTo>
                    <a:lnTo>
                      <a:pt x="1491" y="448"/>
                    </a:lnTo>
                    <a:lnTo>
                      <a:pt x="1489" y="447"/>
                    </a:lnTo>
                    <a:lnTo>
                      <a:pt x="1487" y="446"/>
                    </a:lnTo>
                    <a:lnTo>
                      <a:pt x="1484" y="446"/>
                    </a:lnTo>
                    <a:lnTo>
                      <a:pt x="1482" y="446"/>
                    </a:lnTo>
                    <a:lnTo>
                      <a:pt x="1479" y="445"/>
                    </a:lnTo>
                    <a:lnTo>
                      <a:pt x="1477" y="445"/>
                    </a:lnTo>
                    <a:lnTo>
                      <a:pt x="1475" y="445"/>
                    </a:lnTo>
                    <a:lnTo>
                      <a:pt x="1472" y="444"/>
                    </a:lnTo>
                    <a:lnTo>
                      <a:pt x="1470" y="444"/>
                    </a:lnTo>
                    <a:lnTo>
                      <a:pt x="1467" y="443"/>
                    </a:lnTo>
                    <a:lnTo>
                      <a:pt x="1465" y="443"/>
                    </a:lnTo>
                    <a:lnTo>
                      <a:pt x="1463" y="442"/>
                    </a:lnTo>
                    <a:lnTo>
                      <a:pt x="1460" y="442"/>
                    </a:lnTo>
                    <a:lnTo>
                      <a:pt x="1458" y="442"/>
                    </a:lnTo>
                    <a:lnTo>
                      <a:pt x="1455" y="441"/>
                    </a:lnTo>
                    <a:lnTo>
                      <a:pt x="1453" y="441"/>
                    </a:lnTo>
                    <a:lnTo>
                      <a:pt x="1450" y="440"/>
                    </a:lnTo>
                    <a:lnTo>
                      <a:pt x="1448" y="440"/>
                    </a:lnTo>
                    <a:lnTo>
                      <a:pt x="1446" y="439"/>
                    </a:lnTo>
                    <a:lnTo>
                      <a:pt x="1443" y="439"/>
                    </a:lnTo>
                    <a:lnTo>
                      <a:pt x="1441" y="439"/>
                    </a:lnTo>
                    <a:lnTo>
                      <a:pt x="1438" y="438"/>
                    </a:lnTo>
                    <a:lnTo>
                      <a:pt x="1436" y="438"/>
                    </a:lnTo>
                    <a:lnTo>
                      <a:pt x="1434" y="437"/>
                    </a:lnTo>
                    <a:lnTo>
                      <a:pt x="1431" y="437"/>
                    </a:lnTo>
                    <a:lnTo>
                      <a:pt x="1429" y="437"/>
                    </a:lnTo>
                    <a:lnTo>
                      <a:pt x="1426" y="436"/>
                    </a:lnTo>
                    <a:lnTo>
                      <a:pt x="1424" y="436"/>
                    </a:lnTo>
                    <a:lnTo>
                      <a:pt x="1422" y="435"/>
                    </a:lnTo>
                    <a:lnTo>
                      <a:pt x="1419" y="435"/>
                    </a:lnTo>
                    <a:lnTo>
                      <a:pt x="1417" y="434"/>
                    </a:lnTo>
                    <a:lnTo>
                      <a:pt x="1414" y="434"/>
                    </a:lnTo>
                    <a:lnTo>
                      <a:pt x="1412" y="433"/>
                    </a:lnTo>
                    <a:lnTo>
                      <a:pt x="1410" y="433"/>
                    </a:lnTo>
                    <a:lnTo>
                      <a:pt x="1407" y="432"/>
                    </a:lnTo>
                    <a:lnTo>
                      <a:pt x="1405" y="432"/>
                    </a:lnTo>
                    <a:lnTo>
                      <a:pt x="1402" y="431"/>
                    </a:lnTo>
                    <a:lnTo>
                      <a:pt x="1400" y="431"/>
                    </a:lnTo>
                    <a:lnTo>
                      <a:pt x="1398" y="431"/>
                    </a:lnTo>
                    <a:lnTo>
                      <a:pt x="1395" y="430"/>
                    </a:lnTo>
                    <a:lnTo>
                      <a:pt x="1393" y="430"/>
                    </a:lnTo>
                    <a:lnTo>
                      <a:pt x="1390" y="429"/>
                    </a:lnTo>
                    <a:lnTo>
                      <a:pt x="1388" y="429"/>
                    </a:lnTo>
                    <a:lnTo>
                      <a:pt x="1386" y="428"/>
                    </a:lnTo>
                    <a:lnTo>
                      <a:pt x="1383" y="428"/>
                    </a:lnTo>
                    <a:lnTo>
                      <a:pt x="1381" y="427"/>
                    </a:lnTo>
                    <a:lnTo>
                      <a:pt x="1378" y="427"/>
                    </a:lnTo>
                    <a:lnTo>
                      <a:pt x="1376" y="426"/>
                    </a:lnTo>
                    <a:lnTo>
                      <a:pt x="1374" y="426"/>
                    </a:lnTo>
                    <a:lnTo>
                      <a:pt x="1371" y="425"/>
                    </a:lnTo>
                    <a:lnTo>
                      <a:pt x="1369" y="425"/>
                    </a:lnTo>
                    <a:lnTo>
                      <a:pt x="1366" y="424"/>
                    </a:lnTo>
                    <a:lnTo>
                      <a:pt x="1364" y="423"/>
                    </a:lnTo>
                    <a:lnTo>
                      <a:pt x="1362" y="423"/>
                    </a:lnTo>
                    <a:lnTo>
                      <a:pt x="1359" y="422"/>
                    </a:lnTo>
                    <a:lnTo>
                      <a:pt x="1357" y="421"/>
                    </a:lnTo>
                    <a:lnTo>
                      <a:pt x="1354" y="421"/>
                    </a:lnTo>
                    <a:lnTo>
                      <a:pt x="1352" y="420"/>
                    </a:lnTo>
                    <a:lnTo>
                      <a:pt x="1350" y="419"/>
                    </a:lnTo>
                    <a:lnTo>
                      <a:pt x="1347" y="419"/>
                    </a:lnTo>
                    <a:lnTo>
                      <a:pt x="1345" y="418"/>
                    </a:lnTo>
                    <a:lnTo>
                      <a:pt x="1342" y="417"/>
                    </a:lnTo>
                    <a:lnTo>
                      <a:pt x="1340" y="417"/>
                    </a:lnTo>
                    <a:lnTo>
                      <a:pt x="1338" y="416"/>
                    </a:lnTo>
                    <a:lnTo>
                      <a:pt x="1335" y="415"/>
                    </a:lnTo>
                    <a:lnTo>
                      <a:pt x="1333" y="414"/>
                    </a:lnTo>
                    <a:lnTo>
                      <a:pt x="1331" y="414"/>
                    </a:lnTo>
                    <a:lnTo>
                      <a:pt x="1328" y="413"/>
                    </a:lnTo>
                    <a:lnTo>
                      <a:pt x="1326" y="412"/>
                    </a:lnTo>
                    <a:lnTo>
                      <a:pt x="1323" y="412"/>
                    </a:lnTo>
                    <a:lnTo>
                      <a:pt x="1321" y="411"/>
                    </a:lnTo>
                    <a:lnTo>
                      <a:pt x="1318" y="410"/>
                    </a:lnTo>
                    <a:lnTo>
                      <a:pt x="1316" y="409"/>
                    </a:lnTo>
                    <a:lnTo>
                      <a:pt x="1314" y="409"/>
                    </a:lnTo>
                    <a:lnTo>
                      <a:pt x="1311" y="408"/>
                    </a:lnTo>
                    <a:lnTo>
                      <a:pt x="1309" y="408"/>
                    </a:lnTo>
                    <a:lnTo>
                      <a:pt x="1306" y="407"/>
                    </a:lnTo>
                    <a:lnTo>
                      <a:pt x="1304" y="406"/>
                    </a:lnTo>
                    <a:lnTo>
                      <a:pt x="1302" y="405"/>
                    </a:lnTo>
                    <a:lnTo>
                      <a:pt x="1299" y="405"/>
                    </a:lnTo>
                    <a:lnTo>
                      <a:pt x="1297" y="404"/>
                    </a:lnTo>
                    <a:lnTo>
                      <a:pt x="1294" y="403"/>
                    </a:lnTo>
                    <a:lnTo>
                      <a:pt x="1292" y="403"/>
                    </a:lnTo>
                    <a:lnTo>
                      <a:pt x="1290" y="402"/>
                    </a:lnTo>
                    <a:lnTo>
                      <a:pt x="1287" y="401"/>
                    </a:lnTo>
                    <a:lnTo>
                      <a:pt x="1285" y="400"/>
                    </a:lnTo>
                    <a:lnTo>
                      <a:pt x="1282" y="400"/>
                    </a:lnTo>
                    <a:lnTo>
                      <a:pt x="1280" y="399"/>
                    </a:lnTo>
                    <a:lnTo>
                      <a:pt x="1277" y="398"/>
                    </a:lnTo>
                    <a:lnTo>
                      <a:pt x="1275" y="398"/>
                    </a:lnTo>
                    <a:lnTo>
                      <a:pt x="1273" y="397"/>
                    </a:lnTo>
                    <a:lnTo>
                      <a:pt x="1270" y="396"/>
                    </a:lnTo>
                    <a:lnTo>
                      <a:pt x="1268" y="396"/>
                    </a:lnTo>
                    <a:lnTo>
                      <a:pt x="1265" y="395"/>
                    </a:lnTo>
                    <a:lnTo>
                      <a:pt x="1263" y="394"/>
                    </a:lnTo>
                    <a:lnTo>
                      <a:pt x="1261" y="393"/>
                    </a:lnTo>
                    <a:lnTo>
                      <a:pt x="1258" y="393"/>
                    </a:lnTo>
                    <a:lnTo>
                      <a:pt x="1256" y="392"/>
                    </a:lnTo>
                    <a:lnTo>
                      <a:pt x="1253" y="391"/>
                    </a:lnTo>
                    <a:lnTo>
                      <a:pt x="1251" y="390"/>
                    </a:lnTo>
                    <a:lnTo>
                      <a:pt x="1249" y="389"/>
                    </a:lnTo>
                    <a:lnTo>
                      <a:pt x="1246" y="388"/>
                    </a:lnTo>
                    <a:lnTo>
                      <a:pt x="1244" y="388"/>
                    </a:lnTo>
                    <a:lnTo>
                      <a:pt x="1241" y="387"/>
                    </a:lnTo>
                    <a:lnTo>
                      <a:pt x="1239" y="386"/>
                    </a:lnTo>
                    <a:lnTo>
                      <a:pt x="1237" y="386"/>
                    </a:lnTo>
                    <a:lnTo>
                      <a:pt x="1234" y="385"/>
                    </a:lnTo>
                    <a:lnTo>
                      <a:pt x="1232" y="384"/>
                    </a:lnTo>
                    <a:lnTo>
                      <a:pt x="1229" y="383"/>
                    </a:lnTo>
                    <a:lnTo>
                      <a:pt x="1227" y="382"/>
                    </a:lnTo>
                    <a:lnTo>
                      <a:pt x="1224" y="382"/>
                    </a:lnTo>
                    <a:lnTo>
                      <a:pt x="1222" y="381"/>
                    </a:lnTo>
                    <a:lnTo>
                      <a:pt x="1220" y="380"/>
                    </a:lnTo>
                    <a:lnTo>
                      <a:pt x="1217" y="379"/>
                    </a:lnTo>
                    <a:lnTo>
                      <a:pt x="1215" y="379"/>
                    </a:lnTo>
                    <a:lnTo>
                      <a:pt x="1212" y="378"/>
                    </a:lnTo>
                    <a:lnTo>
                      <a:pt x="1210" y="377"/>
                    </a:lnTo>
                    <a:lnTo>
                      <a:pt x="1208" y="376"/>
                    </a:lnTo>
                    <a:lnTo>
                      <a:pt x="1205" y="375"/>
                    </a:lnTo>
                    <a:lnTo>
                      <a:pt x="1203" y="374"/>
                    </a:lnTo>
                    <a:lnTo>
                      <a:pt x="1200" y="374"/>
                    </a:lnTo>
                    <a:lnTo>
                      <a:pt x="1198" y="373"/>
                    </a:lnTo>
                    <a:lnTo>
                      <a:pt x="1196" y="372"/>
                    </a:lnTo>
                    <a:lnTo>
                      <a:pt x="1193" y="371"/>
                    </a:lnTo>
                    <a:lnTo>
                      <a:pt x="1191" y="370"/>
                    </a:lnTo>
                    <a:lnTo>
                      <a:pt x="1188" y="370"/>
                    </a:lnTo>
                    <a:lnTo>
                      <a:pt x="1186" y="369"/>
                    </a:lnTo>
                    <a:lnTo>
                      <a:pt x="1183" y="368"/>
                    </a:lnTo>
                    <a:lnTo>
                      <a:pt x="1181" y="367"/>
                    </a:lnTo>
                    <a:lnTo>
                      <a:pt x="1179" y="366"/>
                    </a:lnTo>
                    <a:close/>
                  </a:path>
                </a:pathLst>
              </a:custGeom>
              <a:solidFill>
                <a:srgbClr val="007F00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61" name="Freeform 320">
                <a:extLst>
                  <a:ext uri="{FF2B5EF4-FFF2-40B4-BE49-F238E27FC236}">
                    <a16:creationId xmlns:a16="http://schemas.microsoft.com/office/drawing/2014/main" id="{870C94A0-B640-4982-ACE6-BA47B5E10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9025" y="1700213"/>
                <a:ext cx="3438525" cy="268288"/>
              </a:xfrm>
              <a:custGeom>
                <a:avLst/>
                <a:gdLst>
                  <a:gd name="T0" fmla="*/ 34 w 2166"/>
                  <a:gd name="T1" fmla="*/ 4 h 169"/>
                  <a:gd name="T2" fmla="*/ 70 w 2166"/>
                  <a:gd name="T3" fmla="*/ 3 h 169"/>
                  <a:gd name="T4" fmla="*/ 106 w 2166"/>
                  <a:gd name="T5" fmla="*/ 3 h 169"/>
                  <a:gd name="T6" fmla="*/ 142 w 2166"/>
                  <a:gd name="T7" fmla="*/ 1 h 169"/>
                  <a:gd name="T8" fmla="*/ 178 w 2166"/>
                  <a:gd name="T9" fmla="*/ 3 h 169"/>
                  <a:gd name="T10" fmla="*/ 214 w 2166"/>
                  <a:gd name="T11" fmla="*/ 2 h 169"/>
                  <a:gd name="T12" fmla="*/ 250 w 2166"/>
                  <a:gd name="T13" fmla="*/ 2 h 169"/>
                  <a:gd name="T14" fmla="*/ 287 w 2166"/>
                  <a:gd name="T15" fmla="*/ 4 h 169"/>
                  <a:gd name="T16" fmla="*/ 323 w 2166"/>
                  <a:gd name="T17" fmla="*/ 5 h 169"/>
                  <a:gd name="T18" fmla="*/ 358 w 2166"/>
                  <a:gd name="T19" fmla="*/ 6 h 169"/>
                  <a:gd name="T20" fmla="*/ 395 w 2166"/>
                  <a:gd name="T21" fmla="*/ 12 h 169"/>
                  <a:gd name="T22" fmla="*/ 431 w 2166"/>
                  <a:gd name="T23" fmla="*/ 42 h 169"/>
                  <a:gd name="T24" fmla="*/ 467 w 2166"/>
                  <a:gd name="T25" fmla="*/ 63 h 169"/>
                  <a:gd name="T26" fmla="*/ 503 w 2166"/>
                  <a:gd name="T27" fmla="*/ 73 h 169"/>
                  <a:gd name="T28" fmla="*/ 539 w 2166"/>
                  <a:gd name="T29" fmla="*/ 89 h 169"/>
                  <a:gd name="T30" fmla="*/ 575 w 2166"/>
                  <a:gd name="T31" fmla="*/ 105 h 169"/>
                  <a:gd name="T32" fmla="*/ 611 w 2166"/>
                  <a:gd name="T33" fmla="*/ 128 h 169"/>
                  <a:gd name="T34" fmla="*/ 647 w 2166"/>
                  <a:gd name="T35" fmla="*/ 121 h 169"/>
                  <a:gd name="T36" fmla="*/ 683 w 2166"/>
                  <a:gd name="T37" fmla="*/ 109 h 169"/>
                  <a:gd name="T38" fmla="*/ 719 w 2166"/>
                  <a:gd name="T39" fmla="*/ 112 h 169"/>
                  <a:gd name="T40" fmla="*/ 756 w 2166"/>
                  <a:gd name="T41" fmla="*/ 115 h 169"/>
                  <a:gd name="T42" fmla="*/ 792 w 2166"/>
                  <a:gd name="T43" fmla="*/ 127 h 169"/>
                  <a:gd name="T44" fmla="*/ 828 w 2166"/>
                  <a:gd name="T45" fmla="*/ 132 h 169"/>
                  <a:gd name="T46" fmla="*/ 864 w 2166"/>
                  <a:gd name="T47" fmla="*/ 114 h 169"/>
                  <a:gd name="T48" fmla="*/ 900 w 2166"/>
                  <a:gd name="T49" fmla="*/ 121 h 169"/>
                  <a:gd name="T50" fmla="*/ 936 w 2166"/>
                  <a:gd name="T51" fmla="*/ 152 h 169"/>
                  <a:gd name="T52" fmla="*/ 972 w 2166"/>
                  <a:gd name="T53" fmla="*/ 113 h 169"/>
                  <a:gd name="T54" fmla="*/ 1008 w 2166"/>
                  <a:gd name="T55" fmla="*/ 119 h 169"/>
                  <a:gd name="T56" fmla="*/ 1044 w 2166"/>
                  <a:gd name="T57" fmla="*/ 138 h 169"/>
                  <a:gd name="T58" fmla="*/ 1080 w 2166"/>
                  <a:gd name="T59" fmla="*/ 138 h 169"/>
                  <a:gd name="T60" fmla="*/ 1116 w 2166"/>
                  <a:gd name="T61" fmla="*/ 119 h 169"/>
                  <a:gd name="T62" fmla="*/ 1152 w 2166"/>
                  <a:gd name="T63" fmla="*/ 118 h 169"/>
                  <a:gd name="T64" fmla="*/ 1188 w 2166"/>
                  <a:gd name="T65" fmla="*/ 146 h 169"/>
                  <a:gd name="T66" fmla="*/ 1224 w 2166"/>
                  <a:gd name="T67" fmla="*/ 122 h 169"/>
                  <a:gd name="T68" fmla="*/ 1261 w 2166"/>
                  <a:gd name="T69" fmla="*/ 113 h 169"/>
                  <a:gd name="T70" fmla="*/ 1297 w 2166"/>
                  <a:gd name="T71" fmla="*/ 116 h 169"/>
                  <a:gd name="T72" fmla="*/ 1333 w 2166"/>
                  <a:gd name="T73" fmla="*/ 126 h 169"/>
                  <a:gd name="T74" fmla="*/ 1369 w 2166"/>
                  <a:gd name="T75" fmla="*/ 113 h 169"/>
                  <a:gd name="T76" fmla="*/ 1405 w 2166"/>
                  <a:gd name="T77" fmla="*/ 130 h 169"/>
                  <a:gd name="T78" fmla="*/ 1441 w 2166"/>
                  <a:gd name="T79" fmla="*/ 121 h 169"/>
                  <a:gd name="T80" fmla="*/ 1477 w 2166"/>
                  <a:gd name="T81" fmla="*/ 136 h 169"/>
                  <a:gd name="T82" fmla="*/ 1513 w 2166"/>
                  <a:gd name="T83" fmla="*/ 156 h 169"/>
                  <a:gd name="T84" fmla="*/ 1549 w 2166"/>
                  <a:gd name="T85" fmla="*/ 169 h 169"/>
                  <a:gd name="T86" fmla="*/ 1585 w 2166"/>
                  <a:gd name="T87" fmla="*/ 98 h 169"/>
                  <a:gd name="T88" fmla="*/ 1621 w 2166"/>
                  <a:gd name="T89" fmla="*/ 15 h 169"/>
                  <a:gd name="T90" fmla="*/ 1657 w 2166"/>
                  <a:gd name="T91" fmla="*/ 4 h 169"/>
                  <a:gd name="T92" fmla="*/ 1693 w 2166"/>
                  <a:gd name="T93" fmla="*/ 9 h 169"/>
                  <a:gd name="T94" fmla="*/ 1730 w 2166"/>
                  <a:gd name="T95" fmla="*/ 12 h 169"/>
                  <a:gd name="T96" fmla="*/ 1766 w 2166"/>
                  <a:gd name="T97" fmla="*/ 13 h 169"/>
                  <a:gd name="T98" fmla="*/ 1802 w 2166"/>
                  <a:gd name="T99" fmla="*/ 15 h 169"/>
                  <a:gd name="T100" fmla="*/ 1838 w 2166"/>
                  <a:gd name="T101" fmla="*/ 12 h 169"/>
                  <a:gd name="T102" fmla="*/ 1874 w 2166"/>
                  <a:gd name="T103" fmla="*/ 13 h 169"/>
                  <a:gd name="T104" fmla="*/ 1910 w 2166"/>
                  <a:gd name="T105" fmla="*/ 12 h 169"/>
                  <a:gd name="T106" fmla="*/ 1946 w 2166"/>
                  <a:gd name="T107" fmla="*/ 13 h 169"/>
                  <a:gd name="T108" fmla="*/ 1982 w 2166"/>
                  <a:gd name="T109" fmla="*/ 12 h 169"/>
                  <a:gd name="T110" fmla="*/ 2018 w 2166"/>
                  <a:gd name="T111" fmla="*/ 12 h 169"/>
                  <a:gd name="T112" fmla="*/ 2054 w 2166"/>
                  <a:gd name="T113" fmla="*/ 10 h 169"/>
                  <a:gd name="T114" fmla="*/ 2091 w 2166"/>
                  <a:gd name="T115" fmla="*/ 10 h 169"/>
                  <a:gd name="T116" fmla="*/ 2127 w 2166"/>
                  <a:gd name="T117" fmla="*/ 9 h 169"/>
                  <a:gd name="T118" fmla="*/ 2163 w 2166"/>
                  <a:gd name="T119" fmla="*/ 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66" h="169">
                    <a:moveTo>
                      <a:pt x="0" y="8"/>
                    </a:moveTo>
                    <a:lnTo>
                      <a:pt x="3" y="8"/>
                    </a:lnTo>
                    <a:lnTo>
                      <a:pt x="5" y="8"/>
                    </a:lnTo>
                    <a:lnTo>
                      <a:pt x="8" y="8"/>
                    </a:lnTo>
                    <a:lnTo>
                      <a:pt x="10" y="8"/>
                    </a:lnTo>
                    <a:lnTo>
                      <a:pt x="12" y="7"/>
                    </a:lnTo>
                    <a:lnTo>
                      <a:pt x="15" y="7"/>
                    </a:lnTo>
                    <a:lnTo>
                      <a:pt x="17" y="7"/>
                    </a:lnTo>
                    <a:lnTo>
                      <a:pt x="20" y="6"/>
                    </a:lnTo>
                    <a:lnTo>
                      <a:pt x="22" y="6"/>
                    </a:lnTo>
                    <a:lnTo>
                      <a:pt x="24" y="6"/>
                    </a:lnTo>
                    <a:lnTo>
                      <a:pt x="27" y="5"/>
                    </a:lnTo>
                    <a:lnTo>
                      <a:pt x="29" y="5"/>
                    </a:lnTo>
                    <a:lnTo>
                      <a:pt x="32" y="4"/>
                    </a:lnTo>
                    <a:lnTo>
                      <a:pt x="34" y="4"/>
                    </a:lnTo>
                    <a:lnTo>
                      <a:pt x="36" y="4"/>
                    </a:lnTo>
                    <a:lnTo>
                      <a:pt x="39" y="3"/>
                    </a:lnTo>
                    <a:lnTo>
                      <a:pt x="41" y="3"/>
                    </a:lnTo>
                    <a:lnTo>
                      <a:pt x="44" y="3"/>
                    </a:lnTo>
                    <a:lnTo>
                      <a:pt x="46" y="3"/>
                    </a:lnTo>
                    <a:lnTo>
                      <a:pt x="48" y="2"/>
                    </a:lnTo>
                    <a:lnTo>
                      <a:pt x="51" y="2"/>
                    </a:lnTo>
                    <a:lnTo>
                      <a:pt x="53" y="2"/>
                    </a:lnTo>
                    <a:lnTo>
                      <a:pt x="56" y="2"/>
                    </a:lnTo>
                    <a:lnTo>
                      <a:pt x="58" y="2"/>
                    </a:lnTo>
                    <a:lnTo>
                      <a:pt x="60" y="2"/>
                    </a:lnTo>
                    <a:lnTo>
                      <a:pt x="63" y="2"/>
                    </a:lnTo>
                    <a:lnTo>
                      <a:pt x="65" y="2"/>
                    </a:lnTo>
                    <a:lnTo>
                      <a:pt x="68" y="3"/>
                    </a:lnTo>
                    <a:lnTo>
                      <a:pt x="70" y="3"/>
                    </a:lnTo>
                    <a:lnTo>
                      <a:pt x="72" y="3"/>
                    </a:lnTo>
                    <a:lnTo>
                      <a:pt x="75" y="3"/>
                    </a:lnTo>
                    <a:lnTo>
                      <a:pt x="77" y="3"/>
                    </a:lnTo>
                    <a:lnTo>
                      <a:pt x="80" y="3"/>
                    </a:lnTo>
                    <a:lnTo>
                      <a:pt x="82" y="3"/>
                    </a:lnTo>
                    <a:lnTo>
                      <a:pt x="84" y="3"/>
                    </a:lnTo>
                    <a:lnTo>
                      <a:pt x="87" y="3"/>
                    </a:lnTo>
                    <a:lnTo>
                      <a:pt x="89" y="3"/>
                    </a:lnTo>
                    <a:lnTo>
                      <a:pt x="92" y="3"/>
                    </a:lnTo>
                    <a:lnTo>
                      <a:pt x="94" y="3"/>
                    </a:lnTo>
                    <a:lnTo>
                      <a:pt x="96" y="3"/>
                    </a:lnTo>
                    <a:lnTo>
                      <a:pt x="99" y="3"/>
                    </a:lnTo>
                    <a:lnTo>
                      <a:pt x="101" y="3"/>
                    </a:lnTo>
                    <a:lnTo>
                      <a:pt x="104" y="3"/>
                    </a:lnTo>
                    <a:lnTo>
                      <a:pt x="106" y="3"/>
                    </a:lnTo>
                    <a:lnTo>
                      <a:pt x="108" y="3"/>
                    </a:lnTo>
                    <a:lnTo>
                      <a:pt x="111" y="2"/>
                    </a:lnTo>
                    <a:lnTo>
                      <a:pt x="113" y="2"/>
                    </a:lnTo>
                    <a:lnTo>
                      <a:pt x="115" y="2"/>
                    </a:lnTo>
                    <a:lnTo>
                      <a:pt x="118" y="2"/>
                    </a:lnTo>
                    <a:lnTo>
                      <a:pt x="120" y="1"/>
                    </a:lnTo>
                    <a:lnTo>
                      <a:pt x="123" y="1"/>
                    </a:lnTo>
                    <a:lnTo>
                      <a:pt x="125" y="1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2" y="1"/>
                    </a:lnTo>
                    <a:lnTo>
                      <a:pt x="135" y="1"/>
                    </a:lnTo>
                    <a:lnTo>
                      <a:pt x="137" y="0"/>
                    </a:lnTo>
                    <a:lnTo>
                      <a:pt x="140" y="0"/>
                    </a:lnTo>
                    <a:lnTo>
                      <a:pt x="142" y="1"/>
                    </a:lnTo>
                    <a:lnTo>
                      <a:pt x="144" y="1"/>
                    </a:lnTo>
                    <a:lnTo>
                      <a:pt x="147" y="1"/>
                    </a:lnTo>
                    <a:lnTo>
                      <a:pt x="149" y="1"/>
                    </a:lnTo>
                    <a:lnTo>
                      <a:pt x="152" y="1"/>
                    </a:lnTo>
                    <a:lnTo>
                      <a:pt x="154" y="1"/>
                    </a:lnTo>
                    <a:lnTo>
                      <a:pt x="156" y="1"/>
                    </a:lnTo>
                    <a:lnTo>
                      <a:pt x="159" y="1"/>
                    </a:lnTo>
                    <a:lnTo>
                      <a:pt x="161" y="1"/>
                    </a:lnTo>
                    <a:lnTo>
                      <a:pt x="164" y="2"/>
                    </a:lnTo>
                    <a:lnTo>
                      <a:pt x="166" y="2"/>
                    </a:lnTo>
                    <a:lnTo>
                      <a:pt x="169" y="2"/>
                    </a:lnTo>
                    <a:lnTo>
                      <a:pt x="171" y="2"/>
                    </a:lnTo>
                    <a:lnTo>
                      <a:pt x="173" y="3"/>
                    </a:lnTo>
                    <a:lnTo>
                      <a:pt x="176" y="3"/>
                    </a:lnTo>
                    <a:lnTo>
                      <a:pt x="178" y="3"/>
                    </a:lnTo>
                    <a:lnTo>
                      <a:pt x="181" y="3"/>
                    </a:lnTo>
                    <a:lnTo>
                      <a:pt x="183" y="3"/>
                    </a:lnTo>
                    <a:lnTo>
                      <a:pt x="185" y="3"/>
                    </a:lnTo>
                    <a:lnTo>
                      <a:pt x="188" y="3"/>
                    </a:lnTo>
                    <a:lnTo>
                      <a:pt x="190" y="3"/>
                    </a:lnTo>
                    <a:lnTo>
                      <a:pt x="193" y="3"/>
                    </a:lnTo>
                    <a:lnTo>
                      <a:pt x="195" y="3"/>
                    </a:lnTo>
                    <a:lnTo>
                      <a:pt x="197" y="3"/>
                    </a:lnTo>
                    <a:lnTo>
                      <a:pt x="200" y="3"/>
                    </a:lnTo>
                    <a:lnTo>
                      <a:pt x="202" y="3"/>
                    </a:lnTo>
                    <a:lnTo>
                      <a:pt x="205" y="3"/>
                    </a:lnTo>
                    <a:lnTo>
                      <a:pt x="207" y="2"/>
                    </a:lnTo>
                    <a:lnTo>
                      <a:pt x="209" y="2"/>
                    </a:lnTo>
                    <a:lnTo>
                      <a:pt x="212" y="2"/>
                    </a:lnTo>
                    <a:lnTo>
                      <a:pt x="214" y="2"/>
                    </a:lnTo>
                    <a:lnTo>
                      <a:pt x="217" y="2"/>
                    </a:lnTo>
                    <a:lnTo>
                      <a:pt x="219" y="2"/>
                    </a:lnTo>
                    <a:lnTo>
                      <a:pt x="222" y="2"/>
                    </a:lnTo>
                    <a:lnTo>
                      <a:pt x="224" y="2"/>
                    </a:lnTo>
                    <a:lnTo>
                      <a:pt x="226" y="2"/>
                    </a:lnTo>
                    <a:lnTo>
                      <a:pt x="229" y="1"/>
                    </a:lnTo>
                    <a:lnTo>
                      <a:pt x="231" y="1"/>
                    </a:lnTo>
                    <a:lnTo>
                      <a:pt x="234" y="1"/>
                    </a:lnTo>
                    <a:lnTo>
                      <a:pt x="236" y="1"/>
                    </a:lnTo>
                    <a:lnTo>
                      <a:pt x="238" y="1"/>
                    </a:lnTo>
                    <a:lnTo>
                      <a:pt x="241" y="1"/>
                    </a:lnTo>
                    <a:lnTo>
                      <a:pt x="243" y="2"/>
                    </a:lnTo>
                    <a:lnTo>
                      <a:pt x="246" y="2"/>
                    </a:lnTo>
                    <a:lnTo>
                      <a:pt x="248" y="2"/>
                    </a:lnTo>
                    <a:lnTo>
                      <a:pt x="250" y="2"/>
                    </a:lnTo>
                    <a:lnTo>
                      <a:pt x="253" y="2"/>
                    </a:lnTo>
                    <a:lnTo>
                      <a:pt x="255" y="2"/>
                    </a:lnTo>
                    <a:lnTo>
                      <a:pt x="258" y="3"/>
                    </a:lnTo>
                    <a:lnTo>
                      <a:pt x="260" y="3"/>
                    </a:lnTo>
                    <a:lnTo>
                      <a:pt x="263" y="3"/>
                    </a:lnTo>
                    <a:lnTo>
                      <a:pt x="265" y="3"/>
                    </a:lnTo>
                    <a:lnTo>
                      <a:pt x="267" y="3"/>
                    </a:lnTo>
                    <a:lnTo>
                      <a:pt x="270" y="3"/>
                    </a:lnTo>
                    <a:lnTo>
                      <a:pt x="272" y="3"/>
                    </a:lnTo>
                    <a:lnTo>
                      <a:pt x="275" y="3"/>
                    </a:lnTo>
                    <a:lnTo>
                      <a:pt x="277" y="3"/>
                    </a:lnTo>
                    <a:lnTo>
                      <a:pt x="279" y="3"/>
                    </a:lnTo>
                    <a:lnTo>
                      <a:pt x="282" y="3"/>
                    </a:lnTo>
                    <a:lnTo>
                      <a:pt x="284" y="3"/>
                    </a:lnTo>
                    <a:lnTo>
                      <a:pt x="287" y="4"/>
                    </a:lnTo>
                    <a:lnTo>
                      <a:pt x="289" y="4"/>
                    </a:lnTo>
                    <a:lnTo>
                      <a:pt x="291" y="4"/>
                    </a:lnTo>
                    <a:lnTo>
                      <a:pt x="294" y="4"/>
                    </a:lnTo>
                    <a:lnTo>
                      <a:pt x="296" y="4"/>
                    </a:lnTo>
                    <a:lnTo>
                      <a:pt x="299" y="4"/>
                    </a:lnTo>
                    <a:lnTo>
                      <a:pt x="301" y="4"/>
                    </a:lnTo>
                    <a:lnTo>
                      <a:pt x="303" y="4"/>
                    </a:lnTo>
                    <a:lnTo>
                      <a:pt x="306" y="4"/>
                    </a:lnTo>
                    <a:lnTo>
                      <a:pt x="308" y="4"/>
                    </a:lnTo>
                    <a:lnTo>
                      <a:pt x="311" y="4"/>
                    </a:lnTo>
                    <a:lnTo>
                      <a:pt x="313" y="4"/>
                    </a:lnTo>
                    <a:lnTo>
                      <a:pt x="315" y="4"/>
                    </a:lnTo>
                    <a:lnTo>
                      <a:pt x="318" y="4"/>
                    </a:lnTo>
                    <a:lnTo>
                      <a:pt x="320" y="5"/>
                    </a:lnTo>
                    <a:lnTo>
                      <a:pt x="323" y="5"/>
                    </a:lnTo>
                    <a:lnTo>
                      <a:pt x="325" y="5"/>
                    </a:lnTo>
                    <a:lnTo>
                      <a:pt x="327" y="5"/>
                    </a:lnTo>
                    <a:lnTo>
                      <a:pt x="330" y="5"/>
                    </a:lnTo>
                    <a:lnTo>
                      <a:pt x="332" y="5"/>
                    </a:lnTo>
                    <a:lnTo>
                      <a:pt x="335" y="5"/>
                    </a:lnTo>
                    <a:lnTo>
                      <a:pt x="337" y="5"/>
                    </a:lnTo>
                    <a:lnTo>
                      <a:pt x="339" y="5"/>
                    </a:lnTo>
                    <a:lnTo>
                      <a:pt x="342" y="5"/>
                    </a:lnTo>
                    <a:lnTo>
                      <a:pt x="344" y="5"/>
                    </a:lnTo>
                    <a:lnTo>
                      <a:pt x="347" y="5"/>
                    </a:lnTo>
                    <a:lnTo>
                      <a:pt x="349" y="5"/>
                    </a:lnTo>
                    <a:lnTo>
                      <a:pt x="351" y="5"/>
                    </a:lnTo>
                    <a:lnTo>
                      <a:pt x="354" y="5"/>
                    </a:lnTo>
                    <a:lnTo>
                      <a:pt x="356" y="6"/>
                    </a:lnTo>
                    <a:lnTo>
                      <a:pt x="358" y="6"/>
                    </a:lnTo>
                    <a:lnTo>
                      <a:pt x="361" y="6"/>
                    </a:lnTo>
                    <a:lnTo>
                      <a:pt x="363" y="6"/>
                    </a:lnTo>
                    <a:lnTo>
                      <a:pt x="366" y="6"/>
                    </a:lnTo>
                    <a:lnTo>
                      <a:pt x="368" y="6"/>
                    </a:lnTo>
                    <a:lnTo>
                      <a:pt x="370" y="6"/>
                    </a:lnTo>
                    <a:lnTo>
                      <a:pt x="373" y="6"/>
                    </a:lnTo>
                    <a:lnTo>
                      <a:pt x="375" y="7"/>
                    </a:lnTo>
                    <a:lnTo>
                      <a:pt x="378" y="7"/>
                    </a:lnTo>
                    <a:lnTo>
                      <a:pt x="380" y="7"/>
                    </a:lnTo>
                    <a:lnTo>
                      <a:pt x="382" y="7"/>
                    </a:lnTo>
                    <a:lnTo>
                      <a:pt x="385" y="8"/>
                    </a:lnTo>
                    <a:lnTo>
                      <a:pt x="387" y="9"/>
                    </a:lnTo>
                    <a:lnTo>
                      <a:pt x="390" y="10"/>
                    </a:lnTo>
                    <a:lnTo>
                      <a:pt x="392" y="11"/>
                    </a:lnTo>
                    <a:lnTo>
                      <a:pt x="395" y="12"/>
                    </a:lnTo>
                    <a:lnTo>
                      <a:pt x="397" y="13"/>
                    </a:lnTo>
                    <a:lnTo>
                      <a:pt x="399" y="14"/>
                    </a:lnTo>
                    <a:lnTo>
                      <a:pt x="402" y="16"/>
                    </a:lnTo>
                    <a:lnTo>
                      <a:pt x="404" y="17"/>
                    </a:lnTo>
                    <a:lnTo>
                      <a:pt x="407" y="18"/>
                    </a:lnTo>
                    <a:lnTo>
                      <a:pt x="409" y="20"/>
                    </a:lnTo>
                    <a:lnTo>
                      <a:pt x="411" y="21"/>
                    </a:lnTo>
                    <a:lnTo>
                      <a:pt x="414" y="23"/>
                    </a:lnTo>
                    <a:lnTo>
                      <a:pt x="416" y="26"/>
                    </a:lnTo>
                    <a:lnTo>
                      <a:pt x="419" y="28"/>
                    </a:lnTo>
                    <a:lnTo>
                      <a:pt x="421" y="31"/>
                    </a:lnTo>
                    <a:lnTo>
                      <a:pt x="423" y="34"/>
                    </a:lnTo>
                    <a:lnTo>
                      <a:pt x="426" y="37"/>
                    </a:lnTo>
                    <a:lnTo>
                      <a:pt x="428" y="39"/>
                    </a:lnTo>
                    <a:lnTo>
                      <a:pt x="431" y="42"/>
                    </a:lnTo>
                    <a:lnTo>
                      <a:pt x="433" y="45"/>
                    </a:lnTo>
                    <a:lnTo>
                      <a:pt x="436" y="47"/>
                    </a:lnTo>
                    <a:lnTo>
                      <a:pt x="438" y="49"/>
                    </a:lnTo>
                    <a:lnTo>
                      <a:pt x="440" y="52"/>
                    </a:lnTo>
                    <a:lnTo>
                      <a:pt x="443" y="55"/>
                    </a:lnTo>
                    <a:lnTo>
                      <a:pt x="445" y="58"/>
                    </a:lnTo>
                    <a:lnTo>
                      <a:pt x="448" y="62"/>
                    </a:lnTo>
                    <a:lnTo>
                      <a:pt x="450" y="64"/>
                    </a:lnTo>
                    <a:lnTo>
                      <a:pt x="452" y="66"/>
                    </a:lnTo>
                    <a:lnTo>
                      <a:pt x="455" y="67"/>
                    </a:lnTo>
                    <a:lnTo>
                      <a:pt x="457" y="67"/>
                    </a:lnTo>
                    <a:lnTo>
                      <a:pt x="460" y="66"/>
                    </a:lnTo>
                    <a:lnTo>
                      <a:pt x="462" y="66"/>
                    </a:lnTo>
                    <a:lnTo>
                      <a:pt x="464" y="64"/>
                    </a:lnTo>
                    <a:lnTo>
                      <a:pt x="467" y="63"/>
                    </a:lnTo>
                    <a:lnTo>
                      <a:pt x="469" y="61"/>
                    </a:lnTo>
                    <a:lnTo>
                      <a:pt x="472" y="61"/>
                    </a:lnTo>
                    <a:lnTo>
                      <a:pt x="474" y="61"/>
                    </a:lnTo>
                    <a:lnTo>
                      <a:pt x="476" y="63"/>
                    </a:lnTo>
                    <a:lnTo>
                      <a:pt x="479" y="64"/>
                    </a:lnTo>
                    <a:lnTo>
                      <a:pt x="481" y="65"/>
                    </a:lnTo>
                    <a:lnTo>
                      <a:pt x="484" y="66"/>
                    </a:lnTo>
                    <a:lnTo>
                      <a:pt x="486" y="67"/>
                    </a:lnTo>
                    <a:lnTo>
                      <a:pt x="489" y="69"/>
                    </a:lnTo>
                    <a:lnTo>
                      <a:pt x="491" y="70"/>
                    </a:lnTo>
                    <a:lnTo>
                      <a:pt x="493" y="70"/>
                    </a:lnTo>
                    <a:lnTo>
                      <a:pt x="496" y="71"/>
                    </a:lnTo>
                    <a:lnTo>
                      <a:pt x="498" y="72"/>
                    </a:lnTo>
                    <a:lnTo>
                      <a:pt x="501" y="72"/>
                    </a:lnTo>
                    <a:lnTo>
                      <a:pt x="503" y="73"/>
                    </a:lnTo>
                    <a:lnTo>
                      <a:pt x="505" y="74"/>
                    </a:lnTo>
                    <a:lnTo>
                      <a:pt x="508" y="76"/>
                    </a:lnTo>
                    <a:lnTo>
                      <a:pt x="510" y="79"/>
                    </a:lnTo>
                    <a:lnTo>
                      <a:pt x="513" y="81"/>
                    </a:lnTo>
                    <a:lnTo>
                      <a:pt x="515" y="83"/>
                    </a:lnTo>
                    <a:lnTo>
                      <a:pt x="517" y="86"/>
                    </a:lnTo>
                    <a:lnTo>
                      <a:pt x="520" y="87"/>
                    </a:lnTo>
                    <a:lnTo>
                      <a:pt x="522" y="89"/>
                    </a:lnTo>
                    <a:lnTo>
                      <a:pt x="525" y="91"/>
                    </a:lnTo>
                    <a:lnTo>
                      <a:pt x="527" y="92"/>
                    </a:lnTo>
                    <a:lnTo>
                      <a:pt x="530" y="91"/>
                    </a:lnTo>
                    <a:lnTo>
                      <a:pt x="532" y="90"/>
                    </a:lnTo>
                    <a:lnTo>
                      <a:pt x="534" y="89"/>
                    </a:lnTo>
                    <a:lnTo>
                      <a:pt x="537" y="89"/>
                    </a:lnTo>
                    <a:lnTo>
                      <a:pt x="539" y="89"/>
                    </a:lnTo>
                    <a:lnTo>
                      <a:pt x="542" y="89"/>
                    </a:lnTo>
                    <a:lnTo>
                      <a:pt x="544" y="88"/>
                    </a:lnTo>
                    <a:lnTo>
                      <a:pt x="546" y="88"/>
                    </a:lnTo>
                    <a:lnTo>
                      <a:pt x="549" y="88"/>
                    </a:lnTo>
                    <a:lnTo>
                      <a:pt x="551" y="89"/>
                    </a:lnTo>
                    <a:lnTo>
                      <a:pt x="554" y="89"/>
                    </a:lnTo>
                    <a:lnTo>
                      <a:pt x="556" y="90"/>
                    </a:lnTo>
                    <a:lnTo>
                      <a:pt x="558" y="92"/>
                    </a:lnTo>
                    <a:lnTo>
                      <a:pt x="561" y="93"/>
                    </a:lnTo>
                    <a:lnTo>
                      <a:pt x="563" y="95"/>
                    </a:lnTo>
                    <a:lnTo>
                      <a:pt x="566" y="97"/>
                    </a:lnTo>
                    <a:lnTo>
                      <a:pt x="568" y="99"/>
                    </a:lnTo>
                    <a:lnTo>
                      <a:pt x="570" y="101"/>
                    </a:lnTo>
                    <a:lnTo>
                      <a:pt x="573" y="103"/>
                    </a:lnTo>
                    <a:lnTo>
                      <a:pt x="575" y="105"/>
                    </a:lnTo>
                    <a:lnTo>
                      <a:pt x="578" y="106"/>
                    </a:lnTo>
                    <a:lnTo>
                      <a:pt x="580" y="109"/>
                    </a:lnTo>
                    <a:lnTo>
                      <a:pt x="582" y="111"/>
                    </a:lnTo>
                    <a:lnTo>
                      <a:pt x="585" y="113"/>
                    </a:lnTo>
                    <a:lnTo>
                      <a:pt x="587" y="116"/>
                    </a:lnTo>
                    <a:lnTo>
                      <a:pt x="590" y="118"/>
                    </a:lnTo>
                    <a:lnTo>
                      <a:pt x="592" y="120"/>
                    </a:lnTo>
                    <a:lnTo>
                      <a:pt x="594" y="122"/>
                    </a:lnTo>
                    <a:lnTo>
                      <a:pt x="597" y="124"/>
                    </a:lnTo>
                    <a:lnTo>
                      <a:pt x="599" y="125"/>
                    </a:lnTo>
                    <a:lnTo>
                      <a:pt x="601" y="127"/>
                    </a:lnTo>
                    <a:lnTo>
                      <a:pt x="604" y="128"/>
                    </a:lnTo>
                    <a:lnTo>
                      <a:pt x="606" y="128"/>
                    </a:lnTo>
                    <a:lnTo>
                      <a:pt x="609" y="128"/>
                    </a:lnTo>
                    <a:lnTo>
                      <a:pt x="611" y="128"/>
                    </a:lnTo>
                    <a:lnTo>
                      <a:pt x="613" y="128"/>
                    </a:lnTo>
                    <a:lnTo>
                      <a:pt x="616" y="128"/>
                    </a:lnTo>
                    <a:lnTo>
                      <a:pt x="618" y="127"/>
                    </a:lnTo>
                    <a:lnTo>
                      <a:pt x="621" y="127"/>
                    </a:lnTo>
                    <a:lnTo>
                      <a:pt x="623" y="125"/>
                    </a:lnTo>
                    <a:lnTo>
                      <a:pt x="625" y="125"/>
                    </a:lnTo>
                    <a:lnTo>
                      <a:pt x="628" y="125"/>
                    </a:lnTo>
                    <a:lnTo>
                      <a:pt x="630" y="124"/>
                    </a:lnTo>
                    <a:lnTo>
                      <a:pt x="633" y="124"/>
                    </a:lnTo>
                    <a:lnTo>
                      <a:pt x="635" y="123"/>
                    </a:lnTo>
                    <a:lnTo>
                      <a:pt x="637" y="123"/>
                    </a:lnTo>
                    <a:lnTo>
                      <a:pt x="640" y="122"/>
                    </a:lnTo>
                    <a:lnTo>
                      <a:pt x="642" y="122"/>
                    </a:lnTo>
                    <a:lnTo>
                      <a:pt x="645" y="121"/>
                    </a:lnTo>
                    <a:lnTo>
                      <a:pt x="647" y="121"/>
                    </a:lnTo>
                    <a:lnTo>
                      <a:pt x="649" y="120"/>
                    </a:lnTo>
                    <a:lnTo>
                      <a:pt x="652" y="119"/>
                    </a:lnTo>
                    <a:lnTo>
                      <a:pt x="654" y="119"/>
                    </a:lnTo>
                    <a:lnTo>
                      <a:pt x="657" y="118"/>
                    </a:lnTo>
                    <a:lnTo>
                      <a:pt x="659" y="117"/>
                    </a:lnTo>
                    <a:lnTo>
                      <a:pt x="662" y="116"/>
                    </a:lnTo>
                    <a:lnTo>
                      <a:pt x="664" y="115"/>
                    </a:lnTo>
                    <a:lnTo>
                      <a:pt x="666" y="114"/>
                    </a:lnTo>
                    <a:lnTo>
                      <a:pt x="669" y="114"/>
                    </a:lnTo>
                    <a:lnTo>
                      <a:pt x="671" y="113"/>
                    </a:lnTo>
                    <a:lnTo>
                      <a:pt x="674" y="112"/>
                    </a:lnTo>
                    <a:lnTo>
                      <a:pt x="676" y="111"/>
                    </a:lnTo>
                    <a:lnTo>
                      <a:pt x="678" y="110"/>
                    </a:lnTo>
                    <a:lnTo>
                      <a:pt x="681" y="110"/>
                    </a:lnTo>
                    <a:lnTo>
                      <a:pt x="683" y="109"/>
                    </a:lnTo>
                    <a:lnTo>
                      <a:pt x="686" y="108"/>
                    </a:lnTo>
                    <a:lnTo>
                      <a:pt x="688" y="107"/>
                    </a:lnTo>
                    <a:lnTo>
                      <a:pt x="690" y="107"/>
                    </a:lnTo>
                    <a:lnTo>
                      <a:pt x="693" y="107"/>
                    </a:lnTo>
                    <a:lnTo>
                      <a:pt x="695" y="107"/>
                    </a:lnTo>
                    <a:lnTo>
                      <a:pt x="698" y="107"/>
                    </a:lnTo>
                    <a:lnTo>
                      <a:pt x="700" y="107"/>
                    </a:lnTo>
                    <a:lnTo>
                      <a:pt x="703" y="108"/>
                    </a:lnTo>
                    <a:lnTo>
                      <a:pt x="705" y="109"/>
                    </a:lnTo>
                    <a:lnTo>
                      <a:pt x="707" y="110"/>
                    </a:lnTo>
                    <a:lnTo>
                      <a:pt x="710" y="110"/>
                    </a:lnTo>
                    <a:lnTo>
                      <a:pt x="712" y="111"/>
                    </a:lnTo>
                    <a:lnTo>
                      <a:pt x="715" y="112"/>
                    </a:lnTo>
                    <a:lnTo>
                      <a:pt x="717" y="112"/>
                    </a:lnTo>
                    <a:lnTo>
                      <a:pt x="719" y="112"/>
                    </a:lnTo>
                    <a:lnTo>
                      <a:pt x="722" y="112"/>
                    </a:lnTo>
                    <a:lnTo>
                      <a:pt x="724" y="112"/>
                    </a:lnTo>
                    <a:lnTo>
                      <a:pt x="727" y="112"/>
                    </a:lnTo>
                    <a:lnTo>
                      <a:pt x="729" y="111"/>
                    </a:lnTo>
                    <a:lnTo>
                      <a:pt x="731" y="110"/>
                    </a:lnTo>
                    <a:lnTo>
                      <a:pt x="734" y="110"/>
                    </a:lnTo>
                    <a:lnTo>
                      <a:pt x="736" y="110"/>
                    </a:lnTo>
                    <a:lnTo>
                      <a:pt x="739" y="111"/>
                    </a:lnTo>
                    <a:lnTo>
                      <a:pt x="741" y="111"/>
                    </a:lnTo>
                    <a:lnTo>
                      <a:pt x="743" y="112"/>
                    </a:lnTo>
                    <a:lnTo>
                      <a:pt x="746" y="113"/>
                    </a:lnTo>
                    <a:lnTo>
                      <a:pt x="748" y="113"/>
                    </a:lnTo>
                    <a:lnTo>
                      <a:pt x="751" y="115"/>
                    </a:lnTo>
                    <a:lnTo>
                      <a:pt x="753" y="115"/>
                    </a:lnTo>
                    <a:lnTo>
                      <a:pt x="756" y="115"/>
                    </a:lnTo>
                    <a:lnTo>
                      <a:pt x="758" y="115"/>
                    </a:lnTo>
                    <a:lnTo>
                      <a:pt x="760" y="116"/>
                    </a:lnTo>
                    <a:lnTo>
                      <a:pt x="763" y="118"/>
                    </a:lnTo>
                    <a:lnTo>
                      <a:pt x="765" y="119"/>
                    </a:lnTo>
                    <a:lnTo>
                      <a:pt x="768" y="120"/>
                    </a:lnTo>
                    <a:lnTo>
                      <a:pt x="770" y="122"/>
                    </a:lnTo>
                    <a:lnTo>
                      <a:pt x="772" y="124"/>
                    </a:lnTo>
                    <a:lnTo>
                      <a:pt x="775" y="126"/>
                    </a:lnTo>
                    <a:lnTo>
                      <a:pt x="777" y="127"/>
                    </a:lnTo>
                    <a:lnTo>
                      <a:pt x="780" y="128"/>
                    </a:lnTo>
                    <a:lnTo>
                      <a:pt x="782" y="129"/>
                    </a:lnTo>
                    <a:lnTo>
                      <a:pt x="784" y="129"/>
                    </a:lnTo>
                    <a:lnTo>
                      <a:pt x="787" y="128"/>
                    </a:lnTo>
                    <a:lnTo>
                      <a:pt x="789" y="127"/>
                    </a:lnTo>
                    <a:lnTo>
                      <a:pt x="792" y="127"/>
                    </a:lnTo>
                    <a:lnTo>
                      <a:pt x="794" y="126"/>
                    </a:lnTo>
                    <a:lnTo>
                      <a:pt x="797" y="125"/>
                    </a:lnTo>
                    <a:lnTo>
                      <a:pt x="799" y="125"/>
                    </a:lnTo>
                    <a:lnTo>
                      <a:pt x="801" y="125"/>
                    </a:lnTo>
                    <a:lnTo>
                      <a:pt x="804" y="126"/>
                    </a:lnTo>
                    <a:lnTo>
                      <a:pt x="806" y="127"/>
                    </a:lnTo>
                    <a:lnTo>
                      <a:pt x="809" y="129"/>
                    </a:lnTo>
                    <a:lnTo>
                      <a:pt x="811" y="130"/>
                    </a:lnTo>
                    <a:lnTo>
                      <a:pt x="813" y="131"/>
                    </a:lnTo>
                    <a:lnTo>
                      <a:pt x="816" y="131"/>
                    </a:lnTo>
                    <a:lnTo>
                      <a:pt x="818" y="131"/>
                    </a:lnTo>
                    <a:lnTo>
                      <a:pt x="821" y="133"/>
                    </a:lnTo>
                    <a:lnTo>
                      <a:pt x="823" y="134"/>
                    </a:lnTo>
                    <a:lnTo>
                      <a:pt x="825" y="133"/>
                    </a:lnTo>
                    <a:lnTo>
                      <a:pt x="828" y="132"/>
                    </a:lnTo>
                    <a:lnTo>
                      <a:pt x="830" y="130"/>
                    </a:lnTo>
                    <a:lnTo>
                      <a:pt x="833" y="130"/>
                    </a:lnTo>
                    <a:lnTo>
                      <a:pt x="835" y="129"/>
                    </a:lnTo>
                    <a:lnTo>
                      <a:pt x="837" y="128"/>
                    </a:lnTo>
                    <a:lnTo>
                      <a:pt x="840" y="126"/>
                    </a:lnTo>
                    <a:lnTo>
                      <a:pt x="842" y="124"/>
                    </a:lnTo>
                    <a:lnTo>
                      <a:pt x="845" y="122"/>
                    </a:lnTo>
                    <a:lnTo>
                      <a:pt x="847" y="121"/>
                    </a:lnTo>
                    <a:lnTo>
                      <a:pt x="849" y="120"/>
                    </a:lnTo>
                    <a:lnTo>
                      <a:pt x="852" y="118"/>
                    </a:lnTo>
                    <a:lnTo>
                      <a:pt x="854" y="117"/>
                    </a:lnTo>
                    <a:lnTo>
                      <a:pt x="856" y="116"/>
                    </a:lnTo>
                    <a:lnTo>
                      <a:pt x="859" y="116"/>
                    </a:lnTo>
                    <a:lnTo>
                      <a:pt x="861" y="115"/>
                    </a:lnTo>
                    <a:lnTo>
                      <a:pt x="864" y="114"/>
                    </a:lnTo>
                    <a:lnTo>
                      <a:pt x="866" y="113"/>
                    </a:lnTo>
                    <a:lnTo>
                      <a:pt x="868" y="113"/>
                    </a:lnTo>
                    <a:lnTo>
                      <a:pt x="871" y="113"/>
                    </a:lnTo>
                    <a:lnTo>
                      <a:pt x="873" y="113"/>
                    </a:lnTo>
                    <a:lnTo>
                      <a:pt x="876" y="112"/>
                    </a:lnTo>
                    <a:lnTo>
                      <a:pt x="878" y="113"/>
                    </a:lnTo>
                    <a:lnTo>
                      <a:pt x="880" y="113"/>
                    </a:lnTo>
                    <a:lnTo>
                      <a:pt x="883" y="115"/>
                    </a:lnTo>
                    <a:lnTo>
                      <a:pt x="885" y="116"/>
                    </a:lnTo>
                    <a:lnTo>
                      <a:pt x="888" y="117"/>
                    </a:lnTo>
                    <a:lnTo>
                      <a:pt x="890" y="119"/>
                    </a:lnTo>
                    <a:lnTo>
                      <a:pt x="892" y="119"/>
                    </a:lnTo>
                    <a:lnTo>
                      <a:pt x="895" y="120"/>
                    </a:lnTo>
                    <a:lnTo>
                      <a:pt x="897" y="121"/>
                    </a:lnTo>
                    <a:lnTo>
                      <a:pt x="900" y="121"/>
                    </a:lnTo>
                    <a:lnTo>
                      <a:pt x="902" y="122"/>
                    </a:lnTo>
                    <a:lnTo>
                      <a:pt x="904" y="123"/>
                    </a:lnTo>
                    <a:lnTo>
                      <a:pt x="907" y="124"/>
                    </a:lnTo>
                    <a:lnTo>
                      <a:pt x="909" y="126"/>
                    </a:lnTo>
                    <a:lnTo>
                      <a:pt x="912" y="128"/>
                    </a:lnTo>
                    <a:lnTo>
                      <a:pt x="914" y="132"/>
                    </a:lnTo>
                    <a:lnTo>
                      <a:pt x="916" y="136"/>
                    </a:lnTo>
                    <a:lnTo>
                      <a:pt x="919" y="140"/>
                    </a:lnTo>
                    <a:lnTo>
                      <a:pt x="921" y="144"/>
                    </a:lnTo>
                    <a:lnTo>
                      <a:pt x="924" y="147"/>
                    </a:lnTo>
                    <a:lnTo>
                      <a:pt x="926" y="149"/>
                    </a:lnTo>
                    <a:lnTo>
                      <a:pt x="929" y="152"/>
                    </a:lnTo>
                    <a:lnTo>
                      <a:pt x="931" y="153"/>
                    </a:lnTo>
                    <a:lnTo>
                      <a:pt x="933" y="153"/>
                    </a:lnTo>
                    <a:lnTo>
                      <a:pt x="936" y="152"/>
                    </a:lnTo>
                    <a:lnTo>
                      <a:pt x="938" y="151"/>
                    </a:lnTo>
                    <a:lnTo>
                      <a:pt x="941" y="149"/>
                    </a:lnTo>
                    <a:lnTo>
                      <a:pt x="943" y="148"/>
                    </a:lnTo>
                    <a:lnTo>
                      <a:pt x="945" y="147"/>
                    </a:lnTo>
                    <a:lnTo>
                      <a:pt x="948" y="145"/>
                    </a:lnTo>
                    <a:lnTo>
                      <a:pt x="950" y="142"/>
                    </a:lnTo>
                    <a:lnTo>
                      <a:pt x="953" y="139"/>
                    </a:lnTo>
                    <a:lnTo>
                      <a:pt x="955" y="135"/>
                    </a:lnTo>
                    <a:lnTo>
                      <a:pt x="957" y="132"/>
                    </a:lnTo>
                    <a:lnTo>
                      <a:pt x="960" y="128"/>
                    </a:lnTo>
                    <a:lnTo>
                      <a:pt x="962" y="124"/>
                    </a:lnTo>
                    <a:lnTo>
                      <a:pt x="965" y="121"/>
                    </a:lnTo>
                    <a:lnTo>
                      <a:pt x="967" y="118"/>
                    </a:lnTo>
                    <a:lnTo>
                      <a:pt x="970" y="115"/>
                    </a:lnTo>
                    <a:lnTo>
                      <a:pt x="972" y="113"/>
                    </a:lnTo>
                    <a:lnTo>
                      <a:pt x="974" y="113"/>
                    </a:lnTo>
                    <a:lnTo>
                      <a:pt x="977" y="114"/>
                    </a:lnTo>
                    <a:lnTo>
                      <a:pt x="979" y="115"/>
                    </a:lnTo>
                    <a:lnTo>
                      <a:pt x="982" y="115"/>
                    </a:lnTo>
                    <a:lnTo>
                      <a:pt x="984" y="116"/>
                    </a:lnTo>
                    <a:lnTo>
                      <a:pt x="986" y="116"/>
                    </a:lnTo>
                    <a:lnTo>
                      <a:pt x="989" y="117"/>
                    </a:lnTo>
                    <a:lnTo>
                      <a:pt x="991" y="118"/>
                    </a:lnTo>
                    <a:lnTo>
                      <a:pt x="994" y="117"/>
                    </a:lnTo>
                    <a:lnTo>
                      <a:pt x="996" y="116"/>
                    </a:lnTo>
                    <a:lnTo>
                      <a:pt x="998" y="116"/>
                    </a:lnTo>
                    <a:lnTo>
                      <a:pt x="1001" y="116"/>
                    </a:lnTo>
                    <a:lnTo>
                      <a:pt x="1003" y="116"/>
                    </a:lnTo>
                    <a:lnTo>
                      <a:pt x="1006" y="118"/>
                    </a:lnTo>
                    <a:lnTo>
                      <a:pt x="1008" y="119"/>
                    </a:lnTo>
                    <a:lnTo>
                      <a:pt x="1010" y="121"/>
                    </a:lnTo>
                    <a:lnTo>
                      <a:pt x="1013" y="123"/>
                    </a:lnTo>
                    <a:lnTo>
                      <a:pt x="1015" y="125"/>
                    </a:lnTo>
                    <a:lnTo>
                      <a:pt x="1018" y="128"/>
                    </a:lnTo>
                    <a:lnTo>
                      <a:pt x="1020" y="131"/>
                    </a:lnTo>
                    <a:lnTo>
                      <a:pt x="1023" y="133"/>
                    </a:lnTo>
                    <a:lnTo>
                      <a:pt x="1025" y="133"/>
                    </a:lnTo>
                    <a:lnTo>
                      <a:pt x="1027" y="134"/>
                    </a:lnTo>
                    <a:lnTo>
                      <a:pt x="1030" y="135"/>
                    </a:lnTo>
                    <a:lnTo>
                      <a:pt x="1032" y="135"/>
                    </a:lnTo>
                    <a:lnTo>
                      <a:pt x="1035" y="135"/>
                    </a:lnTo>
                    <a:lnTo>
                      <a:pt x="1037" y="135"/>
                    </a:lnTo>
                    <a:lnTo>
                      <a:pt x="1039" y="136"/>
                    </a:lnTo>
                    <a:lnTo>
                      <a:pt x="1042" y="136"/>
                    </a:lnTo>
                    <a:lnTo>
                      <a:pt x="1044" y="138"/>
                    </a:lnTo>
                    <a:lnTo>
                      <a:pt x="1047" y="140"/>
                    </a:lnTo>
                    <a:lnTo>
                      <a:pt x="1049" y="142"/>
                    </a:lnTo>
                    <a:lnTo>
                      <a:pt x="1051" y="144"/>
                    </a:lnTo>
                    <a:lnTo>
                      <a:pt x="1054" y="146"/>
                    </a:lnTo>
                    <a:lnTo>
                      <a:pt x="1056" y="148"/>
                    </a:lnTo>
                    <a:lnTo>
                      <a:pt x="1059" y="148"/>
                    </a:lnTo>
                    <a:lnTo>
                      <a:pt x="1061" y="148"/>
                    </a:lnTo>
                    <a:lnTo>
                      <a:pt x="1064" y="147"/>
                    </a:lnTo>
                    <a:lnTo>
                      <a:pt x="1066" y="146"/>
                    </a:lnTo>
                    <a:lnTo>
                      <a:pt x="1068" y="145"/>
                    </a:lnTo>
                    <a:lnTo>
                      <a:pt x="1071" y="143"/>
                    </a:lnTo>
                    <a:lnTo>
                      <a:pt x="1073" y="141"/>
                    </a:lnTo>
                    <a:lnTo>
                      <a:pt x="1076" y="140"/>
                    </a:lnTo>
                    <a:lnTo>
                      <a:pt x="1078" y="139"/>
                    </a:lnTo>
                    <a:lnTo>
                      <a:pt x="1080" y="138"/>
                    </a:lnTo>
                    <a:lnTo>
                      <a:pt x="1083" y="138"/>
                    </a:lnTo>
                    <a:lnTo>
                      <a:pt x="1085" y="137"/>
                    </a:lnTo>
                    <a:lnTo>
                      <a:pt x="1088" y="136"/>
                    </a:lnTo>
                    <a:lnTo>
                      <a:pt x="1090" y="136"/>
                    </a:lnTo>
                    <a:lnTo>
                      <a:pt x="1092" y="135"/>
                    </a:lnTo>
                    <a:lnTo>
                      <a:pt x="1095" y="134"/>
                    </a:lnTo>
                    <a:lnTo>
                      <a:pt x="1097" y="132"/>
                    </a:lnTo>
                    <a:lnTo>
                      <a:pt x="1099" y="130"/>
                    </a:lnTo>
                    <a:lnTo>
                      <a:pt x="1102" y="128"/>
                    </a:lnTo>
                    <a:lnTo>
                      <a:pt x="1104" y="125"/>
                    </a:lnTo>
                    <a:lnTo>
                      <a:pt x="1107" y="124"/>
                    </a:lnTo>
                    <a:lnTo>
                      <a:pt x="1109" y="122"/>
                    </a:lnTo>
                    <a:lnTo>
                      <a:pt x="1111" y="121"/>
                    </a:lnTo>
                    <a:lnTo>
                      <a:pt x="1114" y="120"/>
                    </a:lnTo>
                    <a:lnTo>
                      <a:pt x="1116" y="119"/>
                    </a:lnTo>
                    <a:lnTo>
                      <a:pt x="1119" y="119"/>
                    </a:lnTo>
                    <a:lnTo>
                      <a:pt x="1121" y="119"/>
                    </a:lnTo>
                    <a:lnTo>
                      <a:pt x="1123" y="119"/>
                    </a:lnTo>
                    <a:lnTo>
                      <a:pt x="1126" y="119"/>
                    </a:lnTo>
                    <a:lnTo>
                      <a:pt x="1128" y="118"/>
                    </a:lnTo>
                    <a:lnTo>
                      <a:pt x="1131" y="118"/>
                    </a:lnTo>
                    <a:lnTo>
                      <a:pt x="1133" y="117"/>
                    </a:lnTo>
                    <a:lnTo>
                      <a:pt x="1135" y="116"/>
                    </a:lnTo>
                    <a:lnTo>
                      <a:pt x="1138" y="116"/>
                    </a:lnTo>
                    <a:lnTo>
                      <a:pt x="1140" y="116"/>
                    </a:lnTo>
                    <a:lnTo>
                      <a:pt x="1143" y="116"/>
                    </a:lnTo>
                    <a:lnTo>
                      <a:pt x="1145" y="116"/>
                    </a:lnTo>
                    <a:lnTo>
                      <a:pt x="1147" y="117"/>
                    </a:lnTo>
                    <a:lnTo>
                      <a:pt x="1150" y="117"/>
                    </a:lnTo>
                    <a:lnTo>
                      <a:pt x="1152" y="118"/>
                    </a:lnTo>
                    <a:lnTo>
                      <a:pt x="1155" y="119"/>
                    </a:lnTo>
                    <a:lnTo>
                      <a:pt x="1157" y="120"/>
                    </a:lnTo>
                    <a:lnTo>
                      <a:pt x="1159" y="121"/>
                    </a:lnTo>
                    <a:lnTo>
                      <a:pt x="1162" y="124"/>
                    </a:lnTo>
                    <a:lnTo>
                      <a:pt x="1164" y="126"/>
                    </a:lnTo>
                    <a:lnTo>
                      <a:pt x="1167" y="129"/>
                    </a:lnTo>
                    <a:lnTo>
                      <a:pt x="1169" y="133"/>
                    </a:lnTo>
                    <a:lnTo>
                      <a:pt x="1171" y="136"/>
                    </a:lnTo>
                    <a:lnTo>
                      <a:pt x="1174" y="139"/>
                    </a:lnTo>
                    <a:lnTo>
                      <a:pt x="1176" y="142"/>
                    </a:lnTo>
                    <a:lnTo>
                      <a:pt x="1179" y="145"/>
                    </a:lnTo>
                    <a:lnTo>
                      <a:pt x="1181" y="146"/>
                    </a:lnTo>
                    <a:lnTo>
                      <a:pt x="1183" y="147"/>
                    </a:lnTo>
                    <a:lnTo>
                      <a:pt x="1186" y="147"/>
                    </a:lnTo>
                    <a:lnTo>
                      <a:pt x="1188" y="146"/>
                    </a:lnTo>
                    <a:lnTo>
                      <a:pt x="1191" y="144"/>
                    </a:lnTo>
                    <a:lnTo>
                      <a:pt x="1193" y="142"/>
                    </a:lnTo>
                    <a:lnTo>
                      <a:pt x="1196" y="139"/>
                    </a:lnTo>
                    <a:lnTo>
                      <a:pt x="1198" y="136"/>
                    </a:lnTo>
                    <a:lnTo>
                      <a:pt x="1200" y="134"/>
                    </a:lnTo>
                    <a:lnTo>
                      <a:pt x="1203" y="132"/>
                    </a:lnTo>
                    <a:lnTo>
                      <a:pt x="1205" y="131"/>
                    </a:lnTo>
                    <a:lnTo>
                      <a:pt x="1208" y="130"/>
                    </a:lnTo>
                    <a:lnTo>
                      <a:pt x="1210" y="128"/>
                    </a:lnTo>
                    <a:lnTo>
                      <a:pt x="1212" y="126"/>
                    </a:lnTo>
                    <a:lnTo>
                      <a:pt x="1215" y="125"/>
                    </a:lnTo>
                    <a:lnTo>
                      <a:pt x="1217" y="125"/>
                    </a:lnTo>
                    <a:lnTo>
                      <a:pt x="1220" y="124"/>
                    </a:lnTo>
                    <a:lnTo>
                      <a:pt x="1222" y="123"/>
                    </a:lnTo>
                    <a:lnTo>
                      <a:pt x="1224" y="122"/>
                    </a:lnTo>
                    <a:lnTo>
                      <a:pt x="1227" y="122"/>
                    </a:lnTo>
                    <a:lnTo>
                      <a:pt x="1229" y="121"/>
                    </a:lnTo>
                    <a:lnTo>
                      <a:pt x="1232" y="121"/>
                    </a:lnTo>
                    <a:lnTo>
                      <a:pt x="1234" y="120"/>
                    </a:lnTo>
                    <a:lnTo>
                      <a:pt x="1237" y="119"/>
                    </a:lnTo>
                    <a:lnTo>
                      <a:pt x="1239" y="118"/>
                    </a:lnTo>
                    <a:lnTo>
                      <a:pt x="1241" y="118"/>
                    </a:lnTo>
                    <a:lnTo>
                      <a:pt x="1244" y="117"/>
                    </a:lnTo>
                    <a:lnTo>
                      <a:pt x="1246" y="116"/>
                    </a:lnTo>
                    <a:lnTo>
                      <a:pt x="1249" y="114"/>
                    </a:lnTo>
                    <a:lnTo>
                      <a:pt x="1251" y="113"/>
                    </a:lnTo>
                    <a:lnTo>
                      <a:pt x="1253" y="113"/>
                    </a:lnTo>
                    <a:lnTo>
                      <a:pt x="1256" y="113"/>
                    </a:lnTo>
                    <a:lnTo>
                      <a:pt x="1258" y="113"/>
                    </a:lnTo>
                    <a:lnTo>
                      <a:pt x="1261" y="113"/>
                    </a:lnTo>
                    <a:lnTo>
                      <a:pt x="1263" y="114"/>
                    </a:lnTo>
                    <a:lnTo>
                      <a:pt x="1265" y="114"/>
                    </a:lnTo>
                    <a:lnTo>
                      <a:pt x="1268" y="114"/>
                    </a:lnTo>
                    <a:lnTo>
                      <a:pt x="1270" y="113"/>
                    </a:lnTo>
                    <a:lnTo>
                      <a:pt x="1273" y="113"/>
                    </a:lnTo>
                    <a:lnTo>
                      <a:pt x="1275" y="113"/>
                    </a:lnTo>
                    <a:lnTo>
                      <a:pt x="1277" y="113"/>
                    </a:lnTo>
                    <a:lnTo>
                      <a:pt x="1280" y="113"/>
                    </a:lnTo>
                    <a:lnTo>
                      <a:pt x="1282" y="113"/>
                    </a:lnTo>
                    <a:lnTo>
                      <a:pt x="1285" y="113"/>
                    </a:lnTo>
                    <a:lnTo>
                      <a:pt x="1287" y="113"/>
                    </a:lnTo>
                    <a:lnTo>
                      <a:pt x="1290" y="113"/>
                    </a:lnTo>
                    <a:lnTo>
                      <a:pt x="1292" y="114"/>
                    </a:lnTo>
                    <a:lnTo>
                      <a:pt x="1294" y="115"/>
                    </a:lnTo>
                    <a:lnTo>
                      <a:pt x="1297" y="116"/>
                    </a:lnTo>
                    <a:lnTo>
                      <a:pt x="1299" y="118"/>
                    </a:lnTo>
                    <a:lnTo>
                      <a:pt x="1302" y="120"/>
                    </a:lnTo>
                    <a:lnTo>
                      <a:pt x="1304" y="123"/>
                    </a:lnTo>
                    <a:lnTo>
                      <a:pt x="1306" y="125"/>
                    </a:lnTo>
                    <a:lnTo>
                      <a:pt x="1309" y="129"/>
                    </a:lnTo>
                    <a:lnTo>
                      <a:pt x="1311" y="131"/>
                    </a:lnTo>
                    <a:lnTo>
                      <a:pt x="1314" y="133"/>
                    </a:lnTo>
                    <a:lnTo>
                      <a:pt x="1316" y="134"/>
                    </a:lnTo>
                    <a:lnTo>
                      <a:pt x="1318" y="135"/>
                    </a:lnTo>
                    <a:lnTo>
                      <a:pt x="1321" y="134"/>
                    </a:lnTo>
                    <a:lnTo>
                      <a:pt x="1323" y="133"/>
                    </a:lnTo>
                    <a:lnTo>
                      <a:pt x="1326" y="132"/>
                    </a:lnTo>
                    <a:lnTo>
                      <a:pt x="1328" y="130"/>
                    </a:lnTo>
                    <a:lnTo>
                      <a:pt x="1331" y="128"/>
                    </a:lnTo>
                    <a:lnTo>
                      <a:pt x="1333" y="126"/>
                    </a:lnTo>
                    <a:lnTo>
                      <a:pt x="1335" y="125"/>
                    </a:lnTo>
                    <a:lnTo>
                      <a:pt x="1338" y="124"/>
                    </a:lnTo>
                    <a:lnTo>
                      <a:pt x="1340" y="123"/>
                    </a:lnTo>
                    <a:lnTo>
                      <a:pt x="1342" y="123"/>
                    </a:lnTo>
                    <a:lnTo>
                      <a:pt x="1345" y="123"/>
                    </a:lnTo>
                    <a:lnTo>
                      <a:pt x="1347" y="124"/>
                    </a:lnTo>
                    <a:lnTo>
                      <a:pt x="1350" y="124"/>
                    </a:lnTo>
                    <a:lnTo>
                      <a:pt x="1352" y="124"/>
                    </a:lnTo>
                    <a:lnTo>
                      <a:pt x="1354" y="124"/>
                    </a:lnTo>
                    <a:lnTo>
                      <a:pt x="1357" y="124"/>
                    </a:lnTo>
                    <a:lnTo>
                      <a:pt x="1359" y="124"/>
                    </a:lnTo>
                    <a:lnTo>
                      <a:pt x="1362" y="121"/>
                    </a:lnTo>
                    <a:lnTo>
                      <a:pt x="1364" y="119"/>
                    </a:lnTo>
                    <a:lnTo>
                      <a:pt x="1366" y="116"/>
                    </a:lnTo>
                    <a:lnTo>
                      <a:pt x="1369" y="113"/>
                    </a:lnTo>
                    <a:lnTo>
                      <a:pt x="1371" y="111"/>
                    </a:lnTo>
                    <a:lnTo>
                      <a:pt x="1374" y="109"/>
                    </a:lnTo>
                    <a:lnTo>
                      <a:pt x="1376" y="107"/>
                    </a:lnTo>
                    <a:lnTo>
                      <a:pt x="1378" y="106"/>
                    </a:lnTo>
                    <a:lnTo>
                      <a:pt x="1381" y="106"/>
                    </a:lnTo>
                    <a:lnTo>
                      <a:pt x="1383" y="108"/>
                    </a:lnTo>
                    <a:lnTo>
                      <a:pt x="1386" y="110"/>
                    </a:lnTo>
                    <a:lnTo>
                      <a:pt x="1388" y="113"/>
                    </a:lnTo>
                    <a:lnTo>
                      <a:pt x="1390" y="116"/>
                    </a:lnTo>
                    <a:lnTo>
                      <a:pt x="1393" y="120"/>
                    </a:lnTo>
                    <a:lnTo>
                      <a:pt x="1395" y="123"/>
                    </a:lnTo>
                    <a:lnTo>
                      <a:pt x="1398" y="125"/>
                    </a:lnTo>
                    <a:lnTo>
                      <a:pt x="1400" y="128"/>
                    </a:lnTo>
                    <a:lnTo>
                      <a:pt x="1402" y="130"/>
                    </a:lnTo>
                    <a:lnTo>
                      <a:pt x="1405" y="130"/>
                    </a:lnTo>
                    <a:lnTo>
                      <a:pt x="1407" y="129"/>
                    </a:lnTo>
                    <a:lnTo>
                      <a:pt x="1410" y="127"/>
                    </a:lnTo>
                    <a:lnTo>
                      <a:pt x="1412" y="125"/>
                    </a:lnTo>
                    <a:lnTo>
                      <a:pt x="1414" y="124"/>
                    </a:lnTo>
                    <a:lnTo>
                      <a:pt x="1417" y="123"/>
                    </a:lnTo>
                    <a:lnTo>
                      <a:pt x="1419" y="123"/>
                    </a:lnTo>
                    <a:lnTo>
                      <a:pt x="1422" y="122"/>
                    </a:lnTo>
                    <a:lnTo>
                      <a:pt x="1424" y="121"/>
                    </a:lnTo>
                    <a:lnTo>
                      <a:pt x="1426" y="122"/>
                    </a:lnTo>
                    <a:lnTo>
                      <a:pt x="1429" y="122"/>
                    </a:lnTo>
                    <a:lnTo>
                      <a:pt x="1431" y="123"/>
                    </a:lnTo>
                    <a:lnTo>
                      <a:pt x="1434" y="122"/>
                    </a:lnTo>
                    <a:lnTo>
                      <a:pt x="1436" y="122"/>
                    </a:lnTo>
                    <a:lnTo>
                      <a:pt x="1438" y="121"/>
                    </a:lnTo>
                    <a:lnTo>
                      <a:pt x="1441" y="121"/>
                    </a:lnTo>
                    <a:lnTo>
                      <a:pt x="1443" y="121"/>
                    </a:lnTo>
                    <a:lnTo>
                      <a:pt x="1446" y="120"/>
                    </a:lnTo>
                    <a:lnTo>
                      <a:pt x="1448" y="119"/>
                    </a:lnTo>
                    <a:lnTo>
                      <a:pt x="1450" y="119"/>
                    </a:lnTo>
                    <a:lnTo>
                      <a:pt x="1453" y="120"/>
                    </a:lnTo>
                    <a:lnTo>
                      <a:pt x="1455" y="121"/>
                    </a:lnTo>
                    <a:lnTo>
                      <a:pt x="1458" y="122"/>
                    </a:lnTo>
                    <a:lnTo>
                      <a:pt x="1460" y="124"/>
                    </a:lnTo>
                    <a:lnTo>
                      <a:pt x="1463" y="125"/>
                    </a:lnTo>
                    <a:lnTo>
                      <a:pt x="1465" y="127"/>
                    </a:lnTo>
                    <a:lnTo>
                      <a:pt x="1467" y="130"/>
                    </a:lnTo>
                    <a:lnTo>
                      <a:pt x="1470" y="132"/>
                    </a:lnTo>
                    <a:lnTo>
                      <a:pt x="1472" y="133"/>
                    </a:lnTo>
                    <a:lnTo>
                      <a:pt x="1475" y="135"/>
                    </a:lnTo>
                    <a:lnTo>
                      <a:pt x="1477" y="136"/>
                    </a:lnTo>
                    <a:lnTo>
                      <a:pt x="1479" y="137"/>
                    </a:lnTo>
                    <a:lnTo>
                      <a:pt x="1482" y="138"/>
                    </a:lnTo>
                    <a:lnTo>
                      <a:pt x="1484" y="139"/>
                    </a:lnTo>
                    <a:lnTo>
                      <a:pt x="1487" y="140"/>
                    </a:lnTo>
                    <a:lnTo>
                      <a:pt x="1489" y="141"/>
                    </a:lnTo>
                    <a:lnTo>
                      <a:pt x="1491" y="143"/>
                    </a:lnTo>
                    <a:lnTo>
                      <a:pt x="1494" y="144"/>
                    </a:lnTo>
                    <a:lnTo>
                      <a:pt x="1496" y="146"/>
                    </a:lnTo>
                    <a:lnTo>
                      <a:pt x="1499" y="148"/>
                    </a:lnTo>
                    <a:lnTo>
                      <a:pt x="1501" y="151"/>
                    </a:lnTo>
                    <a:lnTo>
                      <a:pt x="1504" y="153"/>
                    </a:lnTo>
                    <a:lnTo>
                      <a:pt x="1506" y="154"/>
                    </a:lnTo>
                    <a:lnTo>
                      <a:pt x="1508" y="155"/>
                    </a:lnTo>
                    <a:lnTo>
                      <a:pt x="1511" y="156"/>
                    </a:lnTo>
                    <a:lnTo>
                      <a:pt x="1513" y="156"/>
                    </a:lnTo>
                    <a:lnTo>
                      <a:pt x="1516" y="156"/>
                    </a:lnTo>
                    <a:lnTo>
                      <a:pt x="1518" y="156"/>
                    </a:lnTo>
                    <a:lnTo>
                      <a:pt x="1520" y="157"/>
                    </a:lnTo>
                    <a:lnTo>
                      <a:pt x="1523" y="158"/>
                    </a:lnTo>
                    <a:lnTo>
                      <a:pt x="1525" y="159"/>
                    </a:lnTo>
                    <a:lnTo>
                      <a:pt x="1528" y="161"/>
                    </a:lnTo>
                    <a:lnTo>
                      <a:pt x="1530" y="162"/>
                    </a:lnTo>
                    <a:lnTo>
                      <a:pt x="1532" y="164"/>
                    </a:lnTo>
                    <a:lnTo>
                      <a:pt x="1535" y="166"/>
                    </a:lnTo>
                    <a:lnTo>
                      <a:pt x="1537" y="167"/>
                    </a:lnTo>
                    <a:lnTo>
                      <a:pt x="1540" y="167"/>
                    </a:lnTo>
                    <a:lnTo>
                      <a:pt x="1542" y="167"/>
                    </a:lnTo>
                    <a:lnTo>
                      <a:pt x="1544" y="168"/>
                    </a:lnTo>
                    <a:lnTo>
                      <a:pt x="1547" y="168"/>
                    </a:lnTo>
                    <a:lnTo>
                      <a:pt x="1549" y="169"/>
                    </a:lnTo>
                    <a:lnTo>
                      <a:pt x="1552" y="168"/>
                    </a:lnTo>
                    <a:lnTo>
                      <a:pt x="1554" y="168"/>
                    </a:lnTo>
                    <a:lnTo>
                      <a:pt x="1557" y="167"/>
                    </a:lnTo>
                    <a:lnTo>
                      <a:pt x="1559" y="166"/>
                    </a:lnTo>
                    <a:lnTo>
                      <a:pt x="1561" y="166"/>
                    </a:lnTo>
                    <a:lnTo>
                      <a:pt x="1564" y="165"/>
                    </a:lnTo>
                    <a:lnTo>
                      <a:pt x="1566" y="164"/>
                    </a:lnTo>
                    <a:lnTo>
                      <a:pt x="1569" y="161"/>
                    </a:lnTo>
                    <a:lnTo>
                      <a:pt x="1571" y="157"/>
                    </a:lnTo>
                    <a:lnTo>
                      <a:pt x="1573" y="151"/>
                    </a:lnTo>
                    <a:lnTo>
                      <a:pt x="1576" y="143"/>
                    </a:lnTo>
                    <a:lnTo>
                      <a:pt x="1578" y="135"/>
                    </a:lnTo>
                    <a:lnTo>
                      <a:pt x="1581" y="124"/>
                    </a:lnTo>
                    <a:lnTo>
                      <a:pt x="1583" y="112"/>
                    </a:lnTo>
                    <a:lnTo>
                      <a:pt x="1585" y="98"/>
                    </a:lnTo>
                    <a:lnTo>
                      <a:pt x="1588" y="86"/>
                    </a:lnTo>
                    <a:lnTo>
                      <a:pt x="1590" y="74"/>
                    </a:lnTo>
                    <a:lnTo>
                      <a:pt x="1593" y="64"/>
                    </a:lnTo>
                    <a:lnTo>
                      <a:pt x="1595" y="55"/>
                    </a:lnTo>
                    <a:lnTo>
                      <a:pt x="1597" y="48"/>
                    </a:lnTo>
                    <a:lnTo>
                      <a:pt x="1600" y="42"/>
                    </a:lnTo>
                    <a:lnTo>
                      <a:pt x="1602" y="37"/>
                    </a:lnTo>
                    <a:lnTo>
                      <a:pt x="1605" y="34"/>
                    </a:lnTo>
                    <a:lnTo>
                      <a:pt x="1607" y="30"/>
                    </a:lnTo>
                    <a:lnTo>
                      <a:pt x="1609" y="27"/>
                    </a:lnTo>
                    <a:lnTo>
                      <a:pt x="1612" y="24"/>
                    </a:lnTo>
                    <a:lnTo>
                      <a:pt x="1614" y="21"/>
                    </a:lnTo>
                    <a:lnTo>
                      <a:pt x="1617" y="19"/>
                    </a:lnTo>
                    <a:lnTo>
                      <a:pt x="1619" y="17"/>
                    </a:lnTo>
                    <a:lnTo>
                      <a:pt x="1621" y="15"/>
                    </a:lnTo>
                    <a:lnTo>
                      <a:pt x="1624" y="13"/>
                    </a:lnTo>
                    <a:lnTo>
                      <a:pt x="1626" y="11"/>
                    </a:lnTo>
                    <a:lnTo>
                      <a:pt x="1629" y="9"/>
                    </a:lnTo>
                    <a:lnTo>
                      <a:pt x="1631" y="8"/>
                    </a:lnTo>
                    <a:lnTo>
                      <a:pt x="1633" y="6"/>
                    </a:lnTo>
                    <a:lnTo>
                      <a:pt x="1636" y="5"/>
                    </a:lnTo>
                    <a:lnTo>
                      <a:pt x="1638" y="4"/>
                    </a:lnTo>
                    <a:lnTo>
                      <a:pt x="1641" y="3"/>
                    </a:lnTo>
                    <a:lnTo>
                      <a:pt x="1643" y="3"/>
                    </a:lnTo>
                    <a:lnTo>
                      <a:pt x="1645" y="3"/>
                    </a:lnTo>
                    <a:lnTo>
                      <a:pt x="1648" y="3"/>
                    </a:lnTo>
                    <a:lnTo>
                      <a:pt x="1650" y="3"/>
                    </a:lnTo>
                    <a:lnTo>
                      <a:pt x="1653" y="3"/>
                    </a:lnTo>
                    <a:lnTo>
                      <a:pt x="1655" y="4"/>
                    </a:lnTo>
                    <a:lnTo>
                      <a:pt x="1657" y="4"/>
                    </a:lnTo>
                    <a:lnTo>
                      <a:pt x="1660" y="5"/>
                    </a:lnTo>
                    <a:lnTo>
                      <a:pt x="1662" y="5"/>
                    </a:lnTo>
                    <a:lnTo>
                      <a:pt x="1665" y="6"/>
                    </a:lnTo>
                    <a:lnTo>
                      <a:pt x="1667" y="6"/>
                    </a:lnTo>
                    <a:lnTo>
                      <a:pt x="1669" y="6"/>
                    </a:lnTo>
                    <a:lnTo>
                      <a:pt x="1672" y="7"/>
                    </a:lnTo>
                    <a:lnTo>
                      <a:pt x="1674" y="7"/>
                    </a:lnTo>
                    <a:lnTo>
                      <a:pt x="1677" y="8"/>
                    </a:lnTo>
                    <a:lnTo>
                      <a:pt x="1679" y="8"/>
                    </a:lnTo>
                    <a:lnTo>
                      <a:pt x="1681" y="8"/>
                    </a:lnTo>
                    <a:lnTo>
                      <a:pt x="1684" y="8"/>
                    </a:lnTo>
                    <a:lnTo>
                      <a:pt x="1686" y="9"/>
                    </a:lnTo>
                    <a:lnTo>
                      <a:pt x="1689" y="9"/>
                    </a:lnTo>
                    <a:lnTo>
                      <a:pt x="1691" y="9"/>
                    </a:lnTo>
                    <a:lnTo>
                      <a:pt x="1693" y="9"/>
                    </a:lnTo>
                    <a:lnTo>
                      <a:pt x="1696" y="10"/>
                    </a:lnTo>
                    <a:lnTo>
                      <a:pt x="1698" y="10"/>
                    </a:lnTo>
                    <a:lnTo>
                      <a:pt x="1701" y="10"/>
                    </a:lnTo>
                    <a:lnTo>
                      <a:pt x="1703" y="11"/>
                    </a:lnTo>
                    <a:lnTo>
                      <a:pt x="1705" y="11"/>
                    </a:lnTo>
                    <a:lnTo>
                      <a:pt x="1708" y="11"/>
                    </a:lnTo>
                    <a:lnTo>
                      <a:pt x="1710" y="11"/>
                    </a:lnTo>
                    <a:lnTo>
                      <a:pt x="1713" y="11"/>
                    </a:lnTo>
                    <a:lnTo>
                      <a:pt x="1715" y="11"/>
                    </a:lnTo>
                    <a:lnTo>
                      <a:pt x="1717" y="12"/>
                    </a:lnTo>
                    <a:lnTo>
                      <a:pt x="1720" y="12"/>
                    </a:lnTo>
                    <a:lnTo>
                      <a:pt x="1722" y="12"/>
                    </a:lnTo>
                    <a:lnTo>
                      <a:pt x="1725" y="12"/>
                    </a:lnTo>
                    <a:lnTo>
                      <a:pt x="1727" y="12"/>
                    </a:lnTo>
                    <a:lnTo>
                      <a:pt x="1730" y="12"/>
                    </a:lnTo>
                    <a:lnTo>
                      <a:pt x="1732" y="12"/>
                    </a:lnTo>
                    <a:lnTo>
                      <a:pt x="1734" y="12"/>
                    </a:lnTo>
                    <a:lnTo>
                      <a:pt x="1737" y="12"/>
                    </a:lnTo>
                    <a:lnTo>
                      <a:pt x="1739" y="12"/>
                    </a:lnTo>
                    <a:lnTo>
                      <a:pt x="1742" y="12"/>
                    </a:lnTo>
                    <a:lnTo>
                      <a:pt x="1744" y="12"/>
                    </a:lnTo>
                    <a:lnTo>
                      <a:pt x="1746" y="12"/>
                    </a:lnTo>
                    <a:lnTo>
                      <a:pt x="1749" y="12"/>
                    </a:lnTo>
                    <a:lnTo>
                      <a:pt x="1751" y="12"/>
                    </a:lnTo>
                    <a:lnTo>
                      <a:pt x="1754" y="12"/>
                    </a:lnTo>
                    <a:lnTo>
                      <a:pt x="1756" y="12"/>
                    </a:lnTo>
                    <a:lnTo>
                      <a:pt x="1758" y="12"/>
                    </a:lnTo>
                    <a:lnTo>
                      <a:pt x="1761" y="12"/>
                    </a:lnTo>
                    <a:lnTo>
                      <a:pt x="1763" y="13"/>
                    </a:lnTo>
                    <a:lnTo>
                      <a:pt x="1766" y="13"/>
                    </a:lnTo>
                    <a:lnTo>
                      <a:pt x="1768" y="13"/>
                    </a:lnTo>
                    <a:lnTo>
                      <a:pt x="1771" y="13"/>
                    </a:lnTo>
                    <a:lnTo>
                      <a:pt x="1773" y="14"/>
                    </a:lnTo>
                    <a:lnTo>
                      <a:pt x="1775" y="14"/>
                    </a:lnTo>
                    <a:lnTo>
                      <a:pt x="1778" y="14"/>
                    </a:lnTo>
                    <a:lnTo>
                      <a:pt x="1780" y="14"/>
                    </a:lnTo>
                    <a:lnTo>
                      <a:pt x="1783" y="14"/>
                    </a:lnTo>
                    <a:lnTo>
                      <a:pt x="1785" y="15"/>
                    </a:lnTo>
                    <a:lnTo>
                      <a:pt x="1787" y="15"/>
                    </a:lnTo>
                    <a:lnTo>
                      <a:pt x="1790" y="15"/>
                    </a:lnTo>
                    <a:lnTo>
                      <a:pt x="1792" y="15"/>
                    </a:lnTo>
                    <a:lnTo>
                      <a:pt x="1795" y="15"/>
                    </a:lnTo>
                    <a:lnTo>
                      <a:pt x="1797" y="15"/>
                    </a:lnTo>
                    <a:lnTo>
                      <a:pt x="1799" y="15"/>
                    </a:lnTo>
                    <a:lnTo>
                      <a:pt x="1802" y="15"/>
                    </a:lnTo>
                    <a:lnTo>
                      <a:pt x="1804" y="15"/>
                    </a:lnTo>
                    <a:lnTo>
                      <a:pt x="1807" y="15"/>
                    </a:lnTo>
                    <a:lnTo>
                      <a:pt x="1809" y="15"/>
                    </a:lnTo>
                    <a:lnTo>
                      <a:pt x="1811" y="15"/>
                    </a:lnTo>
                    <a:lnTo>
                      <a:pt x="1814" y="14"/>
                    </a:lnTo>
                    <a:lnTo>
                      <a:pt x="1816" y="14"/>
                    </a:lnTo>
                    <a:lnTo>
                      <a:pt x="1819" y="14"/>
                    </a:lnTo>
                    <a:lnTo>
                      <a:pt x="1821" y="14"/>
                    </a:lnTo>
                    <a:lnTo>
                      <a:pt x="1824" y="14"/>
                    </a:lnTo>
                    <a:lnTo>
                      <a:pt x="1826" y="14"/>
                    </a:lnTo>
                    <a:lnTo>
                      <a:pt x="1828" y="13"/>
                    </a:lnTo>
                    <a:lnTo>
                      <a:pt x="1831" y="13"/>
                    </a:lnTo>
                    <a:lnTo>
                      <a:pt x="1833" y="13"/>
                    </a:lnTo>
                    <a:lnTo>
                      <a:pt x="1836" y="13"/>
                    </a:lnTo>
                    <a:lnTo>
                      <a:pt x="1838" y="12"/>
                    </a:lnTo>
                    <a:lnTo>
                      <a:pt x="1840" y="12"/>
                    </a:lnTo>
                    <a:lnTo>
                      <a:pt x="1843" y="12"/>
                    </a:lnTo>
                    <a:lnTo>
                      <a:pt x="1845" y="12"/>
                    </a:lnTo>
                    <a:lnTo>
                      <a:pt x="1848" y="12"/>
                    </a:lnTo>
                    <a:lnTo>
                      <a:pt x="1850" y="12"/>
                    </a:lnTo>
                    <a:lnTo>
                      <a:pt x="1852" y="12"/>
                    </a:lnTo>
                    <a:lnTo>
                      <a:pt x="1855" y="12"/>
                    </a:lnTo>
                    <a:lnTo>
                      <a:pt x="1857" y="12"/>
                    </a:lnTo>
                    <a:lnTo>
                      <a:pt x="1860" y="12"/>
                    </a:lnTo>
                    <a:lnTo>
                      <a:pt x="1862" y="12"/>
                    </a:lnTo>
                    <a:lnTo>
                      <a:pt x="1864" y="12"/>
                    </a:lnTo>
                    <a:lnTo>
                      <a:pt x="1867" y="13"/>
                    </a:lnTo>
                    <a:lnTo>
                      <a:pt x="1869" y="13"/>
                    </a:lnTo>
                    <a:lnTo>
                      <a:pt x="1872" y="13"/>
                    </a:lnTo>
                    <a:lnTo>
                      <a:pt x="1874" y="13"/>
                    </a:lnTo>
                    <a:lnTo>
                      <a:pt x="1876" y="13"/>
                    </a:lnTo>
                    <a:lnTo>
                      <a:pt x="1879" y="13"/>
                    </a:lnTo>
                    <a:lnTo>
                      <a:pt x="1881" y="13"/>
                    </a:lnTo>
                    <a:lnTo>
                      <a:pt x="1884" y="12"/>
                    </a:lnTo>
                    <a:lnTo>
                      <a:pt x="1886" y="12"/>
                    </a:lnTo>
                    <a:lnTo>
                      <a:pt x="1888" y="12"/>
                    </a:lnTo>
                    <a:lnTo>
                      <a:pt x="1891" y="12"/>
                    </a:lnTo>
                    <a:lnTo>
                      <a:pt x="1893" y="12"/>
                    </a:lnTo>
                    <a:lnTo>
                      <a:pt x="1896" y="12"/>
                    </a:lnTo>
                    <a:lnTo>
                      <a:pt x="1898" y="12"/>
                    </a:lnTo>
                    <a:lnTo>
                      <a:pt x="1900" y="12"/>
                    </a:lnTo>
                    <a:lnTo>
                      <a:pt x="1903" y="12"/>
                    </a:lnTo>
                    <a:lnTo>
                      <a:pt x="1905" y="12"/>
                    </a:lnTo>
                    <a:lnTo>
                      <a:pt x="1908" y="12"/>
                    </a:lnTo>
                    <a:lnTo>
                      <a:pt x="1910" y="12"/>
                    </a:lnTo>
                    <a:lnTo>
                      <a:pt x="1912" y="12"/>
                    </a:lnTo>
                    <a:lnTo>
                      <a:pt x="1915" y="12"/>
                    </a:lnTo>
                    <a:lnTo>
                      <a:pt x="1917" y="12"/>
                    </a:lnTo>
                    <a:lnTo>
                      <a:pt x="1920" y="12"/>
                    </a:lnTo>
                    <a:lnTo>
                      <a:pt x="1922" y="12"/>
                    </a:lnTo>
                    <a:lnTo>
                      <a:pt x="1924" y="12"/>
                    </a:lnTo>
                    <a:lnTo>
                      <a:pt x="1927" y="12"/>
                    </a:lnTo>
                    <a:lnTo>
                      <a:pt x="1929" y="12"/>
                    </a:lnTo>
                    <a:lnTo>
                      <a:pt x="1932" y="12"/>
                    </a:lnTo>
                    <a:lnTo>
                      <a:pt x="1934" y="13"/>
                    </a:lnTo>
                    <a:lnTo>
                      <a:pt x="1936" y="13"/>
                    </a:lnTo>
                    <a:lnTo>
                      <a:pt x="1939" y="13"/>
                    </a:lnTo>
                    <a:lnTo>
                      <a:pt x="1941" y="13"/>
                    </a:lnTo>
                    <a:lnTo>
                      <a:pt x="1944" y="13"/>
                    </a:lnTo>
                    <a:lnTo>
                      <a:pt x="1946" y="13"/>
                    </a:lnTo>
                    <a:lnTo>
                      <a:pt x="1948" y="13"/>
                    </a:lnTo>
                    <a:lnTo>
                      <a:pt x="1951" y="13"/>
                    </a:lnTo>
                    <a:lnTo>
                      <a:pt x="1953" y="13"/>
                    </a:lnTo>
                    <a:lnTo>
                      <a:pt x="1956" y="12"/>
                    </a:lnTo>
                    <a:lnTo>
                      <a:pt x="1958" y="12"/>
                    </a:lnTo>
                    <a:lnTo>
                      <a:pt x="1960" y="12"/>
                    </a:lnTo>
                    <a:lnTo>
                      <a:pt x="1963" y="12"/>
                    </a:lnTo>
                    <a:lnTo>
                      <a:pt x="1965" y="12"/>
                    </a:lnTo>
                    <a:lnTo>
                      <a:pt x="1968" y="12"/>
                    </a:lnTo>
                    <a:lnTo>
                      <a:pt x="1970" y="12"/>
                    </a:lnTo>
                    <a:lnTo>
                      <a:pt x="1972" y="12"/>
                    </a:lnTo>
                    <a:lnTo>
                      <a:pt x="1975" y="12"/>
                    </a:lnTo>
                    <a:lnTo>
                      <a:pt x="1977" y="12"/>
                    </a:lnTo>
                    <a:lnTo>
                      <a:pt x="1980" y="12"/>
                    </a:lnTo>
                    <a:lnTo>
                      <a:pt x="1982" y="12"/>
                    </a:lnTo>
                    <a:lnTo>
                      <a:pt x="1984" y="12"/>
                    </a:lnTo>
                    <a:lnTo>
                      <a:pt x="1987" y="12"/>
                    </a:lnTo>
                    <a:lnTo>
                      <a:pt x="1989" y="12"/>
                    </a:lnTo>
                    <a:lnTo>
                      <a:pt x="1992" y="12"/>
                    </a:lnTo>
                    <a:lnTo>
                      <a:pt x="1994" y="12"/>
                    </a:lnTo>
                    <a:lnTo>
                      <a:pt x="1997" y="12"/>
                    </a:lnTo>
                    <a:lnTo>
                      <a:pt x="1999" y="12"/>
                    </a:lnTo>
                    <a:lnTo>
                      <a:pt x="2001" y="12"/>
                    </a:lnTo>
                    <a:lnTo>
                      <a:pt x="2004" y="12"/>
                    </a:lnTo>
                    <a:lnTo>
                      <a:pt x="2006" y="12"/>
                    </a:lnTo>
                    <a:lnTo>
                      <a:pt x="2009" y="12"/>
                    </a:lnTo>
                    <a:lnTo>
                      <a:pt x="2011" y="12"/>
                    </a:lnTo>
                    <a:lnTo>
                      <a:pt x="2013" y="12"/>
                    </a:lnTo>
                    <a:lnTo>
                      <a:pt x="2016" y="12"/>
                    </a:lnTo>
                    <a:lnTo>
                      <a:pt x="2018" y="12"/>
                    </a:lnTo>
                    <a:lnTo>
                      <a:pt x="2021" y="12"/>
                    </a:lnTo>
                    <a:lnTo>
                      <a:pt x="2023" y="11"/>
                    </a:lnTo>
                    <a:lnTo>
                      <a:pt x="2025" y="11"/>
                    </a:lnTo>
                    <a:lnTo>
                      <a:pt x="2028" y="11"/>
                    </a:lnTo>
                    <a:lnTo>
                      <a:pt x="2030" y="11"/>
                    </a:lnTo>
                    <a:lnTo>
                      <a:pt x="2033" y="11"/>
                    </a:lnTo>
                    <a:lnTo>
                      <a:pt x="2035" y="11"/>
                    </a:lnTo>
                    <a:lnTo>
                      <a:pt x="2038" y="11"/>
                    </a:lnTo>
                    <a:lnTo>
                      <a:pt x="2040" y="11"/>
                    </a:lnTo>
                    <a:lnTo>
                      <a:pt x="2042" y="11"/>
                    </a:lnTo>
                    <a:lnTo>
                      <a:pt x="2045" y="11"/>
                    </a:lnTo>
                    <a:lnTo>
                      <a:pt x="2047" y="11"/>
                    </a:lnTo>
                    <a:lnTo>
                      <a:pt x="2050" y="10"/>
                    </a:lnTo>
                    <a:lnTo>
                      <a:pt x="2052" y="10"/>
                    </a:lnTo>
                    <a:lnTo>
                      <a:pt x="2054" y="10"/>
                    </a:lnTo>
                    <a:lnTo>
                      <a:pt x="2057" y="10"/>
                    </a:lnTo>
                    <a:lnTo>
                      <a:pt x="2059" y="10"/>
                    </a:lnTo>
                    <a:lnTo>
                      <a:pt x="2062" y="10"/>
                    </a:lnTo>
                    <a:lnTo>
                      <a:pt x="2064" y="10"/>
                    </a:lnTo>
                    <a:lnTo>
                      <a:pt x="2066" y="10"/>
                    </a:lnTo>
                    <a:lnTo>
                      <a:pt x="2069" y="10"/>
                    </a:lnTo>
                    <a:lnTo>
                      <a:pt x="2071" y="10"/>
                    </a:lnTo>
                    <a:lnTo>
                      <a:pt x="2074" y="10"/>
                    </a:lnTo>
                    <a:lnTo>
                      <a:pt x="2076" y="10"/>
                    </a:lnTo>
                    <a:lnTo>
                      <a:pt x="2078" y="10"/>
                    </a:lnTo>
                    <a:lnTo>
                      <a:pt x="2081" y="10"/>
                    </a:lnTo>
                    <a:lnTo>
                      <a:pt x="2083" y="10"/>
                    </a:lnTo>
                    <a:lnTo>
                      <a:pt x="2086" y="10"/>
                    </a:lnTo>
                    <a:lnTo>
                      <a:pt x="2088" y="10"/>
                    </a:lnTo>
                    <a:lnTo>
                      <a:pt x="2091" y="10"/>
                    </a:lnTo>
                    <a:lnTo>
                      <a:pt x="2093" y="10"/>
                    </a:lnTo>
                    <a:lnTo>
                      <a:pt x="2095" y="10"/>
                    </a:lnTo>
                    <a:lnTo>
                      <a:pt x="2098" y="10"/>
                    </a:lnTo>
                    <a:lnTo>
                      <a:pt x="2100" y="10"/>
                    </a:lnTo>
                    <a:lnTo>
                      <a:pt x="2103" y="10"/>
                    </a:lnTo>
                    <a:lnTo>
                      <a:pt x="2105" y="10"/>
                    </a:lnTo>
                    <a:lnTo>
                      <a:pt x="2107" y="10"/>
                    </a:lnTo>
                    <a:lnTo>
                      <a:pt x="2110" y="10"/>
                    </a:lnTo>
                    <a:lnTo>
                      <a:pt x="2112" y="10"/>
                    </a:lnTo>
                    <a:lnTo>
                      <a:pt x="2115" y="10"/>
                    </a:lnTo>
                    <a:lnTo>
                      <a:pt x="2117" y="10"/>
                    </a:lnTo>
                    <a:lnTo>
                      <a:pt x="2119" y="10"/>
                    </a:lnTo>
                    <a:lnTo>
                      <a:pt x="2122" y="10"/>
                    </a:lnTo>
                    <a:lnTo>
                      <a:pt x="2124" y="10"/>
                    </a:lnTo>
                    <a:lnTo>
                      <a:pt x="2127" y="9"/>
                    </a:lnTo>
                    <a:lnTo>
                      <a:pt x="2129" y="9"/>
                    </a:lnTo>
                    <a:lnTo>
                      <a:pt x="2131" y="9"/>
                    </a:lnTo>
                    <a:lnTo>
                      <a:pt x="2134" y="9"/>
                    </a:lnTo>
                    <a:lnTo>
                      <a:pt x="2136" y="9"/>
                    </a:lnTo>
                    <a:lnTo>
                      <a:pt x="2139" y="9"/>
                    </a:lnTo>
                    <a:lnTo>
                      <a:pt x="2141" y="9"/>
                    </a:lnTo>
                    <a:lnTo>
                      <a:pt x="2143" y="9"/>
                    </a:lnTo>
                    <a:lnTo>
                      <a:pt x="2146" y="9"/>
                    </a:lnTo>
                    <a:lnTo>
                      <a:pt x="2148" y="9"/>
                    </a:lnTo>
                    <a:lnTo>
                      <a:pt x="2151" y="9"/>
                    </a:lnTo>
                    <a:lnTo>
                      <a:pt x="2153" y="9"/>
                    </a:lnTo>
                    <a:lnTo>
                      <a:pt x="2155" y="9"/>
                    </a:lnTo>
                    <a:lnTo>
                      <a:pt x="2158" y="9"/>
                    </a:lnTo>
                    <a:lnTo>
                      <a:pt x="2160" y="9"/>
                    </a:lnTo>
                    <a:lnTo>
                      <a:pt x="2163" y="9"/>
                    </a:lnTo>
                    <a:lnTo>
                      <a:pt x="2165" y="9"/>
                    </a:lnTo>
                    <a:lnTo>
                      <a:pt x="2166" y="9"/>
                    </a:lnTo>
                  </a:path>
                </a:pathLst>
              </a:custGeom>
              <a:noFill/>
              <a:ln w="17526" cap="flat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62" name="Freeform 321">
                <a:extLst>
                  <a:ext uri="{FF2B5EF4-FFF2-40B4-BE49-F238E27FC236}">
                    <a16:creationId xmlns:a16="http://schemas.microsoft.com/office/drawing/2014/main" id="{F73ACD0A-84FC-4436-8D01-0294A1517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9025" y="2160588"/>
                <a:ext cx="3438525" cy="946150"/>
              </a:xfrm>
              <a:custGeom>
                <a:avLst/>
                <a:gdLst>
                  <a:gd name="T0" fmla="*/ 34 w 2166"/>
                  <a:gd name="T1" fmla="*/ 42 h 596"/>
                  <a:gd name="T2" fmla="*/ 70 w 2166"/>
                  <a:gd name="T3" fmla="*/ 42 h 596"/>
                  <a:gd name="T4" fmla="*/ 106 w 2166"/>
                  <a:gd name="T5" fmla="*/ 44 h 596"/>
                  <a:gd name="T6" fmla="*/ 142 w 2166"/>
                  <a:gd name="T7" fmla="*/ 44 h 596"/>
                  <a:gd name="T8" fmla="*/ 178 w 2166"/>
                  <a:gd name="T9" fmla="*/ 43 h 596"/>
                  <a:gd name="T10" fmla="*/ 214 w 2166"/>
                  <a:gd name="T11" fmla="*/ 43 h 596"/>
                  <a:gd name="T12" fmla="*/ 250 w 2166"/>
                  <a:gd name="T13" fmla="*/ 44 h 596"/>
                  <a:gd name="T14" fmla="*/ 287 w 2166"/>
                  <a:gd name="T15" fmla="*/ 44 h 596"/>
                  <a:gd name="T16" fmla="*/ 323 w 2166"/>
                  <a:gd name="T17" fmla="*/ 43 h 596"/>
                  <a:gd name="T18" fmla="*/ 358 w 2166"/>
                  <a:gd name="T19" fmla="*/ 44 h 596"/>
                  <a:gd name="T20" fmla="*/ 395 w 2166"/>
                  <a:gd name="T21" fmla="*/ 52 h 596"/>
                  <a:gd name="T22" fmla="*/ 431 w 2166"/>
                  <a:gd name="T23" fmla="*/ 67 h 596"/>
                  <a:gd name="T24" fmla="*/ 467 w 2166"/>
                  <a:gd name="T25" fmla="*/ 85 h 596"/>
                  <a:gd name="T26" fmla="*/ 503 w 2166"/>
                  <a:gd name="T27" fmla="*/ 103 h 596"/>
                  <a:gd name="T28" fmla="*/ 539 w 2166"/>
                  <a:gd name="T29" fmla="*/ 122 h 596"/>
                  <a:gd name="T30" fmla="*/ 575 w 2166"/>
                  <a:gd name="T31" fmla="*/ 141 h 596"/>
                  <a:gd name="T32" fmla="*/ 611 w 2166"/>
                  <a:gd name="T33" fmla="*/ 159 h 596"/>
                  <a:gd name="T34" fmla="*/ 647 w 2166"/>
                  <a:gd name="T35" fmla="*/ 177 h 596"/>
                  <a:gd name="T36" fmla="*/ 683 w 2166"/>
                  <a:gd name="T37" fmla="*/ 195 h 596"/>
                  <a:gd name="T38" fmla="*/ 719 w 2166"/>
                  <a:gd name="T39" fmla="*/ 212 h 596"/>
                  <a:gd name="T40" fmla="*/ 756 w 2166"/>
                  <a:gd name="T41" fmla="*/ 229 h 596"/>
                  <a:gd name="T42" fmla="*/ 792 w 2166"/>
                  <a:gd name="T43" fmla="*/ 246 h 596"/>
                  <a:gd name="T44" fmla="*/ 828 w 2166"/>
                  <a:gd name="T45" fmla="*/ 262 h 596"/>
                  <a:gd name="T46" fmla="*/ 864 w 2166"/>
                  <a:gd name="T47" fmla="*/ 279 h 596"/>
                  <a:gd name="T48" fmla="*/ 900 w 2166"/>
                  <a:gd name="T49" fmla="*/ 296 h 596"/>
                  <a:gd name="T50" fmla="*/ 936 w 2166"/>
                  <a:gd name="T51" fmla="*/ 314 h 596"/>
                  <a:gd name="T52" fmla="*/ 972 w 2166"/>
                  <a:gd name="T53" fmla="*/ 332 h 596"/>
                  <a:gd name="T54" fmla="*/ 1008 w 2166"/>
                  <a:gd name="T55" fmla="*/ 350 h 596"/>
                  <a:gd name="T56" fmla="*/ 1044 w 2166"/>
                  <a:gd name="T57" fmla="*/ 368 h 596"/>
                  <a:gd name="T58" fmla="*/ 1080 w 2166"/>
                  <a:gd name="T59" fmla="*/ 386 h 596"/>
                  <a:gd name="T60" fmla="*/ 1116 w 2166"/>
                  <a:gd name="T61" fmla="*/ 404 h 596"/>
                  <a:gd name="T62" fmla="*/ 1152 w 2166"/>
                  <a:gd name="T63" fmla="*/ 422 h 596"/>
                  <a:gd name="T64" fmla="*/ 1188 w 2166"/>
                  <a:gd name="T65" fmla="*/ 439 h 596"/>
                  <a:gd name="T66" fmla="*/ 1224 w 2166"/>
                  <a:gd name="T67" fmla="*/ 456 h 596"/>
                  <a:gd name="T68" fmla="*/ 1261 w 2166"/>
                  <a:gd name="T69" fmla="*/ 473 h 596"/>
                  <a:gd name="T70" fmla="*/ 1297 w 2166"/>
                  <a:gd name="T71" fmla="*/ 489 h 596"/>
                  <a:gd name="T72" fmla="*/ 1333 w 2166"/>
                  <a:gd name="T73" fmla="*/ 504 h 596"/>
                  <a:gd name="T74" fmla="*/ 1369 w 2166"/>
                  <a:gd name="T75" fmla="*/ 519 h 596"/>
                  <a:gd name="T76" fmla="*/ 1405 w 2166"/>
                  <a:gd name="T77" fmla="*/ 534 h 596"/>
                  <a:gd name="T78" fmla="*/ 1441 w 2166"/>
                  <a:gd name="T79" fmla="*/ 549 h 596"/>
                  <a:gd name="T80" fmla="*/ 1477 w 2166"/>
                  <a:gd name="T81" fmla="*/ 562 h 596"/>
                  <a:gd name="T82" fmla="*/ 1513 w 2166"/>
                  <a:gd name="T83" fmla="*/ 574 h 596"/>
                  <a:gd name="T84" fmla="*/ 1549 w 2166"/>
                  <a:gd name="T85" fmla="*/ 586 h 596"/>
                  <a:gd name="T86" fmla="*/ 1585 w 2166"/>
                  <a:gd name="T87" fmla="*/ 592 h 596"/>
                  <a:gd name="T88" fmla="*/ 1621 w 2166"/>
                  <a:gd name="T89" fmla="*/ 495 h 596"/>
                  <a:gd name="T90" fmla="*/ 1657 w 2166"/>
                  <a:gd name="T91" fmla="*/ 388 h 596"/>
                  <a:gd name="T92" fmla="*/ 1693 w 2166"/>
                  <a:gd name="T93" fmla="*/ 293 h 596"/>
                  <a:gd name="T94" fmla="*/ 1730 w 2166"/>
                  <a:gd name="T95" fmla="*/ 221 h 596"/>
                  <a:gd name="T96" fmla="*/ 1766 w 2166"/>
                  <a:gd name="T97" fmla="*/ 167 h 596"/>
                  <a:gd name="T98" fmla="*/ 1802 w 2166"/>
                  <a:gd name="T99" fmla="*/ 126 h 596"/>
                  <a:gd name="T100" fmla="*/ 1838 w 2166"/>
                  <a:gd name="T101" fmla="*/ 95 h 596"/>
                  <a:gd name="T102" fmla="*/ 1874 w 2166"/>
                  <a:gd name="T103" fmla="*/ 71 h 596"/>
                  <a:gd name="T104" fmla="*/ 1910 w 2166"/>
                  <a:gd name="T105" fmla="*/ 53 h 596"/>
                  <a:gd name="T106" fmla="*/ 1946 w 2166"/>
                  <a:gd name="T107" fmla="*/ 39 h 596"/>
                  <a:gd name="T108" fmla="*/ 1982 w 2166"/>
                  <a:gd name="T109" fmla="*/ 28 h 596"/>
                  <a:gd name="T110" fmla="*/ 2018 w 2166"/>
                  <a:gd name="T111" fmla="*/ 19 h 596"/>
                  <a:gd name="T112" fmla="*/ 2054 w 2166"/>
                  <a:gd name="T113" fmla="*/ 13 h 596"/>
                  <a:gd name="T114" fmla="*/ 2091 w 2166"/>
                  <a:gd name="T115" fmla="*/ 8 h 596"/>
                  <a:gd name="T116" fmla="*/ 2127 w 2166"/>
                  <a:gd name="T117" fmla="*/ 4 h 596"/>
                  <a:gd name="T118" fmla="*/ 2163 w 2166"/>
                  <a:gd name="T119" fmla="*/ 0 h 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66" h="596">
                    <a:moveTo>
                      <a:pt x="0" y="42"/>
                    </a:moveTo>
                    <a:lnTo>
                      <a:pt x="3" y="42"/>
                    </a:lnTo>
                    <a:lnTo>
                      <a:pt x="5" y="42"/>
                    </a:lnTo>
                    <a:lnTo>
                      <a:pt x="8" y="42"/>
                    </a:lnTo>
                    <a:lnTo>
                      <a:pt x="10" y="42"/>
                    </a:lnTo>
                    <a:lnTo>
                      <a:pt x="12" y="42"/>
                    </a:lnTo>
                    <a:lnTo>
                      <a:pt x="15" y="42"/>
                    </a:lnTo>
                    <a:lnTo>
                      <a:pt x="17" y="42"/>
                    </a:lnTo>
                    <a:lnTo>
                      <a:pt x="20" y="42"/>
                    </a:lnTo>
                    <a:lnTo>
                      <a:pt x="22" y="42"/>
                    </a:lnTo>
                    <a:lnTo>
                      <a:pt x="24" y="42"/>
                    </a:lnTo>
                    <a:lnTo>
                      <a:pt x="27" y="42"/>
                    </a:lnTo>
                    <a:lnTo>
                      <a:pt x="29" y="42"/>
                    </a:lnTo>
                    <a:lnTo>
                      <a:pt x="32" y="42"/>
                    </a:lnTo>
                    <a:lnTo>
                      <a:pt x="34" y="42"/>
                    </a:lnTo>
                    <a:lnTo>
                      <a:pt x="36" y="42"/>
                    </a:lnTo>
                    <a:lnTo>
                      <a:pt x="39" y="42"/>
                    </a:lnTo>
                    <a:lnTo>
                      <a:pt x="41" y="42"/>
                    </a:lnTo>
                    <a:lnTo>
                      <a:pt x="44" y="42"/>
                    </a:lnTo>
                    <a:lnTo>
                      <a:pt x="46" y="42"/>
                    </a:lnTo>
                    <a:lnTo>
                      <a:pt x="48" y="42"/>
                    </a:lnTo>
                    <a:lnTo>
                      <a:pt x="51" y="42"/>
                    </a:lnTo>
                    <a:lnTo>
                      <a:pt x="53" y="42"/>
                    </a:lnTo>
                    <a:lnTo>
                      <a:pt x="56" y="42"/>
                    </a:lnTo>
                    <a:lnTo>
                      <a:pt x="58" y="42"/>
                    </a:lnTo>
                    <a:lnTo>
                      <a:pt x="60" y="42"/>
                    </a:lnTo>
                    <a:lnTo>
                      <a:pt x="63" y="42"/>
                    </a:lnTo>
                    <a:lnTo>
                      <a:pt x="65" y="42"/>
                    </a:lnTo>
                    <a:lnTo>
                      <a:pt x="68" y="42"/>
                    </a:lnTo>
                    <a:lnTo>
                      <a:pt x="70" y="42"/>
                    </a:lnTo>
                    <a:lnTo>
                      <a:pt x="72" y="42"/>
                    </a:lnTo>
                    <a:lnTo>
                      <a:pt x="75" y="42"/>
                    </a:lnTo>
                    <a:lnTo>
                      <a:pt x="77" y="42"/>
                    </a:lnTo>
                    <a:lnTo>
                      <a:pt x="80" y="43"/>
                    </a:lnTo>
                    <a:lnTo>
                      <a:pt x="82" y="43"/>
                    </a:lnTo>
                    <a:lnTo>
                      <a:pt x="84" y="43"/>
                    </a:lnTo>
                    <a:lnTo>
                      <a:pt x="87" y="43"/>
                    </a:lnTo>
                    <a:lnTo>
                      <a:pt x="89" y="43"/>
                    </a:lnTo>
                    <a:lnTo>
                      <a:pt x="92" y="43"/>
                    </a:lnTo>
                    <a:lnTo>
                      <a:pt x="94" y="43"/>
                    </a:lnTo>
                    <a:lnTo>
                      <a:pt x="96" y="44"/>
                    </a:lnTo>
                    <a:lnTo>
                      <a:pt x="99" y="44"/>
                    </a:lnTo>
                    <a:lnTo>
                      <a:pt x="101" y="44"/>
                    </a:lnTo>
                    <a:lnTo>
                      <a:pt x="104" y="44"/>
                    </a:lnTo>
                    <a:lnTo>
                      <a:pt x="106" y="44"/>
                    </a:lnTo>
                    <a:lnTo>
                      <a:pt x="108" y="44"/>
                    </a:lnTo>
                    <a:lnTo>
                      <a:pt x="111" y="44"/>
                    </a:lnTo>
                    <a:lnTo>
                      <a:pt x="113" y="44"/>
                    </a:lnTo>
                    <a:lnTo>
                      <a:pt x="115" y="44"/>
                    </a:lnTo>
                    <a:lnTo>
                      <a:pt x="118" y="44"/>
                    </a:lnTo>
                    <a:lnTo>
                      <a:pt x="120" y="45"/>
                    </a:lnTo>
                    <a:lnTo>
                      <a:pt x="123" y="45"/>
                    </a:lnTo>
                    <a:lnTo>
                      <a:pt x="125" y="45"/>
                    </a:lnTo>
                    <a:lnTo>
                      <a:pt x="128" y="45"/>
                    </a:lnTo>
                    <a:lnTo>
                      <a:pt x="130" y="45"/>
                    </a:lnTo>
                    <a:lnTo>
                      <a:pt x="132" y="45"/>
                    </a:lnTo>
                    <a:lnTo>
                      <a:pt x="135" y="45"/>
                    </a:lnTo>
                    <a:lnTo>
                      <a:pt x="137" y="44"/>
                    </a:lnTo>
                    <a:lnTo>
                      <a:pt x="140" y="44"/>
                    </a:lnTo>
                    <a:lnTo>
                      <a:pt x="142" y="44"/>
                    </a:lnTo>
                    <a:lnTo>
                      <a:pt x="144" y="44"/>
                    </a:lnTo>
                    <a:lnTo>
                      <a:pt x="147" y="44"/>
                    </a:lnTo>
                    <a:lnTo>
                      <a:pt x="149" y="44"/>
                    </a:lnTo>
                    <a:lnTo>
                      <a:pt x="152" y="44"/>
                    </a:lnTo>
                    <a:lnTo>
                      <a:pt x="154" y="44"/>
                    </a:lnTo>
                    <a:lnTo>
                      <a:pt x="156" y="44"/>
                    </a:lnTo>
                    <a:lnTo>
                      <a:pt x="159" y="44"/>
                    </a:lnTo>
                    <a:lnTo>
                      <a:pt x="161" y="44"/>
                    </a:lnTo>
                    <a:lnTo>
                      <a:pt x="164" y="44"/>
                    </a:lnTo>
                    <a:lnTo>
                      <a:pt x="166" y="44"/>
                    </a:lnTo>
                    <a:lnTo>
                      <a:pt x="169" y="44"/>
                    </a:lnTo>
                    <a:lnTo>
                      <a:pt x="171" y="43"/>
                    </a:lnTo>
                    <a:lnTo>
                      <a:pt x="173" y="43"/>
                    </a:lnTo>
                    <a:lnTo>
                      <a:pt x="176" y="43"/>
                    </a:lnTo>
                    <a:lnTo>
                      <a:pt x="178" y="43"/>
                    </a:lnTo>
                    <a:lnTo>
                      <a:pt x="181" y="43"/>
                    </a:lnTo>
                    <a:lnTo>
                      <a:pt x="183" y="43"/>
                    </a:lnTo>
                    <a:lnTo>
                      <a:pt x="185" y="43"/>
                    </a:lnTo>
                    <a:lnTo>
                      <a:pt x="188" y="43"/>
                    </a:lnTo>
                    <a:lnTo>
                      <a:pt x="190" y="43"/>
                    </a:lnTo>
                    <a:lnTo>
                      <a:pt x="193" y="43"/>
                    </a:lnTo>
                    <a:lnTo>
                      <a:pt x="195" y="43"/>
                    </a:lnTo>
                    <a:lnTo>
                      <a:pt x="197" y="43"/>
                    </a:lnTo>
                    <a:lnTo>
                      <a:pt x="200" y="43"/>
                    </a:lnTo>
                    <a:lnTo>
                      <a:pt x="202" y="43"/>
                    </a:lnTo>
                    <a:lnTo>
                      <a:pt x="205" y="43"/>
                    </a:lnTo>
                    <a:lnTo>
                      <a:pt x="207" y="43"/>
                    </a:lnTo>
                    <a:lnTo>
                      <a:pt x="209" y="43"/>
                    </a:lnTo>
                    <a:lnTo>
                      <a:pt x="212" y="43"/>
                    </a:lnTo>
                    <a:lnTo>
                      <a:pt x="214" y="43"/>
                    </a:lnTo>
                    <a:lnTo>
                      <a:pt x="217" y="43"/>
                    </a:lnTo>
                    <a:lnTo>
                      <a:pt x="219" y="44"/>
                    </a:lnTo>
                    <a:lnTo>
                      <a:pt x="222" y="44"/>
                    </a:lnTo>
                    <a:lnTo>
                      <a:pt x="224" y="44"/>
                    </a:lnTo>
                    <a:lnTo>
                      <a:pt x="226" y="44"/>
                    </a:lnTo>
                    <a:lnTo>
                      <a:pt x="229" y="44"/>
                    </a:lnTo>
                    <a:lnTo>
                      <a:pt x="231" y="44"/>
                    </a:lnTo>
                    <a:lnTo>
                      <a:pt x="234" y="44"/>
                    </a:lnTo>
                    <a:lnTo>
                      <a:pt x="236" y="44"/>
                    </a:lnTo>
                    <a:lnTo>
                      <a:pt x="238" y="44"/>
                    </a:lnTo>
                    <a:lnTo>
                      <a:pt x="241" y="44"/>
                    </a:lnTo>
                    <a:lnTo>
                      <a:pt x="243" y="44"/>
                    </a:lnTo>
                    <a:lnTo>
                      <a:pt x="246" y="44"/>
                    </a:lnTo>
                    <a:lnTo>
                      <a:pt x="248" y="44"/>
                    </a:lnTo>
                    <a:lnTo>
                      <a:pt x="250" y="44"/>
                    </a:lnTo>
                    <a:lnTo>
                      <a:pt x="253" y="44"/>
                    </a:lnTo>
                    <a:lnTo>
                      <a:pt x="255" y="44"/>
                    </a:lnTo>
                    <a:lnTo>
                      <a:pt x="258" y="44"/>
                    </a:lnTo>
                    <a:lnTo>
                      <a:pt x="260" y="44"/>
                    </a:lnTo>
                    <a:lnTo>
                      <a:pt x="263" y="44"/>
                    </a:lnTo>
                    <a:lnTo>
                      <a:pt x="265" y="44"/>
                    </a:lnTo>
                    <a:lnTo>
                      <a:pt x="267" y="44"/>
                    </a:lnTo>
                    <a:lnTo>
                      <a:pt x="270" y="44"/>
                    </a:lnTo>
                    <a:lnTo>
                      <a:pt x="272" y="44"/>
                    </a:lnTo>
                    <a:lnTo>
                      <a:pt x="275" y="44"/>
                    </a:lnTo>
                    <a:lnTo>
                      <a:pt x="277" y="44"/>
                    </a:lnTo>
                    <a:lnTo>
                      <a:pt x="279" y="44"/>
                    </a:lnTo>
                    <a:lnTo>
                      <a:pt x="282" y="44"/>
                    </a:lnTo>
                    <a:lnTo>
                      <a:pt x="284" y="44"/>
                    </a:lnTo>
                    <a:lnTo>
                      <a:pt x="287" y="44"/>
                    </a:lnTo>
                    <a:lnTo>
                      <a:pt x="289" y="44"/>
                    </a:lnTo>
                    <a:lnTo>
                      <a:pt x="291" y="44"/>
                    </a:lnTo>
                    <a:lnTo>
                      <a:pt x="294" y="44"/>
                    </a:lnTo>
                    <a:lnTo>
                      <a:pt x="296" y="44"/>
                    </a:lnTo>
                    <a:lnTo>
                      <a:pt x="299" y="44"/>
                    </a:lnTo>
                    <a:lnTo>
                      <a:pt x="301" y="44"/>
                    </a:lnTo>
                    <a:lnTo>
                      <a:pt x="303" y="44"/>
                    </a:lnTo>
                    <a:lnTo>
                      <a:pt x="306" y="44"/>
                    </a:lnTo>
                    <a:lnTo>
                      <a:pt x="308" y="44"/>
                    </a:lnTo>
                    <a:lnTo>
                      <a:pt x="311" y="44"/>
                    </a:lnTo>
                    <a:lnTo>
                      <a:pt x="313" y="43"/>
                    </a:lnTo>
                    <a:lnTo>
                      <a:pt x="315" y="43"/>
                    </a:lnTo>
                    <a:lnTo>
                      <a:pt x="318" y="43"/>
                    </a:lnTo>
                    <a:lnTo>
                      <a:pt x="320" y="43"/>
                    </a:lnTo>
                    <a:lnTo>
                      <a:pt x="323" y="43"/>
                    </a:lnTo>
                    <a:lnTo>
                      <a:pt x="325" y="43"/>
                    </a:lnTo>
                    <a:lnTo>
                      <a:pt x="327" y="43"/>
                    </a:lnTo>
                    <a:lnTo>
                      <a:pt x="330" y="43"/>
                    </a:lnTo>
                    <a:lnTo>
                      <a:pt x="332" y="43"/>
                    </a:lnTo>
                    <a:lnTo>
                      <a:pt x="335" y="43"/>
                    </a:lnTo>
                    <a:lnTo>
                      <a:pt x="337" y="43"/>
                    </a:lnTo>
                    <a:lnTo>
                      <a:pt x="339" y="43"/>
                    </a:lnTo>
                    <a:lnTo>
                      <a:pt x="342" y="44"/>
                    </a:lnTo>
                    <a:lnTo>
                      <a:pt x="344" y="44"/>
                    </a:lnTo>
                    <a:lnTo>
                      <a:pt x="347" y="44"/>
                    </a:lnTo>
                    <a:lnTo>
                      <a:pt x="349" y="44"/>
                    </a:lnTo>
                    <a:lnTo>
                      <a:pt x="351" y="44"/>
                    </a:lnTo>
                    <a:lnTo>
                      <a:pt x="354" y="44"/>
                    </a:lnTo>
                    <a:lnTo>
                      <a:pt x="356" y="44"/>
                    </a:lnTo>
                    <a:lnTo>
                      <a:pt x="358" y="44"/>
                    </a:lnTo>
                    <a:lnTo>
                      <a:pt x="361" y="44"/>
                    </a:lnTo>
                    <a:lnTo>
                      <a:pt x="363" y="44"/>
                    </a:lnTo>
                    <a:lnTo>
                      <a:pt x="366" y="44"/>
                    </a:lnTo>
                    <a:lnTo>
                      <a:pt x="368" y="45"/>
                    </a:lnTo>
                    <a:lnTo>
                      <a:pt x="370" y="45"/>
                    </a:lnTo>
                    <a:lnTo>
                      <a:pt x="373" y="45"/>
                    </a:lnTo>
                    <a:lnTo>
                      <a:pt x="375" y="46"/>
                    </a:lnTo>
                    <a:lnTo>
                      <a:pt x="378" y="47"/>
                    </a:lnTo>
                    <a:lnTo>
                      <a:pt x="380" y="47"/>
                    </a:lnTo>
                    <a:lnTo>
                      <a:pt x="382" y="48"/>
                    </a:lnTo>
                    <a:lnTo>
                      <a:pt x="385" y="48"/>
                    </a:lnTo>
                    <a:lnTo>
                      <a:pt x="387" y="49"/>
                    </a:lnTo>
                    <a:lnTo>
                      <a:pt x="390" y="50"/>
                    </a:lnTo>
                    <a:lnTo>
                      <a:pt x="392" y="51"/>
                    </a:lnTo>
                    <a:lnTo>
                      <a:pt x="395" y="52"/>
                    </a:lnTo>
                    <a:lnTo>
                      <a:pt x="397" y="53"/>
                    </a:lnTo>
                    <a:lnTo>
                      <a:pt x="399" y="54"/>
                    </a:lnTo>
                    <a:lnTo>
                      <a:pt x="402" y="55"/>
                    </a:lnTo>
                    <a:lnTo>
                      <a:pt x="404" y="56"/>
                    </a:lnTo>
                    <a:lnTo>
                      <a:pt x="407" y="57"/>
                    </a:lnTo>
                    <a:lnTo>
                      <a:pt x="409" y="58"/>
                    </a:lnTo>
                    <a:lnTo>
                      <a:pt x="411" y="59"/>
                    </a:lnTo>
                    <a:lnTo>
                      <a:pt x="414" y="60"/>
                    </a:lnTo>
                    <a:lnTo>
                      <a:pt x="416" y="61"/>
                    </a:lnTo>
                    <a:lnTo>
                      <a:pt x="419" y="62"/>
                    </a:lnTo>
                    <a:lnTo>
                      <a:pt x="421" y="63"/>
                    </a:lnTo>
                    <a:lnTo>
                      <a:pt x="423" y="64"/>
                    </a:lnTo>
                    <a:lnTo>
                      <a:pt x="426" y="65"/>
                    </a:lnTo>
                    <a:lnTo>
                      <a:pt x="428" y="66"/>
                    </a:lnTo>
                    <a:lnTo>
                      <a:pt x="431" y="67"/>
                    </a:lnTo>
                    <a:lnTo>
                      <a:pt x="433" y="68"/>
                    </a:lnTo>
                    <a:lnTo>
                      <a:pt x="436" y="70"/>
                    </a:lnTo>
                    <a:lnTo>
                      <a:pt x="438" y="71"/>
                    </a:lnTo>
                    <a:lnTo>
                      <a:pt x="440" y="72"/>
                    </a:lnTo>
                    <a:lnTo>
                      <a:pt x="443" y="73"/>
                    </a:lnTo>
                    <a:lnTo>
                      <a:pt x="445" y="74"/>
                    </a:lnTo>
                    <a:lnTo>
                      <a:pt x="448" y="75"/>
                    </a:lnTo>
                    <a:lnTo>
                      <a:pt x="450" y="76"/>
                    </a:lnTo>
                    <a:lnTo>
                      <a:pt x="452" y="78"/>
                    </a:lnTo>
                    <a:lnTo>
                      <a:pt x="455" y="79"/>
                    </a:lnTo>
                    <a:lnTo>
                      <a:pt x="457" y="80"/>
                    </a:lnTo>
                    <a:lnTo>
                      <a:pt x="460" y="81"/>
                    </a:lnTo>
                    <a:lnTo>
                      <a:pt x="462" y="82"/>
                    </a:lnTo>
                    <a:lnTo>
                      <a:pt x="464" y="84"/>
                    </a:lnTo>
                    <a:lnTo>
                      <a:pt x="467" y="85"/>
                    </a:lnTo>
                    <a:lnTo>
                      <a:pt x="469" y="86"/>
                    </a:lnTo>
                    <a:lnTo>
                      <a:pt x="472" y="87"/>
                    </a:lnTo>
                    <a:lnTo>
                      <a:pt x="474" y="88"/>
                    </a:lnTo>
                    <a:lnTo>
                      <a:pt x="476" y="90"/>
                    </a:lnTo>
                    <a:lnTo>
                      <a:pt x="479" y="91"/>
                    </a:lnTo>
                    <a:lnTo>
                      <a:pt x="481" y="92"/>
                    </a:lnTo>
                    <a:lnTo>
                      <a:pt x="484" y="93"/>
                    </a:lnTo>
                    <a:lnTo>
                      <a:pt x="486" y="94"/>
                    </a:lnTo>
                    <a:lnTo>
                      <a:pt x="489" y="96"/>
                    </a:lnTo>
                    <a:lnTo>
                      <a:pt x="491" y="97"/>
                    </a:lnTo>
                    <a:lnTo>
                      <a:pt x="493" y="98"/>
                    </a:lnTo>
                    <a:lnTo>
                      <a:pt x="496" y="100"/>
                    </a:lnTo>
                    <a:lnTo>
                      <a:pt x="498" y="101"/>
                    </a:lnTo>
                    <a:lnTo>
                      <a:pt x="501" y="102"/>
                    </a:lnTo>
                    <a:lnTo>
                      <a:pt x="503" y="103"/>
                    </a:lnTo>
                    <a:lnTo>
                      <a:pt x="505" y="105"/>
                    </a:lnTo>
                    <a:lnTo>
                      <a:pt x="508" y="106"/>
                    </a:lnTo>
                    <a:lnTo>
                      <a:pt x="510" y="107"/>
                    </a:lnTo>
                    <a:lnTo>
                      <a:pt x="513" y="108"/>
                    </a:lnTo>
                    <a:lnTo>
                      <a:pt x="515" y="110"/>
                    </a:lnTo>
                    <a:lnTo>
                      <a:pt x="517" y="111"/>
                    </a:lnTo>
                    <a:lnTo>
                      <a:pt x="520" y="112"/>
                    </a:lnTo>
                    <a:lnTo>
                      <a:pt x="522" y="113"/>
                    </a:lnTo>
                    <a:lnTo>
                      <a:pt x="525" y="114"/>
                    </a:lnTo>
                    <a:lnTo>
                      <a:pt x="527" y="116"/>
                    </a:lnTo>
                    <a:lnTo>
                      <a:pt x="530" y="117"/>
                    </a:lnTo>
                    <a:lnTo>
                      <a:pt x="532" y="118"/>
                    </a:lnTo>
                    <a:lnTo>
                      <a:pt x="534" y="120"/>
                    </a:lnTo>
                    <a:lnTo>
                      <a:pt x="537" y="121"/>
                    </a:lnTo>
                    <a:lnTo>
                      <a:pt x="539" y="122"/>
                    </a:lnTo>
                    <a:lnTo>
                      <a:pt x="542" y="124"/>
                    </a:lnTo>
                    <a:lnTo>
                      <a:pt x="544" y="125"/>
                    </a:lnTo>
                    <a:lnTo>
                      <a:pt x="546" y="126"/>
                    </a:lnTo>
                    <a:lnTo>
                      <a:pt x="549" y="127"/>
                    </a:lnTo>
                    <a:lnTo>
                      <a:pt x="551" y="128"/>
                    </a:lnTo>
                    <a:lnTo>
                      <a:pt x="554" y="130"/>
                    </a:lnTo>
                    <a:lnTo>
                      <a:pt x="556" y="131"/>
                    </a:lnTo>
                    <a:lnTo>
                      <a:pt x="558" y="132"/>
                    </a:lnTo>
                    <a:lnTo>
                      <a:pt x="561" y="133"/>
                    </a:lnTo>
                    <a:lnTo>
                      <a:pt x="563" y="134"/>
                    </a:lnTo>
                    <a:lnTo>
                      <a:pt x="566" y="136"/>
                    </a:lnTo>
                    <a:lnTo>
                      <a:pt x="568" y="137"/>
                    </a:lnTo>
                    <a:lnTo>
                      <a:pt x="570" y="138"/>
                    </a:lnTo>
                    <a:lnTo>
                      <a:pt x="573" y="140"/>
                    </a:lnTo>
                    <a:lnTo>
                      <a:pt x="575" y="141"/>
                    </a:lnTo>
                    <a:lnTo>
                      <a:pt x="578" y="142"/>
                    </a:lnTo>
                    <a:lnTo>
                      <a:pt x="580" y="143"/>
                    </a:lnTo>
                    <a:lnTo>
                      <a:pt x="582" y="145"/>
                    </a:lnTo>
                    <a:lnTo>
                      <a:pt x="585" y="146"/>
                    </a:lnTo>
                    <a:lnTo>
                      <a:pt x="587" y="147"/>
                    </a:lnTo>
                    <a:lnTo>
                      <a:pt x="590" y="148"/>
                    </a:lnTo>
                    <a:lnTo>
                      <a:pt x="592" y="150"/>
                    </a:lnTo>
                    <a:lnTo>
                      <a:pt x="594" y="151"/>
                    </a:lnTo>
                    <a:lnTo>
                      <a:pt x="597" y="152"/>
                    </a:lnTo>
                    <a:lnTo>
                      <a:pt x="599" y="153"/>
                    </a:lnTo>
                    <a:lnTo>
                      <a:pt x="601" y="154"/>
                    </a:lnTo>
                    <a:lnTo>
                      <a:pt x="604" y="156"/>
                    </a:lnTo>
                    <a:lnTo>
                      <a:pt x="606" y="157"/>
                    </a:lnTo>
                    <a:lnTo>
                      <a:pt x="609" y="158"/>
                    </a:lnTo>
                    <a:lnTo>
                      <a:pt x="611" y="159"/>
                    </a:lnTo>
                    <a:lnTo>
                      <a:pt x="613" y="161"/>
                    </a:lnTo>
                    <a:lnTo>
                      <a:pt x="616" y="162"/>
                    </a:lnTo>
                    <a:lnTo>
                      <a:pt x="618" y="163"/>
                    </a:lnTo>
                    <a:lnTo>
                      <a:pt x="621" y="164"/>
                    </a:lnTo>
                    <a:lnTo>
                      <a:pt x="623" y="166"/>
                    </a:lnTo>
                    <a:lnTo>
                      <a:pt x="625" y="167"/>
                    </a:lnTo>
                    <a:lnTo>
                      <a:pt x="628" y="168"/>
                    </a:lnTo>
                    <a:lnTo>
                      <a:pt x="630" y="169"/>
                    </a:lnTo>
                    <a:lnTo>
                      <a:pt x="633" y="170"/>
                    </a:lnTo>
                    <a:lnTo>
                      <a:pt x="635" y="172"/>
                    </a:lnTo>
                    <a:lnTo>
                      <a:pt x="637" y="173"/>
                    </a:lnTo>
                    <a:lnTo>
                      <a:pt x="640" y="174"/>
                    </a:lnTo>
                    <a:lnTo>
                      <a:pt x="642" y="175"/>
                    </a:lnTo>
                    <a:lnTo>
                      <a:pt x="645" y="176"/>
                    </a:lnTo>
                    <a:lnTo>
                      <a:pt x="647" y="177"/>
                    </a:lnTo>
                    <a:lnTo>
                      <a:pt x="649" y="179"/>
                    </a:lnTo>
                    <a:lnTo>
                      <a:pt x="652" y="180"/>
                    </a:lnTo>
                    <a:lnTo>
                      <a:pt x="654" y="181"/>
                    </a:lnTo>
                    <a:lnTo>
                      <a:pt x="657" y="182"/>
                    </a:lnTo>
                    <a:lnTo>
                      <a:pt x="659" y="183"/>
                    </a:lnTo>
                    <a:lnTo>
                      <a:pt x="662" y="185"/>
                    </a:lnTo>
                    <a:lnTo>
                      <a:pt x="664" y="186"/>
                    </a:lnTo>
                    <a:lnTo>
                      <a:pt x="666" y="187"/>
                    </a:lnTo>
                    <a:lnTo>
                      <a:pt x="669" y="188"/>
                    </a:lnTo>
                    <a:lnTo>
                      <a:pt x="671" y="189"/>
                    </a:lnTo>
                    <a:lnTo>
                      <a:pt x="674" y="191"/>
                    </a:lnTo>
                    <a:lnTo>
                      <a:pt x="676" y="192"/>
                    </a:lnTo>
                    <a:lnTo>
                      <a:pt x="678" y="193"/>
                    </a:lnTo>
                    <a:lnTo>
                      <a:pt x="681" y="194"/>
                    </a:lnTo>
                    <a:lnTo>
                      <a:pt x="683" y="195"/>
                    </a:lnTo>
                    <a:lnTo>
                      <a:pt x="686" y="196"/>
                    </a:lnTo>
                    <a:lnTo>
                      <a:pt x="688" y="197"/>
                    </a:lnTo>
                    <a:lnTo>
                      <a:pt x="690" y="198"/>
                    </a:lnTo>
                    <a:lnTo>
                      <a:pt x="693" y="199"/>
                    </a:lnTo>
                    <a:lnTo>
                      <a:pt x="695" y="200"/>
                    </a:lnTo>
                    <a:lnTo>
                      <a:pt x="698" y="202"/>
                    </a:lnTo>
                    <a:lnTo>
                      <a:pt x="700" y="203"/>
                    </a:lnTo>
                    <a:lnTo>
                      <a:pt x="703" y="204"/>
                    </a:lnTo>
                    <a:lnTo>
                      <a:pt x="705" y="205"/>
                    </a:lnTo>
                    <a:lnTo>
                      <a:pt x="707" y="206"/>
                    </a:lnTo>
                    <a:lnTo>
                      <a:pt x="710" y="208"/>
                    </a:lnTo>
                    <a:lnTo>
                      <a:pt x="712" y="209"/>
                    </a:lnTo>
                    <a:lnTo>
                      <a:pt x="715" y="209"/>
                    </a:lnTo>
                    <a:lnTo>
                      <a:pt x="717" y="211"/>
                    </a:lnTo>
                    <a:lnTo>
                      <a:pt x="719" y="212"/>
                    </a:lnTo>
                    <a:lnTo>
                      <a:pt x="722" y="213"/>
                    </a:lnTo>
                    <a:lnTo>
                      <a:pt x="724" y="214"/>
                    </a:lnTo>
                    <a:lnTo>
                      <a:pt x="727" y="215"/>
                    </a:lnTo>
                    <a:lnTo>
                      <a:pt x="729" y="216"/>
                    </a:lnTo>
                    <a:lnTo>
                      <a:pt x="731" y="217"/>
                    </a:lnTo>
                    <a:lnTo>
                      <a:pt x="734" y="219"/>
                    </a:lnTo>
                    <a:lnTo>
                      <a:pt x="736" y="220"/>
                    </a:lnTo>
                    <a:lnTo>
                      <a:pt x="739" y="221"/>
                    </a:lnTo>
                    <a:lnTo>
                      <a:pt x="741" y="222"/>
                    </a:lnTo>
                    <a:lnTo>
                      <a:pt x="743" y="223"/>
                    </a:lnTo>
                    <a:lnTo>
                      <a:pt x="746" y="225"/>
                    </a:lnTo>
                    <a:lnTo>
                      <a:pt x="748" y="225"/>
                    </a:lnTo>
                    <a:lnTo>
                      <a:pt x="751" y="226"/>
                    </a:lnTo>
                    <a:lnTo>
                      <a:pt x="753" y="228"/>
                    </a:lnTo>
                    <a:lnTo>
                      <a:pt x="756" y="229"/>
                    </a:lnTo>
                    <a:lnTo>
                      <a:pt x="758" y="230"/>
                    </a:lnTo>
                    <a:lnTo>
                      <a:pt x="760" y="231"/>
                    </a:lnTo>
                    <a:lnTo>
                      <a:pt x="763" y="232"/>
                    </a:lnTo>
                    <a:lnTo>
                      <a:pt x="765" y="233"/>
                    </a:lnTo>
                    <a:lnTo>
                      <a:pt x="768" y="234"/>
                    </a:lnTo>
                    <a:lnTo>
                      <a:pt x="770" y="235"/>
                    </a:lnTo>
                    <a:lnTo>
                      <a:pt x="772" y="237"/>
                    </a:lnTo>
                    <a:lnTo>
                      <a:pt x="775" y="238"/>
                    </a:lnTo>
                    <a:lnTo>
                      <a:pt x="777" y="239"/>
                    </a:lnTo>
                    <a:lnTo>
                      <a:pt x="780" y="240"/>
                    </a:lnTo>
                    <a:lnTo>
                      <a:pt x="782" y="241"/>
                    </a:lnTo>
                    <a:lnTo>
                      <a:pt x="784" y="242"/>
                    </a:lnTo>
                    <a:lnTo>
                      <a:pt x="787" y="243"/>
                    </a:lnTo>
                    <a:lnTo>
                      <a:pt x="789" y="245"/>
                    </a:lnTo>
                    <a:lnTo>
                      <a:pt x="792" y="246"/>
                    </a:lnTo>
                    <a:lnTo>
                      <a:pt x="794" y="247"/>
                    </a:lnTo>
                    <a:lnTo>
                      <a:pt x="797" y="248"/>
                    </a:lnTo>
                    <a:lnTo>
                      <a:pt x="799" y="249"/>
                    </a:lnTo>
                    <a:lnTo>
                      <a:pt x="801" y="250"/>
                    </a:lnTo>
                    <a:lnTo>
                      <a:pt x="804" y="251"/>
                    </a:lnTo>
                    <a:lnTo>
                      <a:pt x="806" y="252"/>
                    </a:lnTo>
                    <a:lnTo>
                      <a:pt x="809" y="253"/>
                    </a:lnTo>
                    <a:lnTo>
                      <a:pt x="811" y="254"/>
                    </a:lnTo>
                    <a:lnTo>
                      <a:pt x="813" y="255"/>
                    </a:lnTo>
                    <a:lnTo>
                      <a:pt x="816" y="257"/>
                    </a:lnTo>
                    <a:lnTo>
                      <a:pt x="818" y="258"/>
                    </a:lnTo>
                    <a:lnTo>
                      <a:pt x="821" y="259"/>
                    </a:lnTo>
                    <a:lnTo>
                      <a:pt x="823" y="260"/>
                    </a:lnTo>
                    <a:lnTo>
                      <a:pt x="825" y="261"/>
                    </a:lnTo>
                    <a:lnTo>
                      <a:pt x="828" y="262"/>
                    </a:lnTo>
                    <a:lnTo>
                      <a:pt x="830" y="263"/>
                    </a:lnTo>
                    <a:lnTo>
                      <a:pt x="833" y="265"/>
                    </a:lnTo>
                    <a:lnTo>
                      <a:pt x="835" y="266"/>
                    </a:lnTo>
                    <a:lnTo>
                      <a:pt x="837" y="267"/>
                    </a:lnTo>
                    <a:lnTo>
                      <a:pt x="840" y="268"/>
                    </a:lnTo>
                    <a:lnTo>
                      <a:pt x="842" y="269"/>
                    </a:lnTo>
                    <a:lnTo>
                      <a:pt x="845" y="270"/>
                    </a:lnTo>
                    <a:lnTo>
                      <a:pt x="847" y="271"/>
                    </a:lnTo>
                    <a:lnTo>
                      <a:pt x="849" y="272"/>
                    </a:lnTo>
                    <a:lnTo>
                      <a:pt x="852" y="273"/>
                    </a:lnTo>
                    <a:lnTo>
                      <a:pt x="854" y="274"/>
                    </a:lnTo>
                    <a:lnTo>
                      <a:pt x="856" y="275"/>
                    </a:lnTo>
                    <a:lnTo>
                      <a:pt x="859" y="277"/>
                    </a:lnTo>
                    <a:lnTo>
                      <a:pt x="861" y="278"/>
                    </a:lnTo>
                    <a:lnTo>
                      <a:pt x="864" y="279"/>
                    </a:lnTo>
                    <a:lnTo>
                      <a:pt x="866" y="280"/>
                    </a:lnTo>
                    <a:lnTo>
                      <a:pt x="868" y="281"/>
                    </a:lnTo>
                    <a:lnTo>
                      <a:pt x="871" y="282"/>
                    </a:lnTo>
                    <a:lnTo>
                      <a:pt x="873" y="284"/>
                    </a:lnTo>
                    <a:lnTo>
                      <a:pt x="876" y="285"/>
                    </a:lnTo>
                    <a:lnTo>
                      <a:pt x="878" y="286"/>
                    </a:lnTo>
                    <a:lnTo>
                      <a:pt x="880" y="287"/>
                    </a:lnTo>
                    <a:lnTo>
                      <a:pt x="883" y="288"/>
                    </a:lnTo>
                    <a:lnTo>
                      <a:pt x="885" y="289"/>
                    </a:lnTo>
                    <a:lnTo>
                      <a:pt x="888" y="291"/>
                    </a:lnTo>
                    <a:lnTo>
                      <a:pt x="890" y="292"/>
                    </a:lnTo>
                    <a:lnTo>
                      <a:pt x="892" y="293"/>
                    </a:lnTo>
                    <a:lnTo>
                      <a:pt x="895" y="294"/>
                    </a:lnTo>
                    <a:lnTo>
                      <a:pt x="897" y="295"/>
                    </a:lnTo>
                    <a:lnTo>
                      <a:pt x="900" y="296"/>
                    </a:lnTo>
                    <a:lnTo>
                      <a:pt x="902" y="297"/>
                    </a:lnTo>
                    <a:lnTo>
                      <a:pt x="904" y="298"/>
                    </a:lnTo>
                    <a:lnTo>
                      <a:pt x="907" y="300"/>
                    </a:lnTo>
                    <a:lnTo>
                      <a:pt x="909" y="301"/>
                    </a:lnTo>
                    <a:lnTo>
                      <a:pt x="912" y="302"/>
                    </a:lnTo>
                    <a:lnTo>
                      <a:pt x="914" y="303"/>
                    </a:lnTo>
                    <a:lnTo>
                      <a:pt x="916" y="304"/>
                    </a:lnTo>
                    <a:lnTo>
                      <a:pt x="919" y="306"/>
                    </a:lnTo>
                    <a:lnTo>
                      <a:pt x="921" y="307"/>
                    </a:lnTo>
                    <a:lnTo>
                      <a:pt x="924" y="308"/>
                    </a:lnTo>
                    <a:lnTo>
                      <a:pt x="926" y="309"/>
                    </a:lnTo>
                    <a:lnTo>
                      <a:pt x="929" y="310"/>
                    </a:lnTo>
                    <a:lnTo>
                      <a:pt x="931" y="312"/>
                    </a:lnTo>
                    <a:lnTo>
                      <a:pt x="933" y="313"/>
                    </a:lnTo>
                    <a:lnTo>
                      <a:pt x="936" y="314"/>
                    </a:lnTo>
                    <a:lnTo>
                      <a:pt x="938" y="315"/>
                    </a:lnTo>
                    <a:lnTo>
                      <a:pt x="941" y="316"/>
                    </a:lnTo>
                    <a:lnTo>
                      <a:pt x="943" y="317"/>
                    </a:lnTo>
                    <a:lnTo>
                      <a:pt x="945" y="318"/>
                    </a:lnTo>
                    <a:lnTo>
                      <a:pt x="948" y="320"/>
                    </a:lnTo>
                    <a:lnTo>
                      <a:pt x="950" y="321"/>
                    </a:lnTo>
                    <a:lnTo>
                      <a:pt x="953" y="322"/>
                    </a:lnTo>
                    <a:lnTo>
                      <a:pt x="955" y="323"/>
                    </a:lnTo>
                    <a:lnTo>
                      <a:pt x="957" y="325"/>
                    </a:lnTo>
                    <a:lnTo>
                      <a:pt x="960" y="326"/>
                    </a:lnTo>
                    <a:lnTo>
                      <a:pt x="962" y="327"/>
                    </a:lnTo>
                    <a:lnTo>
                      <a:pt x="965" y="328"/>
                    </a:lnTo>
                    <a:lnTo>
                      <a:pt x="967" y="329"/>
                    </a:lnTo>
                    <a:lnTo>
                      <a:pt x="970" y="330"/>
                    </a:lnTo>
                    <a:lnTo>
                      <a:pt x="972" y="332"/>
                    </a:lnTo>
                    <a:lnTo>
                      <a:pt x="974" y="333"/>
                    </a:lnTo>
                    <a:lnTo>
                      <a:pt x="977" y="334"/>
                    </a:lnTo>
                    <a:lnTo>
                      <a:pt x="979" y="335"/>
                    </a:lnTo>
                    <a:lnTo>
                      <a:pt x="982" y="337"/>
                    </a:lnTo>
                    <a:lnTo>
                      <a:pt x="984" y="338"/>
                    </a:lnTo>
                    <a:lnTo>
                      <a:pt x="986" y="339"/>
                    </a:lnTo>
                    <a:lnTo>
                      <a:pt x="989" y="340"/>
                    </a:lnTo>
                    <a:lnTo>
                      <a:pt x="991" y="341"/>
                    </a:lnTo>
                    <a:lnTo>
                      <a:pt x="994" y="343"/>
                    </a:lnTo>
                    <a:lnTo>
                      <a:pt x="996" y="344"/>
                    </a:lnTo>
                    <a:lnTo>
                      <a:pt x="998" y="345"/>
                    </a:lnTo>
                    <a:lnTo>
                      <a:pt x="1001" y="346"/>
                    </a:lnTo>
                    <a:lnTo>
                      <a:pt x="1003" y="347"/>
                    </a:lnTo>
                    <a:lnTo>
                      <a:pt x="1006" y="349"/>
                    </a:lnTo>
                    <a:lnTo>
                      <a:pt x="1008" y="350"/>
                    </a:lnTo>
                    <a:lnTo>
                      <a:pt x="1010" y="351"/>
                    </a:lnTo>
                    <a:lnTo>
                      <a:pt x="1013" y="352"/>
                    </a:lnTo>
                    <a:lnTo>
                      <a:pt x="1015" y="353"/>
                    </a:lnTo>
                    <a:lnTo>
                      <a:pt x="1018" y="355"/>
                    </a:lnTo>
                    <a:lnTo>
                      <a:pt x="1020" y="356"/>
                    </a:lnTo>
                    <a:lnTo>
                      <a:pt x="1023" y="357"/>
                    </a:lnTo>
                    <a:lnTo>
                      <a:pt x="1025" y="358"/>
                    </a:lnTo>
                    <a:lnTo>
                      <a:pt x="1027" y="360"/>
                    </a:lnTo>
                    <a:lnTo>
                      <a:pt x="1030" y="361"/>
                    </a:lnTo>
                    <a:lnTo>
                      <a:pt x="1032" y="362"/>
                    </a:lnTo>
                    <a:lnTo>
                      <a:pt x="1035" y="363"/>
                    </a:lnTo>
                    <a:lnTo>
                      <a:pt x="1037" y="364"/>
                    </a:lnTo>
                    <a:lnTo>
                      <a:pt x="1039" y="366"/>
                    </a:lnTo>
                    <a:lnTo>
                      <a:pt x="1042" y="367"/>
                    </a:lnTo>
                    <a:lnTo>
                      <a:pt x="1044" y="368"/>
                    </a:lnTo>
                    <a:lnTo>
                      <a:pt x="1047" y="369"/>
                    </a:lnTo>
                    <a:lnTo>
                      <a:pt x="1049" y="370"/>
                    </a:lnTo>
                    <a:lnTo>
                      <a:pt x="1051" y="372"/>
                    </a:lnTo>
                    <a:lnTo>
                      <a:pt x="1054" y="373"/>
                    </a:lnTo>
                    <a:lnTo>
                      <a:pt x="1056" y="374"/>
                    </a:lnTo>
                    <a:lnTo>
                      <a:pt x="1059" y="375"/>
                    </a:lnTo>
                    <a:lnTo>
                      <a:pt x="1061" y="377"/>
                    </a:lnTo>
                    <a:lnTo>
                      <a:pt x="1064" y="378"/>
                    </a:lnTo>
                    <a:lnTo>
                      <a:pt x="1066" y="379"/>
                    </a:lnTo>
                    <a:lnTo>
                      <a:pt x="1068" y="380"/>
                    </a:lnTo>
                    <a:lnTo>
                      <a:pt x="1071" y="382"/>
                    </a:lnTo>
                    <a:lnTo>
                      <a:pt x="1073" y="383"/>
                    </a:lnTo>
                    <a:lnTo>
                      <a:pt x="1076" y="384"/>
                    </a:lnTo>
                    <a:lnTo>
                      <a:pt x="1078" y="385"/>
                    </a:lnTo>
                    <a:lnTo>
                      <a:pt x="1080" y="386"/>
                    </a:lnTo>
                    <a:lnTo>
                      <a:pt x="1083" y="388"/>
                    </a:lnTo>
                    <a:lnTo>
                      <a:pt x="1085" y="389"/>
                    </a:lnTo>
                    <a:lnTo>
                      <a:pt x="1088" y="390"/>
                    </a:lnTo>
                    <a:lnTo>
                      <a:pt x="1090" y="391"/>
                    </a:lnTo>
                    <a:lnTo>
                      <a:pt x="1092" y="393"/>
                    </a:lnTo>
                    <a:lnTo>
                      <a:pt x="1095" y="394"/>
                    </a:lnTo>
                    <a:lnTo>
                      <a:pt x="1097" y="395"/>
                    </a:lnTo>
                    <a:lnTo>
                      <a:pt x="1099" y="396"/>
                    </a:lnTo>
                    <a:lnTo>
                      <a:pt x="1102" y="398"/>
                    </a:lnTo>
                    <a:lnTo>
                      <a:pt x="1104" y="399"/>
                    </a:lnTo>
                    <a:lnTo>
                      <a:pt x="1107" y="400"/>
                    </a:lnTo>
                    <a:lnTo>
                      <a:pt x="1109" y="401"/>
                    </a:lnTo>
                    <a:lnTo>
                      <a:pt x="1111" y="402"/>
                    </a:lnTo>
                    <a:lnTo>
                      <a:pt x="1114" y="403"/>
                    </a:lnTo>
                    <a:lnTo>
                      <a:pt x="1116" y="404"/>
                    </a:lnTo>
                    <a:lnTo>
                      <a:pt x="1119" y="405"/>
                    </a:lnTo>
                    <a:lnTo>
                      <a:pt x="1121" y="407"/>
                    </a:lnTo>
                    <a:lnTo>
                      <a:pt x="1123" y="408"/>
                    </a:lnTo>
                    <a:lnTo>
                      <a:pt x="1126" y="409"/>
                    </a:lnTo>
                    <a:lnTo>
                      <a:pt x="1128" y="410"/>
                    </a:lnTo>
                    <a:lnTo>
                      <a:pt x="1131" y="412"/>
                    </a:lnTo>
                    <a:lnTo>
                      <a:pt x="1133" y="413"/>
                    </a:lnTo>
                    <a:lnTo>
                      <a:pt x="1135" y="414"/>
                    </a:lnTo>
                    <a:lnTo>
                      <a:pt x="1138" y="415"/>
                    </a:lnTo>
                    <a:lnTo>
                      <a:pt x="1140" y="416"/>
                    </a:lnTo>
                    <a:lnTo>
                      <a:pt x="1143" y="417"/>
                    </a:lnTo>
                    <a:lnTo>
                      <a:pt x="1145" y="418"/>
                    </a:lnTo>
                    <a:lnTo>
                      <a:pt x="1147" y="419"/>
                    </a:lnTo>
                    <a:lnTo>
                      <a:pt x="1150" y="421"/>
                    </a:lnTo>
                    <a:lnTo>
                      <a:pt x="1152" y="422"/>
                    </a:lnTo>
                    <a:lnTo>
                      <a:pt x="1155" y="423"/>
                    </a:lnTo>
                    <a:lnTo>
                      <a:pt x="1157" y="424"/>
                    </a:lnTo>
                    <a:lnTo>
                      <a:pt x="1159" y="425"/>
                    </a:lnTo>
                    <a:lnTo>
                      <a:pt x="1162" y="427"/>
                    </a:lnTo>
                    <a:lnTo>
                      <a:pt x="1164" y="428"/>
                    </a:lnTo>
                    <a:lnTo>
                      <a:pt x="1167" y="429"/>
                    </a:lnTo>
                    <a:lnTo>
                      <a:pt x="1169" y="430"/>
                    </a:lnTo>
                    <a:lnTo>
                      <a:pt x="1171" y="431"/>
                    </a:lnTo>
                    <a:lnTo>
                      <a:pt x="1174" y="432"/>
                    </a:lnTo>
                    <a:lnTo>
                      <a:pt x="1176" y="433"/>
                    </a:lnTo>
                    <a:lnTo>
                      <a:pt x="1179" y="435"/>
                    </a:lnTo>
                    <a:lnTo>
                      <a:pt x="1181" y="436"/>
                    </a:lnTo>
                    <a:lnTo>
                      <a:pt x="1183" y="437"/>
                    </a:lnTo>
                    <a:lnTo>
                      <a:pt x="1186" y="438"/>
                    </a:lnTo>
                    <a:lnTo>
                      <a:pt x="1188" y="439"/>
                    </a:lnTo>
                    <a:lnTo>
                      <a:pt x="1191" y="441"/>
                    </a:lnTo>
                    <a:lnTo>
                      <a:pt x="1193" y="442"/>
                    </a:lnTo>
                    <a:lnTo>
                      <a:pt x="1196" y="443"/>
                    </a:lnTo>
                    <a:lnTo>
                      <a:pt x="1198" y="444"/>
                    </a:lnTo>
                    <a:lnTo>
                      <a:pt x="1200" y="445"/>
                    </a:lnTo>
                    <a:lnTo>
                      <a:pt x="1203" y="447"/>
                    </a:lnTo>
                    <a:lnTo>
                      <a:pt x="1205" y="448"/>
                    </a:lnTo>
                    <a:lnTo>
                      <a:pt x="1208" y="449"/>
                    </a:lnTo>
                    <a:lnTo>
                      <a:pt x="1210" y="450"/>
                    </a:lnTo>
                    <a:lnTo>
                      <a:pt x="1212" y="451"/>
                    </a:lnTo>
                    <a:lnTo>
                      <a:pt x="1215" y="452"/>
                    </a:lnTo>
                    <a:lnTo>
                      <a:pt x="1217" y="453"/>
                    </a:lnTo>
                    <a:lnTo>
                      <a:pt x="1220" y="454"/>
                    </a:lnTo>
                    <a:lnTo>
                      <a:pt x="1222" y="455"/>
                    </a:lnTo>
                    <a:lnTo>
                      <a:pt x="1224" y="456"/>
                    </a:lnTo>
                    <a:lnTo>
                      <a:pt x="1227" y="458"/>
                    </a:lnTo>
                    <a:lnTo>
                      <a:pt x="1229" y="459"/>
                    </a:lnTo>
                    <a:lnTo>
                      <a:pt x="1232" y="460"/>
                    </a:lnTo>
                    <a:lnTo>
                      <a:pt x="1234" y="461"/>
                    </a:lnTo>
                    <a:lnTo>
                      <a:pt x="1237" y="462"/>
                    </a:lnTo>
                    <a:lnTo>
                      <a:pt x="1239" y="463"/>
                    </a:lnTo>
                    <a:lnTo>
                      <a:pt x="1241" y="464"/>
                    </a:lnTo>
                    <a:lnTo>
                      <a:pt x="1244" y="465"/>
                    </a:lnTo>
                    <a:lnTo>
                      <a:pt x="1246" y="467"/>
                    </a:lnTo>
                    <a:lnTo>
                      <a:pt x="1249" y="468"/>
                    </a:lnTo>
                    <a:lnTo>
                      <a:pt x="1251" y="468"/>
                    </a:lnTo>
                    <a:lnTo>
                      <a:pt x="1253" y="470"/>
                    </a:lnTo>
                    <a:lnTo>
                      <a:pt x="1256" y="471"/>
                    </a:lnTo>
                    <a:lnTo>
                      <a:pt x="1258" y="472"/>
                    </a:lnTo>
                    <a:lnTo>
                      <a:pt x="1261" y="473"/>
                    </a:lnTo>
                    <a:lnTo>
                      <a:pt x="1263" y="474"/>
                    </a:lnTo>
                    <a:lnTo>
                      <a:pt x="1265" y="475"/>
                    </a:lnTo>
                    <a:lnTo>
                      <a:pt x="1268" y="476"/>
                    </a:lnTo>
                    <a:lnTo>
                      <a:pt x="1270" y="477"/>
                    </a:lnTo>
                    <a:lnTo>
                      <a:pt x="1273" y="478"/>
                    </a:lnTo>
                    <a:lnTo>
                      <a:pt x="1275" y="479"/>
                    </a:lnTo>
                    <a:lnTo>
                      <a:pt x="1277" y="481"/>
                    </a:lnTo>
                    <a:lnTo>
                      <a:pt x="1280" y="482"/>
                    </a:lnTo>
                    <a:lnTo>
                      <a:pt x="1282" y="482"/>
                    </a:lnTo>
                    <a:lnTo>
                      <a:pt x="1285" y="484"/>
                    </a:lnTo>
                    <a:lnTo>
                      <a:pt x="1287" y="485"/>
                    </a:lnTo>
                    <a:lnTo>
                      <a:pt x="1290" y="486"/>
                    </a:lnTo>
                    <a:lnTo>
                      <a:pt x="1292" y="487"/>
                    </a:lnTo>
                    <a:lnTo>
                      <a:pt x="1294" y="488"/>
                    </a:lnTo>
                    <a:lnTo>
                      <a:pt x="1297" y="489"/>
                    </a:lnTo>
                    <a:lnTo>
                      <a:pt x="1299" y="490"/>
                    </a:lnTo>
                    <a:lnTo>
                      <a:pt x="1302" y="491"/>
                    </a:lnTo>
                    <a:lnTo>
                      <a:pt x="1304" y="492"/>
                    </a:lnTo>
                    <a:lnTo>
                      <a:pt x="1306" y="493"/>
                    </a:lnTo>
                    <a:lnTo>
                      <a:pt x="1309" y="494"/>
                    </a:lnTo>
                    <a:lnTo>
                      <a:pt x="1311" y="495"/>
                    </a:lnTo>
                    <a:lnTo>
                      <a:pt x="1314" y="496"/>
                    </a:lnTo>
                    <a:lnTo>
                      <a:pt x="1316" y="497"/>
                    </a:lnTo>
                    <a:lnTo>
                      <a:pt x="1318" y="498"/>
                    </a:lnTo>
                    <a:lnTo>
                      <a:pt x="1321" y="499"/>
                    </a:lnTo>
                    <a:lnTo>
                      <a:pt x="1323" y="500"/>
                    </a:lnTo>
                    <a:lnTo>
                      <a:pt x="1326" y="501"/>
                    </a:lnTo>
                    <a:lnTo>
                      <a:pt x="1328" y="502"/>
                    </a:lnTo>
                    <a:lnTo>
                      <a:pt x="1331" y="503"/>
                    </a:lnTo>
                    <a:lnTo>
                      <a:pt x="1333" y="504"/>
                    </a:lnTo>
                    <a:lnTo>
                      <a:pt x="1335" y="505"/>
                    </a:lnTo>
                    <a:lnTo>
                      <a:pt x="1338" y="506"/>
                    </a:lnTo>
                    <a:lnTo>
                      <a:pt x="1340" y="507"/>
                    </a:lnTo>
                    <a:lnTo>
                      <a:pt x="1342" y="508"/>
                    </a:lnTo>
                    <a:lnTo>
                      <a:pt x="1345" y="509"/>
                    </a:lnTo>
                    <a:lnTo>
                      <a:pt x="1347" y="510"/>
                    </a:lnTo>
                    <a:lnTo>
                      <a:pt x="1350" y="511"/>
                    </a:lnTo>
                    <a:lnTo>
                      <a:pt x="1352" y="512"/>
                    </a:lnTo>
                    <a:lnTo>
                      <a:pt x="1354" y="513"/>
                    </a:lnTo>
                    <a:lnTo>
                      <a:pt x="1357" y="514"/>
                    </a:lnTo>
                    <a:lnTo>
                      <a:pt x="1359" y="515"/>
                    </a:lnTo>
                    <a:lnTo>
                      <a:pt x="1362" y="516"/>
                    </a:lnTo>
                    <a:lnTo>
                      <a:pt x="1364" y="517"/>
                    </a:lnTo>
                    <a:lnTo>
                      <a:pt x="1366" y="518"/>
                    </a:lnTo>
                    <a:lnTo>
                      <a:pt x="1369" y="519"/>
                    </a:lnTo>
                    <a:lnTo>
                      <a:pt x="1371" y="520"/>
                    </a:lnTo>
                    <a:lnTo>
                      <a:pt x="1374" y="521"/>
                    </a:lnTo>
                    <a:lnTo>
                      <a:pt x="1376" y="522"/>
                    </a:lnTo>
                    <a:lnTo>
                      <a:pt x="1378" y="523"/>
                    </a:lnTo>
                    <a:lnTo>
                      <a:pt x="1381" y="524"/>
                    </a:lnTo>
                    <a:lnTo>
                      <a:pt x="1383" y="525"/>
                    </a:lnTo>
                    <a:lnTo>
                      <a:pt x="1386" y="526"/>
                    </a:lnTo>
                    <a:lnTo>
                      <a:pt x="1388" y="527"/>
                    </a:lnTo>
                    <a:lnTo>
                      <a:pt x="1390" y="528"/>
                    </a:lnTo>
                    <a:lnTo>
                      <a:pt x="1393" y="529"/>
                    </a:lnTo>
                    <a:lnTo>
                      <a:pt x="1395" y="530"/>
                    </a:lnTo>
                    <a:lnTo>
                      <a:pt x="1398" y="531"/>
                    </a:lnTo>
                    <a:lnTo>
                      <a:pt x="1400" y="532"/>
                    </a:lnTo>
                    <a:lnTo>
                      <a:pt x="1402" y="533"/>
                    </a:lnTo>
                    <a:lnTo>
                      <a:pt x="1405" y="534"/>
                    </a:lnTo>
                    <a:lnTo>
                      <a:pt x="1407" y="536"/>
                    </a:lnTo>
                    <a:lnTo>
                      <a:pt x="1410" y="536"/>
                    </a:lnTo>
                    <a:lnTo>
                      <a:pt x="1412" y="537"/>
                    </a:lnTo>
                    <a:lnTo>
                      <a:pt x="1414" y="539"/>
                    </a:lnTo>
                    <a:lnTo>
                      <a:pt x="1417" y="539"/>
                    </a:lnTo>
                    <a:lnTo>
                      <a:pt x="1419" y="540"/>
                    </a:lnTo>
                    <a:lnTo>
                      <a:pt x="1422" y="541"/>
                    </a:lnTo>
                    <a:lnTo>
                      <a:pt x="1424" y="542"/>
                    </a:lnTo>
                    <a:lnTo>
                      <a:pt x="1426" y="543"/>
                    </a:lnTo>
                    <a:lnTo>
                      <a:pt x="1429" y="544"/>
                    </a:lnTo>
                    <a:lnTo>
                      <a:pt x="1431" y="545"/>
                    </a:lnTo>
                    <a:lnTo>
                      <a:pt x="1434" y="546"/>
                    </a:lnTo>
                    <a:lnTo>
                      <a:pt x="1436" y="547"/>
                    </a:lnTo>
                    <a:lnTo>
                      <a:pt x="1438" y="548"/>
                    </a:lnTo>
                    <a:lnTo>
                      <a:pt x="1441" y="549"/>
                    </a:lnTo>
                    <a:lnTo>
                      <a:pt x="1443" y="550"/>
                    </a:lnTo>
                    <a:lnTo>
                      <a:pt x="1446" y="551"/>
                    </a:lnTo>
                    <a:lnTo>
                      <a:pt x="1448" y="552"/>
                    </a:lnTo>
                    <a:lnTo>
                      <a:pt x="1450" y="553"/>
                    </a:lnTo>
                    <a:lnTo>
                      <a:pt x="1453" y="554"/>
                    </a:lnTo>
                    <a:lnTo>
                      <a:pt x="1455" y="555"/>
                    </a:lnTo>
                    <a:lnTo>
                      <a:pt x="1458" y="556"/>
                    </a:lnTo>
                    <a:lnTo>
                      <a:pt x="1460" y="556"/>
                    </a:lnTo>
                    <a:lnTo>
                      <a:pt x="1463" y="557"/>
                    </a:lnTo>
                    <a:lnTo>
                      <a:pt x="1465" y="558"/>
                    </a:lnTo>
                    <a:lnTo>
                      <a:pt x="1467" y="559"/>
                    </a:lnTo>
                    <a:lnTo>
                      <a:pt x="1470" y="560"/>
                    </a:lnTo>
                    <a:lnTo>
                      <a:pt x="1472" y="561"/>
                    </a:lnTo>
                    <a:lnTo>
                      <a:pt x="1475" y="562"/>
                    </a:lnTo>
                    <a:lnTo>
                      <a:pt x="1477" y="562"/>
                    </a:lnTo>
                    <a:lnTo>
                      <a:pt x="1479" y="563"/>
                    </a:lnTo>
                    <a:lnTo>
                      <a:pt x="1482" y="564"/>
                    </a:lnTo>
                    <a:lnTo>
                      <a:pt x="1484" y="565"/>
                    </a:lnTo>
                    <a:lnTo>
                      <a:pt x="1487" y="566"/>
                    </a:lnTo>
                    <a:lnTo>
                      <a:pt x="1489" y="566"/>
                    </a:lnTo>
                    <a:lnTo>
                      <a:pt x="1491" y="567"/>
                    </a:lnTo>
                    <a:lnTo>
                      <a:pt x="1494" y="568"/>
                    </a:lnTo>
                    <a:lnTo>
                      <a:pt x="1496" y="569"/>
                    </a:lnTo>
                    <a:lnTo>
                      <a:pt x="1499" y="569"/>
                    </a:lnTo>
                    <a:lnTo>
                      <a:pt x="1501" y="571"/>
                    </a:lnTo>
                    <a:lnTo>
                      <a:pt x="1504" y="571"/>
                    </a:lnTo>
                    <a:lnTo>
                      <a:pt x="1506" y="572"/>
                    </a:lnTo>
                    <a:lnTo>
                      <a:pt x="1508" y="573"/>
                    </a:lnTo>
                    <a:lnTo>
                      <a:pt x="1511" y="574"/>
                    </a:lnTo>
                    <a:lnTo>
                      <a:pt x="1513" y="574"/>
                    </a:lnTo>
                    <a:lnTo>
                      <a:pt x="1516" y="575"/>
                    </a:lnTo>
                    <a:lnTo>
                      <a:pt x="1518" y="576"/>
                    </a:lnTo>
                    <a:lnTo>
                      <a:pt x="1520" y="577"/>
                    </a:lnTo>
                    <a:lnTo>
                      <a:pt x="1523" y="578"/>
                    </a:lnTo>
                    <a:lnTo>
                      <a:pt x="1525" y="579"/>
                    </a:lnTo>
                    <a:lnTo>
                      <a:pt x="1528" y="579"/>
                    </a:lnTo>
                    <a:lnTo>
                      <a:pt x="1530" y="580"/>
                    </a:lnTo>
                    <a:lnTo>
                      <a:pt x="1532" y="581"/>
                    </a:lnTo>
                    <a:lnTo>
                      <a:pt x="1535" y="582"/>
                    </a:lnTo>
                    <a:lnTo>
                      <a:pt x="1537" y="582"/>
                    </a:lnTo>
                    <a:lnTo>
                      <a:pt x="1540" y="583"/>
                    </a:lnTo>
                    <a:lnTo>
                      <a:pt x="1542" y="584"/>
                    </a:lnTo>
                    <a:lnTo>
                      <a:pt x="1544" y="585"/>
                    </a:lnTo>
                    <a:lnTo>
                      <a:pt x="1547" y="586"/>
                    </a:lnTo>
                    <a:lnTo>
                      <a:pt x="1549" y="586"/>
                    </a:lnTo>
                    <a:lnTo>
                      <a:pt x="1552" y="587"/>
                    </a:lnTo>
                    <a:lnTo>
                      <a:pt x="1554" y="588"/>
                    </a:lnTo>
                    <a:lnTo>
                      <a:pt x="1557" y="589"/>
                    </a:lnTo>
                    <a:lnTo>
                      <a:pt x="1559" y="590"/>
                    </a:lnTo>
                    <a:lnTo>
                      <a:pt x="1561" y="591"/>
                    </a:lnTo>
                    <a:lnTo>
                      <a:pt x="1564" y="591"/>
                    </a:lnTo>
                    <a:lnTo>
                      <a:pt x="1566" y="592"/>
                    </a:lnTo>
                    <a:lnTo>
                      <a:pt x="1569" y="593"/>
                    </a:lnTo>
                    <a:lnTo>
                      <a:pt x="1571" y="594"/>
                    </a:lnTo>
                    <a:lnTo>
                      <a:pt x="1573" y="595"/>
                    </a:lnTo>
                    <a:lnTo>
                      <a:pt x="1576" y="595"/>
                    </a:lnTo>
                    <a:lnTo>
                      <a:pt x="1578" y="596"/>
                    </a:lnTo>
                    <a:lnTo>
                      <a:pt x="1581" y="596"/>
                    </a:lnTo>
                    <a:lnTo>
                      <a:pt x="1583" y="594"/>
                    </a:lnTo>
                    <a:lnTo>
                      <a:pt x="1585" y="592"/>
                    </a:lnTo>
                    <a:lnTo>
                      <a:pt x="1588" y="588"/>
                    </a:lnTo>
                    <a:lnTo>
                      <a:pt x="1590" y="583"/>
                    </a:lnTo>
                    <a:lnTo>
                      <a:pt x="1593" y="578"/>
                    </a:lnTo>
                    <a:lnTo>
                      <a:pt x="1595" y="571"/>
                    </a:lnTo>
                    <a:lnTo>
                      <a:pt x="1597" y="565"/>
                    </a:lnTo>
                    <a:lnTo>
                      <a:pt x="1600" y="558"/>
                    </a:lnTo>
                    <a:lnTo>
                      <a:pt x="1602" y="551"/>
                    </a:lnTo>
                    <a:lnTo>
                      <a:pt x="1605" y="544"/>
                    </a:lnTo>
                    <a:lnTo>
                      <a:pt x="1607" y="537"/>
                    </a:lnTo>
                    <a:lnTo>
                      <a:pt x="1609" y="530"/>
                    </a:lnTo>
                    <a:lnTo>
                      <a:pt x="1612" y="523"/>
                    </a:lnTo>
                    <a:lnTo>
                      <a:pt x="1614" y="516"/>
                    </a:lnTo>
                    <a:lnTo>
                      <a:pt x="1617" y="509"/>
                    </a:lnTo>
                    <a:lnTo>
                      <a:pt x="1619" y="502"/>
                    </a:lnTo>
                    <a:lnTo>
                      <a:pt x="1621" y="495"/>
                    </a:lnTo>
                    <a:lnTo>
                      <a:pt x="1624" y="488"/>
                    </a:lnTo>
                    <a:lnTo>
                      <a:pt x="1626" y="481"/>
                    </a:lnTo>
                    <a:lnTo>
                      <a:pt x="1629" y="473"/>
                    </a:lnTo>
                    <a:lnTo>
                      <a:pt x="1631" y="466"/>
                    </a:lnTo>
                    <a:lnTo>
                      <a:pt x="1633" y="459"/>
                    </a:lnTo>
                    <a:lnTo>
                      <a:pt x="1636" y="452"/>
                    </a:lnTo>
                    <a:lnTo>
                      <a:pt x="1638" y="445"/>
                    </a:lnTo>
                    <a:lnTo>
                      <a:pt x="1641" y="438"/>
                    </a:lnTo>
                    <a:lnTo>
                      <a:pt x="1643" y="430"/>
                    </a:lnTo>
                    <a:lnTo>
                      <a:pt x="1645" y="423"/>
                    </a:lnTo>
                    <a:lnTo>
                      <a:pt x="1648" y="416"/>
                    </a:lnTo>
                    <a:lnTo>
                      <a:pt x="1650" y="409"/>
                    </a:lnTo>
                    <a:lnTo>
                      <a:pt x="1653" y="402"/>
                    </a:lnTo>
                    <a:lnTo>
                      <a:pt x="1655" y="395"/>
                    </a:lnTo>
                    <a:lnTo>
                      <a:pt x="1657" y="388"/>
                    </a:lnTo>
                    <a:lnTo>
                      <a:pt x="1660" y="381"/>
                    </a:lnTo>
                    <a:lnTo>
                      <a:pt x="1662" y="375"/>
                    </a:lnTo>
                    <a:lnTo>
                      <a:pt x="1665" y="368"/>
                    </a:lnTo>
                    <a:lnTo>
                      <a:pt x="1667" y="361"/>
                    </a:lnTo>
                    <a:lnTo>
                      <a:pt x="1669" y="355"/>
                    </a:lnTo>
                    <a:lnTo>
                      <a:pt x="1672" y="348"/>
                    </a:lnTo>
                    <a:lnTo>
                      <a:pt x="1674" y="342"/>
                    </a:lnTo>
                    <a:lnTo>
                      <a:pt x="1677" y="335"/>
                    </a:lnTo>
                    <a:lnTo>
                      <a:pt x="1679" y="329"/>
                    </a:lnTo>
                    <a:lnTo>
                      <a:pt x="1681" y="323"/>
                    </a:lnTo>
                    <a:lnTo>
                      <a:pt x="1684" y="317"/>
                    </a:lnTo>
                    <a:lnTo>
                      <a:pt x="1686" y="310"/>
                    </a:lnTo>
                    <a:lnTo>
                      <a:pt x="1689" y="305"/>
                    </a:lnTo>
                    <a:lnTo>
                      <a:pt x="1691" y="299"/>
                    </a:lnTo>
                    <a:lnTo>
                      <a:pt x="1693" y="293"/>
                    </a:lnTo>
                    <a:lnTo>
                      <a:pt x="1696" y="288"/>
                    </a:lnTo>
                    <a:lnTo>
                      <a:pt x="1698" y="283"/>
                    </a:lnTo>
                    <a:lnTo>
                      <a:pt x="1701" y="277"/>
                    </a:lnTo>
                    <a:lnTo>
                      <a:pt x="1703" y="272"/>
                    </a:lnTo>
                    <a:lnTo>
                      <a:pt x="1705" y="267"/>
                    </a:lnTo>
                    <a:lnTo>
                      <a:pt x="1708" y="262"/>
                    </a:lnTo>
                    <a:lnTo>
                      <a:pt x="1710" y="257"/>
                    </a:lnTo>
                    <a:lnTo>
                      <a:pt x="1713" y="252"/>
                    </a:lnTo>
                    <a:lnTo>
                      <a:pt x="1715" y="248"/>
                    </a:lnTo>
                    <a:lnTo>
                      <a:pt x="1717" y="243"/>
                    </a:lnTo>
                    <a:lnTo>
                      <a:pt x="1720" y="238"/>
                    </a:lnTo>
                    <a:lnTo>
                      <a:pt x="1722" y="234"/>
                    </a:lnTo>
                    <a:lnTo>
                      <a:pt x="1725" y="230"/>
                    </a:lnTo>
                    <a:lnTo>
                      <a:pt x="1727" y="226"/>
                    </a:lnTo>
                    <a:lnTo>
                      <a:pt x="1730" y="221"/>
                    </a:lnTo>
                    <a:lnTo>
                      <a:pt x="1732" y="217"/>
                    </a:lnTo>
                    <a:lnTo>
                      <a:pt x="1734" y="213"/>
                    </a:lnTo>
                    <a:lnTo>
                      <a:pt x="1737" y="209"/>
                    </a:lnTo>
                    <a:lnTo>
                      <a:pt x="1739" y="205"/>
                    </a:lnTo>
                    <a:lnTo>
                      <a:pt x="1742" y="202"/>
                    </a:lnTo>
                    <a:lnTo>
                      <a:pt x="1744" y="198"/>
                    </a:lnTo>
                    <a:lnTo>
                      <a:pt x="1746" y="194"/>
                    </a:lnTo>
                    <a:lnTo>
                      <a:pt x="1749" y="191"/>
                    </a:lnTo>
                    <a:lnTo>
                      <a:pt x="1751" y="187"/>
                    </a:lnTo>
                    <a:lnTo>
                      <a:pt x="1754" y="184"/>
                    </a:lnTo>
                    <a:lnTo>
                      <a:pt x="1756" y="180"/>
                    </a:lnTo>
                    <a:lnTo>
                      <a:pt x="1758" y="177"/>
                    </a:lnTo>
                    <a:lnTo>
                      <a:pt x="1761" y="174"/>
                    </a:lnTo>
                    <a:lnTo>
                      <a:pt x="1763" y="170"/>
                    </a:lnTo>
                    <a:lnTo>
                      <a:pt x="1766" y="167"/>
                    </a:lnTo>
                    <a:lnTo>
                      <a:pt x="1768" y="164"/>
                    </a:lnTo>
                    <a:lnTo>
                      <a:pt x="1771" y="161"/>
                    </a:lnTo>
                    <a:lnTo>
                      <a:pt x="1773" y="158"/>
                    </a:lnTo>
                    <a:lnTo>
                      <a:pt x="1775" y="155"/>
                    </a:lnTo>
                    <a:lnTo>
                      <a:pt x="1778" y="152"/>
                    </a:lnTo>
                    <a:lnTo>
                      <a:pt x="1780" y="149"/>
                    </a:lnTo>
                    <a:lnTo>
                      <a:pt x="1783" y="147"/>
                    </a:lnTo>
                    <a:lnTo>
                      <a:pt x="1785" y="144"/>
                    </a:lnTo>
                    <a:lnTo>
                      <a:pt x="1787" y="141"/>
                    </a:lnTo>
                    <a:lnTo>
                      <a:pt x="1790" y="139"/>
                    </a:lnTo>
                    <a:lnTo>
                      <a:pt x="1792" y="136"/>
                    </a:lnTo>
                    <a:lnTo>
                      <a:pt x="1795" y="133"/>
                    </a:lnTo>
                    <a:lnTo>
                      <a:pt x="1797" y="131"/>
                    </a:lnTo>
                    <a:lnTo>
                      <a:pt x="1799" y="128"/>
                    </a:lnTo>
                    <a:lnTo>
                      <a:pt x="1802" y="126"/>
                    </a:lnTo>
                    <a:lnTo>
                      <a:pt x="1804" y="124"/>
                    </a:lnTo>
                    <a:lnTo>
                      <a:pt x="1807" y="122"/>
                    </a:lnTo>
                    <a:lnTo>
                      <a:pt x="1809" y="119"/>
                    </a:lnTo>
                    <a:lnTo>
                      <a:pt x="1811" y="117"/>
                    </a:lnTo>
                    <a:lnTo>
                      <a:pt x="1814" y="115"/>
                    </a:lnTo>
                    <a:lnTo>
                      <a:pt x="1816" y="113"/>
                    </a:lnTo>
                    <a:lnTo>
                      <a:pt x="1819" y="110"/>
                    </a:lnTo>
                    <a:lnTo>
                      <a:pt x="1821" y="108"/>
                    </a:lnTo>
                    <a:lnTo>
                      <a:pt x="1824" y="107"/>
                    </a:lnTo>
                    <a:lnTo>
                      <a:pt x="1826" y="104"/>
                    </a:lnTo>
                    <a:lnTo>
                      <a:pt x="1828" y="102"/>
                    </a:lnTo>
                    <a:lnTo>
                      <a:pt x="1831" y="101"/>
                    </a:lnTo>
                    <a:lnTo>
                      <a:pt x="1833" y="99"/>
                    </a:lnTo>
                    <a:lnTo>
                      <a:pt x="1836" y="97"/>
                    </a:lnTo>
                    <a:lnTo>
                      <a:pt x="1838" y="95"/>
                    </a:lnTo>
                    <a:lnTo>
                      <a:pt x="1840" y="93"/>
                    </a:lnTo>
                    <a:lnTo>
                      <a:pt x="1843" y="91"/>
                    </a:lnTo>
                    <a:lnTo>
                      <a:pt x="1845" y="90"/>
                    </a:lnTo>
                    <a:lnTo>
                      <a:pt x="1848" y="88"/>
                    </a:lnTo>
                    <a:lnTo>
                      <a:pt x="1850" y="86"/>
                    </a:lnTo>
                    <a:lnTo>
                      <a:pt x="1852" y="85"/>
                    </a:lnTo>
                    <a:lnTo>
                      <a:pt x="1855" y="83"/>
                    </a:lnTo>
                    <a:lnTo>
                      <a:pt x="1857" y="82"/>
                    </a:lnTo>
                    <a:lnTo>
                      <a:pt x="1860" y="80"/>
                    </a:lnTo>
                    <a:lnTo>
                      <a:pt x="1862" y="78"/>
                    </a:lnTo>
                    <a:lnTo>
                      <a:pt x="1864" y="77"/>
                    </a:lnTo>
                    <a:lnTo>
                      <a:pt x="1867" y="76"/>
                    </a:lnTo>
                    <a:lnTo>
                      <a:pt x="1869" y="74"/>
                    </a:lnTo>
                    <a:lnTo>
                      <a:pt x="1872" y="73"/>
                    </a:lnTo>
                    <a:lnTo>
                      <a:pt x="1874" y="71"/>
                    </a:lnTo>
                    <a:lnTo>
                      <a:pt x="1876" y="70"/>
                    </a:lnTo>
                    <a:lnTo>
                      <a:pt x="1879" y="69"/>
                    </a:lnTo>
                    <a:lnTo>
                      <a:pt x="1881" y="68"/>
                    </a:lnTo>
                    <a:lnTo>
                      <a:pt x="1884" y="66"/>
                    </a:lnTo>
                    <a:lnTo>
                      <a:pt x="1886" y="65"/>
                    </a:lnTo>
                    <a:lnTo>
                      <a:pt x="1888" y="64"/>
                    </a:lnTo>
                    <a:lnTo>
                      <a:pt x="1891" y="62"/>
                    </a:lnTo>
                    <a:lnTo>
                      <a:pt x="1893" y="61"/>
                    </a:lnTo>
                    <a:lnTo>
                      <a:pt x="1896" y="60"/>
                    </a:lnTo>
                    <a:lnTo>
                      <a:pt x="1898" y="59"/>
                    </a:lnTo>
                    <a:lnTo>
                      <a:pt x="1900" y="58"/>
                    </a:lnTo>
                    <a:lnTo>
                      <a:pt x="1903" y="57"/>
                    </a:lnTo>
                    <a:lnTo>
                      <a:pt x="1905" y="56"/>
                    </a:lnTo>
                    <a:lnTo>
                      <a:pt x="1908" y="55"/>
                    </a:lnTo>
                    <a:lnTo>
                      <a:pt x="1910" y="53"/>
                    </a:lnTo>
                    <a:lnTo>
                      <a:pt x="1912" y="52"/>
                    </a:lnTo>
                    <a:lnTo>
                      <a:pt x="1915" y="52"/>
                    </a:lnTo>
                    <a:lnTo>
                      <a:pt x="1917" y="50"/>
                    </a:lnTo>
                    <a:lnTo>
                      <a:pt x="1920" y="49"/>
                    </a:lnTo>
                    <a:lnTo>
                      <a:pt x="1922" y="48"/>
                    </a:lnTo>
                    <a:lnTo>
                      <a:pt x="1924" y="47"/>
                    </a:lnTo>
                    <a:lnTo>
                      <a:pt x="1927" y="46"/>
                    </a:lnTo>
                    <a:lnTo>
                      <a:pt x="1929" y="45"/>
                    </a:lnTo>
                    <a:lnTo>
                      <a:pt x="1932" y="44"/>
                    </a:lnTo>
                    <a:lnTo>
                      <a:pt x="1934" y="44"/>
                    </a:lnTo>
                    <a:lnTo>
                      <a:pt x="1936" y="42"/>
                    </a:lnTo>
                    <a:lnTo>
                      <a:pt x="1939" y="42"/>
                    </a:lnTo>
                    <a:lnTo>
                      <a:pt x="1941" y="41"/>
                    </a:lnTo>
                    <a:lnTo>
                      <a:pt x="1944" y="40"/>
                    </a:lnTo>
                    <a:lnTo>
                      <a:pt x="1946" y="39"/>
                    </a:lnTo>
                    <a:lnTo>
                      <a:pt x="1948" y="38"/>
                    </a:lnTo>
                    <a:lnTo>
                      <a:pt x="1951" y="37"/>
                    </a:lnTo>
                    <a:lnTo>
                      <a:pt x="1953" y="36"/>
                    </a:lnTo>
                    <a:lnTo>
                      <a:pt x="1956" y="36"/>
                    </a:lnTo>
                    <a:lnTo>
                      <a:pt x="1958" y="35"/>
                    </a:lnTo>
                    <a:lnTo>
                      <a:pt x="1960" y="34"/>
                    </a:lnTo>
                    <a:lnTo>
                      <a:pt x="1963" y="33"/>
                    </a:lnTo>
                    <a:lnTo>
                      <a:pt x="1965" y="33"/>
                    </a:lnTo>
                    <a:lnTo>
                      <a:pt x="1968" y="32"/>
                    </a:lnTo>
                    <a:lnTo>
                      <a:pt x="1970" y="31"/>
                    </a:lnTo>
                    <a:lnTo>
                      <a:pt x="1972" y="30"/>
                    </a:lnTo>
                    <a:lnTo>
                      <a:pt x="1975" y="30"/>
                    </a:lnTo>
                    <a:lnTo>
                      <a:pt x="1977" y="29"/>
                    </a:lnTo>
                    <a:lnTo>
                      <a:pt x="1980" y="29"/>
                    </a:lnTo>
                    <a:lnTo>
                      <a:pt x="1982" y="28"/>
                    </a:lnTo>
                    <a:lnTo>
                      <a:pt x="1984" y="27"/>
                    </a:lnTo>
                    <a:lnTo>
                      <a:pt x="1987" y="27"/>
                    </a:lnTo>
                    <a:lnTo>
                      <a:pt x="1989" y="26"/>
                    </a:lnTo>
                    <a:lnTo>
                      <a:pt x="1992" y="25"/>
                    </a:lnTo>
                    <a:lnTo>
                      <a:pt x="1994" y="25"/>
                    </a:lnTo>
                    <a:lnTo>
                      <a:pt x="1997" y="24"/>
                    </a:lnTo>
                    <a:lnTo>
                      <a:pt x="1999" y="24"/>
                    </a:lnTo>
                    <a:lnTo>
                      <a:pt x="2001" y="23"/>
                    </a:lnTo>
                    <a:lnTo>
                      <a:pt x="2004" y="22"/>
                    </a:lnTo>
                    <a:lnTo>
                      <a:pt x="2006" y="22"/>
                    </a:lnTo>
                    <a:lnTo>
                      <a:pt x="2009" y="21"/>
                    </a:lnTo>
                    <a:lnTo>
                      <a:pt x="2011" y="21"/>
                    </a:lnTo>
                    <a:lnTo>
                      <a:pt x="2013" y="20"/>
                    </a:lnTo>
                    <a:lnTo>
                      <a:pt x="2016" y="20"/>
                    </a:lnTo>
                    <a:lnTo>
                      <a:pt x="2018" y="19"/>
                    </a:lnTo>
                    <a:lnTo>
                      <a:pt x="2021" y="19"/>
                    </a:lnTo>
                    <a:lnTo>
                      <a:pt x="2023" y="18"/>
                    </a:lnTo>
                    <a:lnTo>
                      <a:pt x="2025" y="18"/>
                    </a:lnTo>
                    <a:lnTo>
                      <a:pt x="2028" y="17"/>
                    </a:lnTo>
                    <a:lnTo>
                      <a:pt x="2030" y="17"/>
                    </a:lnTo>
                    <a:lnTo>
                      <a:pt x="2033" y="16"/>
                    </a:lnTo>
                    <a:lnTo>
                      <a:pt x="2035" y="16"/>
                    </a:lnTo>
                    <a:lnTo>
                      <a:pt x="2038" y="15"/>
                    </a:lnTo>
                    <a:lnTo>
                      <a:pt x="2040" y="15"/>
                    </a:lnTo>
                    <a:lnTo>
                      <a:pt x="2042" y="15"/>
                    </a:lnTo>
                    <a:lnTo>
                      <a:pt x="2045" y="14"/>
                    </a:lnTo>
                    <a:lnTo>
                      <a:pt x="2047" y="14"/>
                    </a:lnTo>
                    <a:lnTo>
                      <a:pt x="2050" y="13"/>
                    </a:lnTo>
                    <a:lnTo>
                      <a:pt x="2052" y="13"/>
                    </a:lnTo>
                    <a:lnTo>
                      <a:pt x="2054" y="13"/>
                    </a:lnTo>
                    <a:lnTo>
                      <a:pt x="2057" y="12"/>
                    </a:lnTo>
                    <a:lnTo>
                      <a:pt x="2059" y="12"/>
                    </a:lnTo>
                    <a:lnTo>
                      <a:pt x="2062" y="12"/>
                    </a:lnTo>
                    <a:lnTo>
                      <a:pt x="2064" y="11"/>
                    </a:lnTo>
                    <a:lnTo>
                      <a:pt x="2066" y="11"/>
                    </a:lnTo>
                    <a:lnTo>
                      <a:pt x="2069" y="10"/>
                    </a:lnTo>
                    <a:lnTo>
                      <a:pt x="2071" y="10"/>
                    </a:lnTo>
                    <a:lnTo>
                      <a:pt x="2074" y="10"/>
                    </a:lnTo>
                    <a:lnTo>
                      <a:pt x="2076" y="9"/>
                    </a:lnTo>
                    <a:lnTo>
                      <a:pt x="2078" y="9"/>
                    </a:lnTo>
                    <a:lnTo>
                      <a:pt x="2081" y="9"/>
                    </a:lnTo>
                    <a:lnTo>
                      <a:pt x="2083" y="9"/>
                    </a:lnTo>
                    <a:lnTo>
                      <a:pt x="2086" y="8"/>
                    </a:lnTo>
                    <a:lnTo>
                      <a:pt x="2088" y="8"/>
                    </a:lnTo>
                    <a:lnTo>
                      <a:pt x="2091" y="8"/>
                    </a:lnTo>
                    <a:lnTo>
                      <a:pt x="2093" y="7"/>
                    </a:lnTo>
                    <a:lnTo>
                      <a:pt x="2095" y="7"/>
                    </a:lnTo>
                    <a:lnTo>
                      <a:pt x="2098" y="7"/>
                    </a:lnTo>
                    <a:lnTo>
                      <a:pt x="2100" y="6"/>
                    </a:lnTo>
                    <a:lnTo>
                      <a:pt x="2103" y="6"/>
                    </a:lnTo>
                    <a:lnTo>
                      <a:pt x="2105" y="6"/>
                    </a:lnTo>
                    <a:lnTo>
                      <a:pt x="2107" y="6"/>
                    </a:lnTo>
                    <a:lnTo>
                      <a:pt x="2110" y="5"/>
                    </a:lnTo>
                    <a:lnTo>
                      <a:pt x="2112" y="5"/>
                    </a:lnTo>
                    <a:lnTo>
                      <a:pt x="2115" y="5"/>
                    </a:lnTo>
                    <a:lnTo>
                      <a:pt x="2117" y="4"/>
                    </a:lnTo>
                    <a:lnTo>
                      <a:pt x="2119" y="4"/>
                    </a:lnTo>
                    <a:lnTo>
                      <a:pt x="2122" y="4"/>
                    </a:lnTo>
                    <a:lnTo>
                      <a:pt x="2124" y="4"/>
                    </a:lnTo>
                    <a:lnTo>
                      <a:pt x="2127" y="4"/>
                    </a:lnTo>
                    <a:lnTo>
                      <a:pt x="2129" y="3"/>
                    </a:lnTo>
                    <a:lnTo>
                      <a:pt x="2131" y="3"/>
                    </a:lnTo>
                    <a:lnTo>
                      <a:pt x="2134" y="3"/>
                    </a:lnTo>
                    <a:lnTo>
                      <a:pt x="2136" y="3"/>
                    </a:lnTo>
                    <a:lnTo>
                      <a:pt x="2139" y="2"/>
                    </a:lnTo>
                    <a:lnTo>
                      <a:pt x="2141" y="2"/>
                    </a:lnTo>
                    <a:lnTo>
                      <a:pt x="2143" y="2"/>
                    </a:lnTo>
                    <a:lnTo>
                      <a:pt x="2146" y="1"/>
                    </a:lnTo>
                    <a:lnTo>
                      <a:pt x="2148" y="1"/>
                    </a:lnTo>
                    <a:lnTo>
                      <a:pt x="2151" y="1"/>
                    </a:lnTo>
                    <a:lnTo>
                      <a:pt x="2153" y="1"/>
                    </a:lnTo>
                    <a:lnTo>
                      <a:pt x="2155" y="1"/>
                    </a:lnTo>
                    <a:lnTo>
                      <a:pt x="2158" y="1"/>
                    </a:lnTo>
                    <a:lnTo>
                      <a:pt x="2160" y="1"/>
                    </a:lnTo>
                    <a:lnTo>
                      <a:pt x="2163" y="0"/>
                    </a:lnTo>
                    <a:lnTo>
                      <a:pt x="2165" y="0"/>
                    </a:lnTo>
                    <a:lnTo>
                      <a:pt x="2166" y="0"/>
                    </a:lnTo>
                  </a:path>
                </a:pathLst>
              </a:custGeom>
              <a:noFill/>
              <a:ln w="17526" cap="flat">
                <a:solidFill>
                  <a:srgbClr val="007F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1C99681-1E5C-4058-A6E6-5A554E00438E}"/>
                </a:ext>
              </a:extLst>
            </p:cNvPr>
            <p:cNvGrpSpPr/>
            <p:nvPr/>
          </p:nvGrpSpPr>
          <p:grpSpPr>
            <a:xfrm>
              <a:off x="6358674" y="747592"/>
              <a:ext cx="4860297" cy="3045012"/>
              <a:chOff x="5024037" y="576336"/>
              <a:chExt cx="4860297" cy="3045012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FB9E6FC7-8605-456C-8493-6F1F2428BEDE}"/>
                  </a:ext>
                </a:extLst>
              </p:cNvPr>
              <p:cNvGrpSpPr/>
              <p:nvPr/>
            </p:nvGrpSpPr>
            <p:grpSpPr>
              <a:xfrm>
                <a:off x="5024037" y="576336"/>
                <a:ext cx="4279131" cy="3045012"/>
                <a:chOff x="3801722" y="1307400"/>
                <a:chExt cx="4279131" cy="3045012"/>
              </a:xfrm>
            </p:grpSpPr>
            <p:grpSp>
              <p:nvGrpSpPr>
                <p:cNvPr id="13" name="그룹 12">
                  <a:extLst>
                    <a:ext uri="{FF2B5EF4-FFF2-40B4-BE49-F238E27FC236}">
                      <a16:creationId xmlns:a16="http://schemas.microsoft.com/office/drawing/2014/main" id="{E111331E-E51D-448D-950D-C0DD02A6FA15}"/>
                    </a:ext>
                  </a:extLst>
                </p:cNvPr>
                <p:cNvGrpSpPr/>
                <p:nvPr/>
              </p:nvGrpSpPr>
              <p:grpSpPr>
                <a:xfrm>
                  <a:off x="4111146" y="1307400"/>
                  <a:ext cx="3969707" cy="2727271"/>
                  <a:chOff x="4111146" y="1307400"/>
                  <a:chExt cx="3969707" cy="2727271"/>
                </a:xfrm>
              </p:grpSpPr>
              <p:grpSp>
                <p:nvGrpSpPr>
                  <p:cNvPr id="16" name="그룹 15">
                    <a:extLst>
                      <a:ext uri="{FF2B5EF4-FFF2-40B4-BE49-F238E27FC236}">
                        <a16:creationId xmlns:a16="http://schemas.microsoft.com/office/drawing/2014/main" id="{8DA22BF6-ADD7-4EAB-B4AE-5A68FCCC14E3}"/>
                      </a:ext>
                    </a:extLst>
                  </p:cNvPr>
                  <p:cNvGrpSpPr/>
                  <p:nvPr/>
                </p:nvGrpSpPr>
                <p:grpSpPr>
                  <a:xfrm>
                    <a:off x="4111146" y="1855425"/>
                    <a:ext cx="3969707" cy="2179246"/>
                    <a:chOff x="4111146" y="1855425"/>
                    <a:chExt cx="3969707" cy="2179246"/>
                  </a:xfrm>
                </p:grpSpPr>
                <p:grpSp>
                  <p:nvGrpSpPr>
                    <p:cNvPr id="23" name="그룹 22">
                      <a:extLst>
                        <a:ext uri="{FF2B5EF4-FFF2-40B4-BE49-F238E27FC236}">
                          <a16:creationId xmlns:a16="http://schemas.microsoft.com/office/drawing/2014/main" id="{4D91485B-8EA8-4049-91DD-C5408D6D9F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11146" y="1855425"/>
                      <a:ext cx="3969707" cy="2179246"/>
                      <a:chOff x="5160910" y="1274400"/>
                      <a:chExt cx="3969707" cy="2179246"/>
                    </a:xfrm>
                  </p:grpSpPr>
                  <p:grpSp>
                    <p:nvGrpSpPr>
                      <p:cNvPr id="26" name="그룹 25">
                        <a:extLst>
                          <a:ext uri="{FF2B5EF4-FFF2-40B4-BE49-F238E27FC236}">
                            <a16:creationId xmlns:a16="http://schemas.microsoft.com/office/drawing/2014/main" id="{D1668062-8109-4515-ACF1-62449FCE6EE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160910" y="1274400"/>
                        <a:ext cx="3819349" cy="1983807"/>
                        <a:chOff x="5160910" y="1274400"/>
                        <a:chExt cx="3819349" cy="1983807"/>
                      </a:xfrm>
                    </p:grpSpPr>
                    <p:grpSp>
                      <p:nvGrpSpPr>
                        <p:cNvPr id="35" name="그룹 34">
                          <a:extLst>
                            <a:ext uri="{FF2B5EF4-FFF2-40B4-BE49-F238E27FC236}">
                              <a16:creationId xmlns:a16="http://schemas.microsoft.com/office/drawing/2014/main" id="{FB5D6E22-BF69-44D8-B412-2924946C54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482800" y="1360488"/>
                          <a:ext cx="3497459" cy="1847563"/>
                          <a:chOff x="5482800" y="1360488"/>
                          <a:chExt cx="3497459" cy="1847563"/>
                        </a:xfrm>
                      </p:grpSpPr>
                      <p:sp>
                        <p:nvSpPr>
                          <p:cNvPr id="42" name="Line 412">
                            <a:extLst>
                              <a:ext uri="{FF2B5EF4-FFF2-40B4-BE49-F238E27FC236}">
                                <a16:creationId xmlns:a16="http://schemas.microsoft.com/office/drawing/2014/main" id="{CB401F3D-61D5-4755-966F-716098261981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552190" y="1360488"/>
                            <a:ext cx="0" cy="1800000"/>
                          </a:xfrm>
                          <a:prstGeom prst="line">
                            <a:avLst/>
                          </a:prstGeom>
                          <a:noFill/>
                          <a:ln w="15875" cap="flat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square" lIns="91440" tIns="45720" rIns="91440" bIns="45720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dirty="0"/>
                          </a:p>
                        </p:txBody>
                      </p:sp>
                      <p:sp>
                        <p:nvSpPr>
                          <p:cNvPr id="43" name="Line 33">
                            <a:extLst>
                              <a:ext uri="{FF2B5EF4-FFF2-40B4-BE49-F238E27FC236}">
                                <a16:creationId xmlns:a16="http://schemas.microsoft.com/office/drawing/2014/main" id="{B179C111-801D-420F-8544-262DBE3E0FA6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483950" y="1364627"/>
                            <a:ext cx="63447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" name="Line 33">
                            <a:extLst>
                              <a:ext uri="{FF2B5EF4-FFF2-40B4-BE49-F238E27FC236}">
                                <a16:creationId xmlns:a16="http://schemas.microsoft.com/office/drawing/2014/main" id="{93EB65DD-F0FC-4EA3-895C-F71D0B6D595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483947" y="3164400"/>
                            <a:ext cx="63447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5" name="Line 33">
                            <a:extLst>
                              <a:ext uri="{FF2B5EF4-FFF2-40B4-BE49-F238E27FC236}">
                                <a16:creationId xmlns:a16="http://schemas.microsoft.com/office/drawing/2014/main" id="{5AC170FA-96EA-415B-AA4B-2FF74A3ECE1E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482800" y="1724400"/>
                            <a:ext cx="63447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6" name="Line 33">
                            <a:extLst>
                              <a:ext uri="{FF2B5EF4-FFF2-40B4-BE49-F238E27FC236}">
                                <a16:creationId xmlns:a16="http://schemas.microsoft.com/office/drawing/2014/main" id="{93490149-39B0-4E33-A0FD-1A8100C7CCFA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482800" y="2084400"/>
                            <a:ext cx="63447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7" name="Line 33">
                            <a:extLst>
                              <a:ext uri="{FF2B5EF4-FFF2-40B4-BE49-F238E27FC236}">
                                <a16:creationId xmlns:a16="http://schemas.microsoft.com/office/drawing/2014/main" id="{CE21D706-A7AA-438A-AB80-A4280D9E6F0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482800" y="2444400"/>
                            <a:ext cx="63447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8" name="Line 33">
                            <a:extLst>
                              <a:ext uri="{FF2B5EF4-FFF2-40B4-BE49-F238E27FC236}">
                                <a16:creationId xmlns:a16="http://schemas.microsoft.com/office/drawing/2014/main" id="{058014C5-25E7-4873-B55D-9F285D05EEAD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482800" y="2804400"/>
                            <a:ext cx="63447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grpSp>
                        <p:nvGrpSpPr>
                          <p:cNvPr id="49" name="그룹 48">
                            <a:extLst>
                              <a:ext uri="{FF2B5EF4-FFF2-40B4-BE49-F238E27FC236}">
                                <a16:creationId xmlns:a16="http://schemas.microsoft.com/office/drawing/2014/main" id="{18040F78-21AE-49A1-84B6-6CBFF73A43B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553867" y="3163923"/>
                            <a:ext cx="3426392" cy="44128"/>
                            <a:chOff x="713395" y="4831457"/>
                            <a:chExt cx="3426392" cy="44128"/>
                          </a:xfrm>
                        </p:grpSpPr>
                        <p:sp>
                          <p:nvSpPr>
                            <p:cNvPr id="51" name="Line 59">
                              <a:extLst>
                                <a:ext uri="{FF2B5EF4-FFF2-40B4-BE49-F238E27FC236}">
                                  <a16:creationId xmlns:a16="http://schemas.microsoft.com/office/drawing/2014/main" id="{16CD6FF8-0C42-417A-8B56-8095EEB67BA2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713395" y="4835749"/>
                              <a:ext cx="0" cy="39836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rgbClr val="262626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52" name="Line 60">
                              <a:extLst>
                                <a:ext uri="{FF2B5EF4-FFF2-40B4-BE49-F238E27FC236}">
                                  <a16:creationId xmlns:a16="http://schemas.microsoft.com/office/drawing/2014/main" id="{BC00D3B0-2E15-4414-A209-13860985E55C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1202080" y="4835749"/>
                              <a:ext cx="0" cy="39836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rgbClr val="262626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53" name="Line 61">
                              <a:extLst>
                                <a:ext uri="{FF2B5EF4-FFF2-40B4-BE49-F238E27FC236}">
                                  <a16:creationId xmlns:a16="http://schemas.microsoft.com/office/drawing/2014/main" id="{87BE22DA-C9CF-4C35-B724-BDE9212FBEB4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1692630" y="4835749"/>
                              <a:ext cx="0" cy="39836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rgbClr val="262626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54" name="Line 62">
                              <a:extLst>
                                <a:ext uri="{FF2B5EF4-FFF2-40B4-BE49-F238E27FC236}">
                                  <a16:creationId xmlns:a16="http://schemas.microsoft.com/office/drawing/2014/main" id="{9249C867-3E4F-419E-A015-E3E8A4EB0E6E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2181315" y="4835749"/>
                              <a:ext cx="0" cy="39836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rgbClr val="262626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55" name="Line 63">
                              <a:extLst>
                                <a:ext uri="{FF2B5EF4-FFF2-40B4-BE49-F238E27FC236}">
                                  <a16:creationId xmlns:a16="http://schemas.microsoft.com/office/drawing/2014/main" id="{36B88056-D331-48C1-8D8A-F54FC071B8F0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2671867" y="4835749"/>
                              <a:ext cx="0" cy="39836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rgbClr val="262626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56" name="Line 64">
                              <a:extLst>
                                <a:ext uri="{FF2B5EF4-FFF2-40B4-BE49-F238E27FC236}">
                                  <a16:creationId xmlns:a16="http://schemas.microsoft.com/office/drawing/2014/main" id="{62DA98E4-4E54-4FD2-B2DA-10A7DD321904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3160552" y="4835749"/>
                              <a:ext cx="0" cy="39836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rgbClr val="262626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57" name="Line 65">
                              <a:extLst>
                                <a:ext uri="{FF2B5EF4-FFF2-40B4-BE49-F238E27FC236}">
                                  <a16:creationId xmlns:a16="http://schemas.microsoft.com/office/drawing/2014/main" id="{CC2541E1-E8D5-4453-B66B-79EDEA39C78D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3651102" y="4835749"/>
                              <a:ext cx="0" cy="39836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rgbClr val="262626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58" name="Line 58">
                              <a:extLst>
                                <a:ext uri="{FF2B5EF4-FFF2-40B4-BE49-F238E27FC236}">
                                  <a16:creationId xmlns:a16="http://schemas.microsoft.com/office/drawing/2014/main" id="{C561E6E9-ABE1-41B0-8C30-EEF59C3B76C3}"/>
                                </a:ext>
                              </a:extLst>
                            </p:cNvPr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713395" y="4831457"/>
                              <a:ext cx="3426392" cy="0"/>
                            </a:xfrm>
                            <a:prstGeom prst="line">
                              <a:avLst/>
                            </a:prstGeom>
                            <a:noFill/>
                            <a:ln w="15875" cap="rnd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 vert="horz" wrap="none" lIns="82951" tIns="41475" rIns="82951" bIns="41475" numCol="1" anchor="t" anchorCtr="0" compatLnSpc="1">
                              <a:prstTxWarp prst="textNoShape">
                                <a:avLst/>
                              </a:prstTxWarp>
                            </a:bodyPr>
                            <a:lstStyle/>
                            <a:p>
                              <a:endParaRPr lang="ko-KR" altLang="en-US" sz="127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0" name="Line 65">
                            <a:extLst>
                              <a:ext uri="{FF2B5EF4-FFF2-40B4-BE49-F238E27FC236}">
                                <a16:creationId xmlns:a16="http://schemas.microsoft.com/office/drawing/2014/main" id="{FE6E34FC-694E-4C88-9E2A-5667CCAA9806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8980259" y="3168215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36" name="Rectangle 92">
                          <a:extLst>
                            <a:ext uri="{FF2B5EF4-FFF2-40B4-BE49-F238E27FC236}">
                              <a16:creationId xmlns:a16="http://schemas.microsoft.com/office/drawing/2014/main" id="{AB33D988-D97A-47B4-8D6A-A0644B7CCBB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343653" y="3062769"/>
                          <a:ext cx="91372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ko-KR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0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" name="Rectangle 92">
                          <a:extLst>
                            <a:ext uri="{FF2B5EF4-FFF2-40B4-BE49-F238E27FC236}">
                              <a16:creationId xmlns:a16="http://schemas.microsoft.com/office/drawing/2014/main" id="{9CA4AB1D-2A9D-40C7-8DC3-E6449004875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52282" y="2706681"/>
                          <a:ext cx="182742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2</a:t>
                          </a:r>
                          <a:r>
                            <a:rPr lang="ko-KR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0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8" name="Rectangle 92">
                          <a:extLst>
                            <a:ext uri="{FF2B5EF4-FFF2-40B4-BE49-F238E27FC236}">
                              <a16:creationId xmlns:a16="http://schemas.microsoft.com/office/drawing/2014/main" id="{52B56AE8-BA7C-4610-9833-0A0D3767146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160910" y="1274400"/>
                          <a:ext cx="274114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100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9" name="Rectangle 92">
                          <a:extLst>
                            <a:ext uri="{FF2B5EF4-FFF2-40B4-BE49-F238E27FC236}">
                              <a16:creationId xmlns:a16="http://schemas.microsoft.com/office/drawing/2014/main" id="{AFF61331-363A-425C-BB09-BB9BB167012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52282" y="1638207"/>
                          <a:ext cx="182742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80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0" name="Rectangle 92">
                          <a:extLst>
                            <a:ext uri="{FF2B5EF4-FFF2-40B4-BE49-F238E27FC236}">
                              <a16:creationId xmlns:a16="http://schemas.microsoft.com/office/drawing/2014/main" id="{987B3FA1-FAF1-4D68-89E2-48C76195C6E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52282" y="1986681"/>
                          <a:ext cx="182742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60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1" name="Rectangle 92">
                          <a:extLst>
                            <a:ext uri="{FF2B5EF4-FFF2-40B4-BE49-F238E27FC236}">
                              <a16:creationId xmlns:a16="http://schemas.microsoft.com/office/drawing/2014/main" id="{08F07E3A-4FED-44E1-B1B6-42F3F552AD7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52282" y="2358207"/>
                          <a:ext cx="182742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40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27" name="Rectangle 67">
                        <a:extLst>
                          <a:ext uri="{FF2B5EF4-FFF2-40B4-BE49-F238E27FC236}">
                            <a16:creationId xmlns:a16="http://schemas.microsoft.com/office/drawing/2014/main" id="{6994EE90-29D0-4330-BF54-D135807D274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15767" y="3258207"/>
                        <a:ext cx="91372" cy="195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" name="Rectangle 68">
                        <a:extLst>
                          <a:ext uri="{FF2B5EF4-FFF2-40B4-BE49-F238E27FC236}">
                            <a16:creationId xmlns:a16="http://schemas.microsoft.com/office/drawing/2014/main" id="{788FE75E-CE6B-4B05-BFDB-EBAB89A05F4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65284" y="3258207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9" name="Rectangle 69">
                        <a:extLst>
                          <a:ext uri="{FF2B5EF4-FFF2-40B4-BE49-F238E27FC236}">
                            <a16:creationId xmlns:a16="http://schemas.microsoft.com/office/drawing/2014/main" id="{55895195-85E5-4B90-8859-5708497D81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495004" y="3258207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0" name="Rectangle 70">
                        <a:extLst>
                          <a:ext uri="{FF2B5EF4-FFF2-40B4-BE49-F238E27FC236}">
                            <a16:creationId xmlns:a16="http://schemas.microsoft.com/office/drawing/2014/main" id="{C3D326D4-8C94-4A50-BCC9-66326EBECE4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944519" y="3258207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" name="Rectangle 71">
                        <a:extLst>
                          <a:ext uri="{FF2B5EF4-FFF2-40B4-BE49-F238E27FC236}">
                            <a16:creationId xmlns:a16="http://schemas.microsoft.com/office/drawing/2014/main" id="{8EB9256A-219C-4004-BCEB-80998A697ED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474239" y="3258207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2" name="Rectangle 72">
                        <a:extLst>
                          <a:ext uri="{FF2B5EF4-FFF2-40B4-BE49-F238E27FC236}">
                            <a16:creationId xmlns:a16="http://schemas.microsoft.com/office/drawing/2014/main" id="{DE2764CD-9558-4AEE-B7B7-998230B9FAD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923755" y="3258207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3" name="Rectangle 73">
                        <a:extLst>
                          <a:ext uri="{FF2B5EF4-FFF2-40B4-BE49-F238E27FC236}">
                            <a16:creationId xmlns:a16="http://schemas.microsoft.com/office/drawing/2014/main" id="{DC601AF2-E7C0-4FD0-9A80-59990A9ED2F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53475" y="3258207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4" name="Rectangle 74">
                        <a:extLst>
                          <a:ext uri="{FF2B5EF4-FFF2-40B4-BE49-F238E27FC236}">
                            <a16:creationId xmlns:a16="http://schemas.microsoft.com/office/drawing/2014/main" id="{00642A3F-0AFE-430D-866C-1823BBFA5A5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902991" y="3258207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cxnSp>
                  <p:nvCxnSpPr>
                    <p:cNvPr id="24" name="직선 연결선 23">
                      <a:extLst>
                        <a:ext uri="{FF2B5EF4-FFF2-40B4-BE49-F238E27FC236}">
                          <a16:creationId xmlns:a16="http://schemas.microsoft.com/office/drawing/2014/main" id="{7AB77F6A-9D1E-4C14-AE1C-ABE4F4A434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4991852" y="1913833"/>
                      <a:ext cx="2538" cy="1810800"/>
                    </a:xfrm>
                    <a:prstGeom prst="line">
                      <a:avLst/>
                    </a:prstGeom>
                    <a:ln w="22225" cap="rnd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직선 연결선 24">
                      <a:extLst>
                        <a:ext uri="{FF2B5EF4-FFF2-40B4-BE49-F238E27FC236}">
                          <a16:creationId xmlns:a16="http://schemas.microsoft.com/office/drawing/2014/main" id="{066E5563-F3F9-4963-97C3-B553EABE498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953485" y="1915568"/>
                      <a:ext cx="2538" cy="1810800"/>
                    </a:xfrm>
                    <a:prstGeom prst="line">
                      <a:avLst/>
                    </a:prstGeom>
                    <a:ln w="22225" cap="rnd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" name="오른쪽 중괄호 16">
                    <a:extLst>
                      <a:ext uri="{FF2B5EF4-FFF2-40B4-BE49-F238E27FC236}">
                        <a16:creationId xmlns:a16="http://schemas.microsoft.com/office/drawing/2014/main" id="{A1002E8E-8752-401B-BADE-34EA09E82A9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628187" y="1533009"/>
                    <a:ext cx="242368" cy="490537"/>
                  </a:xfrm>
                  <a:prstGeom prst="rightBrace">
                    <a:avLst>
                      <a:gd name="adj1" fmla="val 23075"/>
                      <a:gd name="adj2" fmla="val 46149"/>
                    </a:avLst>
                  </a:prstGeom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33" dirty="0"/>
                  </a:p>
                </p:txBody>
              </p:sp>
              <p:sp>
                <p:nvSpPr>
                  <p:cNvPr id="18" name="오른쪽 중괄호 17">
                    <a:extLst>
                      <a:ext uri="{FF2B5EF4-FFF2-40B4-BE49-F238E27FC236}">
                        <a16:creationId xmlns:a16="http://schemas.microsoft.com/office/drawing/2014/main" id="{D910A3ED-EE94-40A7-B7CC-8D16A6711B3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857667" y="797825"/>
                    <a:ext cx="242368" cy="1960904"/>
                  </a:xfrm>
                  <a:prstGeom prst="rightBrace">
                    <a:avLst>
                      <a:gd name="adj1" fmla="val 23075"/>
                      <a:gd name="adj2" fmla="val 46149"/>
                    </a:avLst>
                  </a:prstGeom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33" dirty="0"/>
                  </a:p>
                </p:txBody>
              </p:sp>
              <p:sp>
                <p:nvSpPr>
                  <p:cNvPr id="19" name="오른쪽 중괄호 18">
                    <a:extLst>
                      <a:ext uri="{FF2B5EF4-FFF2-40B4-BE49-F238E27FC236}">
                        <a16:creationId xmlns:a16="http://schemas.microsoft.com/office/drawing/2014/main" id="{1107D347-51B9-4FF2-B3FC-9FD90CA2874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326240" y="1287726"/>
                    <a:ext cx="242368" cy="981102"/>
                  </a:xfrm>
                  <a:prstGeom prst="rightBrace">
                    <a:avLst>
                      <a:gd name="adj1" fmla="val 23075"/>
                      <a:gd name="adj2" fmla="val 46149"/>
                    </a:avLst>
                  </a:prstGeom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33" dirty="0"/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A2A8F93-A705-4554-94A0-161F1C2E1CB6}"/>
                      </a:ext>
                    </a:extLst>
                  </p:cNvPr>
                  <p:cNvSpPr txBox="1"/>
                  <p:nvPr/>
                </p:nvSpPr>
                <p:spPr>
                  <a:xfrm>
                    <a:off x="5502161" y="1307400"/>
                    <a:ext cx="819135" cy="223459"/>
                  </a:xfrm>
                  <a:prstGeom prst="rect">
                    <a:avLst/>
                  </a:prstGeom>
                  <a:noFill/>
                  <a:scene3d>
                    <a:camera prst="orthographicFront">
                      <a:rot lat="0" lon="0" rev="0"/>
                    </a:camera>
                    <a:lightRig rig="threePt" dir="t"/>
                  </a:scene3d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ko-KR" sz="1452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Occlusion</a:t>
                    </a: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9415F86-1F46-4A18-9ED4-2B53C6827EDD}"/>
                      </a:ext>
                    </a:extLst>
                  </p:cNvPr>
                  <p:cNvSpPr txBox="1"/>
                  <p:nvPr/>
                </p:nvSpPr>
                <p:spPr>
                  <a:xfrm>
                    <a:off x="7028245" y="1307400"/>
                    <a:ext cx="686085" cy="223459"/>
                  </a:xfrm>
                  <a:prstGeom prst="rect">
                    <a:avLst/>
                  </a:prstGeom>
                  <a:noFill/>
                  <a:scene3d>
                    <a:camera prst="orthographicFront">
                      <a:rot lat="0" lon="0" rev="0"/>
                    </a:camera>
                    <a:lightRig rig="threePt" dir="t"/>
                  </a:scene3d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ko-KR" sz="1452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Release</a:t>
                    </a: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75C09639-9277-4B22-B4F8-22F4FDEE8CAA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178" y="1307400"/>
                    <a:ext cx="716543" cy="223459"/>
                  </a:xfrm>
                  <a:prstGeom prst="rect">
                    <a:avLst/>
                  </a:prstGeom>
                  <a:noFill/>
                  <a:scene3d>
                    <a:camera prst="orthographicFront">
                      <a:rot lat="0" lon="0" rev="0"/>
                    </a:camera>
                    <a:lightRig rig="threePt" dir="t"/>
                  </a:scene3d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altLang="ko-KR" sz="1452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Baseline</a:t>
                    </a:r>
                  </a:p>
                </p:txBody>
              </p:sp>
            </p:grp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8C17F93C-92E7-4885-9499-6725709BF1E2}"/>
                    </a:ext>
                  </a:extLst>
                </p:cNvPr>
                <p:cNvSpPr/>
                <p:nvPr/>
              </p:nvSpPr>
              <p:spPr>
                <a:xfrm>
                  <a:off x="5784708" y="4128953"/>
                  <a:ext cx="863506" cy="223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Time [min]</a:t>
                  </a:r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4033156E-1496-4898-B3DC-8C13297B4539}"/>
                    </a:ext>
                  </a:extLst>
                </p:cNvPr>
                <p:cNvSpPr/>
                <p:nvPr/>
              </p:nvSpPr>
              <p:spPr>
                <a:xfrm rot="16200000">
                  <a:off x="3354003" y="2707503"/>
                  <a:ext cx="1118897" cy="223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PPG sO</a:t>
                  </a:r>
                  <a:r>
                    <a:rPr lang="en-US" altLang="ko-KR" sz="1452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[%]</a:t>
                  </a: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6A9F220F-494E-466B-AFCF-315975D29639}"/>
                  </a:ext>
                </a:extLst>
              </p:cNvPr>
              <p:cNvGrpSpPr/>
              <p:nvPr/>
            </p:nvGrpSpPr>
            <p:grpSpPr>
              <a:xfrm>
                <a:off x="9313434" y="991750"/>
                <a:ext cx="570900" cy="299653"/>
                <a:chOff x="3793771" y="6260893"/>
                <a:chExt cx="629321" cy="330320"/>
              </a:xfrm>
            </p:grpSpPr>
            <p:grpSp>
              <p:nvGrpSpPr>
                <p:cNvPr id="7" name="그룹 6">
                  <a:extLst>
                    <a:ext uri="{FF2B5EF4-FFF2-40B4-BE49-F238E27FC236}">
                      <a16:creationId xmlns:a16="http://schemas.microsoft.com/office/drawing/2014/main" id="{EB52B0A0-78A0-4C9C-A2F3-068539DC536D}"/>
                    </a:ext>
                  </a:extLst>
                </p:cNvPr>
                <p:cNvGrpSpPr/>
                <p:nvPr/>
              </p:nvGrpSpPr>
              <p:grpSpPr>
                <a:xfrm>
                  <a:off x="3793784" y="6260893"/>
                  <a:ext cx="629308" cy="169284"/>
                  <a:chOff x="3793784" y="6260893"/>
                  <a:chExt cx="629308" cy="169284"/>
                </a:xfrm>
              </p:grpSpPr>
              <p:cxnSp>
                <p:nvCxnSpPr>
                  <p:cNvPr id="11" name="직선 연결선 10">
                    <a:extLst>
                      <a:ext uri="{FF2B5EF4-FFF2-40B4-BE49-F238E27FC236}">
                        <a16:creationId xmlns:a16="http://schemas.microsoft.com/office/drawing/2014/main" id="{F5189D43-4EA8-408B-9ED6-972A2B33B9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793784" y="6345529"/>
                    <a:ext cx="215350" cy="0"/>
                  </a:xfrm>
                  <a:prstGeom prst="line">
                    <a:avLst/>
                  </a:prstGeom>
                  <a:ln w="19050" cap="rnd">
                    <a:solidFill>
                      <a:srgbClr val="FF00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33E8453E-8E19-4181-91C3-FEE7BD33FF6C}"/>
                      </a:ext>
                    </a:extLst>
                  </p:cNvPr>
                  <p:cNvSpPr/>
                  <p:nvPr/>
                </p:nvSpPr>
                <p:spPr>
                  <a:xfrm>
                    <a:off x="4089122" y="6260893"/>
                    <a:ext cx="333970" cy="1692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r" defTabSz="829544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ko-KR" sz="998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SpO</a:t>
                    </a:r>
                    <a:r>
                      <a:rPr lang="en-US" altLang="ko-KR" sz="998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25DE6F99-1899-4910-A9B8-62B4BB35BFF3}"/>
                    </a:ext>
                  </a:extLst>
                </p:cNvPr>
                <p:cNvGrpSpPr/>
                <p:nvPr/>
              </p:nvGrpSpPr>
              <p:grpSpPr>
                <a:xfrm>
                  <a:off x="3793771" y="6421929"/>
                  <a:ext cx="598924" cy="169284"/>
                  <a:chOff x="3793771" y="6421929"/>
                  <a:chExt cx="598924" cy="169284"/>
                </a:xfrm>
              </p:grpSpPr>
              <p:cxnSp>
                <p:nvCxnSpPr>
                  <p:cNvPr id="9" name="직선 연결선 8">
                    <a:extLst>
                      <a:ext uri="{FF2B5EF4-FFF2-40B4-BE49-F238E27FC236}">
                        <a16:creationId xmlns:a16="http://schemas.microsoft.com/office/drawing/2014/main" id="{F144F865-C73C-4BDF-9351-4C35C4BB0E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793771" y="6506577"/>
                    <a:ext cx="215350" cy="0"/>
                  </a:xfrm>
                  <a:prstGeom prst="line">
                    <a:avLst/>
                  </a:prstGeom>
                  <a:ln w="19050" cap="rnd">
                    <a:solidFill>
                      <a:srgbClr val="007F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직사각형 9">
                    <a:extLst>
                      <a:ext uri="{FF2B5EF4-FFF2-40B4-BE49-F238E27FC236}">
                        <a16:creationId xmlns:a16="http://schemas.microsoft.com/office/drawing/2014/main" id="{2F7EF04C-78E4-45C8-A7EE-73E2A480AB86}"/>
                      </a:ext>
                    </a:extLst>
                  </p:cNvPr>
                  <p:cNvSpPr/>
                  <p:nvPr/>
                </p:nvSpPr>
                <p:spPr>
                  <a:xfrm>
                    <a:off x="4097600" y="6421929"/>
                    <a:ext cx="295095" cy="1692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r" defTabSz="829544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ko-KR" sz="998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StO</a:t>
                    </a:r>
                    <a:r>
                      <a:rPr lang="en-US" altLang="ko-KR" sz="998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618290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BBE0A8DE-C9A1-44C8-9A68-A110281E3CEF}"/>
              </a:ext>
            </a:extLst>
          </p:cNvPr>
          <p:cNvGrpSpPr/>
          <p:nvPr/>
        </p:nvGrpSpPr>
        <p:grpSpPr>
          <a:xfrm>
            <a:off x="454274" y="614708"/>
            <a:ext cx="5950924" cy="5189157"/>
            <a:chOff x="454274" y="614708"/>
            <a:chExt cx="5950924" cy="5189157"/>
          </a:xfrm>
        </p:grpSpPr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6208A97F-94BD-4B19-A4EE-FDC59D652D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51501" y="3593903"/>
              <a:ext cx="3408242" cy="1614430"/>
              <a:chOff x="6480175" y="3849688"/>
              <a:chExt cx="3438526" cy="1628775"/>
            </a:xfrm>
          </p:grpSpPr>
          <p:sp>
            <p:nvSpPr>
              <p:cNvPr id="234" name="Freeform 339">
                <a:extLst>
                  <a:ext uri="{FF2B5EF4-FFF2-40B4-BE49-F238E27FC236}">
                    <a16:creationId xmlns:a16="http://schemas.microsoft.com/office/drawing/2014/main" id="{856A46E3-339C-406F-9F1F-91208A5E8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0175" y="3849688"/>
                <a:ext cx="3438525" cy="1628775"/>
              </a:xfrm>
              <a:custGeom>
                <a:avLst/>
                <a:gdLst>
                  <a:gd name="T0" fmla="*/ 149 w 2166"/>
                  <a:gd name="T1" fmla="*/ 801 h 1026"/>
                  <a:gd name="T2" fmla="*/ 219 w 2166"/>
                  <a:gd name="T3" fmla="*/ 713 h 1026"/>
                  <a:gd name="T4" fmla="*/ 289 w 2166"/>
                  <a:gd name="T5" fmla="*/ 792 h 1026"/>
                  <a:gd name="T6" fmla="*/ 358 w 2166"/>
                  <a:gd name="T7" fmla="*/ 631 h 1026"/>
                  <a:gd name="T8" fmla="*/ 428 w 2166"/>
                  <a:gd name="T9" fmla="*/ 1021 h 1026"/>
                  <a:gd name="T10" fmla="*/ 498 w 2166"/>
                  <a:gd name="T11" fmla="*/ 1005 h 1026"/>
                  <a:gd name="T12" fmla="*/ 568 w 2166"/>
                  <a:gd name="T13" fmla="*/ 1005 h 1026"/>
                  <a:gd name="T14" fmla="*/ 637 w 2166"/>
                  <a:gd name="T15" fmla="*/ 1007 h 1026"/>
                  <a:gd name="T16" fmla="*/ 707 w 2166"/>
                  <a:gd name="T17" fmla="*/ 1021 h 1026"/>
                  <a:gd name="T18" fmla="*/ 777 w 2166"/>
                  <a:gd name="T19" fmla="*/ 1019 h 1026"/>
                  <a:gd name="T20" fmla="*/ 847 w 2166"/>
                  <a:gd name="T21" fmla="*/ 1020 h 1026"/>
                  <a:gd name="T22" fmla="*/ 916 w 2166"/>
                  <a:gd name="T23" fmla="*/ 1022 h 1026"/>
                  <a:gd name="T24" fmla="*/ 986 w 2166"/>
                  <a:gd name="T25" fmla="*/ 1014 h 1026"/>
                  <a:gd name="T26" fmla="*/ 1056 w 2166"/>
                  <a:gd name="T27" fmla="*/ 1012 h 1026"/>
                  <a:gd name="T28" fmla="*/ 1126 w 2166"/>
                  <a:gd name="T29" fmla="*/ 1016 h 1026"/>
                  <a:gd name="T30" fmla="*/ 1196 w 2166"/>
                  <a:gd name="T31" fmla="*/ 1016 h 1026"/>
                  <a:gd name="T32" fmla="*/ 1265 w 2166"/>
                  <a:gd name="T33" fmla="*/ 1020 h 1026"/>
                  <a:gd name="T34" fmla="*/ 1335 w 2166"/>
                  <a:gd name="T35" fmla="*/ 1020 h 1026"/>
                  <a:gd name="T36" fmla="*/ 1405 w 2166"/>
                  <a:gd name="T37" fmla="*/ 1014 h 1026"/>
                  <a:gd name="T38" fmla="*/ 1475 w 2166"/>
                  <a:gd name="T39" fmla="*/ 1023 h 1026"/>
                  <a:gd name="T40" fmla="*/ 1544 w 2166"/>
                  <a:gd name="T41" fmla="*/ 1019 h 1026"/>
                  <a:gd name="T42" fmla="*/ 1614 w 2166"/>
                  <a:gd name="T43" fmla="*/ 723 h 1026"/>
                  <a:gd name="T44" fmla="*/ 1684 w 2166"/>
                  <a:gd name="T45" fmla="*/ 796 h 1026"/>
                  <a:gd name="T46" fmla="*/ 1754 w 2166"/>
                  <a:gd name="T47" fmla="*/ 714 h 1026"/>
                  <a:gd name="T48" fmla="*/ 1824 w 2166"/>
                  <a:gd name="T49" fmla="*/ 646 h 1026"/>
                  <a:gd name="T50" fmla="*/ 1893 w 2166"/>
                  <a:gd name="T51" fmla="*/ 726 h 1026"/>
                  <a:gd name="T52" fmla="*/ 1963 w 2166"/>
                  <a:gd name="T53" fmla="*/ 695 h 1026"/>
                  <a:gd name="T54" fmla="*/ 2033 w 2166"/>
                  <a:gd name="T55" fmla="*/ 721 h 1026"/>
                  <a:gd name="T56" fmla="*/ 2103 w 2166"/>
                  <a:gd name="T57" fmla="*/ 718 h 1026"/>
                  <a:gd name="T58" fmla="*/ 2166 w 2166"/>
                  <a:gd name="T59" fmla="*/ 694 h 1026"/>
                  <a:gd name="T60" fmla="*/ 2107 w 2166"/>
                  <a:gd name="T61" fmla="*/ 680 h 1026"/>
                  <a:gd name="T62" fmla="*/ 2038 w 2166"/>
                  <a:gd name="T63" fmla="*/ 647 h 1026"/>
                  <a:gd name="T64" fmla="*/ 1968 w 2166"/>
                  <a:gd name="T65" fmla="*/ 622 h 1026"/>
                  <a:gd name="T66" fmla="*/ 1898 w 2166"/>
                  <a:gd name="T67" fmla="*/ 631 h 1026"/>
                  <a:gd name="T68" fmla="*/ 1828 w 2166"/>
                  <a:gd name="T69" fmla="*/ 622 h 1026"/>
                  <a:gd name="T70" fmla="*/ 1758 w 2166"/>
                  <a:gd name="T71" fmla="*/ 581 h 1026"/>
                  <a:gd name="T72" fmla="*/ 1689 w 2166"/>
                  <a:gd name="T73" fmla="*/ 708 h 1026"/>
                  <a:gd name="T74" fmla="*/ 1619 w 2166"/>
                  <a:gd name="T75" fmla="*/ 766 h 1026"/>
                  <a:gd name="T76" fmla="*/ 1549 w 2166"/>
                  <a:gd name="T77" fmla="*/ 985 h 1026"/>
                  <a:gd name="T78" fmla="*/ 1479 w 2166"/>
                  <a:gd name="T79" fmla="*/ 1005 h 1026"/>
                  <a:gd name="T80" fmla="*/ 1410 w 2166"/>
                  <a:gd name="T81" fmla="*/ 1005 h 1026"/>
                  <a:gd name="T82" fmla="*/ 1340 w 2166"/>
                  <a:gd name="T83" fmla="*/ 1009 h 1026"/>
                  <a:gd name="T84" fmla="*/ 1270 w 2166"/>
                  <a:gd name="T85" fmla="*/ 1011 h 1026"/>
                  <a:gd name="T86" fmla="*/ 1200 w 2166"/>
                  <a:gd name="T87" fmla="*/ 1008 h 1026"/>
                  <a:gd name="T88" fmla="*/ 1131 w 2166"/>
                  <a:gd name="T89" fmla="*/ 1013 h 1026"/>
                  <a:gd name="T90" fmla="*/ 1061 w 2166"/>
                  <a:gd name="T91" fmla="*/ 1009 h 1026"/>
                  <a:gd name="T92" fmla="*/ 991 w 2166"/>
                  <a:gd name="T93" fmla="*/ 991 h 1026"/>
                  <a:gd name="T94" fmla="*/ 921 w 2166"/>
                  <a:gd name="T95" fmla="*/ 1011 h 1026"/>
                  <a:gd name="T96" fmla="*/ 852 w 2166"/>
                  <a:gd name="T97" fmla="*/ 1004 h 1026"/>
                  <a:gd name="T98" fmla="*/ 782 w 2166"/>
                  <a:gd name="T99" fmla="*/ 1004 h 1026"/>
                  <a:gd name="T100" fmla="*/ 712 w 2166"/>
                  <a:gd name="T101" fmla="*/ 1008 h 1026"/>
                  <a:gd name="T102" fmla="*/ 642 w 2166"/>
                  <a:gd name="T103" fmla="*/ 990 h 1026"/>
                  <a:gd name="T104" fmla="*/ 573 w 2166"/>
                  <a:gd name="T105" fmla="*/ 976 h 1026"/>
                  <a:gd name="T106" fmla="*/ 503 w 2166"/>
                  <a:gd name="T107" fmla="*/ 949 h 1026"/>
                  <a:gd name="T108" fmla="*/ 433 w 2166"/>
                  <a:gd name="T109" fmla="*/ 922 h 1026"/>
                  <a:gd name="T110" fmla="*/ 363 w 2166"/>
                  <a:gd name="T111" fmla="*/ 515 h 1026"/>
                  <a:gd name="T112" fmla="*/ 294 w 2166"/>
                  <a:gd name="T113" fmla="*/ 645 h 1026"/>
                  <a:gd name="T114" fmla="*/ 224 w 2166"/>
                  <a:gd name="T115" fmla="*/ 654 h 1026"/>
                  <a:gd name="T116" fmla="*/ 154 w 2166"/>
                  <a:gd name="T117" fmla="*/ 752 h 1026"/>
                  <a:gd name="T118" fmla="*/ 84 w 2166"/>
                  <a:gd name="T119" fmla="*/ 660 h 1026"/>
                  <a:gd name="T120" fmla="*/ 15 w 2166"/>
                  <a:gd name="T121" fmla="*/ 669 h 1026"/>
                  <a:gd name="T122" fmla="*/ 53 w 2166"/>
                  <a:gd name="T123" fmla="*/ 796 h 10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166" h="1026">
                    <a:moveTo>
                      <a:pt x="82" y="812"/>
                    </a:moveTo>
                    <a:lnTo>
                      <a:pt x="84" y="815"/>
                    </a:lnTo>
                    <a:lnTo>
                      <a:pt x="87" y="814"/>
                    </a:lnTo>
                    <a:lnTo>
                      <a:pt x="89" y="814"/>
                    </a:lnTo>
                    <a:lnTo>
                      <a:pt x="92" y="832"/>
                    </a:lnTo>
                    <a:lnTo>
                      <a:pt x="94" y="827"/>
                    </a:lnTo>
                    <a:lnTo>
                      <a:pt x="96" y="825"/>
                    </a:lnTo>
                    <a:lnTo>
                      <a:pt x="99" y="817"/>
                    </a:lnTo>
                    <a:lnTo>
                      <a:pt x="101" y="807"/>
                    </a:lnTo>
                    <a:lnTo>
                      <a:pt x="104" y="797"/>
                    </a:lnTo>
                    <a:lnTo>
                      <a:pt x="106" y="768"/>
                    </a:lnTo>
                    <a:lnTo>
                      <a:pt x="108" y="773"/>
                    </a:lnTo>
                    <a:lnTo>
                      <a:pt x="111" y="740"/>
                    </a:lnTo>
                    <a:lnTo>
                      <a:pt x="113" y="732"/>
                    </a:lnTo>
                    <a:lnTo>
                      <a:pt x="115" y="734"/>
                    </a:lnTo>
                    <a:lnTo>
                      <a:pt x="118" y="730"/>
                    </a:lnTo>
                    <a:lnTo>
                      <a:pt x="120" y="716"/>
                    </a:lnTo>
                    <a:lnTo>
                      <a:pt x="123" y="723"/>
                    </a:lnTo>
                    <a:lnTo>
                      <a:pt x="125" y="723"/>
                    </a:lnTo>
                    <a:lnTo>
                      <a:pt x="128" y="710"/>
                    </a:lnTo>
                    <a:lnTo>
                      <a:pt x="130" y="729"/>
                    </a:lnTo>
                    <a:lnTo>
                      <a:pt x="132" y="727"/>
                    </a:lnTo>
                    <a:lnTo>
                      <a:pt x="135" y="727"/>
                    </a:lnTo>
                    <a:lnTo>
                      <a:pt x="137" y="747"/>
                    </a:lnTo>
                    <a:lnTo>
                      <a:pt x="140" y="748"/>
                    </a:lnTo>
                    <a:lnTo>
                      <a:pt x="142" y="749"/>
                    </a:lnTo>
                    <a:lnTo>
                      <a:pt x="144" y="767"/>
                    </a:lnTo>
                    <a:lnTo>
                      <a:pt x="147" y="768"/>
                    </a:lnTo>
                    <a:lnTo>
                      <a:pt x="149" y="801"/>
                    </a:lnTo>
                    <a:lnTo>
                      <a:pt x="152" y="801"/>
                    </a:lnTo>
                    <a:lnTo>
                      <a:pt x="154" y="796"/>
                    </a:lnTo>
                    <a:lnTo>
                      <a:pt x="156" y="804"/>
                    </a:lnTo>
                    <a:lnTo>
                      <a:pt x="159" y="804"/>
                    </a:lnTo>
                    <a:lnTo>
                      <a:pt x="161" y="801"/>
                    </a:lnTo>
                    <a:lnTo>
                      <a:pt x="164" y="801"/>
                    </a:lnTo>
                    <a:lnTo>
                      <a:pt x="166" y="798"/>
                    </a:lnTo>
                    <a:lnTo>
                      <a:pt x="169" y="804"/>
                    </a:lnTo>
                    <a:lnTo>
                      <a:pt x="171" y="804"/>
                    </a:lnTo>
                    <a:lnTo>
                      <a:pt x="173" y="799"/>
                    </a:lnTo>
                    <a:lnTo>
                      <a:pt x="176" y="804"/>
                    </a:lnTo>
                    <a:lnTo>
                      <a:pt x="178" y="806"/>
                    </a:lnTo>
                    <a:lnTo>
                      <a:pt x="181" y="799"/>
                    </a:lnTo>
                    <a:lnTo>
                      <a:pt x="183" y="763"/>
                    </a:lnTo>
                    <a:lnTo>
                      <a:pt x="185" y="763"/>
                    </a:lnTo>
                    <a:lnTo>
                      <a:pt x="188" y="752"/>
                    </a:lnTo>
                    <a:lnTo>
                      <a:pt x="190" y="731"/>
                    </a:lnTo>
                    <a:lnTo>
                      <a:pt x="193" y="729"/>
                    </a:lnTo>
                    <a:lnTo>
                      <a:pt x="195" y="723"/>
                    </a:lnTo>
                    <a:lnTo>
                      <a:pt x="197" y="723"/>
                    </a:lnTo>
                    <a:lnTo>
                      <a:pt x="200" y="733"/>
                    </a:lnTo>
                    <a:lnTo>
                      <a:pt x="202" y="731"/>
                    </a:lnTo>
                    <a:lnTo>
                      <a:pt x="205" y="731"/>
                    </a:lnTo>
                    <a:lnTo>
                      <a:pt x="207" y="740"/>
                    </a:lnTo>
                    <a:lnTo>
                      <a:pt x="209" y="721"/>
                    </a:lnTo>
                    <a:lnTo>
                      <a:pt x="212" y="721"/>
                    </a:lnTo>
                    <a:lnTo>
                      <a:pt x="214" y="722"/>
                    </a:lnTo>
                    <a:lnTo>
                      <a:pt x="217" y="715"/>
                    </a:lnTo>
                    <a:lnTo>
                      <a:pt x="219" y="713"/>
                    </a:lnTo>
                    <a:lnTo>
                      <a:pt x="222" y="714"/>
                    </a:lnTo>
                    <a:lnTo>
                      <a:pt x="224" y="689"/>
                    </a:lnTo>
                    <a:lnTo>
                      <a:pt x="226" y="697"/>
                    </a:lnTo>
                    <a:lnTo>
                      <a:pt x="229" y="697"/>
                    </a:lnTo>
                    <a:lnTo>
                      <a:pt x="231" y="688"/>
                    </a:lnTo>
                    <a:lnTo>
                      <a:pt x="234" y="716"/>
                    </a:lnTo>
                    <a:lnTo>
                      <a:pt x="236" y="716"/>
                    </a:lnTo>
                    <a:lnTo>
                      <a:pt x="238" y="715"/>
                    </a:lnTo>
                    <a:lnTo>
                      <a:pt x="241" y="733"/>
                    </a:lnTo>
                    <a:lnTo>
                      <a:pt x="243" y="733"/>
                    </a:lnTo>
                    <a:lnTo>
                      <a:pt x="246" y="732"/>
                    </a:lnTo>
                    <a:lnTo>
                      <a:pt x="248" y="759"/>
                    </a:lnTo>
                    <a:lnTo>
                      <a:pt x="250" y="759"/>
                    </a:lnTo>
                    <a:lnTo>
                      <a:pt x="253" y="754"/>
                    </a:lnTo>
                    <a:lnTo>
                      <a:pt x="255" y="764"/>
                    </a:lnTo>
                    <a:lnTo>
                      <a:pt x="258" y="763"/>
                    </a:lnTo>
                    <a:lnTo>
                      <a:pt x="260" y="753"/>
                    </a:lnTo>
                    <a:lnTo>
                      <a:pt x="263" y="760"/>
                    </a:lnTo>
                    <a:lnTo>
                      <a:pt x="265" y="759"/>
                    </a:lnTo>
                    <a:lnTo>
                      <a:pt x="267" y="757"/>
                    </a:lnTo>
                    <a:lnTo>
                      <a:pt x="270" y="777"/>
                    </a:lnTo>
                    <a:lnTo>
                      <a:pt x="272" y="783"/>
                    </a:lnTo>
                    <a:lnTo>
                      <a:pt x="275" y="783"/>
                    </a:lnTo>
                    <a:lnTo>
                      <a:pt x="277" y="795"/>
                    </a:lnTo>
                    <a:lnTo>
                      <a:pt x="279" y="785"/>
                    </a:lnTo>
                    <a:lnTo>
                      <a:pt x="282" y="785"/>
                    </a:lnTo>
                    <a:lnTo>
                      <a:pt x="284" y="792"/>
                    </a:lnTo>
                    <a:lnTo>
                      <a:pt x="287" y="795"/>
                    </a:lnTo>
                    <a:lnTo>
                      <a:pt x="289" y="792"/>
                    </a:lnTo>
                    <a:lnTo>
                      <a:pt x="291" y="792"/>
                    </a:lnTo>
                    <a:lnTo>
                      <a:pt x="294" y="810"/>
                    </a:lnTo>
                    <a:lnTo>
                      <a:pt x="296" y="801"/>
                    </a:lnTo>
                    <a:lnTo>
                      <a:pt x="299" y="793"/>
                    </a:lnTo>
                    <a:lnTo>
                      <a:pt x="301" y="783"/>
                    </a:lnTo>
                    <a:lnTo>
                      <a:pt x="303" y="779"/>
                    </a:lnTo>
                    <a:lnTo>
                      <a:pt x="306" y="776"/>
                    </a:lnTo>
                    <a:lnTo>
                      <a:pt x="308" y="783"/>
                    </a:lnTo>
                    <a:lnTo>
                      <a:pt x="311" y="786"/>
                    </a:lnTo>
                    <a:lnTo>
                      <a:pt x="313" y="786"/>
                    </a:lnTo>
                    <a:lnTo>
                      <a:pt x="315" y="786"/>
                    </a:lnTo>
                    <a:lnTo>
                      <a:pt x="318" y="772"/>
                    </a:lnTo>
                    <a:lnTo>
                      <a:pt x="320" y="772"/>
                    </a:lnTo>
                    <a:lnTo>
                      <a:pt x="323" y="772"/>
                    </a:lnTo>
                    <a:lnTo>
                      <a:pt x="325" y="772"/>
                    </a:lnTo>
                    <a:lnTo>
                      <a:pt x="327" y="777"/>
                    </a:lnTo>
                    <a:lnTo>
                      <a:pt x="330" y="777"/>
                    </a:lnTo>
                    <a:lnTo>
                      <a:pt x="332" y="777"/>
                    </a:lnTo>
                    <a:lnTo>
                      <a:pt x="335" y="790"/>
                    </a:lnTo>
                    <a:lnTo>
                      <a:pt x="337" y="779"/>
                    </a:lnTo>
                    <a:lnTo>
                      <a:pt x="339" y="730"/>
                    </a:lnTo>
                    <a:lnTo>
                      <a:pt x="342" y="678"/>
                    </a:lnTo>
                    <a:lnTo>
                      <a:pt x="344" y="707"/>
                    </a:lnTo>
                    <a:lnTo>
                      <a:pt x="347" y="723"/>
                    </a:lnTo>
                    <a:lnTo>
                      <a:pt x="349" y="722"/>
                    </a:lnTo>
                    <a:lnTo>
                      <a:pt x="351" y="709"/>
                    </a:lnTo>
                    <a:lnTo>
                      <a:pt x="354" y="681"/>
                    </a:lnTo>
                    <a:lnTo>
                      <a:pt x="356" y="667"/>
                    </a:lnTo>
                    <a:lnTo>
                      <a:pt x="358" y="631"/>
                    </a:lnTo>
                    <a:lnTo>
                      <a:pt x="361" y="600"/>
                    </a:lnTo>
                    <a:lnTo>
                      <a:pt x="363" y="600"/>
                    </a:lnTo>
                    <a:lnTo>
                      <a:pt x="366" y="587"/>
                    </a:lnTo>
                    <a:lnTo>
                      <a:pt x="368" y="575"/>
                    </a:lnTo>
                    <a:lnTo>
                      <a:pt x="370" y="619"/>
                    </a:lnTo>
                    <a:lnTo>
                      <a:pt x="373" y="611"/>
                    </a:lnTo>
                    <a:lnTo>
                      <a:pt x="375" y="608"/>
                    </a:lnTo>
                    <a:lnTo>
                      <a:pt x="378" y="608"/>
                    </a:lnTo>
                    <a:lnTo>
                      <a:pt x="380" y="637"/>
                    </a:lnTo>
                    <a:lnTo>
                      <a:pt x="382" y="683"/>
                    </a:lnTo>
                    <a:lnTo>
                      <a:pt x="385" y="734"/>
                    </a:lnTo>
                    <a:lnTo>
                      <a:pt x="387" y="787"/>
                    </a:lnTo>
                    <a:lnTo>
                      <a:pt x="390" y="852"/>
                    </a:lnTo>
                    <a:lnTo>
                      <a:pt x="392" y="900"/>
                    </a:lnTo>
                    <a:lnTo>
                      <a:pt x="395" y="935"/>
                    </a:lnTo>
                    <a:lnTo>
                      <a:pt x="397" y="956"/>
                    </a:lnTo>
                    <a:lnTo>
                      <a:pt x="399" y="977"/>
                    </a:lnTo>
                    <a:lnTo>
                      <a:pt x="402" y="993"/>
                    </a:lnTo>
                    <a:lnTo>
                      <a:pt x="404" y="990"/>
                    </a:lnTo>
                    <a:lnTo>
                      <a:pt x="407" y="993"/>
                    </a:lnTo>
                    <a:lnTo>
                      <a:pt x="409" y="988"/>
                    </a:lnTo>
                    <a:lnTo>
                      <a:pt x="411" y="982"/>
                    </a:lnTo>
                    <a:lnTo>
                      <a:pt x="414" y="984"/>
                    </a:lnTo>
                    <a:lnTo>
                      <a:pt x="416" y="991"/>
                    </a:lnTo>
                    <a:lnTo>
                      <a:pt x="419" y="1008"/>
                    </a:lnTo>
                    <a:lnTo>
                      <a:pt x="421" y="1013"/>
                    </a:lnTo>
                    <a:lnTo>
                      <a:pt x="423" y="1019"/>
                    </a:lnTo>
                    <a:lnTo>
                      <a:pt x="426" y="1020"/>
                    </a:lnTo>
                    <a:lnTo>
                      <a:pt x="428" y="1021"/>
                    </a:lnTo>
                    <a:lnTo>
                      <a:pt x="431" y="1020"/>
                    </a:lnTo>
                    <a:lnTo>
                      <a:pt x="433" y="1019"/>
                    </a:lnTo>
                    <a:lnTo>
                      <a:pt x="436" y="1014"/>
                    </a:lnTo>
                    <a:lnTo>
                      <a:pt x="438" y="1012"/>
                    </a:lnTo>
                    <a:lnTo>
                      <a:pt x="440" y="1010"/>
                    </a:lnTo>
                    <a:lnTo>
                      <a:pt x="443" y="1006"/>
                    </a:lnTo>
                    <a:lnTo>
                      <a:pt x="445" y="1005"/>
                    </a:lnTo>
                    <a:lnTo>
                      <a:pt x="448" y="1003"/>
                    </a:lnTo>
                    <a:lnTo>
                      <a:pt x="450" y="1002"/>
                    </a:lnTo>
                    <a:lnTo>
                      <a:pt x="452" y="1003"/>
                    </a:lnTo>
                    <a:lnTo>
                      <a:pt x="455" y="1004"/>
                    </a:lnTo>
                    <a:lnTo>
                      <a:pt x="457" y="1005"/>
                    </a:lnTo>
                    <a:lnTo>
                      <a:pt x="460" y="1006"/>
                    </a:lnTo>
                    <a:lnTo>
                      <a:pt x="462" y="1006"/>
                    </a:lnTo>
                    <a:lnTo>
                      <a:pt x="464" y="1000"/>
                    </a:lnTo>
                    <a:lnTo>
                      <a:pt x="467" y="995"/>
                    </a:lnTo>
                    <a:lnTo>
                      <a:pt x="469" y="992"/>
                    </a:lnTo>
                    <a:lnTo>
                      <a:pt x="472" y="985"/>
                    </a:lnTo>
                    <a:lnTo>
                      <a:pt x="474" y="989"/>
                    </a:lnTo>
                    <a:lnTo>
                      <a:pt x="476" y="994"/>
                    </a:lnTo>
                    <a:lnTo>
                      <a:pt x="479" y="999"/>
                    </a:lnTo>
                    <a:lnTo>
                      <a:pt x="481" y="1000"/>
                    </a:lnTo>
                    <a:lnTo>
                      <a:pt x="484" y="1000"/>
                    </a:lnTo>
                    <a:lnTo>
                      <a:pt x="486" y="1000"/>
                    </a:lnTo>
                    <a:lnTo>
                      <a:pt x="489" y="1002"/>
                    </a:lnTo>
                    <a:lnTo>
                      <a:pt x="491" y="1005"/>
                    </a:lnTo>
                    <a:lnTo>
                      <a:pt x="493" y="1000"/>
                    </a:lnTo>
                    <a:lnTo>
                      <a:pt x="496" y="1004"/>
                    </a:lnTo>
                    <a:lnTo>
                      <a:pt x="498" y="1005"/>
                    </a:lnTo>
                    <a:lnTo>
                      <a:pt x="501" y="1003"/>
                    </a:lnTo>
                    <a:lnTo>
                      <a:pt x="503" y="999"/>
                    </a:lnTo>
                    <a:lnTo>
                      <a:pt x="505" y="997"/>
                    </a:lnTo>
                    <a:lnTo>
                      <a:pt x="508" y="994"/>
                    </a:lnTo>
                    <a:lnTo>
                      <a:pt x="510" y="994"/>
                    </a:lnTo>
                    <a:lnTo>
                      <a:pt x="513" y="986"/>
                    </a:lnTo>
                    <a:lnTo>
                      <a:pt x="515" y="988"/>
                    </a:lnTo>
                    <a:lnTo>
                      <a:pt x="517" y="996"/>
                    </a:lnTo>
                    <a:lnTo>
                      <a:pt x="520" y="1000"/>
                    </a:lnTo>
                    <a:lnTo>
                      <a:pt x="522" y="1008"/>
                    </a:lnTo>
                    <a:lnTo>
                      <a:pt x="525" y="1010"/>
                    </a:lnTo>
                    <a:lnTo>
                      <a:pt x="527" y="1010"/>
                    </a:lnTo>
                    <a:lnTo>
                      <a:pt x="530" y="1008"/>
                    </a:lnTo>
                    <a:lnTo>
                      <a:pt x="532" y="1007"/>
                    </a:lnTo>
                    <a:lnTo>
                      <a:pt x="534" y="1008"/>
                    </a:lnTo>
                    <a:lnTo>
                      <a:pt x="537" y="1007"/>
                    </a:lnTo>
                    <a:lnTo>
                      <a:pt x="539" y="1005"/>
                    </a:lnTo>
                    <a:lnTo>
                      <a:pt x="542" y="1001"/>
                    </a:lnTo>
                    <a:lnTo>
                      <a:pt x="544" y="1000"/>
                    </a:lnTo>
                    <a:lnTo>
                      <a:pt x="546" y="996"/>
                    </a:lnTo>
                    <a:lnTo>
                      <a:pt x="549" y="989"/>
                    </a:lnTo>
                    <a:lnTo>
                      <a:pt x="551" y="984"/>
                    </a:lnTo>
                    <a:lnTo>
                      <a:pt x="554" y="990"/>
                    </a:lnTo>
                    <a:lnTo>
                      <a:pt x="556" y="997"/>
                    </a:lnTo>
                    <a:lnTo>
                      <a:pt x="558" y="1001"/>
                    </a:lnTo>
                    <a:lnTo>
                      <a:pt x="561" y="1003"/>
                    </a:lnTo>
                    <a:lnTo>
                      <a:pt x="563" y="1002"/>
                    </a:lnTo>
                    <a:lnTo>
                      <a:pt x="566" y="1002"/>
                    </a:lnTo>
                    <a:lnTo>
                      <a:pt x="568" y="1005"/>
                    </a:lnTo>
                    <a:lnTo>
                      <a:pt x="570" y="1006"/>
                    </a:lnTo>
                    <a:lnTo>
                      <a:pt x="573" y="1007"/>
                    </a:lnTo>
                    <a:lnTo>
                      <a:pt x="575" y="1005"/>
                    </a:lnTo>
                    <a:lnTo>
                      <a:pt x="578" y="1005"/>
                    </a:lnTo>
                    <a:lnTo>
                      <a:pt x="580" y="1002"/>
                    </a:lnTo>
                    <a:lnTo>
                      <a:pt x="582" y="1000"/>
                    </a:lnTo>
                    <a:lnTo>
                      <a:pt x="585" y="1000"/>
                    </a:lnTo>
                    <a:lnTo>
                      <a:pt x="587" y="1000"/>
                    </a:lnTo>
                    <a:lnTo>
                      <a:pt x="590" y="1000"/>
                    </a:lnTo>
                    <a:lnTo>
                      <a:pt x="592" y="1001"/>
                    </a:lnTo>
                    <a:lnTo>
                      <a:pt x="594" y="1006"/>
                    </a:lnTo>
                    <a:lnTo>
                      <a:pt x="597" y="1006"/>
                    </a:lnTo>
                    <a:lnTo>
                      <a:pt x="599" y="1003"/>
                    </a:lnTo>
                    <a:lnTo>
                      <a:pt x="601" y="1002"/>
                    </a:lnTo>
                    <a:lnTo>
                      <a:pt x="604" y="1002"/>
                    </a:lnTo>
                    <a:lnTo>
                      <a:pt x="606" y="1002"/>
                    </a:lnTo>
                    <a:lnTo>
                      <a:pt x="609" y="1002"/>
                    </a:lnTo>
                    <a:lnTo>
                      <a:pt x="611" y="1003"/>
                    </a:lnTo>
                    <a:lnTo>
                      <a:pt x="613" y="1005"/>
                    </a:lnTo>
                    <a:lnTo>
                      <a:pt x="616" y="1003"/>
                    </a:lnTo>
                    <a:lnTo>
                      <a:pt x="618" y="1000"/>
                    </a:lnTo>
                    <a:lnTo>
                      <a:pt x="621" y="1002"/>
                    </a:lnTo>
                    <a:lnTo>
                      <a:pt x="623" y="1003"/>
                    </a:lnTo>
                    <a:lnTo>
                      <a:pt x="625" y="1002"/>
                    </a:lnTo>
                    <a:lnTo>
                      <a:pt x="628" y="1004"/>
                    </a:lnTo>
                    <a:lnTo>
                      <a:pt x="630" y="1006"/>
                    </a:lnTo>
                    <a:lnTo>
                      <a:pt x="633" y="1010"/>
                    </a:lnTo>
                    <a:lnTo>
                      <a:pt x="635" y="1009"/>
                    </a:lnTo>
                    <a:lnTo>
                      <a:pt x="637" y="1007"/>
                    </a:lnTo>
                    <a:lnTo>
                      <a:pt x="640" y="1006"/>
                    </a:lnTo>
                    <a:lnTo>
                      <a:pt x="642" y="1006"/>
                    </a:lnTo>
                    <a:lnTo>
                      <a:pt x="645" y="1009"/>
                    </a:lnTo>
                    <a:lnTo>
                      <a:pt x="647" y="1009"/>
                    </a:lnTo>
                    <a:lnTo>
                      <a:pt x="649" y="1010"/>
                    </a:lnTo>
                    <a:lnTo>
                      <a:pt x="652" y="1013"/>
                    </a:lnTo>
                    <a:lnTo>
                      <a:pt x="654" y="1013"/>
                    </a:lnTo>
                    <a:lnTo>
                      <a:pt x="657" y="1009"/>
                    </a:lnTo>
                    <a:lnTo>
                      <a:pt x="659" y="1008"/>
                    </a:lnTo>
                    <a:lnTo>
                      <a:pt x="662" y="1006"/>
                    </a:lnTo>
                    <a:lnTo>
                      <a:pt x="664" y="1006"/>
                    </a:lnTo>
                    <a:lnTo>
                      <a:pt x="666" y="1007"/>
                    </a:lnTo>
                    <a:lnTo>
                      <a:pt x="669" y="1009"/>
                    </a:lnTo>
                    <a:lnTo>
                      <a:pt x="671" y="1011"/>
                    </a:lnTo>
                    <a:lnTo>
                      <a:pt x="674" y="1011"/>
                    </a:lnTo>
                    <a:lnTo>
                      <a:pt x="676" y="1012"/>
                    </a:lnTo>
                    <a:lnTo>
                      <a:pt x="678" y="1013"/>
                    </a:lnTo>
                    <a:lnTo>
                      <a:pt x="681" y="1013"/>
                    </a:lnTo>
                    <a:lnTo>
                      <a:pt x="683" y="1013"/>
                    </a:lnTo>
                    <a:lnTo>
                      <a:pt x="686" y="1011"/>
                    </a:lnTo>
                    <a:lnTo>
                      <a:pt x="688" y="1013"/>
                    </a:lnTo>
                    <a:lnTo>
                      <a:pt x="690" y="1017"/>
                    </a:lnTo>
                    <a:lnTo>
                      <a:pt x="693" y="1017"/>
                    </a:lnTo>
                    <a:lnTo>
                      <a:pt x="695" y="1020"/>
                    </a:lnTo>
                    <a:lnTo>
                      <a:pt x="698" y="1019"/>
                    </a:lnTo>
                    <a:lnTo>
                      <a:pt x="700" y="1017"/>
                    </a:lnTo>
                    <a:lnTo>
                      <a:pt x="703" y="1015"/>
                    </a:lnTo>
                    <a:lnTo>
                      <a:pt x="705" y="1016"/>
                    </a:lnTo>
                    <a:lnTo>
                      <a:pt x="707" y="1021"/>
                    </a:lnTo>
                    <a:lnTo>
                      <a:pt x="710" y="1020"/>
                    </a:lnTo>
                    <a:lnTo>
                      <a:pt x="712" y="1020"/>
                    </a:lnTo>
                    <a:lnTo>
                      <a:pt x="715" y="1021"/>
                    </a:lnTo>
                    <a:lnTo>
                      <a:pt x="717" y="1022"/>
                    </a:lnTo>
                    <a:lnTo>
                      <a:pt x="719" y="1023"/>
                    </a:lnTo>
                    <a:lnTo>
                      <a:pt x="722" y="1023"/>
                    </a:lnTo>
                    <a:lnTo>
                      <a:pt x="724" y="1023"/>
                    </a:lnTo>
                    <a:lnTo>
                      <a:pt x="727" y="1023"/>
                    </a:lnTo>
                    <a:lnTo>
                      <a:pt x="729" y="1023"/>
                    </a:lnTo>
                    <a:lnTo>
                      <a:pt x="731" y="1022"/>
                    </a:lnTo>
                    <a:lnTo>
                      <a:pt x="734" y="1020"/>
                    </a:lnTo>
                    <a:lnTo>
                      <a:pt x="736" y="1020"/>
                    </a:lnTo>
                    <a:lnTo>
                      <a:pt x="739" y="1020"/>
                    </a:lnTo>
                    <a:lnTo>
                      <a:pt x="741" y="1019"/>
                    </a:lnTo>
                    <a:lnTo>
                      <a:pt x="743" y="1019"/>
                    </a:lnTo>
                    <a:lnTo>
                      <a:pt x="746" y="1019"/>
                    </a:lnTo>
                    <a:lnTo>
                      <a:pt x="748" y="1019"/>
                    </a:lnTo>
                    <a:lnTo>
                      <a:pt x="751" y="1019"/>
                    </a:lnTo>
                    <a:lnTo>
                      <a:pt x="753" y="1019"/>
                    </a:lnTo>
                    <a:lnTo>
                      <a:pt x="756" y="1020"/>
                    </a:lnTo>
                    <a:lnTo>
                      <a:pt x="758" y="1020"/>
                    </a:lnTo>
                    <a:lnTo>
                      <a:pt x="760" y="1020"/>
                    </a:lnTo>
                    <a:lnTo>
                      <a:pt x="763" y="1020"/>
                    </a:lnTo>
                    <a:lnTo>
                      <a:pt x="765" y="1019"/>
                    </a:lnTo>
                    <a:lnTo>
                      <a:pt x="768" y="1022"/>
                    </a:lnTo>
                    <a:lnTo>
                      <a:pt x="770" y="1020"/>
                    </a:lnTo>
                    <a:lnTo>
                      <a:pt x="772" y="1021"/>
                    </a:lnTo>
                    <a:lnTo>
                      <a:pt x="775" y="1020"/>
                    </a:lnTo>
                    <a:lnTo>
                      <a:pt x="777" y="1019"/>
                    </a:lnTo>
                    <a:lnTo>
                      <a:pt x="780" y="1018"/>
                    </a:lnTo>
                    <a:lnTo>
                      <a:pt x="782" y="1017"/>
                    </a:lnTo>
                    <a:lnTo>
                      <a:pt x="784" y="1014"/>
                    </a:lnTo>
                    <a:lnTo>
                      <a:pt x="787" y="1014"/>
                    </a:lnTo>
                    <a:lnTo>
                      <a:pt x="789" y="1014"/>
                    </a:lnTo>
                    <a:lnTo>
                      <a:pt x="792" y="1014"/>
                    </a:lnTo>
                    <a:lnTo>
                      <a:pt x="794" y="1015"/>
                    </a:lnTo>
                    <a:lnTo>
                      <a:pt x="797" y="1015"/>
                    </a:lnTo>
                    <a:lnTo>
                      <a:pt x="799" y="1016"/>
                    </a:lnTo>
                    <a:lnTo>
                      <a:pt x="801" y="1018"/>
                    </a:lnTo>
                    <a:lnTo>
                      <a:pt x="804" y="1018"/>
                    </a:lnTo>
                    <a:lnTo>
                      <a:pt x="806" y="1018"/>
                    </a:lnTo>
                    <a:lnTo>
                      <a:pt x="809" y="1017"/>
                    </a:lnTo>
                    <a:lnTo>
                      <a:pt x="811" y="1017"/>
                    </a:lnTo>
                    <a:lnTo>
                      <a:pt x="813" y="1018"/>
                    </a:lnTo>
                    <a:lnTo>
                      <a:pt x="816" y="1017"/>
                    </a:lnTo>
                    <a:lnTo>
                      <a:pt x="818" y="1020"/>
                    </a:lnTo>
                    <a:lnTo>
                      <a:pt x="821" y="1021"/>
                    </a:lnTo>
                    <a:lnTo>
                      <a:pt x="823" y="1020"/>
                    </a:lnTo>
                    <a:lnTo>
                      <a:pt x="825" y="1020"/>
                    </a:lnTo>
                    <a:lnTo>
                      <a:pt x="828" y="1020"/>
                    </a:lnTo>
                    <a:lnTo>
                      <a:pt x="830" y="1020"/>
                    </a:lnTo>
                    <a:lnTo>
                      <a:pt x="833" y="1020"/>
                    </a:lnTo>
                    <a:lnTo>
                      <a:pt x="835" y="1020"/>
                    </a:lnTo>
                    <a:lnTo>
                      <a:pt x="837" y="1020"/>
                    </a:lnTo>
                    <a:lnTo>
                      <a:pt x="840" y="1022"/>
                    </a:lnTo>
                    <a:lnTo>
                      <a:pt x="842" y="1020"/>
                    </a:lnTo>
                    <a:lnTo>
                      <a:pt x="845" y="1020"/>
                    </a:lnTo>
                    <a:lnTo>
                      <a:pt x="847" y="1020"/>
                    </a:lnTo>
                    <a:lnTo>
                      <a:pt x="849" y="1020"/>
                    </a:lnTo>
                    <a:lnTo>
                      <a:pt x="852" y="1020"/>
                    </a:lnTo>
                    <a:lnTo>
                      <a:pt x="854" y="1019"/>
                    </a:lnTo>
                    <a:lnTo>
                      <a:pt x="856" y="1017"/>
                    </a:lnTo>
                    <a:lnTo>
                      <a:pt x="859" y="1018"/>
                    </a:lnTo>
                    <a:lnTo>
                      <a:pt x="861" y="1017"/>
                    </a:lnTo>
                    <a:lnTo>
                      <a:pt x="864" y="1018"/>
                    </a:lnTo>
                    <a:lnTo>
                      <a:pt x="866" y="1018"/>
                    </a:lnTo>
                    <a:lnTo>
                      <a:pt x="868" y="1018"/>
                    </a:lnTo>
                    <a:lnTo>
                      <a:pt x="871" y="1018"/>
                    </a:lnTo>
                    <a:lnTo>
                      <a:pt x="873" y="1018"/>
                    </a:lnTo>
                    <a:lnTo>
                      <a:pt x="876" y="1018"/>
                    </a:lnTo>
                    <a:lnTo>
                      <a:pt x="878" y="1019"/>
                    </a:lnTo>
                    <a:lnTo>
                      <a:pt x="880" y="1018"/>
                    </a:lnTo>
                    <a:lnTo>
                      <a:pt x="883" y="1018"/>
                    </a:lnTo>
                    <a:lnTo>
                      <a:pt x="885" y="1019"/>
                    </a:lnTo>
                    <a:lnTo>
                      <a:pt x="888" y="1019"/>
                    </a:lnTo>
                    <a:lnTo>
                      <a:pt x="890" y="1020"/>
                    </a:lnTo>
                    <a:lnTo>
                      <a:pt x="892" y="1020"/>
                    </a:lnTo>
                    <a:lnTo>
                      <a:pt x="895" y="1020"/>
                    </a:lnTo>
                    <a:lnTo>
                      <a:pt x="897" y="1020"/>
                    </a:lnTo>
                    <a:lnTo>
                      <a:pt x="900" y="1023"/>
                    </a:lnTo>
                    <a:lnTo>
                      <a:pt x="902" y="1023"/>
                    </a:lnTo>
                    <a:lnTo>
                      <a:pt x="904" y="1020"/>
                    </a:lnTo>
                    <a:lnTo>
                      <a:pt x="907" y="1022"/>
                    </a:lnTo>
                    <a:lnTo>
                      <a:pt x="909" y="1022"/>
                    </a:lnTo>
                    <a:lnTo>
                      <a:pt x="912" y="1021"/>
                    </a:lnTo>
                    <a:lnTo>
                      <a:pt x="914" y="1021"/>
                    </a:lnTo>
                    <a:lnTo>
                      <a:pt x="916" y="1022"/>
                    </a:lnTo>
                    <a:lnTo>
                      <a:pt x="919" y="1022"/>
                    </a:lnTo>
                    <a:lnTo>
                      <a:pt x="921" y="1021"/>
                    </a:lnTo>
                    <a:lnTo>
                      <a:pt x="924" y="1021"/>
                    </a:lnTo>
                    <a:lnTo>
                      <a:pt x="926" y="1021"/>
                    </a:lnTo>
                    <a:lnTo>
                      <a:pt x="929" y="1021"/>
                    </a:lnTo>
                    <a:lnTo>
                      <a:pt x="931" y="1022"/>
                    </a:lnTo>
                    <a:lnTo>
                      <a:pt x="933" y="1021"/>
                    </a:lnTo>
                    <a:lnTo>
                      <a:pt x="936" y="1020"/>
                    </a:lnTo>
                    <a:lnTo>
                      <a:pt x="938" y="1019"/>
                    </a:lnTo>
                    <a:lnTo>
                      <a:pt x="941" y="1015"/>
                    </a:lnTo>
                    <a:lnTo>
                      <a:pt x="943" y="1015"/>
                    </a:lnTo>
                    <a:lnTo>
                      <a:pt x="945" y="1014"/>
                    </a:lnTo>
                    <a:lnTo>
                      <a:pt x="948" y="1015"/>
                    </a:lnTo>
                    <a:lnTo>
                      <a:pt x="950" y="1015"/>
                    </a:lnTo>
                    <a:lnTo>
                      <a:pt x="953" y="1015"/>
                    </a:lnTo>
                    <a:lnTo>
                      <a:pt x="955" y="1015"/>
                    </a:lnTo>
                    <a:lnTo>
                      <a:pt x="957" y="1014"/>
                    </a:lnTo>
                    <a:lnTo>
                      <a:pt x="960" y="1013"/>
                    </a:lnTo>
                    <a:lnTo>
                      <a:pt x="962" y="1013"/>
                    </a:lnTo>
                    <a:lnTo>
                      <a:pt x="965" y="1013"/>
                    </a:lnTo>
                    <a:lnTo>
                      <a:pt x="967" y="1013"/>
                    </a:lnTo>
                    <a:lnTo>
                      <a:pt x="970" y="1013"/>
                    </a:lnTo>
                    <a:lnTo>
                      <a:pt x="972" y="1013"/>
                    </a:lnTo>
                    <a:lnTo>
                      <a:pt x="974" y="1013"/>
                    </a:lnTo>
                    <a:lnTo>
                      <a:pt x="977" y="1013"/>
                    </a:lnTo>
                    <a:lnTo>
                      <a:pt x="979" y="1013"/>
                    </a:lnTo>
                    <a:lnTo>
                      <a:pt x="982" y="1013"/>
                    </a:lnTo>
                    <a:lnTo>
                      <a:pt x="984" y="1014"/>
                    </a:lnTo>
                    <a:lnTo>
                      <a:pt x="986" y="1014"/>
                    </a:lnTo>
                    <a:lnTo>
                      <a:pt x="989" y="1020"/>
                    </a:lnTo>
                    <a:lnTo>
                      <a:pt x="991" y="1020"/>
                    </a:lnTo>
                    <a:lnTo>
                      <a:pt x="994" y="1020"/>
                    </a:lnTo>
                    <a:lnTo>
                      <a:pt x="996" y="1020"/>
                    </a:lnTo>
                    <a:lnTo>
                      <a:pt x="998" y="1020"/>
                    </a:lnTo>
                    <a:lnTo>
                      <a:pt x="1001" y="1020"/>
                    </a:lnTo>
                    <a:lnTo>
                      <a:pt x="1003" y="1020"/>
                    </a:lnTo>
                    <a:lnTo>
                      <a:pt x="1006" y="1020"/>
                    </a:lnTo>
                    <a:lnTo>
                      <a:pt x="1008" y="1020"/>
                    </a:lnTo>
                    <a:lnTo>
                      <a:pt x="1010" y="1020"/>
                    </a:lnTo>
                    <a:lnTo>
                      <a:pt x="1013" y="1020"/>
                    </a:lnTo>
                    <a:lnTo>
                      <a:pt x="1015" y="1022"/>
                    </a:lnTo>
                    <a:lnTo>
                      <a:pt x="1018" y="1022"/>
                    </a:lnTo>
                    <a:lnTo>
                      <a:pt x="1020" y="1022"/>
                    </a:lnTo>
                    <a:lnTo>
                      <a:pt x="1023" y="1022"/>
                    </a:lnTo>
                    <a:lnTo>
                      <a:pt x="1025" y="1021"/>
                    </a:lnTo>
                    <a:lnTo>
                      <a:pt x="1027" y="1020"/>
                    </a:lnTo>
                    <a:lnTo>
                      <a:pt x="1030" y="1020"/>
                    </a:lnTo>
                    <a:lnTo>
                      <a:pt x="1032" y="1020"/>
                    </a:lnTo>
                    <a:lnTo>
                      <a:pt x="1035" y="1019"/>
                    </a:lnTo>
                    <a:lnTo>
                      <a:pt x="1037" y="1016"/>
                    </a:lnTo>
                    <a:lnTo>
                      <a:pt x="1039" y="1016"/>
                    </a:lnTo>
                    <a:lnTo>
                      <a:pt x="1042" y="1013"/>
                    </a:lnTo>
                    <a:lnTo>
                      <a:pt x="1044" y="1011"/>
                    </a:lnTo>
                    <a:lnTo>
                      <a:pt x="1047" y="1011"/>
                    </a:lnTo>
                    <a:lnTo>
                      <a:pt x="1049" y="1011"/>
                    </a:lnTo>
                    <a:lnTo>
                      <a:pt x="1051" y="1011"/>
                    </a:lnTo>
                    <a:lnTo>
                      <a:pt x="1054" y="1011"/>
                    </a:lnTo>
                    <a:lnTo>
                      <a:pt x="1056" y="1012"/>
                    </a:lnTo>
                    <a:lnTo>
                      <a:pt x="1059" y="1012"/>
                    </a:lnTo>
                    <a:lnTo>
                      <a:pt x="1061" y="1013"/>
                    </a:lnTo>
                    <a:lnTo>
                      <a:pt x="1064" y="1013"/>
                    </a:lnTo>
                    <a:lnTo>
                      <a:pt x="1066" y="1013"/>
                    </a:lnTo>
                    <a:lnTo>
                      <a:pt x="1068" y="1013"/>
                    </a:lnTo>
                    <a:lnTo>
                      <a:pt x="1071" y="1013"/>
                    </a:lnTo>
                    <a:lnTo>
                      <a:pt x="1073" y="1013"/>
                    </a:lnTo>
                    <a:lnTo>
                      <a:pt x="1076" y="1013"/>
                    </a:lnTo>
                    <a:lnTo>
                      <a:pt x="1078" y="1013"/>
                    </a:lnTo>
                    <a:lnTo>
                      <a:pt x="1080" y="1013"/>
                    </a:lnTo>
                    <a:lnTo>
                      <a:pt x="1083" y="1012"/>
                    </a:lnTo>
                    <a:lnTo>
                      <a:pt x="1085" y="1012"/>
                    </a:lnTo>
                    <a:lnTo>
                      <a:pt x="1088" y="1012"/>
                    </a:lnTo>
                    <a:lnTo>
                      <a:pt x="1090" y="1013"/>
                    </a:lnTo>
                    <a:lnTo>
                      <a:pt x="1092" y="1014"/>
                    </a:lnTo>
                    <a:lnTo>
                      <a:pt x="1095" y="1014"/>
                    </a:lnTo>
                    <a:lnTo>
                      <a:pt x="1097" y="1015"/>
                    </a:lnTo>
                    <a:lnTo>
                      <a:pt x="1099" y="1015"/>
                    </a:lnTo>
                    <a:lnTo>
                      <a:pt x="1102" y="1015"/>
                    </a:lnTo>
                    <a:lnTo>
                      <a:pt x="1104" y="1015"/>
                    </a:lnTo>
                    <a:lnTo>
                      <a:pt x="1107" y="1015"/>
                    </a:lnTo>
                    <a:lnTo>
                      <a:pt x="1109" y="1015"/>
                    </a:lnTo>
                    <a:lnTo>
                      <a:pt x="1111" y="1015"/>
                    </a:lnTo>
                    <a:lnTo>
                      <a:pt x="1114" y="1015"/>
                    </a:lnTo>
                    <a:lnTo>
                      <a:pt x="1116" y="1012"/>
                    </a:lnTo>
                    <a:lnTo>
                      <a:pt x="1119" y="1013"/>
                    </a:lnTo>
                    <a:lnTo>
                      <a:pt x="1121" y="1013"/>
                    </a:lnTo>
                    <a:lnTo>
                      <a:pt x="1123" y="1016"/>
                    </a:lnTo>
                    <a:lnTo>
                      <a:pt x="1126" y="1016"/>
                    </a:lnTo>
                    <a:lnTo>
                      <a:pt x="1128" y="1016"/>
                    </a:lnTo>
                    <a:lnTo>
                      <a:pt x="1131" y="1016"/>
                    </a:lnTo>
                    <a:lnTo>
                      <a:pt x="1133" y="1016"/>
                    </a:lnTo>
                    <a:lnTo>
                      <a:pt x="1135" y="1016"/>
                    </a:lnTo>
                    <a:lnTo>
                      <a:pt x="1138" y="1017"/>
                    </a:lnTo>
                    <a:lnTo>
                      <a:pt x="1140" y="1016"/>
                    </a:lnTo>
                    <a:lnTo>
                      <a:pt x="1143" y="1017"/>
                    </a:lnTo>
                    <a:lnTo>
                      <a:pt x="1145" y="1017"/>
                    </a:lnTo>
                    <a:lnTo>
                      <a:pt x="1147" y="1017"/>
                    </a:lnTo>
                    <a:lnTo>
                      <a:pt x="1150" y="1017"/>
                    </a:lnTo>
                    <a:lnTo>
                      <a:pt x="1152" y="1019"/>
                    </a:lnTo>
                    <a:lnTo>
                      <a:pt x="1155" y="1023"/>
                    </a:lnTo>
                    <a:lnTo>
                      <a:pt x="1157" y="1023"/>
                    </a:lnTo>
                    <a:lnTo>
                      <a:pt x="1159" y="1023"/>
                    </a:lnTo>
                    <a:lnTo>
                      <a:pt x="1162" y="1023"/>
                    </a:lnTo>
                    <a:lnTo>
                      <a:pt x="1164" y="1023"/>
                    </a:lnTo>
                    <a:lnTo>
                      <a:pt x="1167" y="1023"/>
                    </a:lnTo>
                    <a:lnTo>
                      <a:pt x="1169" y="1023"/>
                    </a:lnTo>
                    <a:lnTo>
                      <a:pt x="1171" y="1019"/>
                    </a:lnTo>
                    <a:lnTo>
                      <a:pt x="1174" y="1019"/>
                    </a:lnTo>
                    <a:lnTo>
                      <a:pt x="1176" y="1019"/>
                    </a:lnTo>
                    <a:lnTo>
                      <a:pt x="1179" y="1019"/>
                    </a:lnTo>
                    <a:lnTo>
                      <a:pt x="1181" y="1018"/>
                    </a:lnTo>
                    <a:lnTo>
                      <a:pt x="1183" y="1016"/>
                    </a:lnTo>
                    <a:lnTo>
                      <a:pt x="1186" y="1016"/>
                    </a:lnTo>
                    <a:lnTo>
                      <a:pt x="1188" y="1016"/>
                    </a:lnTo>
                    <a:lnTo>
                      <a:pt x="1191" y="1016"/>
                    </a:lnTo>
                    <a:lnTo>
                      <a:pt x="1193" y="1016"/>
                    </a:lnTo>
                    <a:lnTo>
                      <a:pt x="1196" y="1016"/>
                    </a:lnTo>
                    <a:lnTo>
                      <a:pt x="1198" y="1016"/>
                    </a:lnTo>
                    <a:lnTo>
                      <a:pt x="1200" y="1012"/>
                    </a:lnTo>
                    <a:lnTo>
                      <a:pt x="1203" y="1012"/>
                    </a:lnTo>
                    <a:lnTo>
                      <a:pt x="1205" y="1013"/>
                    </a:lnTo>
                    <a:lnTo>
                      <a:pt x="1208" y="1011"/>
                    </a:lnTo>
                    <a:lnTo>
                      <a:pt x="1210" y="1013"/>
                    </a:lnTo>
                    <a:lnTo>
                      <a:pt x="1212" y="1014"/>
                    </a:lnTo>
                    <a:lnTo>
                      <a:pt x="1215" y="1016"/>
                    </a:lnTo>
                    <a:lnTo>
                      <a:pt x="1217" y="1016"/>
                    </a:lnTo>
                    <a:lnTo>
                      <a:pt x="1220" y="1015"/>
                    </a:lnTo>
                    <a:lnTo>
                      <a:pt x="1222" y="1016"/>
                    </a:lnTo>
                    <a:lnTo>
                      <a:pt x="1224" y="1016"/>
                    </a:lnTo>
                    <a:lnTo>
                      <a:pt x="1227" y="1016"/>
                    </a:lnTo>
                    <a:lnTo>
                      <a:pt x="1229" y="1018"/>
                    </a:lnTo>
                    <a:lnTo>
                      <a:pt x="1232" y="1018"/>
                    </a:lnTo>
                    <a:lnTo>
                      <a:pt x="1234" y="1020"/>
                    </a:lnTo>
                    <a:lnTo>
                      <a:pt x="1237" y="1020"/>
                    </a:lnTo>
                    <a:lnTo>
                      <a:pt x="1239" y="1020"/>
                    </a:lnTo>
                    <a:lnTo>
                      <a:pt x="1241" y="1020"/>
                    </a:lnTo>
                    <a:lnTo>
                      <a:pt x="1244" y="1019"/>
                    </a:lnTo>
                    <a:lnTo>
                      <a:pt x="1246" y="1018"/>
                    </a:lnTo>
                    <a:lnTo>
                      <a:pt x="1249" y="1020"/>
                    </a:lnTo>
                    <a:lnTo>
                      <a:pt x="1251" y="1020"/>
                    </a:lnTo>
                    <a:lnTo>
                      <a:pt x="1253" y="1020"/>
                    </a:lnTo>
                    <a:lnTo>
                      <a:pt x="1256" y="1020"/>
                    </a:lnTo>
                    <a:lnTo>
                      <a:pt x="1258" y="1020"/>
                    </a:lnTo>
                    <a:lnTo>
                      <a:pt x="1261" y="1020"/>
                    </a:lnTo>
                    <a:lnTo>
                      <a:pt x="1263" y="1020"/>
                    </a:lnTo>
                    <a:lnTo>
                      <a:pt x="1265" y="1020"/>
                    </a:lnTo>
                    <a:lnTo>
                      <a:pt x="1268" y="1023"/>
                    </a:lnTo>
                    <a:lnTo>
                      <a:pt x="1270" y="1026"/>
                    </a:lnTo>
                    <a:lnTo>
                      <a:pt x="1273" y="1025"/>
                    </a:lnTo>
                    <a:lnTo>
                      <a:pt x="1275" y="1025"/>
                    </a:lnTo>
                    <a:lnTo>
                      <a:pt x="1277" y="1024"/>
                    </a:lnTo>
                    <a:lnTo>
                      <a:pt x="1280" y="1024"/>
                    </a:lnTo>
                    <a:lnTo>
                      <a:pt x="1282" y="1022"/>
                    </a:lnTo>
                    <a:lnTo>
                      <a:pt x="1285" y="1020"/>
                    </a:lnTo>
                    <a:lnTo>
                      <a:pt x="1287" y="1021"/>
                    </a:lnTo>
                    <a:lnTo>
                      <a:pt x="1290" y="1021"/>
                    </a:lnTo>
                    <a:lnTo>
                      <a:pt x="1292" y="1022"/>
                    </a:lnTo>
                    <a:lnTo>
                      <a:pt x="1294" y="1021"/>
                    </a:lnTo>
                    <a:lnTo>
                      <a:pt x="1297" y="1021"/>
                    </a:lnTo>
                    <a:lnTo>
                      <a:pt x="1299" y="1020"/>
                    </a:lnTo>
                    <a:lnTo>
                      <a:pt x="1302" y="1017"/>
                    </a:lnTo>
                    <a:lnTo>
                      <a:pt x="1304" y="1019"/>
                    </a:lnTo>
                    <a:lnTo>
                      <a:pt x="1306" y="1020"/>
                    </a:lnTo>
                    <a:lnTo>
                      <a:pt x="1309" y="1020"/>
                    </a:lnTo>
                    <a:lnTo>
                      <a:pt x="1311" y="1020"/>
                    </a:lnTo>
                    <a:lnTo>
                      <a:pt x="1314" y="1020"/>
                    </a:lnTo>
                    <a:lnTo>
                      <a:pt x="1316" y="1020"/>
                    </a:lnTo>
                    <a:lnTo>
                      <a:pt x="1318" y="1020"/>
                    </a:lnTo>
                    <a:lnTo>
                      <a:pt x="1321" y="1021"/>
                    </a:lnTo>
                    <a:lnTo>
                      <a:pt x="1323" y="1021"/>
                    </a:lnTo>
                    <a:lnTo>
                      <a:pt x="1326" y="1019"/>
                    </a:lnTo>
                    <a:lnTo>
                      <a:pt x="1328" y="1018"/>
                    </a:lnTo>
                    <a:lnTo>
                      <a:pt x="1331" y="1016"/>
                    </a:lnTo>
                    <a:lnTo>
                      <a:pt x="1333" y="1017"/>
                    </a:lnTo>
                    <a:lnTo>
                      <a:pt x="1335" y="1020"/>
                    </a:lnTo>
                    <a:lnTo>
                      <a:pt x="1338" y="1020"/>
                    </a:lnTo>
                    <a:lnTo>
                      <a:pt x="1340" y="1019"/>
                    </a:lnTo>
                    <a:lnTo>
                      <a:pt x="1342" y="1019"/>
                    </a:lnTo>
                    <a:lnTo>
                      <a:pt x="1345" y="1018"/>
                    </a:lnTo>
                    <a:lnTo>
                      <a:pt x="1347" y="1018"/>
                    </a:lnTo>
                    <a:lnTo>
                      <a:pt x="1350" y="1017"/>
                    </a:lnTo>
                    <a:lnTo>
                      <a:pt x="1352" y="1017"/>
                    </a:lnTo>
                    <a:lnTo>
                      <a:pt x="1354" y="1018"/>
                    </a:lnTo>
                    <a:lnTo>
                      <a:pt x="1357" y="1013"/>
                    </a:lnTo>
                    <a:lnTo>
                      <a:pt x="1359" y="1014"/>
                    </a:lnTo>
                    <a:lnTo>
                      <a:pt x="1362" y="1015"/>
                    </a:lnTo>
                    <a:lnTo>
                      <a:pt x="1364" y="1013"/>
                    </a:lnTo>
                    <a:lnTo>
                      <a:pt x="1366" y="1013"/>
                    </a:lnTo>
                    <a:lnTo>
                      <a:pt x="1369" y="1015"/>
                    </a:lnTo>
                    <a:lnTo>
                      <a:pt x="1371" y="1013"/>
                    </a:lnTo>
                    <a:lnTo>
                      <a:pt x="1374" y="1015"/>
                    </a:lnTo>
                    <a:lnTo>
                      <a:pt x="1376" y="1018"/>
                    </a:lnTo>
                    <a:lnTo>
                      <a:pt x="1378" y="1018"/>
                    </a:lnTo>
                    <a:lnTo>
                      <a:pt x="1381" y="1020"/>
                    </a:lnTo>
                    <a:lnTo>
                      <a:pt x="1383" y="1019"/>
                    </a:lnTo>
                    <a:lnTo>
                      <a:pt x="1386" y="1019"/>
                    </a:lnTo>
                    <a:lnTo>
                      <a:pt x="1388" y="1017"/>
                    </a:lnTo>
                    <a:lnTo>
                      <a:pt x="1390" y="1017"/>
                    </a:lnTo>
                    <a:lnTo>
                      <a:pt x="1393" y="1018"/>
                    </a:lnTo>
                    <a:lnTo>
                      <a:pt x="1395" y="1017"/>
                    </a:lnTo>
                    <a:lnTo>
                      <a:pt x="1398" y="1014"/>
                    </a:lnTo>
                    <a:lnTo>
                      <a:pt x="1400" y="1014"/>
                    </a:lnTo>
                    <a:lnTo>
                      <a:pt x="1402" y="1014"/>
                    </a:lnTo>
                    <a:lnTo>
                      <a:pt x="1405" y="1014"/>
                    </a:lnTo>
                    <a:lnTo>
                      <a:pt x="1407" y="1014"/>
                    </a:lnTo>
                    <a:lnTo>
                      <a:pt x="1410" y="1014"/>
                    </a:lnTo>
                    <a:lnTo>
                      <a:pt x="1412" y="1014"/>
                    </a:lnTo>
                    <a:lnTo>
                      <a:pt x="1414" y="1014"/>
                    </a:lnTo>
                    <a:lnTo>
                      <a:pt x="1417" y="1014"/>
                    </a:lnTo>
                    <a:lnTo>
                      <a:pt x="1419" y="1014"/>
                    </a:lnTo>
                    <a:lnTo>
                      <a:pt x="1422" y="1014"/>
                    </a:lnTo>
                    <a:lnTo>
                      <a:pt x="1424" y="1018"/>
                    </a:lnTo>
                    <a:lnTo>
                      <a:pt x="1426" y="1021"/>
                    </a:lnTo>
                    <a:lnTo>
                      <a:pt x="1429" y="1021"/>
                    </a:lnTo>
                    <a:lnTo>
                      <a:pt x="1431" y="1021"/>
                    </a:lnTo>
                    <a:lnTo>
                      <a:pt x="1434" y="1020"/>
                    </a:lnTo>
                    <a:lnTo>
                      <a:pt x="1436" y="1021"/>
                    </a:lnTo>
                    <a:lnTo>
                      <a:pt x="1438" y="1020"/>
                    </a:lnTo>
                    <a:lnTo>
                      <a:pt x="1441" y="1019"/>
                    </a:lnTo>
                    <a:lnTo>
                      <a:pt x="1443" y="1019"/>
                    </a:lnTo>
                    <a:lnTo>
                      <a:pt x="1446" y="1018"/>
                    </a:lnTo>
                    <a:lnTo>
                      <a:pt x="1448" y="1018"/>
                    </a:lnTo>
                    <a:lnTo>
                      <a:pt x="1450" y="1019"/>
                    </a:lnTo>
                    <a:lnTo>
                      <a:pt x="1453" y="1021"/>
                    </a:lnTo>
                    <a:lnTo>
                      <a:pt x="1455" y="1022"/>
                    </a:lnTo>
                    <a:lnTo>
                      <a:pt x="1458" y="1025"/>
                    </a:lnTo>
                    <a:lnTo>
                      <a:pt x="1460" y="1025"/>
                    </a:lnTo>
                    <a:lnTo>
                      <a:pt x="1463" y="1026"/>
                    </a:lnTo>
                    <a:lnTo>
                      <a:pt x="1465" y="1026"/>
                    </a:lnTo>
                    <a:lnTo>
                      <a:pt x="1467" y="1026"/>
                    </a:lnTo>
                    <a:lnTo>
                      <a:pt x="1470" y="1024"/>
                    </a:lnTo>
                    <a:lnTo>
                      <a:pt x="1472" y="1023"/>
                    </a:lnTo>
                    <a:lnTo>
                      <a:pt x="1475" y="1023"/>
                    </a:lnTo>
                    <a:lnTo>
                      <a:pt x="1477" y="1021"/>
                    </a:lnTo>
                    <a:lnTo>
                      <a:pt x="1479" y="1019"/>
                    </a:lnTo>
                    <a:lnTo>
                      <a:pt x="1482" y="1020"/>
                    </a:lnTo>
                    <a:lnTo>
                      <a:pt x="1484" y="1020"/>
                    </a:lnTo>
                    <a:lnTo>
                      <a:pt x="1487" y="1020"/>
                    </a:lnTo>
                    <a:lnTo>
                      <a:pt x="1489" y="1022"/>
                    </a:lnTo>
                    <a:lnTo>
                      <a:pt x="1491" y="1023"/>
                    </a:lnTo>
                    <a:lnTo>
                      <a:pt x="1494" y="1024"/>
                    </a:lnTo>
                    <a:lnTo>
                      <a:pt x="1496" y="1025"/>
                    </a:lnTo>
                    <a:lnTo>
                      <a:pt x="1499" y="1025"/>
                    </a:lnTo>
                    <a:lnTo>
                      <a:pt x="1501" y="1024"/>
                    </a:lnTo>
                    <a:lnTo>
                      <a:pt x="1504" y="1024"/>
                    </a:lnTo>
                    <a:lnTo>
                      <a:pt x="1506" y="1024"/>
                    </a:lnTo>
                    <a:lnTo>
                      <a:pt x="1508" y="1022"/>
                    </a:lnTo>
                    <a:lnTo>
                      <a:pt x="1511" y="1022"/>
                    </a:lnTo>
                    <a:lnTo>
                      <a:pt x="1513" y="1019"/>
                    </a:lnTo>
                    <a:lnTo>
                      <a:pt x="1516" y="1018"/>
                    </a:lnTo>
                    <a:lnTo>
                      <a:pt x="1518" y="1018"/>
                    </a:lnTo>
                    <a:lnTo>
                      <a:pt x="1520" y="1018"/>
                    </a:lnTo>
                    <a:lnTo>
                      <a:pt x="1523" y="1018"/>
                    </a:lnTo>
                    <a:lnTo>
                      <a:pt x="1525" y="1018"/>
                    </a:lnTo>
                    <a:lnTo>
                      <a:pt x="1528" y="1018"/>
                    </a:lnTo>
                    <a:lnTo>
                      <a:pt x="1530" y="1018"/>
                    </a:lnTo>
                    <a:lnTo>
                      <a:pt x="1532" y="1018"/>
                    </a:lnTo>
                    <a:lnTo>
                      <a:pt x="1535" y="1018"/>
                    </a:lnTo>
                    <a:lnTo>
                      <a:pt x="1537" y="1018"/>
                    </a:lnTo>
                    <a:lnTo>
                      <a:pt x="1540" y="1018"/>
                    </a:lnTo>
                    <a:lnTo>
                      <a:pt x="1542" y="1019"/>
                    </a:lnTo>
                    <a:lnTo>
                      <a:pt x="1544" y="1019"/>
                    </a:lnTo>
                    <a:lnTo>
                      <a:pt x="1547" y="1017"/>
                    </a:lnTo>
                    <a:lnTo>
                      <a:pt x="1549" y="1021"/>
                    </a:lnTo>
                    <a:lnTo>
                      <a:pt x="1552" y="1006"/>
                    </a:lnTo>
                    <a:lnTo>
                      <a:pt x="1554" y="969"/>
                    </a:lnTo>
                    <a:lnTo>
                      <a:pt x="1557" y="856"/>
                    </a:lnTo>
                    <a:lnTo>
                      <a:pt x="1559" y="711"/>
                    </a:lnTo>
                    <a:lnTo>
                      <a:pt x="1561" y="573"/>
                    </a:lnTo>
                    <a:lnTo>
                      <a:pt x="1564" y="493"/>
                    </a:lnTo>
                    <a:lnTo>
                      <a:pt x="1566" y="376"/>
                    </a:lnTo>
                    <a:lnTo>
                      <a:pt x="1569" y="329"/>
                    </a:lnTo>
                    <a:lnTo>
                      <a:pt x="1571" y="325"/>
                    </a:lnTo>
                    <a:lnTo>
                      <a:pt x="1573" y="302"/>
                    </a:lnTo>
                    <a:lnTo>
                      <a:pt x="1576" y="296"/>
                    </a:lnTo>
                    <a:lnTo>
                      <a:pt x="1578" y="297"/>
                    </a:lnTo>
                    <a:lnTo>
                      <a:pt x="1581" y="297"/>
                    </a:lnTo>
                    <a:lnTo>
                      <a:pt x="1583" y="311"/>
                    </a:lnTo>
                    <a:lnTo>
                      <a:pt x="1585" y="313"/>
                    </a:lnTo>
                    <a:lnTo>
                      <a:pt x="1588" y="303"/>
                    </a:lnTo>
                    <a:lnTo>
                      <a:pt x="1590" y="304"/>
                    </a:lnTo>
                    <a:lnTo>
                      <a:pt x="1593" y="304"/>
                    </a:lnTo>
                    <a:lnTo>
                      <a:pt x="1595" y="284"/>
                    </a:lnTo>
                    <a:lnTo>
                      <a:pt x="1597" y="279"/>
                    </a:lnTo>
                    <a:lnTo>
                      <a:pt x="1600" y="278"/>
                    </a:lnTo>
                    <a:lnTo>
                      <a:pt x="1602" y="293"/>
                    </a:lnTo>
                    <a:lnTo>
                      <a:pt x="1605" y="331"/>
                    </a:lnTo>
                    <a:lnTo>
                      <a:pt x="1607" y="410"/>
                    </a:lnTo>
                    <a:lnTo>
                      <a:pt x="1609" y="585"/>
                    </a:lnTo>
                    <a:lnTo>
                      <a:pt x="1612" y="714"/>
                    </a:lnTo>
                    <a:lnTo>
                      <a:pt x="1614" y="723"/>
                    </a:lnTo>
                    <a:lnTo>
                      <a:pt x="1617" y="807"/>
                    </a:lnTo>
                    <a:lnTo>
                      <a:pt x="1619" y="813"/>
                    </a:lnTo>
                    <a:lnTo>
                      <a:pt x="1621" y="777"/>
                    </a:lnTo>
                    <a:lnTo>
                      <a:pt x="1624" y="778"/>
                    </a:lnTo>
                    <a:lnTo>
                      <a:pt x="1626" y="853"/>
                    </a:lnTo>
                    <a:lnTo>
                      <a:pt x="1629" y="850"/>
                    </a:lnTo>
                    <a:lnTo>
                      <a:pt x="1631" y="849"/>
                    </a:lnTo>
                    <a:lnTo>
                      <a:pt x="1633" y="854"/>
                    </a:lnTo>
                    <a:lnTo>
                      <a:pt x="1636" y="855"/>
                    </a:lnTo>
                    <a:lnTo>
                      <a:pt x="1638" y="861"/>
                    </a:lnTo>
                    <a:lnTo>
                      <a:pt x="1641" y="859"/>
                    </a:lnTo>
                    <a:lnTo>
                      <a:pt x="1643" y="859"/>
                    </a:lnTo>
                    <a:lnTo>
                      <a:pt x="1645" y="860"/>
                    </a:lnTo>
                    <a:lnTo>
                      <a:pt x="1648" y="852"/>
                    </a:lnTo>
                    <a:lnTo>
                      <a:pt x="1650" y="856"/>
                    </a:lnTo>
                    <a:lnTo>
                      <a:pt x="1653" y="850"/>
                    </a:lnTo>
                    <a:lnTo>
                      <a:pt x="1655" y="846"/>
                    </a:lnTo>
                    <a:lnTo>
                      <a:pt x="1657" y="850"/>
                    </a:lnTo>
                    <a:lnTo>
                      <a:pt x="1660" y="847"/>
                    </a:lnTo>
                    <a:lnTo>
                      <a:pt x="1662" y="845"/>
                    </a:lnTo>
                    <a:lnTo>
                      <a:pt x="1665" y="844"/>
                    </a:lnTo>
                    <a:lnTo>
                      <a:pt x="1667" y="839"/>
                    </a:lnTo>
                    <a:lnTo>
                      <a:pt x="1669" y="839"/>
                    </a:lnTo>
                    <a:lnTo>
                      <a:pt x="1672" y="826"/>
                    </a:lnTo>
                    <a:lnTo>
                      <a:pt x="1674" y="815"/>
                    </a:lnTo>
                    <a:lnTo>
                      <a:pt x="1677" y="815"/>
                    </a:lnTo>
                    <a:lnTo>
                      <a:pt x="1679" y="790"/>
                    </a:lnTo>
                    <a:lnTo>
                      <a:pt x="1681" y="796"/>
                    </a:lnTo>
                    <a:lnTo>
                      <a:pt x="1684" y="796"/>
                    </a:lnTo>
                    <a:lnTo>
                      <a:pt x="1686" y="768"/>
                    </a:lnTo>
                    <a:lnTo>
                      <a:pt x="1689" y="778"/>
                    </a:lnTo>
                    <a:lnTo>
                      <a:pt x="1691" y="777"/>
                    </a:lnTo>
                    <a:lnTo>
                      <a:pt x="1693" y="746"/>
                    </a:lnTo>
                    <a:lnTo>
                      <a:pt x="1696" y="749"/>
                    </a:lnTo>
                    <a:lnTo>
                      <a:pt x="1698" y="749"/>
                    </a:lnTo>
                    <a:lnTo>
                      <a:pt x="1701" y="730"/>
                    </a:lnTo>
                    <a:lnTo>
                      <a:pt x="1703" y="733"/>
                    </a:lnTo>
                    <a:lnTo>
                      <a:pt x="1705" y="734"/>
                    </a:lnTo>
                    <a:lnTo>
                      <a:pt x="1708" y="716"/>
                    </a:lnTo>
                    <a:lnTo>
                      <a:pt x="1710" y="719"/>
                    </a:lnTo>
                    <a:lnTo>
                      <a:pt x="1713" y="726"/>
                    </a:lnTo>
                    <a:lnTo>
                      <a:pt x="1715" y="708"/>
                    </a:lnTo>
                    <a:lnTo>
                      <a:pt x="1717" y="729"/>
                    </a:lnTo>
                    <a:lnTo>
                      <a:pt x="1720" y="732"/>
                    </a:lnTo>
                    <a:lnTo>
                      <a:pt x="1722" y="723"/>
                    </a:lnTo>
                    <a:lnTo>
                      <a:pt x="1725" y="742"/>
                    </a:lnTo>
                    <a:lnTo>
                      <a:pt x="1727" y="745"/>
                    </a:lnTo>
                    <a:lnTo>
                      <a:pt x="1730" y="736"/>
                    </a:lnTo>
                    <a:lnTo>
                      <a:pt x="1732" y="740"/>
                    </a:lnTo>
                    <a:lnTo>
                      <a:pt x="1734" y="751"/>
                    </a:lnTo>
                    <a:lnTo>
                      <a:pt x="1737" y="745"/>
                    </a:lnTo>
                    <a:lnTo>
                      <a:pt x="1739" y="740"/>
                    </a:lnTo>
                    <a:lnTo>
                      <a:pt x="1742" y="747"/>
                    </a:lnTo>
                    <a:lnTo>
                      <a:pt x="1744" y="740"/>
                    </a:lnTo>
                    <a:lnTo>
                      <a:pt x="1746" y="727"/>
                    </a:lnTo>
                    <a:lnTo>
                      <a:pt x="1749" y="741"/>
                    </a:lnTo>
                    <a:lnTo>
                      <a:pt x="1751" y="726"/>
                    </a:lnTo>
                    <a:lnTo>
                      <a:pt x="1754" y="714"/>
                    </a:lnTo>
                    <a:lnTo>
                      <a:pt x="1756" y="743"/>
                    </a:lnTo>
                    <a:lnTo>
                      <a:pt x="1758" y="737"/>
                    </a:lnTo>
                    <a:lnTo>
                      <a:pt x="1761" y="719"/>
                    </a:lnTo>
                    <a:lnTo>
                      <a:pt x="1763" y="729"/>
                    </a:lnTo>
                    <a:lnTo>
                      <a:pt x="1766" y="718"/>
                    </a:lnTo>
                    <a:lnTo>
                      <a:pt x="1768" y="696"/>
                    </a:lnTo>
                    <a:lnTo>
                      <a:pt x="1771" y="699"/>
                    </a:lnTo>
                    <a:lnTo>
                      <a:pt x="1773" y="698"/>
                    </a:lnTo>
                    <a:lnTo>
                      <a:pt x="1775" y="677"/>
                    </a:lnTo>
                    <a:lnTo>
                      <a:pt x="1778" y="679"/>
                    </a:lnTo>
                    <a:lnTo>
                      <a:pt x="1780" y="686"/>
                    </a:lnTo>
                    <a:lnTo>
                      <a:pt x="1783" y="657"/>
                    </a:lnTo>
                    <a:lnTo>
                      <a:pt x="1785" y="656"/>
                    </a:lnTo>
                    <a:lnTo>
                      <a:pt x="1787" y="661"/>
                    </a:lnTo>
                    <a:lnTo>
                      <a:pt x="1790" y="660"/>
                    </a:lnTo>
                    <a:lnTo>
                      <a:pt x="1792" y="664"/>
                    </a:lnTo>
                    <a:lnTo>
                      <a:pt x="1795" y="664"/>
                    </a:lnTo>
                    <a:lnTo>
                      <a:pt x="1797" y="690"/>
                    </a:lnTo>
                    <a:lnTo>
                      <a:pt x="1799" y="695"/>
                    </a:lnTo>
                    <a:lnTo>
                      <a:pt x="1802" y="675"/>
                    </a:lnTo>
                    <a:lnTo>
                      <a:pt x="1804" y="681"/>
                    </a:lnTo>
                    <a:lnTo>
                      <a:pt x="1807" y="696"/>
                    </a:lnTo>
                    <a:lnTo>
                      <a:pt x="1809" y="678"/>
                    </a:lnTo>
                    <a:lnTo>
                      <a:pt x="1811" y="672"/>
                    </a:lnTo>
                    <a:lnTo>
                      <a:pt x="1814" y="678"/>
                    </a:lnTo>
                    <a:lnTo>
                      <a:pt x="1816" y="667"/>
                    </a:lnTo>
                    <a:lnTo>
                      <a:pt x="1819" y="665"/>
                    </a:lnTo>
                    <a:lnTo>
                      <a:pt x="1821" y="665"/>
                    </a:lnTo>
                    <a:lnTo>
                      <a:pt x="1824" y="646"/>
                    </a:lnTo>
                    <a:lnTo>
                      <a:pt x="1826" y="667"/>
                    </a:lnTo>
                    <a:lnTo>
                      <a:pt x="1828" y="663"/>
                    </a:lnTo>
                    <a:lnTo>
                      <a:pt x="1831" y="643"/>
                    </a:lnTo>
                    <a:lnTo>
                      <a:pt x="1833" y="694"/>
                    </a:lnTo>
                    <a:lnTo>
                      <a:pt x="1836" y="696"/>
                    </a:lnTo>
                    <a:lnTo>
                      <a:pt x="1838" y="647"/>
                    </a:lnTo>
                    <a:lnTo>
                      <a:pt x="1840" y="693"/>
                    </a:lnTo>
                    <a:lnTo>
                      <a:pt x="1843" y="706"/>
                    </a:lnTo>
                    <a:lnTo>
                      <a:pt x="1845" y="660"/>
                    </a:lnTo>
                    <a:lnTo>
                      <a:pt x="1848" y="643"/>
                    </a:lnTo>
                    <a:lnTo>
                      <a:pt x="1850" y="654"/>
                    </a:lnTo>
                    <a:lnTo>
                      <a:pt x="1852" y="644"/>
                    </a:lnTo>
                    <a:lnTo>
                      <a:pt x="1855" y="624"/>
                    </a:lnTo>
                    <a:lnTo>
                      <a:pt x="1857" y="633"/>
                    </a:lnTo>
                    <a:lnTo>
                      <a:pt x="1860" y="623"/>
                    </a:lnTo>
                    <a:lnTo>
                      <a:pt x="1862" y="621"/>
                    </a:lnTo>
                    <a:lnTo>
                      <a:pt x="1864" y="639"/>
                    </a:lnTo>
                    <a:lnTo>
                      <a:pt x="1867" y="645"/>
                    </a:lnTo>
                    <a:lnTo>
                      <a:pt x="1869" y="645"/>
                    </a:lnTo>
                    <a:lnTo>
                      <a:pt x="1872" y="655"/>
                    </a:lnTo>
                    <a:lnTo>
                      <a:pt x="1874" y="697"/>
                    </a:lnTo>
                    <a:lnTo>
                      <a:pt x="1876" y="697"/>
                    </a:lnTo>
                    <a:lnTo>
                      <a:pt x="1879" y="698"/>
                    </a:lnTo>
                    <a:lnTo>
                      <a:pt x="1881" y="712"/>
                    </a:lnTo>
                    <a:lnTo>
                      <a:pt x="1884" y="699"/>
                    </a:lnTo>
                    <a:lnTo>
                      <a:pt x="1886" y="698"/>
                    </a:lnTo>
                    <a:lnTo>
                      <a:pt x="1888" y="698"/>
                    </a:lnTo>
                    <a:lnTo>
                      <a:pt x="1891" y="677"/>
                    </a:lnTo>
                    <a:lnTo>
                      <a:pt x="1893" y="726"/>
                    </a:lnTo>
                    <a:lnTo>
                      <a:pt x="1896" y="726"/>
                    </a:lnTo>
                    <a:lnTo>
                      <a:pt x="1898" y="722"/>
                    </a:lnTo>
                    <a:lnTo>
                      <a:pt x="1900" y="743"/>
                    </a:lnTo>
                    <a:lnTo>
                      <a:pt x="1903" y="743"/>
                    </a:lnTo>
                    <a:lnTo>
                      <a:pt x="1905" y="741"/>
                    </a:lnTo>
                    <a:lnTo>
                      <a:pt x="1908" y="753"/>
                    </a:lnTo>
                    <a:lnTo>
                      <a:pt x="1910" y="753"/>
                    </a:lnTo>
                    <a:lnTo>
                      <a:pt x="1912" y="748"/>
                    </a:lnTo>
                    <a:lnTo>
                      <a:pt x="1915" y="758"/>
                    </a:lnTo>
                    <a:lnTo>
                      <a:pt x="1917" y="753"/>
                    </a:lnTo>
                    <a:lnTo>
                      <a:pt x="1920" y="746"/>
                    </a:lnTo>
                    <a:lnTo>
                      <a:pt x="1922" y="755"/>
                    </a:lnTo>
                    <a:lnTo>
                      <a:pt x="1924" y="751"/>
                    </a:lnTo>
                    <a:lnTo>
                      <a:pt x="1927" y="748"/>
                    </a:lnTo>
                    <a:lnTo>
                      <a:pt x="1929" y="749"/>
                    </a:lnTo>
                    <a:lnTo>
                      <a:pt x="1932" y="748"/>
                    </a:lnTo>
                    <a:lnTo>
                      <a:pt x="1934" y="747"/>
                    </a:lnTo>
                    <a:lnTo>
                      <a:pt x="1936" y="747"/>
                    </a:lnTo>
                    <a:lnTo>
                      <a:pt x="1939" y="710"/>
                    </a:lnTo>
                    <a:lnTo>
                      <a:pt x="1941" y="712"/>
                    </a:lnTo>
                    <a:lnTo>
                      <a:pt x="1944" y="712"/>
                    </a:lnTo>
                    <a:lnTo>
                      <a:pt x="1946" y="703"/>
                    </a:lnTo>
                    <a:lnTo>
                      <a:pt x="1948" y="708"/>
                    </a:lnTo>
                    <a:lnTo>
                      <a:pt x="1951" y="698"/>
                    </a:lnTo>
                    <a:lnTo>
                      <a:pt x="1953" y="697"/>
                    </a:lnTo>
                    <a:lnTo>
                      <a:pt x="1956" y="697"/>
                    </a:lnTo>
                    <a:lnTo>
                      <a:pt x="1958" y="693"/>
                    </a:lnTo>
                    <a:lnTo>
                      <a:pt x="1960" y="695"/>
                    </a:lnTo>
                    <a:lnTo>
                      <a:pt x="1963" y="695"/>
                    </a:lnTo>
                    <a:lnTo>
                      <a:pt x="1965" y="678"/>
                    </a:lnTo>
                    <a:lnTo>
                      <a:pt x="1968" y="678"/>
                    </a:lnTo>
                    <a:lnTo>
                      <a:pt x="1970" y="679"/>
                    </a:lnTo>
                    <a:lnTo>
                      <a:pt x="1972" y="678"/>
                    </a:lnTo>
                    <a:lnTo>
                      <a:pt x="1975" y="681"/>
                    </a:lnTo>
                    <a:lnTo>
                      <a:pt x="1977" y="685"/>
                    </a:lnTo>
                    <a:lnTo>
                      <a:pt x="1980" y="680"/>
                    </a:lnTo>
                    <a:lnTo>
                      <a:pt x="1982" y="681"/>
                    </a:lnTo>
                    <a:lnTo>
                      <a:pt x="1984" y="708"/>
                    </a:lnTo>
                    <a:lnTo>
                      <a:pt x="1987" y="707"/>
                    </a:lnTo>
                    <a:lnTo>
                      <a:pt x="1989" y="707"/>
                    </a:lnTo>
                    <a:lnTo>
                      <a:pt x="1992" y="721"/>
                    </a:lnTo>
                    <a:lnTo>
                      <a:pt x="1994" y="721"/>
                    </a:lnTo>
                    <a:lnTo>
                      <a:pt x="1997" y="730"/>
                    </a:lnTo>
                    <a:lnTo>
                      <a:pt x="1999" y="730"/>
                    </a:lnTo>
                    <a:lnTo>
                      <a:pt x="2001" y="730"/>
                    </a:lnTo>
                    <a:lnTo>
                      <a:pt x="2004" y="730"/>
                    </a:lnTo>
                    <a:lnTo>
                      <a:pt x="2006" y="743"/>
                    </a:lnTo>
                    <a:lnTo>
                      <a:pt x="2009" y="743"/>
                    </a:lnTo>
                    <a:lnTo>
                      <a:pt x="2011" y="729"/>
                    </a:lnTo>
                    <a:lnTo>
                      <a:pt x="2013" y="754"/>
                    </a:lnTo>
                    <a:lnTo>
                      <a:pt x="2016" y="757"/>
                    </a:lnTo>
                    <a:lnTo>
                      <a:pt x="2018" y="733"/>
                    </a:lnTo>
                    <a:lnTo>
                      <a:pt x="2021" y="738"/>
                    </a:lnTo>
                    <a:lnTo>
                      <a:pt x="2023" y="743"/>
                    </a:lnTo>
                    <a:lnTo>
                      <a:pt x="2025" y="719"/>
                    </a:lnTo>
                    <a:lnTo>
                      <a:pt x="2028" y="720"/>
                    </a:lnTo>
                    <a:lnTo>
                      <a:pt x="2030" y="720"/>
                    </a:lnTo>
                    <a:lnTo>
                      <a:pt x="2033" y="721"/>
                    </a:lnTo>
                    <a:lnTo>
                      <a:pt x="2035" y="721"/>
                    </a:lnTo>
                    <a:lnTo>
                      <a:pt x="2038" y="721"/>
                    </a:lnTo>
                    <a:lnTo>
                      <a:pt x="2040" y="724"/>
                    </a:lnTo>
                    <a:lnTo>
                      <a:pt x="2042" y="724"/>
                    </a:lnTo>
                    <a:lnTo>
                      <a:pt x="2045" y="707"/>
                    </a:lnTo>
                    <a:lnTo>
                      <a:pt x="2047" y="713"/>
                    </a:lnTo>
                    <a:lnTo>
                      <a:pt x="2050" y="713"/>
                    </a:lnTo>
                    <a:lnTo>
                      <a:pt x="2052" y="712"/>
                    </a:lnTo>
                    <a:lnTo>
                      <a:pt x="2054" y="714"/>
                    </a:lnTo>
                    <a:lnTo>
                      <a:pt x="2057" y="696"/>
                    </a:lnTo>
                    <a:lnTo>
                      <a:pt x="2059" y="710"/>
                    </a:lnTo>
                    <a:lnTo>
                      <a:pt x="2062" y="710"/>
                    </a:lnTo>
                    <a:lnTo>
                      <a:pt x="2064" y="695"/>
                    </a:lnTo>
                    <a:lnTo>
                      <a:pt x="2066" y="697"/>
                    </a:lnTo>
                    <a:lnTo>
                      <a:pt x="2069" y="697"/>
                    </a:lnTo>
                    <a:lnTo>
                      <a:pt x="2071" y="728"/>
                    </a:lnTo>
                    <a:lnTo>
                      <a:pt x="2074" y="729"/>
                    </a:lnTo>
                    <a:lnTo>
                      <a:pt x="2076" y="693"/>
                    </a:lnTo>
                    <a:lnTo>
                      <a:pt x="2078" y="693"/>
                    </a:lnTo>
                    <a:lnTo>
                      <a:pt x="2081" y="699"/>
                    </a:lnTo>
                    <a:lnTo>
                      <a:pt x="2083" y="693"/>
                    </a:lnTo>
                    <a:lnTo>
                      <a:pt x="2086" y="693"/>
                    </a:lnTo>
                    <a:lnTo>
                      <a:pt x="2088" y="694"/>
                    </a:lnTo>
                    <a:lnTo>
                      <a:pt x="2091" y="694"/>
                    </a:lnTo>
                    <a:lnTo>
                      <a:pt x="2093" y="694"/>
                    </a:lnTo>
                    <a:lnTo>
                      <a:pt x="2095" y="700"/>
                    </a:lnTo>
                    <a:lnTo>
                      <a:pt x="2098" y="700"/>
                    </a:lnTo>
                    <a:lnTo>
                      <a:pt x="2100" y="700"/>
                    </a:lnTo>
                    <a:lnTo>
                      <a:pt x="2103" y="718"/>
                    </a:lnTo>
                    <a:lnTo>
                      <a:pt x="2105" y="718"/>
                    </a:lnTo>
                    <a:lnTo>
                      <a:pt x="2107" y="718"/>
                    </a:lnTo>
                    <a:lnTo>
                      <a:pt x="2110" y="717"/>
                    </a:lnTo>
                    <a:lnTo>
                      <a:pt x="2112" y="728"/>
                    </a:lnTo>
                    <a:lnTo>
                      <a:pt x="2115" y="732"/>
                    </a:lnTo>
                    <a:lnTo>
                      <a:pt x="2117" y="732"/>
                    </a:lnTo>
                    <a:lnTo>
                      <a:pt x="2119" y="750"/>
                    </a:lnTo>
                    <a:lnTo>
                      <a:pt x="2122" y="755"/>
                    </a:lnTo>
                    <a:lnTo>
                      <a:pt x="2124" y="744"/>
                    </a:lnTo>
                    <a:lnTo>
                      <a:pt x="2127" y="747"/>
                    </a:lnTo>
                    <a:lnTo>
                      <a:pt x="2129" y="752"/>
                    </a:lnTo>
                    <a:lnTo>
                      <a:pt x="2131" y="732"/>
                    </a:lnTo>
                    <a:lnTo>
                      <a:pt x="2134" y="729"/>
                    </a:lnTo>
                    <a:lnTo>
                      <a:pt x="2136" y="730"/>
                    </a:lnTo>
                    <a:lnTo>
                      <a:pt x="2139" y="725"/>
                    </a:lnTo>
                    <a:lnTo>
                      <a:pt x="2141" y="713"/>
                    </a:lnTo>
                    <a:lnTo>
                      <a:pt x="2143" y="712"/>
                    </a:lnTo>
                    <a:lnTo>
                      <a:pt x="2146" y="716"/>
                    </a:lnTo>
                    <a:lnTo>
                      <a:pt x="2148" y="715"/>
                    </a:lnTo>
                    <a:lnTo>
                      <a:pt x="2151" y="715"/>
                    </a:lnTo>
                    <a:lnTo>
                      <a:pt x="2153" y="729"/>
                    </a:lnTo>
                    <a:lnTo>
                      <a:pt x="2155" y="729"/>
                    </a:lnTo>
                    <a:lnTo>
                      <a:pt x="2158" y="729"/>
                    </a:lnTo>
                    <a:lnTo>
                      <a:pt x="2160" y="745"/>
                    </a:lnTo>
                    <a:lnTo>
                      <a:pt x="2163" y="740"/>
                    </a:lnTo>
                    <a:lnTo>
                      <a:pt x="2165" y="740"/>
                    </a:lnTo>
                    <a:lnTo>
                      <a:pt x="2166" y="747"/>
                    </a:lnTo>
                    <a:lnTo>
                      <a:pt x="2166" y="742"/>
                    </a:lnTo>
                    <a:lnTo>
                      <a:pt x="2166" y="694"/>
                    </a:lnTo>
                    <a:lnTo>
                      <a:pt x="2166" y="654"/>
                    </a:lnTo>
                    <a:lnTo>
                      <a:pt x="2166" y="553"/>
                    </a:lnTo>
                    <a:lnTo>
                      <a:pt x="2166" y="543"/>
                    </a:lnTo>
                    <a:lnTo>
                      <a:pt x="2166" y="527"/>
                    </a:lnTo>
                    <a:lnTo>
                      <a:pt x="2165" y="531"/>
                    </a:lnTo>
                    <a:lnTo>
                      <a:pt x="2163" y="531"/>
                    </a:lnTo>
                    <a:lnTo>
                      <a:pt x="2160" y="509"/>
                    </a:lnTo>
                    <a:lnTo>
                      <a:pt x="2158" y="540"/>
                    </a:lnTo>
                    <a:lnTo>
                      <a:pt x="2155" y="540"/>
                    </a:lnTo>
                    <a:lnTo>
                      <a:pt x="2153" y="539"/>
                    </a:lnTo>
                    <a:lnTo>
                      <a:pt x="2151" y="549"/>
                    </a:lnTo>
                    <a:lnTo>
                      <a:pt x="2148" y="548"/>
                    </a:lnTo>
                    <a:lnTo>
                      <a:pt x="2146" y="548"/>
                    </a:lnTo>
                    <a:lnTo>
                      <a:pt x="2143" y="557"/>
                    </a:lnTo>
                    <a:lnTo>
                      <a:pt x="2141" y="574"/>
                    </a:lnTo>
                    <a:lnTo>
                      <a:pt x="2139" y="571"/>
                    </a:lnTo>
                    <a:lnTo>
                      <a:pt x="2136" y="600"/>
                    </a:lnTo>
                    <a:lnTo>
                      <a:pt x="2134" y="620"/>
                    </a:lnTo>
                    <a:lnTo>
                      <a:pt x="2131" y="619"/>
                    </a:lnTo>
                    <a:lnTo>
                      <a:pt x="2129" y="643"/>
                    </a:lnTo>
                    <a:lnTo>
                      <a:pt x="2127" y="666"/>
                    </a:lnTo>
                    <a:lnTo>
                      <a:pt x="2124" y="664"/>
                    </a:lnTo>
                    <a:lnTo>
                      <a:pt x="2122" y="669"/>
                    </a:lnTo>
                    <a:lnTo>
                      <a:pt x="2119" y="691"/>
                    </a:lnTo>
                    <a:lnTo>
                      <a:pt x="2117" y="677"/>
                    </a:lnTo>
                    <a:lnTo>
                      <a:pt x="2115" y="677"/>
                    </a:lnTo>
                    <a:lnTo>
                      <a:pt x="2112" y="690"/>
                    </a:lnTo>
                    <a:lnTo>
                      <a:pt x="2110" y="684"/>
                    </a:lnTo>
                    <a:lnTo>
                      <a:pt x="2107" y="680"/>
                    </a:lnTo>
                    <a:lnTo>
                      <a:pt x="2105" y="676"/>
                    </a:lnTo>
                    <a:lnTo>
                      <a:pt x="2103" y="676"/>
                    </a:lnTo>
                    <a:lnTo>
                      <a:pt x="2100" y="679"/>
                    </a:lnTo>
                    <a:lnTo>
                      <a:pt x="2098" y="679"/>
                    </a:lnTo>
                    <a:lnTo>
                      <a:pt x="2095" y="679"/>
                    </a:lnTo>
                    <a:lnTo>
                      <a:pt x="2093" y="682"/>
                    </a:lnTo>
                    <a:lnTo>
                      <a:pt x="2091" y="682"/>
                    </a:lnTo>
                    <a:lnTo>
                      <a:pt x="2088" y="681"/>
                    </a:lnTo>
                    <a:lnTo>
                      <a:pt x="2086" y="689"/>
                    </a:lnTo>
                    <a:lnTo>
                      <a:pt x="2083" y="689"/>
                    </a:lnTo>
                    <a:lnTo>
                      <a:pt x="2081" y="662"/>
                    </a:lnTo>
                    <a:lnTo>
                      <a:pt x="2078" y="687"/>
                    </a:lnTo>
                    <a:lnTo>
                      <a:pt x="2076" y="687"/>
                    </a:lnTo>
                    <a:lnTo>
                      <a:pt x="2074" y="660"/>
                    </a:lnTo>
                    <a:lnTo>
                      <a:pt x="2071" y="681"/>
                    </a:lnTo>
                    <a:lnTo>
                      <a:pt x="2069" y="694"/>
                    </a:lnTo>
                    <a:lnTo>
                      <a:pt x="2066" y="694"/>
                    </a:lnTo>
                    <a:lnTo>
                      <a:pt x="2064" y="692"/>
                    </a:lnTo>
                    <a:lnTo>
                      <a:pt x="2062" y="651"/>
                    </a:lnTo>
                    <a:lnTo>
                      <a:pt x="2059" y="651"/>
                    </a:lnTo>
                    <a:lnTo>
                      <a:pt x="2057" y="649"/>
                    </a:lnTo>
                    <a:lnTo>
                      <a:pt x="2054" y="605"/>
                    </a:lnTo>
                    <a:lnTo>
                      <a:pt x="2052" y="611"/>
                    </a:lnTo>
                    <a:lnTo>
                      <a:pt x="2050" y="610"/>
                    </a:lnTo>
                    <a:lnTo>
                      <a:pt x="2047" y="609"/>
                    </a:lnTo>
                    <a:lnTo>
                      <a:pt x="2045" y="635"/>
                    </a:lnTo>
                    <a:lnTo>
                      <a:pt x="2042" y="632"/>
                    </a:lnTo>
                    <a:lnTo>
                      <a:pt x="2040" y="632"/>
                    </a:lnTo>
                    <a:lnTo>
                      <a:pt x="2038" y="647"/>
                    </a:lnTo>
                    <a:lnTo>
                      <a:pt x="2035" y="647"/>
                    </a:lnTo>
                    <a:lnTo>
                      <a:pt x="2033" y="647"/>
                    </a:lnTo>
                    <a:lnTo>
                      <a:pt x="2030" y="654"/>
                    </a:lnTo>
                    <a:lnTo>
                      <a:pt x="2028" y="654"/>
                    </a:lnTo>
                    <a:lnTo>
                      <a:pt x="2025" y="662"/>
                    </a:lnTo>
                    <a:lnTo>
                      <a:pt x="2023" y="635"/>
                    </a:lnTo>
                    <a:lnTo>
                      <a:pt x="2021" y="626"/>
                    </a:lnTo>
                    <a:lnTo>
                      <a:pt x="2018" y="631"/>
                    </a:lnTo>
                    <a:lnTo>
                      <a:pt x="2016" y="623"/>
                    </a:lnTo>
                    <a:lnTo>
                      <a:pt x="2013" y="603"/>
                    </a:lnTo>
                    <a:lnTo>
                      <a:pt x="2011" y="623"/>
                    </a:lnTo>
                    <a:lnTo>
                      <a:pt x="2009" y="622"/>
                    </a:lnTo>
                    <a:lnTo>
                      <a:pt x="2006" y="623"/>
                    </a:lnTo>
                    <a:lnTo>
                      <a:pt x="2004" y="635"/>
                    </a:lnTo>
                    <a:lnTo>
                      <a:pt x="2001" y="635"/>
                    </a:lnTo>
                    <a:lnTo>
                      <a:pt x="1999" y="635"/>
                    </a:lnTo>
                    <a:lnTo>
                      <a:pt x="1997" y="635"/>
                    </a:lnTo>
                    <a:lnTo>
                      <a:pt x="1994" y="633"/>
                    </a:lnTo>
                    <a:lnTo>
                      <a:pt x="1992" y="633"/>
                    </a:lnTo>
                    <a:lnTo>
                      <a:pt x="1989" y="660"/>
                    </a:lnTo>
                    <a:lnTo>
                      <a:pt x="1987" y="646"/>
                    </a:lnTo>
                    <a:lnTo>
                      <a:pt x="1984" y="644"/>
                    </a:lnTo>
                    <a:lnTo>
                      <a:pt x="1982" y="649"/>
                    </a:lnTo>
                    <a:lnTo>
                      <a:pt x="1980" y="655"/>
                    </a:lnTo>
                    <a:lnTo>
                      <a:pt x="1977" y="618"/>
                    </a:lnTo>
                    <a:lnTo>
                      <a:pt x="1975" y="639"/>
                    </a:lnTo>
                    <a:lnTo>
                      <a:pt x="1972" y="631"/>
                    </a:lnTo>
                    <a:lnTo>
                      <a:pt x="1970" y="616"/>
                    </a:lnTo>
                    <a:lnTo>
                      <a:pt x="1968" y="622"/>
                    </a:lnTo>
                    <a:lnTo>
                      <a:pt x="1965" y="631"/>
                    </a:lnTo>
                    <a:lnTo>
                      <a:pt x="1963" y="620"/>
                    </a:lnTo>
                    <a:lnTo>
                      <a:pt x="1960" y="620"/>
                    </a:lnTo>
                    <a:lnTo>
                      <a:pt x="1958" y="615"/>
                    </a:lnTo>
                    <a:lnTo>
                      <a:pt x="1956" y="613"/>
                    </a:lnTo>
                    <a:lnTo>
                      <a:pt x="1953" y="615"/>
                    </a:lnTo>
                    <a:lnTo>
                      <a:pt x="1951" y="610"/>
                    </a:lnTo>
                    <a:lnTo>
                      <a:pt x="1948" y="589"/>
                    </a:lnTo>
                    <a:lnTo>
                      <a:pt x="1946" y="609"/>
                    </a:lnTo>
                    <a:lnTo>
                      <a:pt x="1944" y="606"/>
                    </a:lnTo>
                    <a:lnTo>
                      <a:pt x="1941" y="592"/>
                    </a:lnTo>
                    <a:lnTo>
                      <a:pt x="1939" y="603"/>
                    </a:lnTo>
                    <a:lnTo>
                      <a:pt x="1936" y="589"/>
                    </a:lnTo>
                    <a:lnTo>
                      <a:pt x="1934" y="589"/>
                    </a:lnTo>
                    <a:lnTo>
                      <a:pt x="1932" y="624"/>
                    </a:lnTo>
                    <a:lnTo>
                      <a:pt x="1929" y="612"/>
                    </a:lnTo>
                    <a:lnTo>
                      <a:pt x="1927" y="625"/>
                    </a:lnTo>
                    <a:lnTo>
                      <a:pt x="1924" y="638"/>
                    </a:lnTo>
                    <a:lnTo>
                      <a:pt x="1922" y="616"/>
                    </a:lnTo>
                    <a:lnTo>
                      <a:pt x="1920" y="632"/>
                    </a:lnTo>
                    <a:lnTo>
                      <a:pt x="1917" y="642"/>
                    </a:lnTo>
                    <a:lnTo>
                      <a:pt x="1915" y="622"/>
                    </a:lnTo>
                    <a:lnTo>
                      <a:pt x="1912" y="624"/>
                    </a:lnTo>
                    <a:lnTo>
                      <a:pt x="1910" y="630"/>
                    </a:lnTo>
                    <a:lnTo>
                      <a:pt x="1908" y="630"/>
                    </a:lnTo>
                    <a:lnTo>
                      <a:pt x="1905" y="611"/>
                    </a:lnTo>
                    <a:lnTo>
                      <a:pt x="1903" y="639"/>
                    </a:lnTo>
                    <a:lnTo>
                      <a:pt x="1900" y="639"/>
                    </a:lnTo>
                    <a:lnTo>
                      <a:pt x="1898" y="631"/>
                    </a:lnTo>
                    <a:lnTo>
                      <a:pt x="1896" y="638"/>
                    </a:lnTo>
                    <a:lnTo>
                      <a:pt x="1893" y="639"/>
                    </a:lnTo>
                    <a:lnTo>
                      <a:pt x="1891" y="634"/>
                    </a:lnTo>
                    <a:lnTo>
                      <a:pt x="1888" y="615"/>
                    </a:lnTo>
                    <a:lnTo>
                      <a:pt x="1886" y="615"/>
                    </a:lnTo>
                    <a:lnTo>
                      <a:pt x="1884" y="607"/>
                    </a:lnTo>
                    <a:lnTo>
                      <a:pt x="1881" y="579"/>
                    </a:lnTo>
                    <a:lnTo>
                      <a:pt x="1879" y="583"/>
                    </a:lnTo>
                    <a:lnTo>
                      <a:pt x="1876" y="570"/>
                    </a:lnTo>
                    <a:lnTo>
                      <a:pt x="1874" y="560"/>
                    </a:lnTo>
                    <a:lnTo>
                      <a:pt x="1872" y="572"/>
                    </a:lnTo>
                    <a:lnTo>
                      <a:pt x="1869" y="572"/>
                    </a:lnTo>
                    <a:lnTo>
                      <a:pt x="1867" y="565"/>
                    </a:lnTo>
                    <a:lnTo>
                      <a:pt x="1864" y="568"/>
                    </a:lnTo>
                    <a:lnTo>
                      <a:pt x="1862" y="578"/>
                    </a:lnTo>
                    <a:lnTo>
                      <a:pt x="1860" y="581"/>
                    </a:lnTo>
                    <a:lnTo>
                      <a:pt x="1857" y="588"/>
                    </a:lnTo>
                    <a:lnTo>
                      <a:pt x="1855" y="596"/>
                    </a:lnTo>
                    <a:lnTo>
                      <a:pt x="1852" y="603"/>
                    </a:lnTo>
                    <a:lnTo>
                      <a:pt x="1850" y="610"/>
                    </a:lnTo>
                    <a:lnTo>
                      <a:pt x="1848" y="603"/>
                    </a:lnTo>
                    <a:lnTo>
                      <a:pt x="1845" y="596"/>
                    </a:lnTo>
                    <a:lnTo>
                      <a:pt x="1843" y="585"/>
                    </a:lnTo>
                    <a:lnTo>
                      <a:pt x="1840" y="595"/>
                    </a:lnTo>
                    <a:lnTo>
                      <a:pt x="1838" y="606"/>
                    </a:lnTo>
                    <a:lnTo>
                      <a:pt x="1836" y="609"/>
                    </a:lnTo>
                    <a:lnTo>
                      <a:pt x="1833" y="611"/>
                    </a:lnTo>
                    <a:lnTo>
                      <a:pt x="1831" y="617"/>
                    </a:lnTo>
                    <a:lnTo>
                      <a:pt x="1828" y="622"/>
                    </a:lnTo>
                    <a:lnTo>
                      <a:pt x="1826" y="608"/>
                    </a:lnTo>
                    <a:lnTo>
                      <a:pt x="1824" y="620"/>
                    </a:lnTo>
                    <a:lnTo>
                      <a:pt x="1821" y="621"/>
                    </a:lnTo>
                    <a:lnTo>
                      <a:pt x="1819" y="610"/>
                    </a:lnTo>
                    <a:lnTo>
                      <a:pt x="1816" y="604"/>
                    </a:lnTo>
                    <a:lnTo>
                      <a:pt x="1814" y="605"/>
                    </a:lnTo>
                    <a:lnTo>
                      <a:pt x="1811" y="595"/>
                    </a:lnTo>
                    <a:lnTo>
                      <a:pt x="1809" y="595"/>
                    </a:lnTo>
                    <a:lnTo>
                      <a:pt x="1807" y="602"/>
                    </a:lnTo>
                    <a:lnTo>
                      <a:pt x="1804" y="598"/>
                    </a:lnTo>
                    <a:lnTo>
                      <a:pt x="1802" y="586"/>
                    </a:lnTo>
                    <a:lnTo>
                      <a:pt x="1799" y="606"/>
                    </a:lnTo>
                    <a:lnTo>
                      <a:pt x="1797" y="591"/>
                    </a:lnTo>
                    <a:lnTo>
                      <a:pt x="1795" y="577"/>
                    </a:lnTo>
                    <a:lnTo>
                      <a:pt x="1792" y="615"/>
                    </a:lnTo>
                    <a:lnTo>
                      <a:pt x="1790" y="607"/>
                    </a:lnTo>
                    <a:lnTo>
                      <a:pt x="1787" y="568"/>
                    </a:lnTo>
                    <a:lnTo>
                      <a:pt x="1785" y="614"/>
                    </a:lnTo>
                    <a:lnTo>
                      <a:pt x="1783" y="615"/>
                    </a:lnTo>
                    <a:lnTo>
                      <a:pt x="1780" y="570"/>
                    </a:lnTo>
                    <a:lnTo>
                      <a:pt x="1778" y="597"/>
                    </a:lnTo>
                    <a:lnTo>
                      <a:pt x="1775" y="605"/>
                    </a:lnTo>
                    <a:lnTo>
                      <a:pt x="1773" y="577"/>
                    </a:lnTo>
                    <a:lnTo>
                      <a:pt x="1771" y="586"/>
                    </a:lnTo>
                    <a:lnTo>
                      <a:pt x="1768" y="599"/>
                    </a:lnTo>
                    <a:lnTo>
                      <a:pt x="1766" y="576"/>
                    </a:lnTo>
                    <a:lnTo>
                      <a:pt x="1763" y="587"/>
                    </a:lnTo>
                    <a:lnTo>
                      <a:pt x="1761" y="603"/>
                    </a:lnTo>
                    <a:lnTo>
                      <a:pt x="1758" y="581"/>
                    </a:lnTo>
                    <a:lnTo>
                      <a:pt x="1756" y="596"/>
                    </a:lnTo>
                    <a:lnTo>
                      <a:pt x="1754" y="620"/>
                    </a:lnTo>
                    <a:lnTo>
                      <a:pt x="1751" y="593"/>
                    </a:lnTo>
                    <a:lnTo>
                      <a:pt x="1749" y="619"/>
                    </a:lnTo>
                    <a:lnTo>
                      <a:pt x="1746" y="631"/>
                    </a:lnTo>
                    <a:lnTo>
                      <a:pt x="1744" y="597"/>
                    </a:lnTo>
                    <a:lnTo>
                      <a:pt x="1742" y="623"/>
                    </a:lnTo>
                    <a:lnTo>
                      <a:pt x="1739" y="634"/>
                    </a:lnTo>
                    <a:lnTo>
                      <a:pt x="1737" y="615"/>
                    </a:lnTo>
                    <a:lnTo>
                      <a:pt x="1734" y="631"/>
                    </a:lnTo>
                    <a:lnTo>
                      <a:pt x="1732" y="651"/>
                    </a:lnTo>
                    <a:lnTo>
                      <a:pt x="1730" y="640"/>
                    </a:lnTo>
                    <a:lnTo>
                      <a:pt x="1727" y="640"/>
                    </a:lnTo>
                    <a:lnTo>
                      <a:pt x="1725" y="639"/>
                    </a:lnTo>
                    <a:lnTo>
                      <a:pt x="1722" y="652"/>
                    </a:lnTo>
                    <a:lnTo>
                      <a:pt x="1720" y="639"/>
                    </a:lnTo>
                    <a:lnTo>
                      <a:pt x="1717" y="615"/>
                    </a:lnTo>
                    <a:lnTo>
                      <a:pt x="1715" y="637"/>
                    </a:lnTo>
                    <a:lnTo>
                      <a:pt x="1713" y="631"/>
                    </a:lnTo>
                    <a:lnTo>
                      <a:pt x="1710" y="618"/>
                    </a:lnTo>
                    <a:lnTo>
                      <a:pt x="1708" y="645"/>
                    </a:lnTo>
                    <a:lnTo>
                      <a:pt x="1705" y="656"/>
                    </a:lnTo>
                    <a:lnTo>
                      <a:pt x="1703" y="656"/>
                    </a:lnTo>
                    <a:lnTo>
                      <a:pt x="1701" y="678"/>
                    </a:lnTo>
                    <a:lnTo>
                      <a:pt x="1698" y="687"/>
                    </a:lnTo>
                    <a:lnTo>
                      <a:pt x="1696" y="687"/>
                    </a:lnTo>
                    <a:lnTo>
                      <a:pt x="1693" y="704"/>
                    </a:lnTo>
                    <a:lnTo>
                      <a:pt x="1691" y="708"/>
                    </a:lnTo>
                    <a:lnTo>
                      <a:pt x="1689" y="708"/>
                    </a:lnTo>
                    <a:lnTo>
                      <a:pt x="1686" y="744"/>
                    </a:lnTo>
                    <a:lnTo>
                      <a:pt x="1684" y="747"/>
                    </a:lnTo>
                    <a:lnTo>
                      <a:pt x="1681" y="747"/>
                    </a:lnTo>
                    <a:lnTo>
                      <a:pt x="1679" y="782"/>
                    </a:lnTo>
                    <a:lnTo>
                      <a:pt x="1677" y="784"/>
                    </a:lnTo>
                    <a:lnTo>
                      <a:pt x="1674" y="785"/>
                    </a:lnTo>
                    <a:lnTo>
                      <a:pt x="1672" y="771"/>
                    </a:lnTo>
                    <a:lnTo>
                      <a:pt x="1669" y="763"/>
                    </a:lnTo>
                    <a:lnTo>
                      <a:pt x="1667" y="763"/>
                    </a:lnTo>
                    <a:lnTo>
                      <a:pt x="1665" y="736"/>
                    </a:lnTo>
                    <a:lnTo>
                      <a:pt x="1662" y="720"/>
                    </a:lnTo>
                    <a:lnTo>
                      <a:pt x="1660" y="703"/>
                    </a:lnTo>
                    <a:lnTo>
                      <a:pt x="1657" y="688"/>
                    </a:lnTo>
                    <a:lnTo>
                      <a:pt x="1655" y="682"/>
                    </a:lnTo>
                    <a:lnTo>
                      <a:pt x="1653" y="659"/>
                    </a:lnTo>
                    <a:lnTo>
                      <a:pt x="1650" y="666"/>
                    </a:lnTo>
                    <a:lnTo>
                      <a:pt x="1648" y="665"/>
                    </a:lnTo>
                    <a:lnTo>
                      <a:pt x="1645" y="649"/>
                    </a:lnTo>
                    <a:lnTo>
                      <a:pt x="1643" y="671"/>
                    </a:lnTo>
                    <a:lnTo>
                      <a:pt x="1641" y="671"/>
                    </a:lnTo>
                    <a:lnTo>
                      <a:pt x="1638" y="663"/>
                    </a:lnTo>
                    <a:lnTo>
                      <a:pt x="1636" y="691"/>
                    </a:lnTo>
                    <a:lnTo>
                      <a:pt x="1633" y="689"/>
                    </a:lnTo>
                    <a:lnTo>
                      <a:pt x="1631" y="690"/>
                    </a:lnTo>
                    <a:lnTo>
                      <a:pt x="1629" y="713"/>
                    </a:lnTo>
                    <a:lnTo>
                      <a:pt x="1626" y="732"/>
                    </a:lnTo>
                    <a:lnTo>
                      <a:pt x="1624" y="753"/>
                    </a:lnTo>
                    <a:lnTo>
                      <a:pt x="1621" y="770"/>
                    </a:lnTo>
                    <a:lnTo>
                      <a:pt x="1619" y="766"/>
                    </a:lnTo>
                    <a:lnTo>
                      <a:pt x="1617" y="669"/>
                    </a:lnTo>
                    <a:lnTo>
                      <a:pt x="1614" y="669"/>
                    </a:lnTo>
                    <a:lnTo>
                      <a:pt x="1612" y="557"/>
                    </a:lnTo>
                    <a:lnTo>
                      <a:pt x="1609" y="385"/>
                    </a:lnTo>
                    <a:lnTo>
                      <a:pt x="1607" y="331"/>
                    </a:lnTo>
                    <a:lnTo>
                      <a:pt x="1605" y="183"/>
                    </a:lnTo>
                    <a:lnTo>
                      <a:pt x="1602" y="59"/>
                    </a:lnTo>
                    <a:lnTo>
                      <a:pt x="1600" y="38"/>
                    </a:lnTo>
                    <a:lnTo>
                      <a:pt x="1597" y="20"/>
                    </a:lnTo>
                    <a:lnTo>
                      <a:pt x="1595" y="3"/>
                    </a:lnTo>
                    <a:lnTo>
                      <a:pt x="1593" y="0"/>
                    </a:lnTo>
                    <a:lnTo>
                      <a:pt x="1590" y="0"/>
                    </a:lnTo>
                    <a:lnTo>
                      <a:pt x="1588" y="4"/>
                    </a:lnTo>
                    <a:lnTo>
                      <a:pt x="1585" y="3"/>
                    </a:lnTo>
                    <a:lnTo>
                      <a:pt x="1583" y="12"/>
                    </a:lnTo>
                    <a:lnTo>
                      <a:pt x="1581" y="73"/>
                    </a:lnTo>
                    <a:lnTo>
                      <a:pt x="1578" y="73"/>
                    </a:lnTo>
                    <a:lnTo>
                      <a:pt x="1576" y="79"/>
                    </a:lnTo>
                    <a:lnTo>
                      <a:pt x="1573" y="143"/>
                    </a:lnTo>
                    <a:lnTo>
                      <a:pt x="1571" y="140"/>
                    </a:lnTo>
                    <a:lnTo>
                      <a:pt x="1569" y="147"/>
                    </a:lnTo>
                    <a:lnTo>
                      <a:pt x="1566" y="260"/>
                    </a:lnTo>
                    <a:lnTo>
                      <a:pt x="1564" y="285"/>
                    </a:lnTo>
                    <a:lnTo>
                      <a:pt x="1561" y="344"/>
                    </a:lnTo>
                    <a:lnTo>
                      <a:pt x="1559" y="514"/>
                    </a:lnTo>
                    <a:lnTo>
                      <a:pt x="1557" y="621"/>
                    </a:lnTo>
                    <a:lnTo>
                      <a:pt x="1554" y="760"/>
                    </a:lnTo>
                    <a:lnTo>
                      <a:pt x="1552" y="943"/>
                    </a:lnTo>
                    <a:lnTo>
                      <a:pt x="1549" y="985"/>
                    </a:lnTo>
                    <a:lnTo>
                      <a:pt x="1547" y="1002"/>
                    </a:lnTo>
                    <a:lnTo>
                      <a:pt x="1544" y="1012"/>
                    </a:lnTo>
                    <a:lnTo>
                      <a:pt x="1542" y="1012"/>
                    </a:lnTo>
                    <a:lnTo>
                      <a:pt x="1540" y="1013"/>
                    </a:lnTo>
                    <a:lnTo>
                      <a:pt x="1537" y="1014"/>
                    </a:lnTo>
                    <a:lnTo>
                      <a:pt x="1535" y="1014"/>
                    </a:lnTo>
                    <a:lnTo>
                      <a:pt x="1532" y="1014"/>
                    </a:lnTo>
                    <a:lnTo>
                      <a:pt x="1530" y="1014"/>
                    </a:lnTo>
                    <a:lnTo>
                      <a:pt x="1528" y="1014"/>
                    </a:lnTo>
                    <a:lnTo>
                      <a:pt x="1525" y="1014"/>
                    </a:lnTo>
                    <a:lnTo>
                      <a:pt x="1523" y="1014"/>
                    </a:lnTo>
                    <a:lnTo>
                      <a:pt x="1520" y="1014"/>
                    </a:lnTo>
                    <a:lnTo>
                      <a:pt x="1518" y="1015"/>
                    </a:lnTo>
                    <a:lnTo>
                      <a:pt x="1516" y="1014"/>
                    </a:lnTo>
                    <a:lnTo>
                      <a:pt x="1513" y="1013"/>
                    </a:lnTo>
                    <a:lnTo>
                      <a:pt x="1511" y="1013"/>
                    </a:lnTo>
                    <a:lnTo>
                      <a:pt x="1508" y="1013"/>
                    </a:lnTo>
                    <a:lnTo>
                      <a:pt x="1506" y="1013"/>
                    </a:lnTo>
                    <a:lnTo>
                      <a:pt x="1504" y="1013"/>
                    </a:lnTo>
                    <a:lnTo>
                      <a:pt x="1501" y="1011"/>
                    </a:lnTo>
                    <a:lnTo>
                      <a:pt x="1499" y="1006"/>
                    </a:lnTo>
                    <a:lnTo>
                      <a:pt x="1496" y="1006"/>
                    </a:lnTo>
                    <a:lnTo>
                      <a:pt x="1494" y="1006"/>
                    </a:lnTo>
                    <a:lnTo>
                      <a:pt x="1491" y="1006"/>
                    </a:lnTo>
                    <a:lnTo>
                      <a:pt x="1489" y="1006"/>
                    </a:lnTo>
                    <a:lnTo>
                      <a:pt x="1487" y="1006"/>
                    </a:lnTo>
                    <a:lnTo>
                      <a:pt x="1484" y="1006"/>
                    </a:lnTo>
                    <a:lnTo>
                      <a:pt x="1482" y="1006"/>
                    </a:lnTo>
                    <a:lnTo>
                      <a:pt x="1479" y="1005"/>
                    </a:lnTo>
                    <a:lnTo>
                      <a:pt x="1477" y="1006"/>
                    </a:lnTo>
                    <a:lnTo>
                      <a:pt x="1475" y="1003"/>
                    </a:lnTo>
                    <a:lnTo>
                      <a:pt x="1472" y="998"/>
                    </a:lnTo>
                    <a:lnTo>
                      <a:pt x="1470" y="993"/>
                    </a:lnTo>
                    <a:lnTo>
                      <a:pt x="1467" y="985"/>
                    </a:lnTo>
                    <a:lnTo>
                      <a:pt x="1465" y="985"/>
                    </a:lnTo>
                    <a:lnTo>
                      <a:pt x="1463" y="985"/>
                    </a:lnTo>
                    <a:lnTo>
                      <a:pt x="1460" y="985"/>
                    </a:lnTo>
                    <a:lnTo>
                      <a:pt x="1458" y="988"/>
                    </a:lnTo>
                    <a:lnTo>
                      <a:pt x="1455" y="996"/>
                    </a:lnTo>
                    <a:lnTo>
                      <a:pt x="1453" y="999"/>
                    </a:lnTo>
                    <a:lnTo>
                      <a:pt x="1450" y="1000"/>
                    </a:lnTo>
                    <a:lnTo>
                      <a:pt x="1448" y="999"/>
                    </a:lnTo>
                    <a:lnTo>
                      <a:pt x="1446" y="1000"/>
                    </a:lnTo>
                    <a:lnTo>
                      <a:pt x="1443" y="1003"/>
                    </a:lnTo>
                    <a:lnTo>
                      <a:pt x="1441" y="1003"/>
                    </a:lnTo>
                    <a:lnTo>
                      <a:pt x="1438" y="1003"/>
                    </a:lnTo>
                    <a:lnTo>
                      <a:pt x="1436" y="1003"/>
                    </a:lnTo>
                    <a:lnTo>
                      <a:pt x="1434" y="1003"/>
                    </a:lnTo>
                    <a:lnTo>
                      <a:pt x="1431" y="999"/>
                    </a:lnTo>
                    <a:lnTo>
                      <a:pt x="1429" y="994"/>
                    </a:lnTo>
                    <a:lnTo>
                      <a:pt x="1426" y="994"/>
                    </a:lnTo>
                    <a:lnTo>
                      <a:pt x="1424" y="1002"/>
                    </a:lnTo>
                    <a:lnTo>
                      <a:pt x="1422" y="1006"/>
                    </a:lnTo>
                    <a:lnTo>
                      <a:pt x="1419" y="1006"/>
                    </a:lnTo>
                    <a:lnTo>
                      <a:pt x="1417" y="1006"/>
                    </a:lnTo>
                    <a:lnTo>
                      <a:pt x="1414" y="1006"/>
                    </a:lnTo>
                    <a:lnTo>
                      <a:pt x="1412" y="1006"/>
                    </a:lnTo>
                    <a:lnTo>
                      <a:pt x="1410" y="1005"/>
                    </a:lnTo>
                    <a:lnTo>
                      <a:pt x="1407" y="1006"/>
                    </a:lnTo>
                    <a:lnTo>
                      <a:pt x="1405" y="1005"/>
                    </a:lnTo>
                    <a:lnTo>
                      <a:pt x="1402" y="1004"/>
                    </a:lnTo>
                    <a:lnTo>
                      <a:pt x="1400" y="1005"/>
                    </a:lnTo>
                    <a:lnTo>
                      <a:pt x="1398" y="1006"/>
                    </a:lnTo>
                    <a:lnTo>
                      <a:pt x="1395" y="993"/>
                    </a:lnTo>
                    <a:lnTo>
                      <a:pt x="1393" y="994"/>
                    </a:lnTo>
                    <a:lnTo>
                      <a:pt x="1390" y="993"/>
                    </a:lnTo>
                    <a:lnTo>
                      <a:pt x="1388" y="993"/>
                    </a:lnTo>
                    <a:lnTo>
                      <a:pt x="1386" y="994"/>
                    </a:lnTo>
                    <a:lnTo>
                      <a:pt x="1383" y="994"/>
                    </a:lnTo>
                    <a:lnTo>
                      <a:pt x="1381" y="994"/>
                    </a:lnTo>
                    <a:lnTo>
                      <a:pt x="1378" y="994"/>
                    </a:lnTo>
                    <a:lnTo>
                      <a:pt x="1376" y="994"/>
                    </a:lnTo>
                    <a:lnTo>
                      <a:pt x="1374" y="994"/>
                    </a:lnTo>
                    <a:lnTo>
                      <a:pt x="1371" y="994"/>
                    </a:lnTo>
                    <a:lnTo>
                      <a:pt x="1369" y="996"/>
                    </a:lnTo>
                    <a:lnTo>
                      <a:pt x="1366" y="996"/>
                    </a:lnTo>
                    <a:lnTo>
                      <a:pt x="1364" y="996"/>
                    </a:lnTo>
                    <a:lnTo>
                      <a:pt x="1362" y="996"/>
                    </a:lnTo>
                    <a:lnTo>
                      <a:pt x="1359" y="997"/>
                    </a:lnTo>
                    <a:lnTo>
                      <a:pt x="1357" y="1004"/>
                    </a:lnTo>
                    <a:lnTo>
                      <a:pt x="1354" y="1005"/>
                    </a:lnTo>
                    <a:lnTo>
                      <a:pt x="1352" y="1007"/>
                    </a:lnTo>
                    <a:lnTo>
                      <a:pt x="1350" y="1007"/>
                    </a:lnTo>
                    <a:lnTo>
                      <a:pt x="1347" y="1007"/>
                    </a:lnTo>
                    <a:lnTo>
                      <a:pt x="1345" y="1007"/>
                    </a:lnTo>
                    <a:lnTo>
                      <a:pt x="1342" y="1009"/>
                    </a:lnTo>
                    <a:lnTo>
                      <a:pt x="1340" y="1009"/>
                    </a:lnTo>
                    <a:lnTo>
                      <a:pt x="1338" y="1008"/>
                    </a:lnTo>
                    <a:lnTo>
                      <a:pt x="1335" y="1008"/>
                    </a:lnTo>
                    <a:lnTo>
                      <a:pt x="1333" y="1008"/>
                    </a:lnTo>
                    <a:lnTo>
                      <a:pt x="1331" y="1008"/>
                    </a:lnTo>
                    <a:lnTo>
                      <a:pt x="1328" y="1010"/>
                    </a:lnTo>
                    <a:lnTo>
                      <a:pt x="1326" y="1006"/>
                    </a:lnTo>
                    <a:lnTo>
                      <a:pt x="1323" y="1006"/>
                    </a:lnTo>
                    <a:lnTo>
                      <a:pt x="1321" y="1006"/>
                    </a:lnTo>
                    <a:lnTo>
                      <a:pt x="1318" y="1006"/>
                    </a:lnTo>
                    <a:lnTo>
                      <a:pt x="1316" y="1006"/>
                    </a:lnTo>
                    <a:lnTo>
                      <a:pt x="1314" y="1006"/>
                    </a:lnTo>
                    <a:lnTo>
                      <a:pt x="1311" y="1006"/>
                    </a:lnTo>
                    <a:lnTo>
                      <a:pt x="1309" y="1006"/>
                    </a:lnTo>
                    <a:lnTo>
                      <a:pt x="1306" y="1010"/>
                    </a:lnTo>
                    <a:lnTo>
                      <a:pt x="1304" y="1014"/>
                    </a:lnTo>
                    <a:lnTo>
                      <a:pt x="1302" y="1012"/>
                    </a:lnTo>
                    <a:lnTo>
                      <a:pt x="1299" y="1014"/>
                    </a:lnTo>
                    <a:lnTo>
                      <a:pt x="1297" y="1006"/>
                    </a:lnTo>
                    <a:lnTo>
                      <a:pt x="1294" y="1006"/>
                    </a:lnTo>
                    <a:lnTo>
                      <a:pt x="1292" y="1006"/>
                    </a:lnTo>
                    <a:lnTo>
                      <a:pt x="1290" y="1010"/>
                    </a:lnTo>
                    <a:lnTo>
                      <a:pt x="1287" y="1011"/>
                    </a:lnTo>
                    <a:lnTo>
                      <a:pt x="1285" y="1011"/>
                    </a:lnTo>
                    <a:lnTo>
                      <a:pt x="1282" y="1009"/>
                    </a:lnTo>
                    <a:lnTo>
                      <a:pt x="1280" y="1010"/>
                    </a:lnTo>
                    <a:lnTo>
                      <a:pt x="1277" y="1010"/>
                    </a:lnTo>
                    <a:lnTo>
                      <a:pt x="1275" y="1010"/>
                    </a:lnTo>
                    <a:lnTo>
                      <a:pt x="1273" y="1010"/>
                    </a:lnTo>
                    <a:lnTo>
                      <a:pt x="1270" y="1011"/>
                    </a:lnTo>
                    <a:lnTo>
                      <a:pt x="1268" y="1010"/>
                    </a:lnTo>
                    <a:lnTo>
                      <a:pt x="1265" y="1008"/>
                    </a:lnTo>
                    <a:lnTo>
                      <a:pt x="1263" y="1008"/>
                    </a:lnTo>
                    <a:lnTo>
                      <a:pt x="1261" y="1008"/>
                    </a:lnTo>
                    <a:lnTo>
                      <a:pt x="1258" y="1008"/>
                    </a:lnTo>
                    <a:lnTo>
                      <a:pt x="1256" y="1008"/>
                    </a:lnTo>
                    <a:lnTo>
                      <a:pt x="1253" y="1011"/>
                    </a:lnTo>
                    <a:lnTo>
                      <a:pt x="1251" y="1011"/>
                    </a:lnTo>
                    <a:lnTo>
                      <a:pt x="1249" y="1011"/>
                    </a:lnTo>
                    <a:lnTo>
                      <a:pt x="1246" y="1010"/>
                    </a:lnTo>
                    <a:lnTo>
                      <a:pt x="1244" y="1010"/>
                    </a:lnTo>
                    <a:lnTo>
                      <a:pt x="1241" y="1009"/>
                    </a:lnTo>
                    <a:lnTo>
                      <a:pt x="1239" y="1008"/>
                    </a:lnTo>
                    <a:lnTo>
                      <a:pt x="1237" y="1008"/>
                    </a:lnTo>
                    <a:lnTo>
                      <a:pt x="1234" y="1008"/>
                    </a:lnTo>
                    <a:lnTo>
                      <a:pt x="1232" y="1006"/>
                    </a:lnTo>
                    <a:lnTo>
                      <a:pt x="1229" y="999"/>
                    </a:lnTo>
                    <a:lnTo>
                      <a:pt x="1227" y="999"/>
                    </a:lnTo>
                    <a:lnTo>
                      <a:pt x="1224" y="999"/>
                    </a:lnTo>
                    <a:lnTo>
                      <a:pt x="1222" y="1005"/>
                    </a:lnTo>
                    <a:lnTo>
                      <a:pt x="1220" y="1002"/>
                    </a:lnTo>
                    <a:lnTo>
                      <a:pt x="1217" y="1002"/>
                    </a:lnTo>
                    <a:lnTo>
                      <a:pt x="1215" y="1002"/>
                    </a:lnTo>
                    <a:lnTo>
                      <a:pt x="1212" y="1004"/>
                    </a:lnTo>
                    <a:lnTo>
                      <a:pt x="1210" y="1008"/>
                    </a:lnTo>
                    <a:lnTo>
                      <a:pt x="1208" y="1006"/>
                    </a:lnTo>
                    <a:lnTo>
                      <a:pt x="1205" y="1006"/>
                    </a:lnTo>
                    <a:lnTo>
                      <a:pt x="1203" y="1008"/>
                    </a:lnTo>
                    <a:lnTo>
                      <a:pt x="1200" y="1008"/>
                    </a:lnTo>
                    <a:lnTo>
                      <a:pt x="1198" y="1009"/>
                    </a:lnTo>
                    <a:lnTo>
                      <a:pt x="1196" y="1008"/>
                    </a:lnTo>
                    <a:lnTo>
                      <a:pt x="1193" y="1008"/>
                    </a:lnTo>
                    <a:lnTo>
                      <a:pt x="1191" y="1007"/>
                    </a:lnTo>
                    <a:lnTo>
                      <a:pt x="1188" y="1006"/>
                    </a:lnTo>
                    <a:lnTo>
                      <a:pt x="1186" y="1011"/>
                    </a:lnTo>
                    <a:lnTo>
                      <a:pt x="1183" y="1015"/>
                    </a:lnTo>
                    <a:lnTo>
                      <a:pt x="1181" y="1015"/>
                    </a:lnTo>
                    <a:lnTo>
                      <a:pt x="1179" y="1016"/>
                    </a:lnTo>
                    <a:lnTo>
                      <a:pt x="1176" y="1017"/>
                    </a:lnTo>
                    <a:lnTo>
                      <a:pt x="1174" y="1017"/>
                    </a:lnTo>
                    <a:lnTo>
                      <a:pt x="1171" y="1017"/>
                    </a:lnTo>
                    <a:lnTo>
                      <a:pt x="1169" y="1016"/>
                    </a:lnTo>
                    <a:lnTo>
                      <a:pt x="1167" y="1016"/>
                    </a:lnTo>
                    <a:lnTo>
                      <a:pt x="1164" y="1017"/>
                    </a:lnTo>
                    <a:lnTo>
                      <a:pt x="1162" y="1017"/>
                    </a:lnTo>
                    <a:lnTo>
                      <a:pt x="1159" y="1017"/>
                    </a:lnTo>
                    <a:lnTo>
                      <a:pt x="1157" y="1016"/>
                    </a:lnTo>
                    <a:lnTo>
                      <a:pt x="1155" y="1016"/>
                    </a:lnTo>
                    <a:lnTo>
                      <a:pt x="1152" y="1017"/>
                    </a:lnTo>
                    <a:lnTo>
                      <a:pt x="1150" y="1016"/>
                    </a:lnTo>
                    <a:lnTo>
                      <a:pt x="1147" y="1016"/>
                    </a:lnTo>
                    <a:lnTo>
                      <a:pt x="1145" y="1016"/>
                    </a:lnTo>
                    <a:lnTo>
                      <a:pt x="1143" y="1015"/>
                    </a:lnTo>
                    <a:lnTo>
                      <a:pt x="1140" y="1016"/>
                    </a:lnTo>
                    <a:lnTo>
                      <a:pt x="1138" y="1014"/>
                    </a:lnTo>
                    <a:lnTo>
                      <a:pt x="1135" y="1013"/>
                    </a:lnTo>
                    <a:lnTo>
                      <a:pt x="1133" y="1013"/>
                    </a:lnTo>
                    <a:lnTo>
                      <a:pt x="1131" y="1013"/>
                    </a:lnTo>
                    <a:lnTo>
                      <a:pt x="1128" y="1009"/>
                    </a:lnTo>
                    <a:lnTo>
                      <a:pt x="1126" y="1012"/>
                    </a:lnTo>
                    <a:lnTo>
                      <a:pt x="1123" y="1010"/>
                    </a:lnTo>
                    <a:lnTo>
                      <a:pt x="1121" y="1006"/>
                    </a:lnTo>
                    <a:lnTo>
                      <a:pt x="1119" y="1006"/>
                    </a:lnTo>
                    <a:lnTo>
                      <a:pt x="1116" y="1002"/>
                    </a:lnTo>
                    <a:lnTo>
                      <a:pt x="1114" y="1000"/>
                    </a:lnTo>
                    <a:lnTo>
                      <a:pt x="1111" y="1000"/>
                    </a:lnTo>
                    <a:lnTo>
                      <a:pt x="1109" y="1003"/>
                    </a:lnTo>
                    <a:lnTo>
                      <a:pt x="1107" y="1004"/>
                    </a:lnTo>
                    <a:lnTo>
                      <a:pt x="1104" y="1005"/>
                    </a:lnTo>
                    <a:lnTo>
                      <a:pt x="1102" y="1005"/>
                    </a:lnTo>
                    <a:lnTo>
                      <a:pt x="1099" y="1005"/>
                    </a:lnTo>
                    <a:lnTo>
                      <a:pt x="1097" y="1006"/>
                    </a:lnTo>
                    <a:lnTo>
                      <a:pt x="1095" y="1009"/>
                    </a:lnTo>
                    <a:lnTo>
                      <a:pt x="1092" y="1008"/>
                    </a:lnTo>
                    <a:lnTo>
                      <a:pt x="1090" y="1006"/>
                    </a:lnTo>
                    <a:lnTo>
                      <a:pt x="1088" y="1004"/>
                    </a:lnTo>
                    <a:lnTo>
                      <a:pt x="1085" y="1005"/>
                    </a:lnTo>
                    <a:lnTo>
                      <a:pt x="1083" y="1004"/>
                    </a:lnTo>
                    <a:lnTo>
                      <a:pt x="1080" y="1004"/>
                    </a:lnTo>
                    <a:lnTo>
                      <a:pt x="1078" y="1008"/>
                    </a:lnTo>
                    <a:lnTo>
                      <a:pt x="1076" y="1010"/>
                    </a:lnTo>
                    <a:lnTo>
                      <a:pt x="1073" y="1010"/>
                    </a:lnTo>
                    <a:lnTo>
                      <a:pt x="1071" y="1009"/>
                    </a:lnTo>
                    <a:lnTo>
                      <a:pt x="1068" y="1009"/>
                    </a:lnTo>
                    <a:lnTo>
                      <a:pt x="1066" y="1009"/>
                    </a:lnTo>
                    <a:lnTo>
                      <a:pt x="1064" y="1009"/>
                    </a:lnTo>
                    <a:lnTo>
                      <a:pt x="1061" y="1009"/>
                    </a:lnTo>
                    <a:lnTo>
                      <a:pt x="1059" y="1009"/>
                    </a:lnTo>
                    <a:lnTo>
                      <a:pt x="1056" y="1009"/>
                    </a:lnTo>
                    <a:lnTo>
                      <a:pt x="1054" y="1008"/>
                    </a:lnTo>
                    <a:lnTo>
                      <a:pt x="1051" y="1008"/>
                    </a:lnTo>
                    <a:lnTo>
                      <a:pt x="1049" y="1010"/>
                    </a:lnTo>
                    <a:lnTo>
                      <a:pt x="1047" y="1010"/>
                    </a:lnTo>
                    <a:lnTo>
                      <a:pt x="1044" y="1009"/>
                    </a:lnTo>
                    <a:lnTo>
                      <a:pt x="1042" y="1010"/>
                    </a:lnTo>
                    <a:lnTo>
                      <a:pt x="1039" y="1009"/>
                    </a:lnTo>
                    <a:lnTo>
                      <a:pt x="1037" y="1009"/>
                    </a:lnTo>
                    <a:lnTo>
                      <a:pt x="1035" y="1008"/>
                    </a:lnTo>
                    <a:lnTo>
                      <a:pt x="1032" y="1007"/>
                    </a:lnTo>
                    <a:lnTo>
                      <a:pt x="1030" y="1011"/>
                    </a:lnTo>
                    <a:lnTo>
                      <a:pt x="1027" y="1010"/>
                    </a:lnTo>
                    <a:lnTo>
                      <a:pt x="1025" y="1006"/>
                    </a:lnTo>
                    <a:lnTo>
                      <a:pt x="1023" y="1006"/>
                    </a:lnTo>
                    <a:lnTo>
                      <a:pt x="1020" y="1006"/>
                    </a:lnTo>
                    <a:lnTo>
                      <a:pt x="1018" y="1005"/>
                    </a:lnTo>
                    <a:lnTo>
                      <a:pt x="1015" y="1003"/>
                    </a:lnTo>
                    <a:lnTo>
                      <a:pt x="1013" y="1002"/>
                    </a:lnTo>
                    <a:lnTo>
                      <a:pt x="1010" y="1001"/>
                    </a:lnTo>
                    <a:lnTo>
                      <a:pt x="1008" y="1001"/>
                    </a:lnTo>
                    <a:lnTo>
                      <a:pt x="1006" y="1001"/>
                    </a:lnTo>
                    <a:lnTo>
                      <a:pt x="1003" y="1001"/>
                    </a:lnTo>
                    <a:lnTo>
                      <a:pt x="1001" y="1001"/>
                    </a:lnTo>
                    <a:lnTo>
                      <a:pt x="998" y="1001"/>
                    </a:lnTo>
                    <a:lnTo>
                      <a:pt x="996" y="998"/>
                    </a:lnTo>
                    <a:lnTo>
                      <a:pt x="994" y="994"/>
                    </a:lnTo>
                    <a:lnTo>
                      <a:pt x="991" y="991"/>
                    </a:lnTo>
                    <a:lnTo>
                      <a:pt x="989" y="989"/>
                    </a:lnTo>
                    <a:lnTo>
                      <a:pt x="986" y="985"/>
                    </a:lnTo>
                    <a:lnTo>
                      <a:pt x="984" y="985"/>
                    </a:lnTo>
                    <a:lnTo>
                      <a:pt x="982" y="992"/>
                    </a:lnTo>
                    <a:lnTo>
                      <a:pt x="979" y="993"/>
                    </a:lnTo>
                    <a:lnTo>
                      <a:pt x="977" y="993"/>
                    </a:lnTo>
                    <a:lnTo>
                      <a:pt x="974" y="994"/>
                    </a:lnTo>
                    <a:lnTo>
                      <a:pt x="972" y="994"/>
                    </a:lnTo>
                    <a:lnTo>
                      <a:pt x="970" y="996"/>
                    </a:lnTo>
                    <a:lnTo>
                      <a:pt x="967" y="997"/>
                    </a:lnTo>
                    <a:lnTo>
                      <a:pt x="965" y="997"/>
                    </a:lnTo>
                    <a:lnTo>
                      <a:pt x="962" y="997"/>
                    </a:lnTo>
                    <a:lnTo>
                      <a:pt x="960" y="999"/>
                    </a:lnTo>
                    <a:lnTo>
                      <a:pt x="957" y="998"/>
                    </a:lnTo>
                    <a:lnTo>
                      <a:pt x="955" y="1001"/>
                    </a:lnTo>
                    <a:lnTo>
                      <a:pt x="953" y="1001"/>
                    </a:lnTo>
                    <a:lnTo>
                      <a:pt x="950" y="1001"/>
                    </a:lnTo>
                    <a:lnTo>
                      <a:pt x="948" y="1002"/>
                    </a:lnTo>
                    <a:lnTo>
                      <a:pt x="945" y="1006"/>
                    </a:lnTo>
                    <a:lnTo>
                      <a:pt x="943" y="1008"/>
                    </a:lnTo>
                    <a:lnTo>
                      <a:pt x="941" y="1008"/>
                    </a:lnTo>
                    <a:lnTo>
                      <a:pt x="938" y="1008"/>
                    </a:lnTo>
                    <a:lnTo>
                      <a:pt x="936" y="1008"/>
                    </a:lnTo>
                    <a:lnTo>
                      <a:pt x="933" y="1009"/>
                    </a:lnTo>
                    <a:lnTo>
                      <a:pt x="931" y="1009"/>
                    </a:lnTo>
                    <a:lnTo>
                      <a:pt x="929" y="1009"/>
                    </a:lnTo>
                    <a:lnTo>
                      <a:pt x="926" y="1010"/>
                    </a:lnTo>
                    <a:lnTo>
                      <a:pt x="924" y="1011"/>
                    </a:lnTo>
                    <a:lnTo>
                      <a:pt x="921" y="1011"/>
                    </a:lnTo>
                    <a:lnTo>
                      <a:pt x="919" y="1009"/>
                    </a:lnTo>
                    <a:lnTo>
                      <a:pt x="916" y="1009"/>
                    </a:lnTo>
                    <a:lnTo>
                      <a:pt x="914" y="1006"/>
                    </a:lnTo>
                    <a:lnTo>
                      <a:pt x="912" y="1005"/>
                    </a:lnTo>
                    <a:lnTo>
                      <a:pt x="909" y="1005"/>
                    </a:lnTo>
                    <a:lnTo>
                      <a:pt x="907" y="1005"/>
                    </a:lnTo>
                    <a:lnTo>
                      <a:pt x="904" y="1005"/>
                    </a:lnTo>
                    <a:lnTo>
                      <a:pt x="902" y="1006"/>
                    </a:lnTo>
                    <a:lnTo>
                      <a:pt x="900" y="1006"/>
                    </a:lnTo>
                    <a:lnTo>
                      <a:pt x="897" y="1005"/>
                    </a:lnTo>
                    <a:lnTo>
                      <a:pt x="895" y="1005"/>
                    </a:lnTo>
                    <a:lnTo>
                      <a:pt x="892" y="1005"/>
                    </a:lnTo>
                    <a:lnTo>
                      <a:pt x="890" y="1005"/>
                    </a:lnTo>
                    <a:lnTo>
                      <a:pt x="888" y="1005"/>
                    </a:lnTo>
                    <a:lnTo>
                      <a:pt x="885" y="1005"/>
                    </a:lnTo>
                    <a:lnTo>
                      <a:pt x="883" y="1010"/>
                    </a:lnTo>
                    <a:lnTo>
                      <a:pt x="880" y="1009"/>
                    </a:lnTo>
                    <a:lnTo>
                      <a:pt x="878" y="1003"/>
                    </a:lnTo>
                    <a:lnTo>
                      <a:pt x="876" y="1003"/>
                    </a:lnTo>
                    <a:lnTo>
                      <a:pt x="873" y="1003"/>
                    </a:lnTo>
                    <a:lnTo>
                      <a:pt x="871" y="1003"/>
                    </a:lnTo>
                    <a:lnTo>
                      <a:pt x="868" y="1003"/>
                    </a:lnTo>
                    <a:lnTo>
                      <a:pt x="866" y="1003"/>
                    </a:lnTo>
                    <a:lnTo>
                      <a:pt x="864" y="1003"/>
                    </a:lnTo>
                    <a:lnTo>
                      <a:pt x="861" y="1003"/>
                    </a:lnTo>
                    <a:lnTo>
                      <a:pt x="859" y="1003"/>
                    </a:lnTo>
                    <a:lnTo>
                      <a:pt x="856" y="1003"/>
                    </a:lnTo>
                    <a:lnTo>
                      <a:pt x="854" y="1004"/>
                    </a:lnTo>
                    <a:lnTo>
                      <a:pt x="852" y="1004"/>
                    </a:lnTo>
                    <a:lnTo>
                      <a:pt x="849" y="1004"/>
                    </a:lnTo>
                    <a:lnTo>
                      <a:pt x="847" y="1005"/>
                    </a:lnTo>
                    <a:lnTo>
                      <a:pt x="845" y="1011"/>
                    </a:lnTo>
                    <a:lnTo>
                      <a:pt x="842" y="1011"/>
                    </a:lnTo>
                    <a:lnTo>
                      <a:pt x="840" y="1015"/>
                    </a:lnTo>
                    <a:lnTo>
                      <a:pt x="837" y="1017"/>
                    </a:lnTo>
                    <a:lnTo>
                      <a:pt x="835" y="1015"/>
                    </a:lnTo>
                    <a:lnTo>
                      <a:pt x="833" y="1015"/>
                    </a:lnTo>
                    <a:lnTo>
                      <a:pt x="830" y="1015"/>
                    </a:lnTo>
                    <a:lnTo>
                      <a:pt x="828" y="1014"/>
                    </a:lnTo>
                    <a:lnTo>
                      <a:pt x="825" y="1012"/>
                    </a:lnTo>
                    <a:lnTo>
                      <a:pt x="823" y="1012"/>
                    </a:lnTo>
                    <a:lnTo>
                      <a:pt x="821" y="1010"/>
                    </a:lnTo>
                    <a:lnTo>
                      <a:pt x="818" y="1009"/>
                    </a:lnTo>
                    <a:lnTo>
                      <a:pt x="816" y="1008"/>
                    </a:lnTo>
                    <a:lnTo>
                      <a:pt x="813" y="1009"/>
                    </a:lnTo>
                    <a:lnTo>
                      <a:pt x="811" y="1008"/>
                    </a:lnTo>
                    <a:lnTo>
                      <a:pt x="809" y="1007"/>
                    </a:lnTo>
                    <a:lnTo>
                      <a:pt x="806" y="1007"/>
                    </a:lnTo>
                    <a:lnTo>
                      <a:pt x="804" y="1006"/>
                    </a:lnTo>
                    <a:lnTo>
                      <a:pt x="801" y="1003"/>
                    </a:lnTo>
                    <a:lnTo>
                      <a:pt x="799" y="1003"/>
                    </a:lnTo>
                    <a:lnTo>
                      <a:pt x="797" y="1001"/>
                    </a:lnTo>
                    <a:lnTo>
                      <a:pt x="794" y="1000"/>
                    </a:lnTo>
                    <a:lnTo>
                      <a:pt x="792" y="1001"/>
                    </a:lnTo>
                    <a:lnTo>
                      <a:pt x="789" y="1001"/>
                    </a:lnTo>
                    <a:lnTo>
                      <a:pt x="787" y="1001"/>
                    </a:lnTo>
                    <a:lnTo>
                      <a:pt x="784" y="1001"/>
                    </a:lnTo>
                    <a:lnTo>
                      <a:pt x="782" y="1004"/>
                    </a:lnTo>
                    <a:lnTo>
                      <a:pt x="780" y="1001"/>
                    </a:lnTo>
                    <a:lnTo>
                      <a:pt x="777" y="997"/>
                    </a:lnTo>
                    <a:lnTo>
                      <a:pt x="775" y="993"/>
                    </a:lnTo>
                    <a:lnTo>
                      <a:pt x="772" y="990"/>
                    </a:lnTo>
                    <a:lnTo>
                      <a:pt x="770" y="994"/>
                    </a:lnTo>
                    <a:lnTo>
                      <a:pt x="768" y="996"/>
                    </a:lnTo>
                    <a:lnTo>
                      <a:pt x="765" y="999"/>
                    </a:lnTo>
                    <a:lnTo>
                      <a:pt x="763" y="1002"/>
                    </a:lnTo>
                    <a:lnTo>
                      <a:pt x="760" y="1000"/>
                    </a:lnTo>
                    <a:lnTo>
                      <a:pt x="758" y="1001"/>
                    </a:lnTo>
                    <a:lnTo>
                      <a:pt x="756" y="1001"/>
                    </a:lnTo>
                    <a:lnTo>
                      <a:pt x="753" y="1003"/>
                    </a:lnTo>
                    <a:lnTo>
                      <a:pt x="751" y="1003"/>
                    </a:lnTo>
                    <a:lnTo>
                      <a:pt x="748" y="1001"/>
                    </a:lnTo>
                    <a:lnTo>
                      <a:pt x="746" y="1001"/>
                    </a:lnTo>
                    <a:lnTo>
                      <a:pt x="743" y="1001"/>
                    </a:lnTo>
                    <a:lnTo>
                      <a:pt x="741" y="1001"/>
                    </a:lnTo>
                    <a:lnTo>
                      <a:pt x="739" y="997"/>
                    </a:lnTo>
                    <a:lnTo>
                      <a:pt x="736" y="993"/>
                    </a:lnTo>
                    <a:lnTo>
                      <a:pt x="734" y="993"/>
                    </a:lnTo>
                    <a:lnTo>
                      <a:pt x="731" y="990"/>
                    </a:lnTo>
                    <a:lnTo>
                      <a:pt x="729" y="988"/>
                    </a:lnTo>
                    <a:lnTo>
                      <a:pt x="727" y="988"/>
                    </a:lnTo>
                    <a:lnTo>
                      <a:pt x="724" y="988"/>
                    </a:lnTo>
                    <a:lnTo>
                      <a:pt x="722" y="992"/>
                    </a:lnTo>
                    <a:lnTo>
                      <a:pt x="719" y="997"/>
                    </a:lnTo>
                    <a:lnTo>
                      <a:pt x="717" y="1002"/>
                    </a:lnTo>
                    <a:lnTo>
                      <a:pt x="715" y="1006"/>
                    </a:lnTo>
                    <a:lnTo>
                      <a:pt x="712" y="1008"/>
                    </a:lnTo>
                    <a:lnTo>
                      <a:pt x="710" y="1009"/>
                    </a:lnTo>
                    <a:lnTo>
                      <a:pt x="707" y="1010"/>
                    </a:lnTo>
                    <a:lnTo>
                      <a:pt x="705" y="1011"/>
                    </a:lnTo>
                    <a:lnTo>
                      <a:pt x="703" y="1010"/>
                    </a:lnTo>
                    <a:lnTo>
                      <a:pt x="700" y="1006"/>
                    </a:lnTo>
                    <a:lnTo>
                      <a:pt x="698" y="1001"/>
                    </a:lnTo>
                    <a:lnTo>
                      <a:pt x="695" y="993"/>
                    </a:lnTo>
                    <a:lnTo>
                      <a:pt x="693" y="993"/>
                    </a:lnTo>
                    <a:lnTo>
                      <a:pt x="690" y="993"/>
                    </a:lnTo>
                    <a:lnTo>
                      <a:pt x="688" y="995"/>
                    </a:lnTo>
                    <a:lnTo>
                      <a:pt x="686" y="994"/>
                    </a:lnTo>
                    <a:lnTo>
                      <a:pt x="683" y="996"/>
                    </a:lnTo>
                    <a:lnTo>
                      <a:pt x="681" y="994"/>
                    </a:lnTo>
                    <a:lnTo>
                      <a:pt x="678" y="994"/>
                    </a:lnTo>
                    <a:lnTo>
                      <a:pt x="676" y="993"/>
                    </a:lnTo>
                    <a:lnTo>
                      <a:pt x="674" y="993"/>
                    </a:lnTo>
                    <a:lnTo>
                      <a:pt x="671" y="993"/>
                    </a:lnTo>
                    <a:lnTo>
                      <a:pt x="669" y="993"/>
                    </a:lnTo>
                    <a:lnTo>
                      <a:pt x="666" y="987"/>
                    </a:lnTo>
                    <a:lnTo>
                      <a:pt x="664" y="987"/>
                    </a:lnTo>
                    <a:lnTo>
                      <a:pt x="662" y="988"/>
                    </a:lnTo>
                    <a:lnTo>
                      <a:pt x="659" y="983"/>
                    </a:lnTo>
                    <a:lnTo>
                      <a:pt x="657" y="986"/>
                    </a:lnTo>
                    <a:lnTo>
                      <a:pt x="654" y="984"/>
                    </a:lnTo>
                    <a:lnTo>
                      <a:pt x="652" y="984"/>
                    </a:lnTo>
                    <a:lnTo>
                      <a:pt x="649" y="989"/>
                    </a:lnTo>
                    <a:lnTo>
                      <a:pt x="647" y="986"/>
                    </a:lnTo>
                    <a:lnTo>
                      <a:pt x="645" y="991"/>
                    </a:lnTo>
                    <a:lnTo>
                      <a:pt x="642" y="990"/>
                    </a:lnTo>
                    <a:lnTo>
                      <a:pt x="640" y="985"/>
                    </a:lnTo>
                    <a:lnTo>
                      <a:pt x="637" y="989"/>
                    </a:lnTo>
                    <a:lnTo>
                      <a:pt x="635" y="992"/>
                    </a:lnTo>
                    <a:lnTo>
                      <a:pt x="633" y="991"/>
                    </a:lnTo>
                    <a:lnTo>
                      <a:pt x="630" y="990"/>
                    </a:lnTo>
                    <a:lnTo>
                      <a:pt x="628" y="986"/>
                    </a:lnTo>
                    <a:lnTo>
                      <a:pt x="625" y="986"/>
                    </a:lnTo>
                    <a:lnTo>
                      <a:pt x="623" y="979"/>
                    </a:lnTo>
                    <a:lnTo>
                      <a:pt x="621" y="980"/>
                    </a:lnTo>
                    <a:lnTo>
                      <a:pt x="618" y="983"/>
                    </a:lnTo>
                    <a:lnTo>
                      <a:pt x="616" y="985"/>
                    </a:lnTo>
                    <a:lnTo>
                      <a:pt x="613" y="989"/>
                    </a:lnTo>
                    <a:lnTo>
                      <a:pt x="611" y="988"/>
                    </a:lnTo>
                    <a:lnTo>
                      <a:pt x="609" y="991"/>
                    </a:lnTo>
                    <a:lnTo>
                      <a:pt x="606" y="987"/>
                    </a:lnTo>
                    <a:lnTo>
                      <a:pt x="604" y="980"/>
                    </a:lnTo>
                    <a:lnTo>
                      <a:pt x="601" y="979"/>
                    </a:lnTo>
                    <a:lnTo>
                      <a:pt x="599" y="979"/>
                    </a:lnTo>
                    <a:lnTo>
                      <a:pt x="597" y="980"/>
                    </a:lnTo>
                    <a:lnTo>
                      <a:pt x="594" y="980"/>
                    </a:lnTo>
                    <a:lnTo>
                      <a:pt x="592" y="982"/>
                    </a:lnTo>
                    <a:lnTo>
                      <a:pt x="590" y="980"/>
                    </a:lnTo>
                    <a:lnTo>
                      <a:pt x="587" y="977"/>
                    </a:lnTo>
                    <a:lnTo>
                      <a:pt x="585" y="975"/>
                    </a:lnTo>
                    <a:lnTo>
                      <a:pt x="582" y="975"/>
                    </a:lnTo>
                    <a:lnTo>
                      <a:pt x="580" y="973"/>
                    </a:lnTo>
                    <a:lnTo>
                      <a:pt x="578" y="975"/>
                    </a:lnTo>
                    <a:lnTo>
                      <a:pt x="575" y="978"/>
                    </a:lnTo>
                    <a:lnTo>
                      <a:pt x="573" y="976"/>
                    </a:lnTo>
                    <a:lnTo>
                      <a:pt x="570" y="977"/>
                    </a:lnTo>
                    <a:lnTo>
                      <a:pt x="568" y="979"/>
                    </a:lnTo>
                    <a:lnTo>
                      <a:pt x="566" y="977"/>
                    </a:lnTo>
                    <a:lnTo>
                      <a:pt x="563" y="977"/>
                    </a:lnTo>
                    <a:lnTo>
                      <a:pt x="561" y="973"/>
                    </a:lnTo>
                    <a:lnTo>
                      <a:pt x="558" y="971"/>
                    </a:lnTo>
                    <a:lnTo>
                      <a:pt x="556" y="977"/>
                    </a:lnTo>
                    <a:lnTo>
                      <a:pt x="554" y="983"/>
                    </a:lnTo>
                    <a:lnTo>
                      <a:pt x="551" y="982"/>
                    </a:lnTo>
                    <a:lnTo>
                      <a:pt x="549" y="976"/>
                    </a:lnTo>
                    <a:lnTo>
                      <a:pt x="546" y="964"/>
                    </a:lnTo>
                    <a:lnTo>
                      <a:pt x="544" y="966"/>
                    </a:lnTo>
                    <a:lnTo>
                      <a:pt x="542" y="961"/>
                    </a:lnTo>
                    <a:lnTo>
                      <a:pt x="539" y="962"/>
                    </a:lnTo>
                    <a:lnTo>
                      <a:pt x="537" y="962"/>
                    </a:lnTo>
                    <a:lnTo>
                      <a:pt x="534" y="961"/>
                    </a:lnTo>
                    <a:lnTo>
                      <a:pt x="532" y="959"/>
                    </a:lnTo>
                    <a:lnTo>
                      <a:pt x="530" y="958"/>
                    </a:lnTo>
                    <a:lnTo>
                      <a:pt x="527" y="951"/>
                    </a:lnTo>
                    <a:lnTo>
                      <a:pt x="525" y="951"/>
                    </a:lnTo>
                    <a:lnTo>
                      <a:pt x="522" y="951"/>
                    </a:lnTo>
                    <a:lnTo>
                      <a:pt x="520" y="949"/>
                    </a:lnTo>
                    <a:lnTo>
                      <a:pt x="517" y="948"/>
                    </a:lnTo>
                    <a:lnTo>
                      <a:pt x="515" y="950"/>
                    </a:lnTo>
                    <a:lnTo>
                      <a:pt x="513" y="949"/>
                    </a:lnTo>
                    <a:lnTo>
                      <a:pt x="510" y="946"/>
                    </a:lnTo>
                    <a:lnTo>
                      <a:pt x="508" y="945"/>
                    </a:lnTo>
                    <a:lnTo>
                      <a:pt x="505" y="945"/>
                    </a:lnTo>
                    <a:lnTo>
                      <a:pt x="503" y="949"/>
                    </a:lnTo>
                    <a:lnTo>
                      <a:pt x="501" y="947"/>
                    </a:lnTo>
                    <a:lnTo>
                      <a:pt x="498" y="941"/>
                    </a:lnTo>
                    <a:lnTo>
                      <a:pt x="496" y="947"/>
                    </a:lnTo>
                    <a:lnTo>
                      <a:pt x="493" y="952"/>
                    </a:lnTo>
                    <a:lnTo>
                      <a:pt x="491" y="949"/>
                    </a:lnTo>
                    <a:lnTo>
                      <a:pt x="489" y="945"/>
                    </a:lnTo>
                    <a:lnTo>
                      <a:pt x="486" y="946"/>
                    </a:lnTo>
                    <a:lnTo>
                      <a:pt x="484" y="949"/>
                    </a:lnTo>
                    <a:lnTo>
                      <a:pt x="481" y="950"/>
                    </a:lnTo>
                    <a:lnTo>
                      <a:pt x="479" y="949"/>
                    </a:lnTo>
                    <a:lnTo>
                      <a:pt x="476" y="952"/>
                    </a:lnTo>
                    <a:lnTo>
                      <a:pt x="474" y="953"/>
                    </a:lnTo>
                    <a:lnTo>
                      <a:pt x="472" y="955"/>
                    </a:lnTo>
                    <a:lnTo>
                      <a:pt x="469" y="957"/>
                    </a:lnTo>
                    <a:lnTo>
                      <a:pt x="467" y="955"/>
                    </a:lnTo>
                    <a:lnTo>
                      <a:pt x="464" y="951"/>
                    </a:lnTo>
                    <a:lnTo>
                      <a:pt x="462" y="946"/>
                    </a:lnTo>
                    <a:lnTo>
                      <a:pt x="460" y="941"/>
                    </a:lnTo>
                    <a:lnTo>
                      <a:pt x="457" y="938"/>
                    </a:lnTo>
                    <a:lnTo>
                      <a:pt x="455" y="935"/>
                    </a:lnTo>
                    <a:lnTo>
                      <a:pt x="452" y="933"/>
                    </a:lnTo>
                    <a:lnTo>
                      <a:pt x="450" y="936"/>
                    </a:lnTo>
                    <a:lnTo>
                      <a:pt x="448" y="943"/>
                    </a:lnTo>
                    <a:lnTo>
                      <a:pt x="445" y="945"/>
                    </a:lnTo>
                    <a:lnTo>
                      <a:pt x="443" y="944"/>
                    </a:lnTo>
                    <a:lnTo>
                      <a:pt x="440" y="939"/>
                    </a:lnTo>
                    <a:lnTo>
                      <a:pt x="438" y="933"/>
                    </a:lnTo>
                    <a:lnTo>
                      <a:pt x="436" y="926"/>
                    </a:lnTo>
                    <a:lnTo>
                      <a:pt x="433" y="922"/>
                    </a:lnTo>
                    <a:lnTo>
                      <a:pt x="431" y="928"/>
                    </a:lnTo>
                    <a:lnTo>
                      <a:pt x="428" y="932"/>
                    </a:lnTo>
                    <a:lnTo>
                      <a:pt x="426" y="938"/>
                    </a:lnTo>
                    <a:lnTo>
                      <a:pt x="423" y="938"/>
                    </a:lnTo>
                    <a:lnTo>
                      <a:pt x="421" y="941"/>
                    </a:lnTo>
                    <a:lnTo>
                      <a:pt x="419" y="939"/>
                    </a:lnTo>
                    <a:lnTo>
                      <a:pt x="416" y="939"/>
                    </a:lnTo>
                    <a:lnTo>
                      <a:pt x="414" y="934"/>
                    </a:lnTo>
                    <a:lnTo>
                      <a:pt x="411" y="913"/>
                    </a:lnTo>
                    <a:lnTo>
                      <a:pt x="409" y="884"/>
                    </a:lnTo>
                    <a:lnTo>
                      <a:pt x="407" y="849"/>
                    </a:lnTo>
                    <a:lnTo>
                      <a:pt x="404" y="826"/>
                    </a:lnTo>
                    <a:lnTo>
                      <a:pt x="402" y="787"/>
                    </a:lnTo>
                    <a:lnTo>
                      <a:pt x="399" y="737"/>
                    </a:lnTo>
                    <a:lnTo>
                      <a:pt x="397" y="700"/>
                    </a:lnTo>
                    <a:lnTo>
                      <a:pt x="395" y="626"/>
                    </a:lnTo>
                    <a:lnTo>
                      <a:pt x="392" y="588"/>
                    </a:lnTo>
                    <a:lnTo>
                      <a:pt x="390" y="548"/>
                    </a:lnTo>
                    <a:lnTo>
                      <a:pt x="387" y="540"/>
                    </a:lnTo>
                    <a:lnTo>
                      <a:pt x="385" y="523"/>
                    </a:lnTo>
                    <a:lnTo>
                      <a:pt x="382" y="486"/>
                    </a:lnTo>
                    <a:lnTo>
                      <a:pt x="380" y="488"/>
                    </a:lnTo>
                    <a:lnTo>
                      <a:pt x="378" y="499"/>
                    </a:lnTo>
                    <a:lnTo>
                      <a:pt x="375" y="499"/>
                    </a:lnTo>
                    <a:lnTo>
                      <a:pt x="373" y="479"/>
                    </a:lnTo>
                    <a:lnTo>
                      <a:pt x="370" y="492"/>
                    </a:lnTo>
                    <a:lnTo>
                      <a:pt x="368" y="507"/>
                    </a:lnTo>
                    <a:lnTo>
                      <a:pt x="366" y="510"/>
                    </a:lnTo>
                    <a:lnTo>
                      <a:pt x="363" y="515"/>
                    </a:lnTo>
                    <a:lnTo>
                      <a:pt x="361" y="529"/>
                    </a:lnTo>
                    <a:lnTo>
                      <a:pt x="358" y="534"/>
                    </a:lnTo>
                    <a:lnTo>
                      <a:pt x="356" y="546"/>
                    </a:lnTo>
                    <a:lnTo>
                      <a:pt x="354" y="543"/>
                    </a:lnTo>
                    <a:lnTo>
                      <a:pt x="351" y="549"/>
                    </a:lnTo>
                    <a:lnTo>
                      <a:pt x="349" y="572"/>
                    </a:lnTo>
                    <a:lnTo>
                      <a:pt x="347" y="591"/>
                    </a:lnTo>
                    <a:lnTo>
                      <a:pt x="344" y="617"/>
                    </a:lnTo>
                    <a:lnTo>
                      <a:pt x="342" y="654"/>
                    </a:lnTo>
                    <a:lnTo>
                      <a:pt x="339" y="657"/>
                    </a:lnTo>
                    <a:lnTo>
                      <a:pt x="337" y="660"/>
                    </a:lnTo>
                    <a:lnTo>
                      <a:pt x="335" y="643"/>
                    </a:lnTo>
                    <a:lnTo>
                      <a:pt x="332" y="638"/>
                    </a:lnTo>
                    <a:lnTo>
                      <a:pt x="330" y="638"/>
                    </a:lnTo>
                    <a:lnTo>
                      <a:pt x="327" y="638"/>
                    </a:lnTo>
                    <a:lnTo>
                      <a:pt x="325" y="635"/>
                    </a:lnTo>
                    <a:lnTo>
                      <a:pt x="323" y="635"/>
                    </a:lnTo>
                    <a:lnTo>
                      <a:pt x="320" y="635"/>
                    </a:lnTo>
                    <a:lnTo>
                      <a:pt x="318" y="635"/>
                    </a:lnTo>
                    <a:lnTo>
                      <a:pt x="315" y="651"/>
                    </a:lnTo>
                    <a:lnTo>
                      <a:pt x="313" y="651"/>
                    </a:lnTo>
                    <a:lnTo>
                      <a:pt x="311" y="651"/>
                    </a:lnTo>
                    <a:lnTo>
                      <a:pt x="308" y="660"/>
                    </a:lnTo>
                    <a:lnTo>
                      <a:pt x="306" y="689"/>
                    </a:lnTo>
                    <a:lnTo>
                      <a:pt x="303" y="677"/>
                    </a:lnTo>
                    <a:lnTo>
                      <a:pt x="301" y="678"/>
                    </a:lnTo>
                    <a:lnTo>
                      <a:pt x="299" y="677"/>
                    </a:lnTo>
                    <a:lnTo>
                      <a:pt x="296" y="644"/>
                    </a:lnTo>
                    <a:lnTo>
                      <a:pt x="294" y="645"/>
                    </a:lnTo>
                    <a:lnTo>
                      <a:pt x="291" y="643"/>
                    </a:lnTo>
                    <a:lnTo>
                      <a:pt x="289" y="643"/>
                    </a:lnTo>
                    <a:lnTo>
                      <a:pt x="287" y="643"/>
                    </a:lnTo>
                    <a:lnTo>
                      <a:pt x="284" y="642"/>
                    </a:lnTo>
                    <a:lnTo>
                      <a:pt x="282" y="658"/>
                    </a:lnTo>
                    <a:lnTo>
                      <a:pt x="279" y="658"/>
                    </a:lnTo>
                    <a:lnTo>
                      <a:pt x="277" y="660"/>
                    </a:lnTo>
                    <a:lnTo>
                      <a:pt x="275" y="706"/>
                    </a:lnTo>
                    <a:lnTo>
                      <a:pt x="272" y="706"/>
                    </a:lnTo>
                    <a:lnTo>
                      <a:pt x="270" y="704"/>
                    </a:lnTo>
                    <a:lnTo>
                      <a:pt x="267" y="736"/>
                    </a:lnTo>
                    <a:lnTo>
                      <a:pt x="265" y="724"/>
                    </a:lnTo>
                    <a:lnTo>
                      <a:pt x="263" y="722"/>
                    </a:lnTo>
                    <a:lnTo>
                      <a:pt x="260" y="723"/>
                    </a:lnTo>
                    <a:lnTo>
                      <a:pt x="258" y="689"/>
                    </a:lnTo>
                    <a:lnTo>
                      <a:pt x="255" y="689"/>
                    </a:lnTo>
                    <a:lnTo>
                      <a:pt x="253" y="688"/>
                    </a:lnTo>
                    <a:lnTo>
                      <a:pt x="250" y="669"/>
                    </a:lnTo>
                    <a:lnTo>
                      <a:pt x="248" y="669"/>
                    </a:lnTo>
                    <a:lnTo>
                      <a:pt x="246" y="667"/>
                    </a:lnTo>
                    <a:lnTo>
                      <a:pt x="243" y="662"/>
                    </a:lnTo>
                    <a:lnTo>
                      <a:pt x="241" y="662"/>
                    </a:lnTo>
                    <a:lnTo>
                      <a:pt x="238" y="661"/>
                    </a:lnTo>
                    <a:lnTo>
                      <a:pt x="236" y="661"/>
                    </a:lnTo>
                    <a:lnTo>
                      <a:pt x="234" y="660"/>
                    </a:lnTo>
                    <a:lnTo>
                      <a:pt x="231" y="652"/>
                    </a:lnTo>
                    <a:lnTo>
                      <a:pt x="229" y="665"/>
                    </a:lnTo>
                    <a:lnTo>
                      <a:pt x="226" y="665"/>
                    </a:lnTo>
                    <a:lnTo>
                      <a:pt x="224" y="654"/>
                    </a:lnTo>
                    <a:lnTo>
                      <a:pt x="222" y="648"/>
                    </a:lnTo>
                    <a:lnTo>
                      <a:pt x="219" y="644"/>
                    </a:lnTo>
                    <a:lnTo>
                      <a:pt x="217" y="678"/>
                    </a:lnTo>
                    <a:lnTo>
                      <a:pt x="214" y="685"/>
                    </a:lnTo>
                    <a:lnTo>
                      <a:pt x="212" y="682"/>
                    </a:lnTo>
                    <a:lnTo>
                      <a:pt x="209" y="687"/>
                    </a:lnTo>
                    <a:lnTo>
                      <a:pt x="207" y="699"/>
                    </a:lnTo>
                    <a:lnTo>
                      <a:pt x="205" y="700"/>
                    </a:lnTo>
                    <a:lnTo>
                      <a:pt x="202" y="700"/>
                    </a:lnTo>
                    <a:lnTo>
                      <a:pt x="200" y="695"/>
                    </a:lnTo>
                    <a:lnTo>
                      <a:pt x="197" y="700"/>
                    </a:lnTo>
                    <a:lnTo>
                      <a:pt x="195" y="699"/>
                    </a:lnTo>
                    <a:lnTo>
                      <a:pt x="193" y="683"/>
                    </a:lnTo>
                    <a:lnTo>
                      <a:pt x="190" y="685"/>
                    </a:lnTo>
                    <a:lnTo>
                      <a:pt x="188" y="671"/>
                    </a:lnTo>
                    <a:lnTo>
                      <a:pt x="185" y="660"/>
                    </a:lnTo>
                    <a:lnTo>
                      <a:pt x="183" y="685"/>
                    </a:lnTo>
                    <a:lnTo>
                      <a:pt x="181" y="670"/>
                    </a:lnTo>
                    <a:lnTo>
                      <a:pt x="178" y="674"/>
                    </a:lnTo>
                    <a:lnTo>
                      <a:pt x="176" y="684"/>
                    </a:lnTo>
                    <a:lnTo>
                      <a:pt x="173" y="704"/>
                    </a:lnTo>
                    <a:lnTo>
                      <a:pt x="171" y="706"/>
                    </a:lnTo>
                    <a:lnTo>
                      <a:pt x="169" y="706"/>
                    </a:lnTo>
                    <a:lnTo>
                      <a:pt x="166" y="734"/>
                    </a:lnTo>
                    <a:lnTo>
                      <a:pt x="164" y="736"/>
                    </a:lnTo>
                    <a:lnTo>
                      <a:pt x="161" y="736"/>
                    </a:lnTo>
                    <a:lnTo>
                      <a:pt x="159" y="734"/>
                    </a:lnTo>
                    <a:lnTo>
                      <a:pt x="156" y="734"/>
                    </a:lnTo>
                    <a:lnTo>
                      <a:pt x="154" y="752"/>
                    </a:lnTo>
                    <a:lnTo>
                      <a:pt x="152" y="734"/>
                    </a:lnTo>
                    <a:lnTo>
                      <a:pt x="149" y="731"/>
                    </a:lnTo>
                    <a:lnTo>
                      <a:pt x="147" y="740"/>
                    </a:lnTo>
                    <a:lnTo>
                      <a:pt x="144" y="718"/>
                    </a:lnTo>
                    <a:lnTo>
                      <a:pt x="142" y="723"/>
                    </a:lnTo>
                    <a:lnTo>
                      <a:pt x="140" y="723"/>
                    </a:lnTo>
                    <a:lnTo>
                      <a:pt x="137" y="699"/>
                    </a:lnTo>
                    <a:lnTo>
                      <a:pt x="135" y="704"/>
                    </a:lnTo>
                    <a:lnTo>
                      <a:pt x="132" y="704"/>
                    </a:lnTo>
                    <a:lnTo>
                      <a:pt x="130" y="695"/>
                    </a:lnTo>
                    <a:lnTo>
                      <a:pt x="128" y="691"/>
                    </a:lnTo>
                    <a:lnTo>
                      <a:pt x="125" y="690"/>
                    </a:lnTo>
                    <a:lnTo>
                      <a:pt x="123" y="690"/>
                    </a:lnTo>
                    <a:lnTo>
                      <a:pt x="120" y="691"/>
                    </a:lnTo>
                    <a:lnTo>
                      <a:pt x="118" y="688"/>
                    </a:lnTo>
                    <a:lnTo>
                      <a:pt x="115" y="700"/>
                    </a:lnTo>
                    <a:lnTo>
                      <a:pt x="113" y="706"/>
                    </a:lnTo>
                    <a:lnTo>
                      <a:pt x="111" y="704"/>
                    </a:lnTo>
                    <a:lnTo>
                      <a:pt x="108" y="715"/>
                    </a:lnTo>
                    <a:lnTo>
                      <a:pt x="106" y="732"/>
                    </a:lnTo>
                    <a:lnTo>
                      <a:pt x="104" y="730"/>
                    </a:lnTo>
                    <a:lnTo>
                      <a:pt x="101" y="746"/>
                    </a:lnTo>
                    <a:lnTo>
                      <a:pt x="99" y="704"/>
                    </a:lnTo>
                    <a:lnTo>
                      <a:pt x="96" y="704"/>
                    </a:lnTo>
                    <a:lnTo>
                      <a:pt x="94" y="704"/>
                    </a:lnTo>
                    <a:lnTo>
                      <a:pt x="92" y="689"/>
                    </a:lnTo>
                    <a:lnTo>
                      <a:pt x="89" y="662"/>
                    </a:lnTo>
                    <a:lnTo>
                      <a:pt x="87" y="662"/>
                    </a:lnTo>
                    <a:lnTo>
                      <a:pt x="84" y="660"/>
                    </a:lnTo>
                    <a:lnTo>
                      <a:pt x="82" y="646"/>
                    </a:lnTo>
                    <a:lnTo>
                      <a:pt x="80" y="646"/>
                    </a:lnTo>
                    <a:lnTo>
                      <a:pt x="77" y="661"/>
                    </a:lnTo>
                    <a:lnTo>
                      <a:pt x="75" y="661"/>
                    </a:lnTo>
                    <a:lnTo>
                      <a:pt x="72" y="661"/>
                    </a:lnTo>
                    <a:lnTo>
                      <a:pt x="70" y="664"/>
                    </a:lnTo>
                    <a:lnTo>
                      <a:pt x="68" y="678"/>
                    </a:lnTo>
                    <a:lnTo>
                      <a:pt x="65" y="679"/>
                    </a:lnTo>
                    <a:lnTo>
                      <a:pt x="63" y="674"/>
                    </a:lnTo>
                    <a:lnTo>
                      <a:pt x="60" y="697"/>
                    </a:lnTo>
                    <a:lnTo>
                      <a:pt x="58" y="699"/>
                    </a:lnTo>
                    <a:lnTo>
                      <a:pt x="56" y="702"/>
                    </a:lnTo>
                    <a:lnTo>
                      <a:pt x="53" y="726"/>
                    </a:lnTo>
                    <a:lnTo>
                      <a:pt x="51" y="738"/>
                    </a:lnTo>
                    <a:lnTo>
                      <a:pt x="48" y="740"/>
                    </a:lnTo>
                    <a:lnTo>
                      <a:pt x="46" y="738"/>
                    </a:lnTo>
                    <a:lnTo>
                      <a:pt x="44" y="717"/>
                    </a:lnTo>
                    <a:lnTo>
                      <a:pt x="41" y="717"/>
                    </a:lnTo>
                    <a:lnTo>
                      <a:pt x="39" y="725"/>
                    </a:lnTo>
                    <a:lnTo>
                      <a:pt x="36" y="713"/>
                    </a:lnTo>
                    <a:lnTo>
                      <a:pt x="34" y="689"/>
                    </a:lnTo>
                    <a:lnTo>
                      <a:pt x="32" y="689"/>
                    </a:lnTo>
                    <a:lnTo>
                      <a:pt x="29" y="689"/>
                    </a:lnTo>
                    <a:lnTo>
                      <a:pt x="27" y="679"/>
                    </a:lnTo>
                    <a:lnTo>
                      <a:pt x="24" y="678"/>
                    </a:lnTo>
                    <a:lnTo>
                      <a:pt x="22" y="676"/>
                    </a:lnTo>
                    <a:lnTo>
                      <a:pt x="20" y="664"/>
                    </a:lnTo>
                    <a:lnTo>
                      <a:pt x="17" y="663"/>
                    </a:lnTo>
                    <a:lnTo>
                      <a:pt x="15" y="669"/>
                    </a:lnTo>
                    <a:lnTo>
                      <a:pt x="12" y="668"/>
                    </a:lnTo>
                    <a:lnTo>
                      <a:pt x="10" y="668"/>
                    </a:lnTo>
                    <a:lnTo>
                      <a:pt x="8" y="669"/>
                    </a:lnTo>
                    <a:lnTo>
                      <a:pt x="5" y="669"/>
                    </a:lnTo>
                    <a:lnTo>
                      <a:pt x="3" y="687"/>
                    </a:lnTo>
                    <a:lnTo>
                      <a:pt x="0" y="685"/>
                    </a:lnTo>
                    <a:lnTo>
                      <a:pt x="0" y="741"/>
                    </a:lnTo>
                    <a:lnTo>
                      <a:pt x="3" y="741"/>
                    </a:lnTo>
                    <a:lnTo>
                      <a:pt x="5" y="722"/>
                    </a:lnTo>
                    <a:lnTo>
                      <a:pt x="8" y="718"/>
                    </a:lnTo>
                    <a:lnTo>
                      <a:pt x="10" y="709"/>
                    </a:lnTo>
                    <a:lnTo>
                      <a:pt x="12" y="707"/>
                    </a:lnTo>
                    <a:lnTo>
                      <a:pt x="15" y="708"/>
                    </a:lnTo>
                    <a:lnTo>
                      <a:pt x="17" y="703"/>
                    </a:lnTo>
                    <a:lnTo>
                      <a:pt x="20" y="703"/>
                    </a:lnTo>
                    <a:lnTo>
                      <a:pt x="22" y="704"/>
                    </a:lnTo>
                    <a:lnTo>
                      <a:pt x="24" y="725"/>
                    </a:lnTo>
                    <a:lnTo>
                      <a:pt x="27" y="724"/>
                    </a:lnTo>
                    <a:lnTo>
                      <a:pt x="29" y="727"/>
                    </a:lnTo>
                    <a:lnTo>
                      <a:pt x="32" y="731"/>
                    </a:lnTo>
                    <a:lnTo>
                      <a:pt x="34" y="722"/>
                    </a:lnTo>
                    <a:lnTo>
                      <a:pt x="36" y="738"/>
                    </a:lnTo>
                    <a:lnTo>
                      <a:pt x="39" y="738"/>
                    </a:lnTo>
                    <a:lnTo>
                      <a:pt x="41" y="768"/>
                    </a:lnTo>
                    <a:lnTo>
                      <a:pt x="44" y="770"/>
                    </a:lnTo>
                    <a:lnTo>
                      <a:pt x="46" y="785"/>
                    </a:lnTo>
                    <a:lnTo>
                      <a:pt x="48" y="785"/>
                    </a:lnTo>
                    <a:lnTo>
                      <a:pt x="51" y="781"/>
                    </a:lnTo>
                    <a:lnTo>
                      <a:pt x="53" y="796"/>
                    </a:lnTo>
                    <a:lnTo>
                      <a:pt x="56" y="800"/>
                    </a:lnTo>
                    <a:lnTo>
                      <a:pt x="58" y="796"/>
                    </a:lnTo>
                    <a:lnTo>
                      <a:pt x="60" y="795"/>
                    </a:lnTo>
                    <a:lnTo>
                      <a:pt x="63" y="801"/>
                    </a:lnTo>
                    <a:lnTo>
                      <a:pt x="65" y="807"/>
                    </a:lnTo>
                    <a:lnTo>
                      <a:pt x="68" y="811"/>
                    </a:lnTo>
                    <a:lnTo>
                      <a:pt x="70" y="819"/>
                    </a:lnTo>
                    <a:lnTo>
                      <a:pt x="72" y="810"/>
                    </a:lnTo>
                    <a:lnTo>
                      <a:pt x="75" y="815"/>
                    </a:lnTo>
                    <a:lnTo>
                      <a:pt x="77" y="816"/>
                    </a:lnTo>
                    <a:lnTo>
                      <a:pt x="80" y="819"/>
                    </a:lnTo>
                    <a:lnTo>
                      <a:pt x="82" y="812"/>
                    </a:lnTo>
                    <a:close/>
                  </a:path>
                </a:pathLst>
              </a:custGeom>
              <a:solidFill>
                <a:srgbClr val="007F00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35" name="Freeform 340">
                <a:extLst>
                  <a:ext uri="{FF2B5EF4-FFF2-40B4-BE49-F238E27FC236}">
                    <a16:creationId xmlns:a16="http://schemas.microsoft.com/office/drawing/2014/main" id="{ED1C3256-082B-4A25-9B1F-40E4B2336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0176" y="4078287"/>
                <a:ext cx="3438525" cy="1390650"/>
              </a:xfrm>
              <a:custGeom>
                <a:avLst/>
                <a:gdLst>
                  <a:gd name="T0" fmla="*/ 34 w 2166"/>
                  <a:gd name="T1" fmla="*/ 562 h 876"/>
                  <a:gd name="T2" fmla="*/ 70 w 2166"/>
                  <a:gd name="T3" fmla="*/ 597 h 876"/>
                  <a:gd name="T4" fmla="*/ 106 w 2166"/>
                  <a:gd name="T5" fmla="*/ 606 h 876"/>
                  <a:gd name="T6" fmla="*/ 142 w 2166"/>
                  <a:gd name="T7" fmla="*/ 592 h 876"/>
                  <a:gd name="T8" fmla="*/ 178 w 2166"/>
                  <a:gd name="T9" fmla="*/ 596 h 876"/>
                  <a:gd name="T10" fmla="*/ 214 w 2166"/>
                  <a:gd name="T11" fmla="*/ 560 h 876"/>
                  <a:gd name="T12" fmla="*/ 250 w 2166"/>
                  <a:gd name="T13" fmla="*/ 570 h 876"/>
                  <a:gd name="T14" fmla="*/ 287 w 2166"/>
                  <a:gd name="T15" fmla="*/ 575 h 876"/>
                  <a:gd name="T16" fmla="*/ 323 w 2166"/>
                  <a:gd name="T17" fmla="*/ 560 h 876"/>
                  <a:gd name="T18" fmla="*/ 358 w 2166"/>
                  <a:gd name="T19" fmla="*/ 438 h 876"/>
                  <a:gd name="T20" fmla="*/ 395 w 2166"/>
                  <a:gd name="T21" fmla="*/ 637 h 876"/>
                  <a:gd name="T22" fmla="*/ 431 w 2166"/>
                  <a:gd name="T23" fmla="*/ 830 h 876"/>
                  <a:gd name="T24" fmla="*/ 467 w 2166"/>
                  <a:gd name="T25" fmla="*/ 831 h 876"/>
                  <a:gd name="T26" fmla="*/ 503 w 2166"/>
                  <a:gd name="T27" fmla="*/ 830 h 876"/>
                  <a:gd name="T28" fmla="*/ 539 w 2166"/>
                  <a:gd name="T29" fmla="*/ 839 h 876"/>
                  <a:gd name="T30" fmla="*/ 575 w 2166"/>
                  <a:gd name="T31" fmla="*/ 847 h 876"/>
                  <a:gd name="T32" fmla="*/ 611 w 2166"/>
                  <a:gd name="T33" fmla="*/ 851 h 876"/>
                  <a:gd name="T34" fmla="*/ 647 w 2166"/>
                  <a:gd name="T35" fmla="*/ 853 h 876"/>
                  <a:gd name="T36" fmla="*/ 683 w 2166"/>
                  <a:gd name="T37" fmla="*/ 860 h 876"/>
                  <a:gd name="T38" fmla="*/ 719 w 2166"/>
                  <a:gd name="T39" fmla="*/ 866 h 876"/>
                  <a:gd name="T40" fmla="*/ 756 w 2166"/>
                  <a:gd name="T41" fmla="*/ 867 h 876"/>
                  <a:gd name="T42" fmla="*/ 792 w 2166"/>
                  <a:gd name="T43" fmla="*/ 863 h 876"/>
                  <a:gd name="T44" fmla="*/ 828 w 2166"/>
                  <a:gd name="T45" fmla="*/ 873 h 876"/>
                  <a:gd name="T46" fmla="*/ 864 w 2166"/>
                  <a:gd name="T47" fmla="*/ 867 h 876"/>
                  <a:gd name="T48" fmla="*/ 900 w 2166"/>
                  <a:gd name="T49" fmla="*/ 870 h 876"/>
                  <a:gd name="T50" fmla="*/ 936 w 2166"/>
                  <a:gd name="T51" fmla="*/ 870 h 876"/>
                  <a:gd name="T52" fmla="*/ 972 w 2166"/>
                  <a:gd name="T53" fmla="*/ 859 h 876"/>
                  <a:gd name="T54" fmla="*/ 1008 w 2166"/>
                  <a:gd name="T55" fmla="*/ 867 h 876"/>
                  <a:gd name="T56" fmla="*/ 1044 w 2166"/>
                  <a:gd name="T57" fmla="*/ 866 h 876"/>
                  <a:gd name="T58" fmla="*/ 1080 w 2166"/>
                  <a:gd name="T59" fmla="*/ 864 h 876"/>
                  <a:gd name="T60" fmla="*/ 1116 w 2166"/>
                  <a:gd name="T61" fmla="*/ 863 h 876"/>
                  <a:gd name="T62" fmla="*/ 1152 w 2166"/>
                  <a:gd name="T63" fmla="*/ 874 h 876"/>
                  <a:gd name="T64" fmla="*/ 1188 w 2166"/>
                  <a:gd name="T65" fmla="*/ 867 h 876"/>
                  <a:gd name="T66" fmla="*/ 1224 w 2166"/>
                  <a:gd name="T67" fmla="*/ 864 h 876"/>
                  <a:gd name="T68" fmla="*/ 1261 w 2166"/>
                  <a:gd name="T69" fmla="*/ 870 h 876"/>
                  <a:gd name="T70" fmla="*/ 1297 w 2166"/>
                  <a:gd name="T71" fmla="*/ 869 h 876"/>
                  <a:gd name="T72" fmla="*/ 1333 w 2166"/>
                  <a:gd name="T73" fmla="*/ 869 h 876"/>
                  <a:gd name="T74" fmla="*/ 1369 w 2166"/>
                  <a:gd name="T75" fmla="*/ 861 h 876"/>
                  <a:gd name="T76" fmla="*/ 1405 w 2166"/>
                  <a:gd name="T77" fmla="*/ 866 h 876"/>
                  <a:gd name="T78" fmla="*/ 1441 w 2166"/>
                  <a:gd name="T79" fmla="*/ 867 h 876"/>
                  <a:gd name="T80" fmla="*/ 1477 w 2166"/>
                  <a:gd name="T81" fmla="*/ 870 h 876"/>
                  <a:gd name="T82" fmla="*/ 1513 w 2166"/>
                  <a:gd name="T83" fmla="*/ 872 h 876"/>
                  <a:gd name="T84" fmla="*/ 1549 w 2166"/>
                  <a:gd name="T85" fmla="*/ 859 h 876"/>
                  <a:gd name="T86" fmla="*/ 1585 w 2166"/>
                  <a:gd name="T87" fmla="*/ 14 h 876"/>
                  <a:gd name="T88" fmla="*/ 1621 w 2166"/>
                  <a:gd name="T89" fmla="*/ 630 h 876"/>
                  <a:gd name="T90" fmla="*/ 1657 w 2166"/>
                  <a:gd name="T91" fmla="*/ 625 h 876"/>
                  <a:gd name="T92" fmla="*/ 1693 w 2166"/>
                  <a:gd name="T93" fmla="*/ 581 h 876"/>
                  <a:gd name="T94" fmla="*/ 1730 w 2166"/>
                  <a:gd name="T95" fmla="*/ 544 h 876"/>
                  <a:gd name="T96" fmla="*/ 1766 w 2166"/>
                  <a:gd name="T97" fmla="*/ 503 h 876"/>
                  <a:gd name="T98" fmla="*/ 1802 w 2166"/>
                  <a:gd name="T99" fmla="*/ 487 h 876"/>
                  <a:gd name="T100" fmla="*/ 1838 w 2166"/>
                  <a:gd name="T101" fmla="*/ 482 h 876"/>
                  <a:gd name="T102" fmla="*/ 1874 w 2166"/>
                  <a:gd name="T103" fmla="*/ 484 h 876"/>
                  <a:gd name="T104" fmla="*/ 1910 w 2166"/>
                  <a:gd name="T105" fmla="*/ 547 h 876"/>
                  <a:gd name="T106" fmla="*/ 1946 w 2166"/>
                  <a:gd name="T107" fmla="*/ 512 h 876"/>
                  <a:gd name="T108" fmla="*/ 1982 w 2166"/>
                  <a:gd name="T109" fmla="*/ 521 h 876"/>
                  <a:gd name="T110" fmla="*/ 2018 w 2166"/>
                  <a:gd name="T111" fmla="*/ 538 h 876"/>
                  <a:gd name="T112" fmla="*/ 2054 w 2166"/>
                  <a:gd name="T113" fmla="*/ 516 h 876"/>
                  <a:gd name="T114" fmla="*/ 2091 w 2166"/>
                  <a:gd name="T115" fmla="*/ 544 h 876"/>
                  <a:gd name="T116" fmla="*/ 2127 w 2166"/>
                  <a:gd name="T117" fmla="*/ 562 h 876"/>
                  <a:gd name="T118" fmla="*/ 2163 w 2166"/>
                  <a:gd name="T119" fmla="*/ 491 h 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66" h="876">
                    <a:moveTo>
                      <a:pt x="0" y="569"/>
                    </a:moveTo>
                    <a:lnTo>
                      <a:pt x="3" y="570"/>
                    </a:lnTo>
                    <a:lnTo>
                      <a:pt x="5" y="551"/>
                    </a:lnTo>
                    <a:lnTo>
                      <a:pt x="8" y="550"/>
                    </a:lnTo>
                    <a:lnTo>
                      <a:pt x="10" y="545"/>
                    </a:lnTo>
                    <a:lnTo>
                      <a:pt x="12" y="544"/>
                    </a:lnTo>
                    <a:lnTo>
                      <a:pt x="15" y="545"/>
                    </a:lnTo>
                    <a:lnTo>
                      <a:pt x="17" y="539"/>
                    </a:lnTo>
                    <a:lnTo>
                      <a:pt x="20" y="539"/>
                    </a:lnTo>
                    <a:lnTo>
                      <a:pt x="22" y="546"/>
                    </a:lnTo>
                    <a:lnTo>
                      <a:pt x="24" y="557"/>
                    </a:lnTo>
                    <a:lnTo>
                      <a:pt x="27" y="557"/>
                    </a:lnTo>
                    <a:lnTo>
                      <a:pt x="29" y="564"/>
                    </a:lnTo>
                    <a:lnTo>
                      <a:pt x="32" y="566"/>
                    </a:lnTo>
                    <a:lnTo>
                      <a:pt x="34" y="562"/>
                    </a:lnTo>
                    <a:lnTo>
                      <a:pt x="36" y="581"/>
                    </a:lnTo>
                    <a:lnTo>
                      <a:pt x="39" y="588"/>
                    </a:lnTo>
                    <a:lnTo>
                      <a:pt x="41" y="599"/>
                    </a:lnTo>
                    <a:lnTo>
                      <a:pt x="44" y="599"/>
                    </a:lnTo>
                    <a:lnTo>
                      <a:pt x="46" y="617"/>
                    </a:lnTo>
                    <a:lnTo>
                      <a:pt x="48" y="618"/>
                    </a:lnTo>
                    <a:lnTo>
                      <a:pt x="51" y="615"/>
                    </a:lnTo>
                    <a:lnTo>
                      <a:pt x="53" y="617"/>
                    </a:lnTo>
                    <a:lnTo>
                      <a:pt x="56" y="607"/>
                    </a:lnTo>
                    <a:lnTo>
                      <a:pt x="58" y="603"/>
                    </a:lnTo>
                    <a:lnTo>
                      <a:pt x="60" y="602"/>
                    </a:lnTo>
                    <a:lnTo>
                      <a:pt x="63" y="594"/>
                    </a:lnTo>
                    <a:lnTo>
                      <a:pt x="65" y="599"/>
                    </a:lnTo>
                    <a:lnTo>
                      <a:pt x="68" y="600"/>
                    </a:lnTo>
                    <a:lnTo>
                      <a:pt x="70" y="597"/>
                    </a:lnTo>
                    <a:lnTo>
                      <a:pt x="72" y="592"/>
                    </a:lnTo>
                    <a:lnTo>
                      <a:pt x="75" y="594"/>
                    </a:lnTo>
                    <a:lnTo>
                      <a:pt x="77" y="594"/>
                    </a:lnTo>
                    <a:lnTo>
                      <a:pt x="80" y="589"/>
                    </a:lnTo>
                    <a:lnTo>
                      <a:pt x="82" y="585"/>
                    </a:lnTo>
                    <a:lnTo>
                      <a:pt x="84" y="593"/>
                    </a:lnTo>
                    <a:lnTo>
                      <a:pt x="87" y="594"/>
                    </a:lnTo>
                    <a:lnTo>
                      <a:pt x="89" y="594"/>
                    </a:lnTo>
                    <a:lnTo>
                      <a:pt x="92" y="616"/>
                    </a:lnTo>
                    <a:lnTo>
                      <a:pt x="94" y="622"/>
                    </a:lnTo>
                    <a:lnTo>
                      <a:pt x="96" y="621"/>
                    </a:lnTo>
                    <a:lnTo>
                      <a:pt x="99" y="617"/>
                    </a:lnTo>
                    <a:lnTo>
                      <a:pt x="101" y="632"/>
                    </a:lnTo>
                    <a:lnTo>
                      <a:pt x="104" y="619"/>
                    </a:lnTo>
                    <a:lnTo>
                      <a:pt x="106" y="606"/>
                    </a:lnTo>
                    <a:lnTo>
                      <a:pt x="108" y="600"/>
                    </a:lnTo>
                    <a:lnTo>
                      <a:pt x="111" y="578"/>
                    </a:lnTo>
                    <a:lnTo>
                      <a:pt x="113" y="575"/>
                    </a:lnTo>
                    <a:lnTo>
                      <a:pt x="115" y="573"/>
                    </a:lnTo>
                    <a:lnTo>
                      <a:pt x="118" y="565"/>
                    </a:lnTo>
                    <a:lnTo>
                      <a:pt x="120" y="560"/>
                    </a:lnTo>
                    <a:lnTo>
                      <a:pt x="123" y="562"/>
                    </a:lnTo>
                    <a:lnTo>
                      <a:pt x="125" y="562"/>
                    </a:lnTo>
                    <a:lnTo>
                      <a:pt x="128" y="557"/>
                    </a:lnTo>
                    <a:lnTo>
                      <a:pt x="130" y="568"/>
                    </a:lnTo>
                    <a:lnTo>
                      <a:pt x="132" y="571"/>
                    </a:lnTo>
                    <a:lnTo>
                      <a:pt x="135" y="571"/>
                    </a:lnTo>
                    <a:lnTo>
                      <a:pt x="137" y="579"/>
                    </a:lnTo>
                    <a:lnTo>
                      <a:pt x="140" y="592"/>
                    </a:lnTo>
                    <a:lnTo>
                      <a:pt x="142" y="592"/>
                    </a:lnTo>
                    <a:lnTo>
                      <a:pt x="144" y="599"/>
                    </a:lnTo>
                    <a:lnTo>
                      <a:pt x="147" y="610"/>
                    </a:lnTo>
                    <a:lnTo>
                      <a:pt x="149" y="622"/>
                    </a:lnTo>
                    <a:lnTo>
                      <a:pt x="152" y="623"/>
                    </a:lnTo>
                    <a:lnTo>
                      <a:pt x="154" y="630"/>
                    </a:lnTo>
                    <a:lnTo>
                      <a:pt x="156" y="625"/>
                    </a:lnTo>
                    <a:lnTo>
                      <a:pt x="159" y="625"/>
                    </a:lnTo>
                    <a:lnTo>
                      <a:pt x="161" y="625"/>
                    </a:lnTo>
                    <a:lnTo>
                      <a:pt x="164" y="625"/>
                    </a:lnTo>
                    <a:lnTo>
                      <a:pt x="166" y="622"/>
                    </a:lnTo>
                    <a:lnTo>
                      <a:pt x="169" y="611"/>
                    </a:lnTo>
                    <a:lnTo>
                      <a:pt x="171" y="611"/>
                    </a:lnTo>
                    <a:lnTo>
                      <a:pt x="173" y="608"/>
                    </a:lnTo>
                    <a:lnTo>
                      <a:pt x="176" y="600"/>
                    </a:lnTo>
                    <a:lnTo>
                      <a:pt x="178" y="596"/>
                    </a:lnTo>
                    <a:lnTo>
                      <a:pt x="181" y="591"/>
                    </a:lnTo>
                    <a:lnTo>
                      <a:pt x="183" y="580"/>
                    </a:lnTo>
                    <a:lnTo>
                      <a:pt x="185" y="568"/>
                    </a:lnTo>
                    <a:lnTo>
                      <a:pt x="188" y="568"/>
                    </a:lnTo>
                    <a:lnTo>
                      <a:pt x="190" y="564"/>
                    </a:lnTo>
                    <a:lnTo>
                      <a:pt x="193" y="562"/>
                    </a:lnTo>
                    <a:lnTo>
                      <a:pt x="195" y="567"/>
                    </a:lnTo>
                    <a:lnTo>
                      <a:pt x="197" y="568"/>
                    </a:lnTo>
                    <a:lnTo>
                      <a:pt x="200" y="569"/>
                    </a:lnTo>
                    <a:lnTo>
                      <a:pt x="202" y="571"/>
                    </a:lnTo>
                    <a:lnTo>
                      <a:pt x="205" y="571"/>
                    </a:lnTo>
                    <a:lnTo>
                      <a:pt x="207" y="576"/>
                    </a:lnTo>
                    <a:lnTo>
                      <a:pt x="209" y="560"/>
                    </a:lnTo>
                    <a:lnTo>
                      <a:pt x="212" y="557"/>
                    </a:lnTo>
                    <a:lnTo>
                      <a:pt x="214" y="560"/>
                    </a:lnTo>
                    <a:lnTo>
                      <a:pt x="217" y="553"/>
                    </a:lnTo>
                    <a:lnTo>
                      <a:pt x="219" y="535"/>
                    </a:lnTo>
                    <a:lnTo>
                      <a:pt x="222" y="537"/>
                    </a:lnTo>
                    <a:lnTo>
                      <a:pt x="224" y="528"/>
                    </a:lnTo>
                    <a:lnTo>
                      <a:pt x="226" y="537"/>
                    </a:lnTo>
                    <a:lnTo>
                      <a:pt x="229" y="537"/>
                    </a:lnTo>
                    <a:lnTo>
                      <a:pt x="231" y="526"/>
                    </a:lnTo>
                    <a:lnTo>
                      <a:pt x="234" y="544"/>
                    </a:lnTo>
                    <a:lnTo>
                      <a:pt x="236" y="544"/>
                    </a:lnTo>
                    <a:lnTo>
                      <a:pt x="238" y="544"/>
                    </a:lnTo>
                    <a:lnTo>
                      <a:pt x="241" y="554"/>
                    </a:lnTo>
                    <a:lnTo>
                      <a:pt x="243" y="554"/>
                    </a:lnTo>
                    <a:lnTo>
                      <a:pt x="246" y="555"/>
                    </a:lnTo>
                    <a:lnTo>
                      <a:pt x="248" y="570"/>
                    </a:lnTo>
                    <a:lnTo>
                      <a:pt x="250" y="570"/>
                    </a:lnTo>
                    <a:lnTo>
                      <a:pt x="253" y="577"/>
                    </a:lnTo>
                    <a:lnTo>
                      <a:pt x="255" y="582"/>
                    </a:lnTo>
                    <a:lnTo>
                      <a:pt x="258" y="582"/>
                    </a:lnTo>
                    <a:lnTo>
                      <a:pt x="260" y="594"/>
                    </a:lnTo>
                    <a:lnTo>
                      <a:pt x="263" y="597"/>
                    </a:lnTo>
                    <a:lnTo>
                      <a:pt x="265" y="598"/>
                    </a:lnTo>
                    <a:lnTo>
                      <a:pt x="267" y="603"/>
                    </a:lnTo>
                    <a:lnTo>
                      <a:pt x="270" y="597"/>
                    </a:lnTo>
                    <a:lnTo>
                      <a:pt x="272" y="600"/>
                    </a:lnTo>
                    <a:lnTo>
                      <a:pt x="275" y="600"/>
                    </a:lnTo>
                    <a:lnTo>
                      <a:pt x="277" y="583"/>
                    </a:lnTo>
                    <a:lnTo>
                      <a:pt x="279" y="577"/>
                    </a:lnTo>
                    <a:lnTo>
                      <a:pt x="282" y="577"/>
                    </a:lnTo>
                    <a:lnTo>
                      <a:pt x="284" y="573"/>
                    </a:lnTo>
                    <a:lnTo>
                      <a:pt x="287" y="575"/>
                    </a:lnTo>
                    <a:lnTo>
                      <a:pt x="289" y="574"/>
                    </a:lnTo>
                    <a:lnTo>
                      <a:pt x="291" y="574"/>
                    </a:lnTo>
                    <a:lnTo>
                      <a:pt x="294" y="584"/>
                    </a:lnTo>
                    <a:lnTo>
                      <a:pt x="296" y="579"/>
                    </a:lnTo>
                    <a:lnTo>
                      <a:pt x="299" y="591"/>
                    </a:lnTo>
                    <a:lnTo>
                      <a:pt x="301" y="586"/>
                    </a:lnTo>
                    <a:lnTo>
                      <a:pt x="303" y="584"/>
                    </a:lnTo>
                    <a:lnTo>
                      <a:pt x="306" y="588"/>
                    </a:lnTo>
                    <a:lnTo>
                      <a:pt x="308" y="577"/>
                    </a:lnTo>
                    <a:lnTo>
                      <a:pt x="311" y="574"/>
                    </a:lnTo>
                    <a:lnTo>
                      <a:pt x="313" y="574"/>
                    </a:lnTo>
                    <a:lnTo>
                      <a:pt x="315" y="574"/>
                    </a:lnTo>
                    <a:lnTo>
                      <a:pt x="318" y="559"/>
                    </a:lnTo>
                    <a:lnTo>
                      <a:pt x="320" y="560"/>
                    </a:lnTo>
                    <a:lnTo>
                      <a:pt x="323" y="560"/>
                    </a:lnTo>
                    <a:lnTo>
                      <a:pt x="325" y="560"/>
                    </a:lnTo>
                    <a:lnTo>
                      <a:pt x="327" y="563"/>
                    </a:lnTo>
                    <a:lnTo>
                      <a:pt x="330" y="563"/>
                    </a:lnTo>
                    <a:lnTo>
                      <a:pt x="332" y="563"/>
                    </a:lnTo>
                    <a:lnTo>
                      <a:pt x="335" y="573"/>
                    </a:lnTo>
                    <a:lnTo>
                      <a:pt x="337" y="576"/>
                    </a:lnTo>
                    <a:lnTo>
                      <a:pt x="339" y="550"/>
                    </a:lnTo>
                    <a:lnTo>
                      <a:pt x="342" y="522"/>
                    </a:lnTo>
                    <a:lnTo>
                      <a:pt x="344" y="518"/>
                    </a:lnTo>
                    <a:lnTo>
                      <a:pt x="347" y="513"/>
                    </a:lnTo>
                    <a:lnTo>
                      <a:pt x="349" y="503"/>
                    </a:lnTo>
                    <a:lnTo>
                      <a:pt x="351" y="485"/>
                    </a:lnTo>
                    <a:lnTo>
                      <a:pt x="354" y="468"/>
                    </a:lnTo>
                    <a:lnTo>
                      <a:pt x="356" y="462"/>
                    </a:lnTo>
                    <a:lnTo>
                      <a:pt x="358" y="438"/>
                    </a:lnTo>
                    <a:lnTo>
                      <a:pt x="361" y="421"/>
                    </a:lnTo>
                    <a:lnTo>
                      <a:pt x="363" y="414"/>
                    </a:lnTo>
                    <a:lnTo>
                      <a:pt x="366" y="404"/>
                    </a:lnTo>
                    <a:lnTo>
                      <a:pt x="368" y="397"/>
                    </a:lnTo>
                    <a:lnTo>
                      <a:pt x="370" y="411"/>
                    </a:lnTo>
                    <a:lnTo>
                      <a:pt x="373" y="401"/>
                    </a:lnTo>
                    <a:lnTo>
                      <a:pt x="375" y="409"/>
                    </a:lnTo>
                    <a:lnTo>
                      <a:pt x="378" y="409"/>
                    </a:lnTo>
                    <a:lnTo>
                      <a:pt x="380" y="418"/>
                    </a:lnTo>
                    <a:lnTo>
                      <a:pt x="382" y="441"/>
                    </a:lnTo>
                    <a:lnTo>
                      <a:pt x="385" y="485"/>
                    </a:lnTo>
                    <a:lnTo>
                      <a:pt x="387" y="519"/>
                    </a:lnTo>
                    <a:lnTo>
                      <a:pt x="390" y="556"/>
                    </a:lnTo>
                    <a:lnTo>
                      <a:pt x="392" y="600"/>
                    </a:lnTo>
                    <a:lnTo>
                      <a:pt x="395" y="637"/>
                    </a:lnTo>
                    <a:lnTo>
                      <a:pt x="397" y="684"/>
                    </a:lnTo>
                    <a:lnTo>
                      <a:pt x="399" y="713"/>
                    </a:lnTo>
                    <a:lnTo>
                      <a:pt x="402" y="746"/>
                    </a:lnTo>
                    <a:lnTo>
                      <a:pt x="404" y="764"/>
                    </a:lnTo>
                    <a:lnTo>
                      <a:pt x="407" y="777"/>
                    </a:lnTo>
                    <a:lnTo>
                      <a:pt x="409" y="792"/>
                    </a:lnTo>
                    <a:lnTo>
                      <a:pt x="411" y="803"/>
                    </a:lnTo>
                    <a:lnTo>
                      <a:pt x="414" y="815"/>
                    </a:lnTo>
                    <a:lnTo>
                      <a:pt x="416" y="821"/>
                    </a:lnTo>
                    <a:lnTo>
                      <a:pt x="419" y="830"/>
                    </a:lnTo>
                    <a:lnTo>
                      <a:pt x="421" y="832"/>
                    </a:lnTo>
                    <a:lnTo>
                      <a:pt x="423" y="835"/>
                    </a:lnTo>
                    <a:lnTo>
                      <a:pt x="426" y="835"/>
                    </a:lnTo>
                    <a:lnTo>
                      <a:pt x="428" y="832"/>
                    </a:lnTo>
                    <a:lnTo>
                      <a:pt x="431" y="830"/>
                    </a:lnTo>
                    <a:lnTo>
                      <a:pt x="433" y="827"/>
                    </a:lnTo>
                    <a:lnTo>
                      <a:pt x="436" y="826"/>
                    </a:lnTo>
                    <a:lnTo>
                      <a:pt x="438" y="828"/>
                    </a:lnTo>
                    <a:lnTo>
                      <a:pt x="440" y="830"/>
                    </a:lnTo>
                    <a:lnTo>
                      <a:pt x="443" y="831"/>
                    </a:lnTo>
                    <a:lnTo>
                      <a:pt x="445" y="831"/>
                    </a:lnTo>
                    <a:lnTo>
                      <a:pt x="448" y="829"/>
                    </a:lnTo>
                    <a:lnTo>
                      <a:pt x="450" y="826"/>
                    </a:lnTo>
                    <a:lnTo>
                      <a:pt x="452" y="824"/>
                    </a:lnTo>
                    <a:lnTo>
                      <a:pt x="455" y="825"/>
                    </a:lnTo>
                    <a:lnTo>
                      <a:pt x="457" y="827"/>
                    </a:lnTo>
                    <a:lnTo>
                      <a:pt x="460" y="829"/>
                    </a:lnTo>
                    <a:lnTo>
                      <a:pt x="462" y="832"/>
                    </a:lnTo>
                    <a:lnTo>
                      <a:pt x="464" y="832"/>
                    </a:lnTo>
                    <a:lnTo>
                      <a:pt x="467" y="831"/>
                    </a:lnTo>
                    <a:lnTo>
                      <a:pt x="469" y="831"/>
                    </a:lnTo>
                    <a:lnTo>
                      <a:pt x="472" y="826"/>
                    </a:lnTo>
                    <a:lnTo>
                      <a:pt x="474" y="827"/>
                    </a:lnTo>
                    <a:lnTo>
                      <a:pt x="476" y="829"/>
                    </a:lnTo>
                    <a:lnTo>
                      <a:pt x="479" y="830"/>
                    </a:lnTo>
                    <a:lnTo>
                      <a:pt x="481" y="831"/>
                    </a:lnTo>
                    <a:lnTo>
                      <a:pt x="484" y="830"/>
                    </a:lnTo>
                    <a:lnTo>
                      <a:pt x="486" y="829"/>
                    </a:lnTo>
                    <a:lnTo>
                      <a:pt x="489" y="830"/>
                    </a:lnTo>
                    <a:lnTo>
                      <a:pt x="491" y="833"/>
                    </a:lnTo>
                    <a:lnTo>
                      <a:pt x="493" y="832"/>
                    </a:lnTo>
                    <a:lnTo>
                      <a:pt x="496" y="832"/>
                    </a:lnTo>
                    <a:lnTo>
                      <a:pt x="498" y="829"/>
                    </a:lnTo>
                    <a:lnTo>
                      <a:pt x="501" y="831"/>
                    </a:lnTo>
                    <a:lnTo>
                      <a:pt x="503" y="830"/>
                    </a:lnTo>
                    <a:lnTo>
                      <a:pt x="505" y="827"/>
                    </a:lnTo>
                    <a:lnTo>
                      <a:pt x="508" y="826"/>
                    </a:lnTo>
                    <a:lnTo>
                      <a:pt x="510" y="826"/>
                    </a:lnTo>
                    <a:lnTo>
                      <a:pt x="513" y="823"/>
                    </a:lnTo>
                    <a:lnTo>
                      <a:pt x="515" y="825"/>
                    </a:lnTo>
                    <a:lnTo>
                      <a:pt x="517" y="828"/>
                    </a:lnTo>
                    <a:lnTo>
                      <a:pt x="520" y="830"/>
                    </a:lnTo>
                    <a:lnTo>
                      <a:pt x="522" y="836"/>
                    </a:lnTo>
                    <a:lnTo>
                      <a:pt x="525" y="836"/>
                    </a:lnTo>
                    <a:lnTo>
                      <a:pt x="527" y="836"/>
                    </a:lnTo>
                    <a:lnTo>
                      <a:pt x="530" y="839"/>
                    </a:lnTo>
                    <a:lnTo>
                      <a:pt x="532" y="839"/>
                    </a:lnTo>
                    <a:lnTo>
                      <a:pt x="534" y="841"/>
                    </a:lnTo>
                    <a:lnTo>
                      <a:pt x="537" y="841"/>
                    </a:lnTo>
                    <a:lnTo>
                      <a:pt x="539" y="839"/>
                    </a:lnTo>
                    <a:lnTo>
                      <a:pt x="542" y="837"/>
                    </a:lnTo>
                    <a:lnTo>
                      <a:pt x="544" y="839"/>
                    </a:lnTo>
                    <a:lnTo>
                      <a:pt x="546" y="836"/>
                    </a:lnTo>
                    <a:lnTo>
                      <a:pt x="549" y="839"/>
                    </a:lnTo>
                    <a:lnTo>
                      <a:pt x="551" y="839"/>
                    </a:lnTo>
                    <a:lnTo>
                      <a:pt x="554" y="843"/>
                    </a:lnTo>
                    <a:lnTo>
                      <a:pt x="556" y="843"/>
                    </a:lnTo>
                    <a:lnTo>
                      <a:pt x="558" y="842"/>
                    </a:lnTo>
                    <a:lnTo>
                      <a:pt x="561" y="844"/>
                    </a:lnTo>
                    <a:lnTo>
                      <a:pt x="563" y="846"/>
                    </a:lnTo>
                    <a:lnTo>
                      <a:pt x="566" y="846"/>
                    </a:lnTo>
                    <a:lnTo>
                      <a:pt x="568" y="848"/>
                    </a:lnTo>
                    <a:lnTo>
                      <a:pt x="570" y="847"/>
                    </a:lnTo>
                    <a:lnTo>
                      <a:pt x="573" y="848"/>
                    </a:lnTo>
                    <a:lnTo>
                      <a:pt x="575" y="847"/>
                    </a:lnTo>
                    <a:lnTo>
                      <a:pt x="578" y="846"/>
                    </a:lnTo>
                    <a:lnTo>
                      <a:pt x="580" y="844"/>
                    </a:lnTo>
                    <a:lnTo>
                      <a:pt x="582" y="843"/>
                    </a:lnTo>
                    <a:lnTo>
                      <a:pt x="585" y="844"/>
                    </a:lnTo>
                    <a:lnTo>
                      <a:pt x="587" y="844"/>
                    </a:lnTo>
                    <a:lnTo>
                      <a:pt x="590" y="847"/>
                    </a:lnTo>
                    <a:lnTo>
                      <a:pt x="592" y="847"/>
                    </a:lnTo>
                    <a:lnTo>
                      <a:pt x="594" y="849"/>
                    </a:lnTo>
                    <a:lnTo>
                      <a:pt x="597" y="849"/>
                    </a:lnTo>
                    <a:lnTo>
                      <a:pt x="599" y="847"/>
                    </a:lnTo>
                    <a:lnTo>
                      <a:pt x="601" y="847"/>
                    </a:lnTo>
                    <a:lnTo>
                      <a:pt x="604" y="847"/>
                    </a:lnTo>
                    <a:lnTo>
                      <a:pt x="606" y="850"/>
                    </a:lnTo>
                    <a:lnTo>
                      <a:pt x="609" y="853"/>
                    </a:lnTo>
                    <a:lnTo>
                      <a:pt x="611" y="851"/>
                    </a:lnTo>
                    <a:lnTo>
                      <a:pt x="613" y="853"/>
                    </a:lnTo>
                    <a:lnTo>
                      <a:pt x="616" y="850"/>
                    </a:lnTo>
                    <a:lnTo>
                      <a:pt x="618" y="847"/>
                    </a:lnTo>
                    <a:lnTo>
                      <a:pt x="621" y="847"/>
                    </a:lnTo>
                    <a:lnTo>
                      <a:pt x="623" y="847"/>
                    </a:lnTo>
                    <a:lnTo>
                      <a:pt x="625" y="850"/>
                    </a:lnTo>
                    <a:lnTo>
                      <a:pt x="628" y="851"/>
                    </a:lnTo>
                    <a:lnTo>
                      <a:pt x="630" y="854"/>
                    </a:lnTo>
                    <a:lnTo>
                      <a:pt x="633" y="856"/>
                    </a:lnTo>
                    <a:lnTo>
                      <a:pt x="635" y="857"/>
                    </a:lnTo>
                    <a:lnTo>
                      <a:pt x="637" y="854"/>
                    </a:lnTo>
                    <a:lnTo>
                      <a:pt x="640" y="852"/>
                    </a:lnTo>
                    <a:lnTo>
                      <a:pt x="642" y="854"/>
                    </a:lnTo>
                    <a:lnTo>
                      <a:pt x="645" y="856"/>
                    </a:lnTo>
                    <a:lnTo>
                      <a:pt x="647" y="853"/>
                    </a:lnTo>
                    <a:lnTo>
                      <a:pt x="649" y="855"/>
                    </a:lnTo>
                    <a:lnTo>
                      <a:pt x="652" y="855"/>
                    </a:lnTo>
                    <a:lnTo>
                      <a:pt x="654" y="854"/>
                    </a:lnTo>
                    <a:lnTo>
                      <a:pt x="657" y="853"/>
                    </a:lnTo>
                    <a:lnTo>
                      <a:pt x="659" y="852"/>
                    </a:lnTo>
                    <a:lnTo>
                      <a:pt x="662" y="853"/>
                    </a:lnTo>
                    <a:lnTo>
                      <a:pt x="664" y="852"/>
                    </a:lnTo>
                    <a:lnTo>
                      <a:pt x="666" y="853"/>
                    </a:lnTo>
                    <a:lnTo>
                      <a:pt x="669" y="857"/>
                    </a:lnTo>
                    <a:lnTo>
                      <a:pt x="671" y="858"/>
                    </a:lnTo>
                    <a:lnTo>
                      <a:pt x="674" y="858"/>
                    </a:lnTo>
                    <a:lnTo>
                      <a:pt x="676" y="859"/>
                    </a:lnTo>
                    <a:lnTo>
                      <a:pt x="678" y="859"/>
                    </a:lnTo>
                    <a:lnTo>
                      <a:pt x="681" y="860"/>
                    </a:lnTo>
                    <a:lnTo>
                      <a:pt x="683" y="860"/>
                    </a:lnTo>
                    <a:lnTo>
                      <a:pt x="686" y="859"/>
                    </a:lnTo>
                    <a:lnTo>
                      <a:pt x="688" y="860"/>
                    </a:lnTo>
                    <a:lnTo>
                      <a:pt x="690" y="861"/>
                    </a:lnTo>
                    <a:lnTo>
                      <a:pt x="693" y="861"/>
                    </a:lnTo>
                    <a:lnTo>
                      <a:pt x="695" y="863"/>
                    </a:lnTo>
                    <a:lnTo>
                      <a:pt x="698" y="866"/>
                    </a:lnTo>
                    <a:lnTo>
                      <a:pt x="700" y="867"/>
                    </a:lnTo>
                    <a:lnTo>
                      <a:pt x="703" y="869"/>
                    </a:lnTo>
                    <a:lnTo>
                      <a:pt x="705" y="869"/>
                    </a:lnTo>
                    <a:lnTo>
                      <a:pt x="707" y="872"/>
                    </a:lnTo>
                    <a:lnTo>
                      <a:pt x="710" y="871"/>
                    </a:lnTo>
                    <a:lnTo>
                      <a:pt x="712" y="870"/>
                    </a:lnTo>
                    <a:lnTo>
                      <a:pt x="715" y="870"/>
                    </a:lnTo>
                    <a:lnTo>
                      <a:pt x="717" y="868"/>
                    </a:lnTo>
                    <a:lnTo>
                      <a:pt x="719" y="866"/>
                    </a:lnTo>
                    <a:lnTo>
                      <a:pt x="722" y="863"/>
                    </a:lnTo>
                    <a:lnTo>
                      <a:pt x="724" y="862"/>
                    </a:lnTo>
                    <a:lnTo>
                      <a:pt x="727" y="862"/>
                    </a:lnTo>
                    <a:lnTo>
                      <a:pt x="729" y="861"/>
                    </a:lnTo>
                    <a:lnTo>
                      <a:pt x="731" y="862"/>
                    </a:lnTo>
                    <a:lnTo>
                      <a:pt x="734" y="862"/>
                    </a:lnTo>
                    <a:lnTo>
                      <a:pt x="736" y="863"/>
                    </a:lnTo>
                    <a:lnTo>
                      <a:pt x="739" y="864"/>
                    </a:lnTo>
                    <a:lnTo>
                      <a:pt x="741" y="866"/>
                    </a:lnTo>
                    <a:lnTo>
                      <a:pt x="743" y="866"/>
                    </a:lnTo>
                    <a:lnTo>
                      <a:pt x="746" y="866"/>
                    </a:lnTo>
                    <a:lnTo>
                      <a:pt x="748" y="866"/>
                    </a:lnTo>
                    <a:lnTo>
                      <a:pt x="751" y="867"/>
                    </a:lnTo>
                    <a:lnTo>
                      <a:pt x="753" y="867"/>
                    </a:lnTo>
                    <a:lnTo>
                      <a:pt x="756" y="867"/>
                    </a:lnTo>
                    <a:lnTo>
                      <a:pt x="758" y="867"/>
                    </a:lnTo>
                    <a:lnTo>
                      <a:pt x="760" y="866"/>
                    </a:lnTo>
                    <a:lnTo>
                      <a:pt x="763" y="867"/>
                    </a:lnTo>
                    <a:lnTo>
                      <a:pt x="765" y="865"/>
                    </a:lnTo>
                    <a:lnTo>
                      <a:pt x="768" y="865"/>
                    </a:lnTo>
                    <a:lnTo>
                      <a:pt x="770" y="863"/>
                    </a:lnTo>
                    <a:lnTo>
                      <a:pt x="772" y="861"/>
                    </a:lnTo>
                    <a:lnTo>
                      <a:pt x="775" y="862"/>
                    </a:lnTo>
                    <a:lnTo>
                      <a:pt x="777" y="864"/>
                    </a:lnTo>
                    <a:lnTo>
                      <a:pt x="780" y="866"/>
                    </a:lnTo>
                    <a:lnTo>
                      <a:pt x="782" y="866"/>
                    </a:lnTo>
                    <a:lnTo>
                      <a:pt x="784" y="864"/>
                    </a:lnTo>
                    <a:lnTo>
                      <a:pt x="787" y="863"/>
                    </a:lnTo>
                    <a:lnTo>
                      <a:pt x="789" y="863"/>
                    </a:lnTo>
                    <a:lnTo>
                      <a:pt x="792" y="863"/>
                    </a:lnTo>
                    <a:lnTo>
                      <a:pt x="794" y="864"/>
                    </a:lnTo>
                    <a:lnTo>
                      <a:pt x="797" y="864"/>
                    </a:lnTo>
                    <a:lnTo>
                      <a:pt x="799" y="866"/>
                    </a:lnTo>
                    <a:lnTo>
                      <a:pt x="801" y="867"/>
                    </a:lnTo>
                    <a:lnTo>
                      <a:pt x="804" y="869"/>
                    </a:lnTo>
                    <a:lnTo>
                      <a:pt x="806" y="869"/>
                    </a:lnTo>
                    <a:lnTo>
                      <a:pt x="809" y="868"/>
                    </a:lnTo>
                    <a:lnTo>
                      <a:pt x="811" y="869"/>
                    </a:lnTo>
                    <a:lnTo>
                      <a:pt x="813" y="869"/>
                    </a:lnTo>
                    <a:lnTo>
                      <a:pt x="816" y="869"/>
                    </a:lnTo>
                    <a:lnTo>
                      <a:pt x="818" y="871"/>
                    </a:lnTo>
                    <a:lnTo>
                      <a:pt x="821" y="871"/>
                    </a:lnTo>
                    <a:lnTo>
                      <a:pt x="823" y="872"/>
                    </a:lnTo>
                    <a:lnTo>
                      <a:pt x="825" y="872"/>
                    </a:lnTo>
                    <a:lnTo>
                      <a:pt x="828" y="873"/>
                    </a:lnTo>
                    <a:lnTo>
                      <a:pt x="830" y="873"/>
                    </a:lnTo>
                    <a:lnTo>
                      <a:pt x="833" y="873"/>
                    </a:lnTo>
                    <a:lnTo>
                      <a:pt x="835" y="873"/>
                    </a:lnTo>
                    <a:lnTo>
                      <a:pt x="837" y="875"/>
                    </a:lnTo>
                    <a:lnTo>
                      <a:pt x="840" y="874"/>
                    </a:lnTo>
                    <a:lnTo>
                      <a:pt x="842" y="872"/>
                    </a:lnTo>
                    <a:lnTo>
                      <a:pt x="845" y="872"/>
                    </a:lnTo>
                    <a:lnTo>
                      <a:pt x="847" y="869"/>
                    </a:lnTo>
                    <a:lnTo>
                      <a:pt x="849" y="868"/>
                    </a:lnTo>
                    <a:lnTo>
                      <a:pt x="852" y="868"/>
                    </a:lnTo>
                    <a:lnTo>
                      <a:pt x="854" y="868"/>
                    </a:lnTo>
                    <a:lnTo>
                      <a:pt x="856" y="866"/>
                    </a:lnTo>
                    <a:lnTo>
                      <a:pt x="859" y="867"/>
                    </a:lnTo>
                    <a:lnTo>
                      <a:pt x="861" y="866"/>
                    </a:lnTo>
                    <a:lnTo>
                      <a:pt x="864" y="867"/>
                    </a:lnTo>
                    <a:lnTo>
                      <a:pt x="866" y="867"/>
                    </a:lnTo>
                    <a:lnTo>
                      <a:pt x="868" y="867"/>
                    </a:lnTo>
                    <a:lnTo>
                      <a:pt x="871" y="867"/>
                    </a:lnTo>
                    <a:lnTo>
                      <a:pt x="873" y="867"/>
                    </a:lnTo>
                    <a:lnTo>
                      <a:pt x="876" y="867"/>
                    </a:lnTo>
                    <a:lnTo>
                      <a:pt x="878" y="867"/>
                    </a:lnTo>
                    <a:lnTo>
                      <a:pt x="880" y="869"/>
                    </a:lnTo>
                    <a:lnTo>
                      <a:pt x="883" y="870"/>
                    </a:lnTo>
                    <a:lnTo>
                      <a:pt x="885" y="868"/>
                    </a:lnTo>
                    <a:lnTo>
                      <a:pt x="888" y="868"/>
                    </a:lnTo>
                    <a:lnTo>
                      <a:pt x="890" y="869"/>
                    </a:lnTo>
                    <a:lnTo>
                      <a:pt x="892" y="869"/>
                    </a:lnTo>
                    <a:lnTo>
                      <a:pt x="895" y="869"/>
                    </a:lnTo>
                    <a:lnTo>
                      <a:pt x="897" y="869"/>
                    </a:lnTo>
                    <a:lnTo>
                      <a:pt x="900" y="870"/>
                    </a:lnTo>
                    <a:lnTo>
                      <a:pt x="902" y="870"/>
                    </a:lnTo>
                    <a:lnTo>
                      <a:pt x="904" y="869"/>
                    </a:lnTo>
                    <a:lnTo>
                      <a:pt x="907" y="870"/>
                    </a:lnTo>
                    <a:lnTo>
                      <a:pt x="909" y="870"/>
                    </a:lnTo>
                    <a:lnTo>
                      <a:pt x="912" y="869"/>
                    </a:lnTo>
                    <a:lnTo>
                      <a:pt x="914" y="869"/>
                    </a:lnTo>
                    <a:lnTo>
                      <a:pt x="916" y="871"/>
                    </a:lnTo>
                    <a:lnTo>
                      <a:pt x="919" y="871"/>
                    </a:lnTo>
                    <a:lnTo>
                      <a:pt x="921" y="872"/>
                    </a:lnTo>
                    <a:lnTo>
                      <a:pt x="924" y="872"/>
                    </a:lnTo>
                    <a:lnTo>
                      <a:pt x="926" y="872"/>
                    </a:lnTo>
                    <a:lnTo>
                      <a:pt x="929" y="871"/>
                    </a:lnTo>
                    <a:lnTo>
                      <a:pt x="931" y="872"/>
                    </a:lnTo>
                    <a:lnTo>
                      <a:pt x="933" y="871"/>
                    </a:lnTo>
                    <a:lnTo>
                      <a:pt x="936" y="870"/>
                    </a:lnTo>
                    <a:lnTo>
                      <a:pt x="938" y="870"/>
                    </a:lnTo>
                    <a:lnTo>
                      <a:pt x="941" y="867"/>
                    </a:lnTo>
                    <a:lnTo>
                      <a:pt x="943" y="867"/>
                    </a:lnTo>
                    <a:lnTo>
                      <a:pt x="945" y="866"/>
                    </a:lnTo>
                    <a:lnTo>
                      <a:pt x="948" y="864"/>
                    </a:lnTo>
                    <a:lnTo>
                      <a:pt x="950" y="864"/>
                    </a:lnTo>
                    <a:lnTo>
                      <a:pt x="953" y="864"/>
                    </a:lnTo>
                    <a:lnTo>
                      <a:pt x="955" y="864"/>
                    </a:lnTo>
                    <a:lnTo>
                      <a:pt x="957" y="862"/>
                    </a:lnTo>
                    <a:lnTo>
                      <a:pt x="960" y="862"/>
                    </a:lnTo>
                    <a:lnTo>
                      <a:pt x="962" y="861"/>
                    </a:lnTo>
                    <a:lnTo>
                      <a:pt x="965" y="861"/>
                    </a:lnTo>
                    <a:lnTo>
                      <a:pt x="967" y="861"/>
                    </a:lnTo>
                    <a:lnTo>
                      <a:pt x="970" y="861"/>
                    </a:lnTo>
                    <a:lnTo>
                      <a:pt x="972" y="859"/>
                    </a:lnTo>
                    <a:lnTo>
                      <a:pt x="974" y="859"/>
                    </a:lnTo>
                    <a:lnTo>
                      <a:pt x="977" y="859"/>
                    </a:lnTo>
                    <a:lnTo>
                      <a:pt x="979" y="859"/>
                    </a:lnTo>
                    <a:lnTo>
                      <a:pt x="982" y="858"/>
                    </a:lnTo>
                    <a:lnTo>
                      <a:pt x="984" y="855"/>
                    </a:lnTo>
                    <a:lnTo>
                      <a:pt x="986" y="855"/>
                    </a:lnTo>
                    <a:lnTo>
                      <a:pt x="989" y="861"/>
                    </a:lnTo>
                    <a:lnTo>
                      <a:pt x="991" y="862"/>
                    </a:lnTo>
                    <a:lnTo>
                      <a:pt x="994" y="863"/>
                    </a:lnTo>
                    <a:lnTo>
                      <a:pt x="996" y="865"/>
                    </a:lnTo>
                    <a:lnTo>
                      <a:pt x="998" y="866"/>
                    </a:lnTo>
                    <a:lnTo>
                      <a:pt x="1001" y="866"/>
                    </a:lnTo>
                    <a:lnTo>
                      <a:pt x="1003" y="867"/>
                    </a:lnTo>
                    <a:lnTo>
                      <a:pt x="1006" y="867"/>
                    </a:lnTo>
                    <a:lnTo>
                      <a:pt x="1008" y="867"/>
                    </a:lnTo>
                    <a:lnTo>
                      <a:pt x="1010" y="867"/>
                    </a:lnTo>
                    <a:lnTo>
                      <a:pt x="1013" y="867"/>
                    </a:lnTo>
                    <a:lnTo>
                      <a:pt x="1015" y="868"/>
                    </a:lnTo>
                    <a:lnTo>
                      <a:pt x="1018" y="869"/>
                    </a:lnTo>
                    <a:lnTo>
                      <a:pt x="1020" y="870"/>
                    </a:lnTo>
                    <a:lnTo>
                      <a:pt x="1023" y="870"/>
                    </a:lnTo>
                    <a:lnTo>
                      <a:pt x="1025" y="870"/>
                    </a:lnTo>
                    <a:lnTo>
                      <a:pt x="1027" y="871"/>
                    </a:lnTo>
                    <a:lnTo>
                      <a:pt x="1030" y="871"/>
                    </a:lnTo>
                    <a:lnTo>
                      <a:pt x="1032" y="869"/>
                    </a:lnTo>
                    <a:lnTo>
                      <a:pt x="1035" y="870"/>
                    </a:lnTo>
                    <a:lnTo>
                      <a:pt x="1037" y="869"/>
                    </a:lnTo>
                    <a:lnTo>
                      <a:pt x="1039" y="869"/>
                    </a:lnTo>
                    <a:lnTo>
                      <a:pt x="1042" y="867"/>
                    </a:lnTo>
                    <a:lnTo>
                      <a:pt x="1044" y="866"/>
                    </a:lnTo>
                    <a:lnTo>
                      <a:pt x="1047" y="866"/>
                    </a:lnTo>
                    <a:lnTo>
                      <a:pt x="1049" y="866"/>
                    </a:lnTo>
                    <a:lnTo>
                      <a:pt x="1051" y="866"/>
                    </a:lnTo>
                    <a:lnTo>
                      <a:pt x="1054" y="866"/>
                    </a:lnTo>
                    <a:lnTo>
                      <a:pt x="1056" y="866"/>
                    </a:lnTo>
                    <a:lnTo>
                      <a:pt x="1059" y="866"/>
                    </a:lnTo>
                    <a:lnTo>
                      <a:pt x="1061" y="867"/>
                    </a:lnTo>
                    <a:lnTo>
                      <a:pt x="1064" y="867"/>
                    </a:lnTo>
                    <a:lnTo>
                      <a:pt x="1066" y="867"/>
                    </a:lnTo>
                    <a:lnTo>
                      <a:pt x="1068" y="867"/>
                    </a:lnTo>
                    <a:lnTo>
                      <a:pt x="1071" y="867"/>
                    </a:lnTo>
                    <a:lnTo>
                      <a:pt x="1073" y="867"/>
                    </a:lnTo>
                    <a:lnTo>
                      <a:pt x="1076" y="867"/>
                    </a:lnTo>
                    <a:lnTo>
                      <a:pt x="1078" y="866"/>
                    </a:lnTo>
                    <a:lnTo>
                      <a:pt x="1080" y="864"/>
                    </a:lnTo>
                    <a:lnTo>
                      <a:pt x="1083" y="864"/>
                    </a:lnTo>
                    <a:lnTo>
                      <a:pt x="1085" y="864"/>
                    </a:lnTo>
                    <a:lnTo>
                      <a:pt x="1088" y="864"/>
                    </a:lnTo>
                    <a:lnTo>
                      <a:pt x="1090" y="865"/>
                    </a:lnTo>
                    <a:lnTo>
                      <a:pt x="1092" y="867"/>
                    </a:lnTo>
                    <a:lnTo>
                      <a:pt x="1095" y="867"/>
                    </a:lnTo>
                    <a:lnTo>
                      <a:pt x="1097" y="867"/>
                    </a:lnTo>
                    <a:lnTo>
                      <a:pt x="1099" y="866"/>
                    </a:lnTo>
                    <a:lnTo>
                      <a:pt x="1102" y="866"/>
                    </a:lnTo>
                    <a:lnTo>
                      <a:pt x="1104" y="866"/>
                    </a:lnTo>
                    <a:lnTo>
                      <a:pt x="1107" y="866"/>
                    </a:lnTo>
                    <a:lnTo>
                      <a:pt x="1109" y="865"/>
                    </a:lnTo>
                    <a:lnTo>
                      <a:pt x="1111" y="864"/>
                    </a:lnTo>
                    <a:lnTo>
                      <a:pt x="1114" y="864"/>
                    </a:lnTo>
                    <a:lnTo>
                      <a:pt x="1116" y="863"/>
                    </a:lnTo>
                    <a:lnTo>
                      <a:pt x="1119" y="865"/>
                    </a:lnTo>
                    <a:lnTo>
                      <a:pt x="1121" y="865"/>
                    </a:lnTo>
                    <a:lnTo>
                      <a:pt x="1123" y="869"/>
                    </a:lnTo>
                    <a:lnTo>
                      <a:pt x="1126" y="870"/>
                    </a:lnTo>
                    <a:lnTo>
                      <a:pt x="1128" y="869"/>
                    </a:lnTo>
                    <a:lnTo>
                      <a:pt x="1131" y="870"/>
                    </a:lnTo>
                    <a:lnTo>
                      <a:pt x="1133" y="870"/>
                    </a:lnTo>
                    <a:lnTo>
                      <a:pt x="1135" y="871"/>
                    </a:lnTo>
                    <a:lnTo>
                      <a:pt x="1138" y="871"/>
                    </a:lnTo>
                    <a:lnTo>
                      <a:pt x="1140" y="872"/>
                    </a:lnTo>
                    <a:lnTo>
                      <a:pt x="1143" y="872"/>
                    </a:lnTo>
                    <a:lnTo>
                      <a:pt x="1145" y="873"/>
                    </a:lnTo>
                    <a:lnTo>
                      <a:pt x="1147" y="873"/>
                    </a:lnTo>
                    <a:lnTo>
                      <a:pt x="1150" y="873"/>
                    </a:lnTo>
                    <a:lnTo>
                      <a:pt x="1152" y="874"/>
                    </a:lnTo>
                    <a:lnTo>
                      <a:pt x="1155" y="876"/>
                    </a:lnTo>
                    <a:lnTo>
                      <a:pt x="1157" y="876"/>
                    </a:lnTo>
                    <a:lnTo>
                      <a:pt x="1159" y="876"/>
                    </a:lnTo>
                    <a:lnTo>
                      <a:pt x="1162" y="876"/>
                    </a:lnTo>
                    <a:lnTo>
                      <a:pt x="1164" y="876"/>
                    </a:lnTo>
                    <a:lnTo>
                      <a:pt x="1167" y="875"/>
                    </a:lnTo>
                    <a:lnTo>
                      <a:pt x="1169" y="875"/>
                    </a:lnTo>
                    <a:lnTo>
                      <a:pt x="1171" y="874"/>
                    </a:lnTo>
                    <a:lnTo>
                      <a:pt x="1174" y="874"/>
                    </a:lnTo>
                    <a:lnTo>
                      <a:pt x="1176" y="874"/>
                    </a:lnTo>
                    <a:lnTo>
                      <a:pt x="1179" y="873"/>
                    </a:lnTo>
                    <a:lnTo>
                      <a:pt x="1181" y="873"/>
                    </a:lnTo>
                    <a:lnTo>
                      <a:pt x="1183" y="872"/>
                    </a:lnTo>
                    <a:lnTo>
                      <a:pt x="1186" y="869"/>
                    </a:lnTo>
                    <a:lnTo>
                      <a:pt x="1188" y="867"/>
                    </a:lnTo>
                    <a:lnTo>
                      <a:pt x="1191" y="867"/>
                    </a:lnTo>
                    <a:lnTo>
                      <a:pt x="1193" y="868"/>
                    </a:lnTo>
                    <a:lnTo>
                      <a:pt x="1196" y="868"/>
                    </a:lnTo>
                    <a:lnTo>
                      <a:pt x="1198" y="868"/>
                    </a:lnTo>
                    <a:lnTo>
                      <a:pt x="1200" y="866"/>
                    </a:lnTo>
                    <a:lnTo>
                      <a:pt x="1203" y="866"/>
                    </a:lnTo>
                    <a:lnTo>
                      <a:pt x="1205" y="865"/>
                    </a:lnTo>
                    <a:lnTo>
                      <a:pt x="1208" y="865"/>
                    </a:lnTo>
                    <a:lnTo>
                      <a:pt x="1210" y="866"/>
                    </a:lnTo>
                    <a:lnTo>
                      <a:pt x="1212" y="866"/>
                    </a:lnTo>
                    <a:lnTo>
                      <a:pt x="1215" y="865"/>
                    </a:lnTo>
                    <a:lnTo>
                      <a:pt x="1217" y="865"/>
                    </a:lnTo>
                    <a:lnTo>
                      <a:pt x="1220" y="865"/>
                    </a:lnTo>
                    <a:lnTo>
                      <a:pt x="1222" y="866"/>
                    </a:lnTo>
                    <a:lnTo>
                      <a:pt x="1224" y="864"/>
                    </a:lnTo>
                    <a:lnTo>
                      <a:pt x="1227" y="864"/>
                    </a:lnTo>
                    <a:lnTo>
                      <a:pt x="1229" y="865"/>
                    </a:lnTo>
                    <a:lnTo>
                      <a:pt x="1232" y="868"/>
                    </a:lnTo>
                    <a:lnTo>
                      <a:pt x="1234" y="870"/>
                    </a:lnTo>
                    <a:lnTo>
                      <a:pt x="1237" y="870"/>
                    </a:lnTo>
                    <a:lnTo>
                      <a:pt x="1239" y="870"/>
                    </a:lnTo>
                    <a:lnTo>
                      <a:pt x="1241" y="871"/>
                    </a:lnTo>
                    <a:lnTo>
                      <a:pt x="1244" y="870"/>
                    </a:lnTo>
                    <a:lnTo>
                      <a:pt x="1246" y="870"/>
                    </a:lnTo>
                    <a:lnTo>
                      <a:pt x="1249" y="871"/>
                    </a:lnTo>
                    <a:lnTo>
                      <a:pt x="1251" y="872"/>
                    </a:lnTo>
                    <a:lnTo>
                      <a:pt x="1253" y="872"/>
                    </a:lnTo>
                    <a:lnTo>
                      <a:pt x="1256" y="870"/>
                    </a:lnTo>
                    <a:lnTo>
                      <a:pt x="1258" y="870"/>
                    </a:lnTo>
                    <a:lnTo>
                      <a:pt x="1261" y="870"/>
                    </a:lnTo>
                    <a:lnTo>
                      <a:pt x="1263" y="870"/>
                    </a:lnTo>
                    <a:lnTo>
                      <a:pt x="1265" y="870"/>
                    </a:lnTo>
                    <a:lnTo>
                      <a:pt x="1268" y="873"/>
                    </a:lnTo>
                    <a:lnTo>
                      <a:pt x="1270" y="874"/>
                    </a:lnTo>
                    <a:lnTo>
                      <a:pt x="1273" y="873"/>
                    </a:lnTo>
                    <a:lnTo>
                      <a:pt x="1275" y="874"/>
                    </a:lnTo>
                    <a:lnTo>
                      <a:pt x="1277" y="873"/>
                    </a:lnTo>
                    <a:lnTo>
                      <a:pt x="1280" y="873"/>
                    </a:lnTo>
                    <a:lnTo>
                      <a:pt x="1282" y="872"/>
                    </a:lnTo>
                    <a:lnTo>
                      <a:pt x="1285" y="872"/>
                    </a:lnTo>
                    <a:lnTo>
                      <a:pt x="1287" y="872"/>
                    </a:lnTo>
                    <a:lnTo>
                      <a:pt x="1290" y="872"/>
                    </a:lnTo>
                    <a:lnTo>
                      <a:pt x="1292" y="870"/>
                    </a:lnTo>
                    <a:lnTo>
                      <a:pt x="1294" y="870"/>
                    </a:lnTo>
                    <a:lnTo>
                      <a:pt x="1297" y="869"/>
                    </a:lnTo>
                    <a:lnTo>
                      <a:pt x="1299" y="873"/>
                    </a:lnTo>
                    <a:lnTo>
                      <a:pt x="1302" y="871"/>
                    </a:lnTo>
                    <a:lnTo>
                      <a:pt x="1304" y="872"/>
                    </a:lnTo>
                    <a:lnTo>
                      <a:pt x="1306" y="871"/>
                    </a:lnTo>
                    <a:lnTo>
                      <a:pt x="1309" y="869"/>
                    </a:lnTo>
                    <a:lnTo>
                      <a:pt x="1311" y="869"/>
                    </a:lnTo>
                    <a:lnTo>
                      <a:pt x="1314" y="869"/>
                    </a:lnTo>
                    <a:lnTo>
                      <a:pt x="1316" y="869"/>
                    </a:lnTo>
                    <a:lnTo>
                      <a:pt x="1318" y="869"/>
                    </a:lnTo>
                    <a:lnTo>
                      <a:pt x="1321" y="870"/>
                    </a:lnTo>
                    <a:lnTo>
                      <a:pt x="1323" y="870"/>
                    </a:lnTo>
                    <a:lnTo>
                      <a:pt x="1326" y="869"/>
                    </a:lnTo>
                    <a:lnTo>
                      <a:pt x="1328" y="870"/>
                    </a:lnTo>
                    <a:lnTo>
                      <a:pt x="1331" y="868"/>
                    </a:lnTo>
                    <a:lnTo>
                      <a:pt x="1333" y="869"/>
                    </a:lnTo>
                    <a:lnTo>
                      <a:pt x="1335" y="870"/>
                    </a:lnTo>
                    <a:lnTo>
                      <a:pt x="1338" y="870"/>
                    </a:lnTo>
                    <a:lnTo>
                      <a:pt x="1340" y="870"/>
                    </a:lnTo>
                    <a:lnTo>
                      <a:pt x="1342" y="870"/>
                    </a:lnTo>
                    <a:lnTo>
                      <a:pt x="1345" y="868"/>
                    </a:lnTo>
                    <a:lnTo>
                      <a:pt x="1347" y="868"/>
                    </a:lnTo>
                    <a:lnTo>
                      <a:pt x="1350" y="868"/>
                    </a:lnTo>
                    <a:lnTo>
                      <a:pt x="1352" y="868"/>
                    </a:lnTo>
                    <a:lnTo>
                      <a:pt x="1354" y="867"/>
                    </a:lnTo>
                    <a:lnTo>
                      <a:pt x="1357" y="864"/>
                    </a:lnTo>
                    <a:lnTo>
                      <a:pt x="1359" y="862"/>
                    </a:lnTo>
                    <a:lnTo>
                      <a:pt x="1362" y="861"/>
                    </a:lnTo>
                    <a:lnTo>
                      <a:pt x="1364" y="861"/>
                    </a:lnTo>
                    <a:lnTo>
                      <a:pt x="1366" y="861"/>
                    </a:lnTo>
                    <a:lnTo>
                      <a:pt x="1369" y="861"/>
                    </a:lnTo>
                    <a:lnTo>
                      <a:pt x="1371" y="859"/>
                    </a:lnTo>
                    <a:lnTo>
                      <a:pt x="1374" y="860"/>
                    </a:lnTo>
                    <a:lnTo>
                      <a:pt x="1376" y="862"/>
                    </a:lnTo>
                    <a:lnTo>
                      <a:pt x="1378" y="862"/>
                    </a:lnTo>
                    <a:lnTo>
                      <a:pt x="1381" y="863"/>
                    </a:lnTo>
                    <a:lnTo>
                      <a:pt x="1383" y="862"/>
                    </a:lnTo>
                    <a:lnTo>
                      <a:pt x="1386" y="862"/>
                    </a:lnTo>
                    <a:lnTo>
                      <a:pt x="1388" y="861"/>
                    </a:lnTo>
                    <a:lnTo>
                      <a:pt x="1390" y="861"/>
                    </a:lnTo>
                    <a:lnTo>
                      <a:pt x="1393" y="862"/>
                    </a:lnTo>
                    <a:lnTo>
                      <a:pt x="1395" y="861"/>
                    </a:lnTo>
                    <a:lnTo>
                      <a:pt x="1398" y="866"/>
                    </a:lnTo>
                    <a:lnTo>
                      <a:pt x="1400" y="866"/>
                    </a:lnTo>
                    <a:lnTo>
                      <a:pt x="1402" y="865"/>
                    </a:lnTo>
                    <a:lnTo>
                      <a:pt x="1405" y="866"/>
                    </a:lnTo>
                    <a:lnTo>
                      <a:pt x="1407" y="866"/>
                    </a:lnTo>
                    <a:lnTo>
                      <a:pt x="1410" y="866"/>
                    </a:lnTo>
                    <a:lnTo>
                      <a:pt x="1412" y="866"/>
                    </a:lnTo>
                    <a:lnTo>
                      <a:pt x="1414" y="866"/>
                    </a:lnTo>
                    <a:lnTo>
                      <a:pt x="1417" y="866"/>
                    </a:lnTo>
                    <a:lnTo>
                      <a:pt x="1419" y="866"/>
                    </a:lnTo>
                    <a:lnTo>
                      <a:pt x="1422" y="866"/>
                    </a:lnTo>
                    <a:lnTo>
                      <a:pt x="1424" y="866"/>
                    </a:lnTo>
                    <a:lnTo>
                      <a:pt x="1426" y="864"/>
                    </a:lnTo>
                    <a:lnTo>
                      <a:pt x="1429" y="864"/>
                    </a:lnTo>
                    <a:lnTo>
                      <a:pt x="1431" y="866"/>
                    </a:lnTo>
                    <a:lnTo>
                      <a:pt x="1434" y="868"/>
                    </a:lnTo>
                    <a:lnTo>
                      <a:pt x="1436" y="868"/>
                    </a:lnTo>
                    <a:lnTo>
                      <a:pt x="1438" y="868"/>
                    </a:lnTo>
                    <a:lnTo>
                      <a:pt x="1441" y="867"/>
                    </a:lnTo>
                    <a:lnTo>
                      <a:pt x="1443" y="867"/>
                    </a:lnTo>
                    <a:lnTo>
                      <a:pt x="1446" y="865"/>
                    </a:lnTo>
                    <a:lnTo>
                      <a:pt x="1448" y="864"/>
                    </a:lnTo>
                    <a:lnTo>
                      <a:pt x="1450" y="866"/>
                    </a:lnTo>
                    <a:lnTo>
                      <a:pt x="1453" y="866"/>
                    </a:lnTo>
                    <a:lnTo>
                      <a:pt x="1455" y="865"/>
                    </a:lnTo>
                    <a:lnTo>
                      <a:pt x="1458" y="862"/>
                    </a:lnTo>
                    <a:lnTo>
                      <a:pt x="1460" y="861"/>
                    </a:lnTo>
                    <a:lnTo>
                      <a:pt x="1463" y="861"/>
                    </a:lnTo>
                    <a:lnTo>
                      <a:pt x="1465" y="861"/>
                    </a:lnTo>
                    <a:lnTo>
                      <a:pt x="1467" y="861"/>
                    </a:lnTo>
                    <a:lnTo>
                      <a:pt x="1470" y="864"/>
                    </a:lnTo>
                    <a:lnTo>
                      <a:pt x="1472" y="867"/>
                    </a:lnTo>
                    <a:lnTo>
                      <a:pt x="1475" y="869"/>
                    </a:lnTo>
                    <a:lnTo>
                      <a:pt x="1477" y="870"/>
                    </a:lnTo>
                    <a:lnTo>
                      <a:pt x="1479" y="868"/>
                    </a:lnTo>
                    <a:lnTo>
                      <a:pt x="1482" y="869"/>
                    </a:lnTo>
                    <a:lnTo>
                      <a:pt x="1484" y="869"/>
                    </a:lnTo>
                    <a:lnTo>
                      <a:pt x="1487" y="869"/>
                    </a:lnTo>
                    <a:lnTo>
                      <a:pt x="1489" y="870"/>
                    </a:lnTo>
                    <a:lnTo>
                      <a:pt x="1491" y="871"/>
                    </a:lnTo>
                    <a:lnTo>
                      <a:pt x="1494" y="872"/>
                    </a:lnTo>
                    <a:lnTo>
                      <a:pt x="1496" y="872"/>
                    </a:lnTo>
                    <a:lnTo>
                      <a:pt x="1499" y="872"/>
                    </a:lnTo>
                    <a:lnTo>
                      <a:pt x="1501" y="873"/>
                    </a:lnTo>
                    <a:lnTo>
                      <a:pt x="1504" y="874"/>
                    </a:lnTo>
                    <a:lnTo>
                      <a:pt x="1506" y="874"/>
                    </a:lnTo>
                    <a:lnTo>
                      <a:pt x="1508" y="873"/>
                    </a:lnTo>
                    <a:lnTo>
                      <a:pt x="1511" y="873"/>
                    </a:lnTo>
                    <a:lnTo>
                      <a:pt x="1513" y="872"/>
                    </a:lnTo>
                    <a:lnTo>
                      <a:pt x="1516" y="872"/>
                    </a:lnTo>
                    <a:lnTo>
                      <a:pt x="1518" y="873"/>
                    </a:lnTo>
                    <a:lnTo>
                      <a:pt x="1520" y="872"/>
                    </a:lnTo>
                    <a:lnTo>
                      <a:pt x="1523" y="872"/>
                    </a:lnTo>
                    <a:lnTo>
                      <a:pt x="1525" y="872"/>
                    </a:lnTo>
                    <a:lnTo>
                      <a:pt x="1528" y="872"/>
                    </a:lnTo>
                    <a:lnTo>
                      <a:pt x="1530" y="872"/>
                    </a:lnTo>
                    <a:lnTo>
                      <a:pt x="1532" y="872"/>
                    </a:lnTo>
                    <a:lnTo>
                      <a:pt x="1535" y="872"/>
                    </a:lnTo>
                    <a:lnTo>
                      <a:pt x="1537" y="872"/>
                    </a:lnTo>
                    <a:lnTo>
                      <a:pt x="1540" y="872"/>
                    </a:lnTo>
                    <a:lnTo>
                      <a:pt x="1542" y="871"/>
                    </a:lnTo>
                    <a:lnTo>
                      <a:pt x="1544" y="872"/>
                    </a:lnTo>
                    <a:lnTo>
                      <a:pt x="1547" y="866"/>
                    </a:lnTo>
                    <a:lnTo>
                      <a:pt x="1549" y="859"/>
                    </a:lnTo>
                    <a:lnTo>
                      <a:pt x="1552" y="831"/>
                    </a:lnTo>
                    <a:lnTo>
                      <a:pt x="1554" y="721"/>
                    </a:lnTo>
                    <a:lnTo>
                      <a:pt x="1557" y="594"/>
                    </a:lnTo>
                    <a:lnTo>
                      <a:pt x="1559" y="468"/>
                    </a:lnTo>
                    <a:lnTo>
                      <a:pt x="1561" y="315"/>
                    </a:lnTo>
                    <a:lnTo>
                      <a:pt x="1564" y="245"/>
                    </a:lnTo>
                    <a:lnTo>
                      <a:pt x="1566" y="174"/>
                    </a:lnTo>
                    <a:lnTo>
                      <a:pt x="1569" y="94"/>
                    </a:lnTo>
                    <a:lnTo>
                      <a:pt x="1571" y="88"/>
                    </a:lnTo>
                    <a:lnTo>
                      <a:pt x="1573" y="79"/>
                    </a:lnTo>
                    <a:lnTo>
                      <a:pt x="1576" y="43"/>
                    </a:lnTo>
                    <a:lnTo>
                      <a:pt x="1578" y="41"/>
                    </a:lnTo>
                    <a:lnTo>
                      <a:pt x="1581" y="41"/>
                    </a:lnTo>
                    <a:lnTo>
                      <a:pt x="1583" y="18"/>
                    </a:lnTo>
                    <a:lnTo>
                      <a:pt x="1585" y="14"/>
                    </a:lnTo>
                    <a:lnTo>
                      <a:pt x="1588" y="10"/>
                    </a:lnTo>
                    <a:lnTo>
                      <a:pt x="1590" y="8"/>
                    </a:lnTo>
                    <a:lnTo>
                      <a:pt x="1593" y="8"/>
                    </a:lnTo>
                    <a:lnTo>
                      <a:pt x="1595" y="0"/>
                    </a:lnTo>
                    <a:lnTo>
                      <a:pt x="1597" y="6"/>
                    </a:lnTo>
                    <a:lnTo>
                      <a:pt x="1600" y="14"/>
                    </a:lnTo>
                    <a:lnTo>
                      <a:pt x="1602" y="32"/>
                    </a:lnTo>
                    <a:lnTo>
                      <a:pt x="1605" y="113"/>
                    </a:lnTo>
                    <a:lnTo>
                      <a:pt x="1607" y="227"/>
                    </a:lnTo>
                    <a:lnTo>
                      <a:pt x="1609" y="341"/>
                    </a:lnTo>
                    <a:lnTo>
                      <a:pt x="1612" y="491"/>
                    </a:lnTo>
                    <a:lnTo>
                      <a:pt x="1614" y="552"/>
                    </a:lnTo>
                    <a:lnTo>
                      <a:pt x="1617" y="594"/>
                    </a:lnTo>
                    <a:lnTo>
                      <a:pt x="1619" y="645"/>
                    </a:lnTo>
                    <a:lnTo>
                      <a:pt x="1621" y="630"/>
                    </a:lnTo>
                    <a:lnTo>
                      <a:pt x="1624" y="622"/>
                    </a:lnTo>
                    <a:lnTo>
                      <a:pt x="1626" y="648"/>
                    </a:lnTo>
                    <a:lnTo>
                      <a:pt x="1629" y="637"/>
                    </a:lnTo>
                    <a:lnTo>
                      <a:pt x="1631" y="626"/>
                    </a:lnTo>
                    <a:lnTo>
                      <a:pt x="1633" y="628"/>
                    </a:lnTo>
                    <a:lnTo>
                      <a:pt x="1636" y="629"/>
                    </a:lnTo>
                    <a:lnTo>
                      <a:pt x="1638" y="618"/>
                    </a:lnTo>
                    <a:lnTo>
                      <a:pt x="1641" y="620"/>
                    </a:lnTo>
                    <a:lnTo>
                      <a:pt x="1643" y="621"/>
                    </a:lnTo>
                    <a:lnTo>
                      <a:pt x="1645" y="611"/>
                    </a:lnTo>
                    <a:lnTo>
                      <a:pt x="1648" y="614"/>
                    </a:lnTo>
                    <a:lnTo>
                      <a:pt x="1650" y="617"/>
                    </a:lnTo>
                    <a:lnTo>
                      <a:pt x="1653" y="610"/>
                    </a:lnTo>
                    <a:lnTo>
                      <a:pt x="1655" y="620"/>
                    </a:lnTo>
                    <a:lnTo>
                      <a:pt x="1657" y="625"/>
                    </a:lnTo>
                    <a:lnTo>
                      <a:pt x="1660" y="631"/>
                    </a:lnTo>
                    <a:lnTo>
                      <a:pt x="1662" y="639"/>
                    </a:lnTo>
                    <a:lnTo>
                      <a:pt x="1665" y="646"/>
                    </a:lnTo>
                    <a:lnTo>
                      <a:pt x="1667" y="657"/>
                    </a:lnTo>
                    <a:lnTo>
                      <a:pt x="1669" y="657"/>
                    </a:lnTo>
                    <a:lnTo>
                      <a:pt x="1672" y="655"/>
                    </a:lnTo>
                    <a:lnTo>
                      <a:pt x="1674" y="656"/>
                    </a:lnTo>
                    <a:lnTo>
                      <a:pt x="1677" y="655"/>
                    </a:lnTo>
                    <a:lnTo>
                      <a:pt x="1679" y="642"/>
                    </a:lnTo>
                    <a:lnTo>
                      <a:pt x="1681" y="628"/>
                    </a:lnTo>
                    <a:lnTo>
                      <a:pt x="1684" y="628"/>
                    </a:lnTo>
                    <a:lnTo>
                      <a:pt x="1686" y="612"/>
                    </a:lnTo>
                    <a:lnTo>
                      <a:pt x="1689" y="599"/>
                    </a:lnTo>
                    <a:lnTo>
                      <a:pt x="1691" y="599"/>
                    </a:lnTo>
                    <a:lnTo>
                      <a:pt x="1693" y="581"/>
                    </a:lnTo>
                    <a:lnTo>
                      <a:pt x="1696" y="574"/>
                    </a:lnTo>
                    <a:lnTo>
                      <a:pt x="1698" y="574"/>
                    </a:lnTo>
                    <a:lnTo>
                      <a:pt x="1701" y="560"/>
                    </a:lnTo>
                    <a:lnTo>
                      <a:pt x="1703" y="551"/>
                    </a:lnTo>
                    <a:lnTo>
                      <a:pt x="1705" y="551"/>
                    </a:lnTo>
                    <a:lnTo>
                      <a:pt x="1708" y="536"/>
                    </a:lnTo>
                    <a:lnTo>
                      <a:pt x="1710" y="525"/>
                    </a:lnTo>
                    <a:lnTo>
                      <a:pt x="1713" y="534"/>
                    </a:lnTo>
                    <a:lnTo>
                      <a:pt x="1715" y="528"/>
                    </a:lnTo>
                    <a:lnTo>
                      <a:pt x="1717" y="528"/>
                    </a:lnTo>
                    <a:lnTo>
                      <a:pt x="1720" y="542"/>
                    </a:lnTo>
                    <a:lnTo>
                      <a:pt x="1722" y="543"/>
                    </a:lnTo>
                    <a:lnTo>
                      <a:pt x="1725" y="546"/>
                    </a:lnTo>
                    <a:lnTo>
                      <a:pt x="1727" y="549"/>
                    </a:lnTo>
                    <a:lnTo>
                      <a:pt x="1730" y="544"/>
                    </a:lnTo>
                    <a:lnTo>
                      <a:pt x="1732" y="552"/>
                    </a:lnTo>
                    <a:lnTo>
                      <a:pt x="1734" y="547"/>
                    </a:lnTo>
                    <a:lnTo>
                      <a:pt x="1737" y="536"/>
                    </a:lnTo>
                    <a:lnTo>
                      <a:pt x="1739" y="543"/>
                    </a:lnTo>
                    <a:lnTo>
                      <a:pt x="1742" y="541"/>
                    </a:lnTo>
                    <a:lnTo>
                      <a:pt x="1744" y="525"/>
                    </a:lnTo>
                    <a:lnTo>
                      <a:pt x="1746" y="535"/>
                    </a:lnTo>
                    <a:lnTo>
                      <a:pt x="1749" y="536"/>
                    </a:lnTo>
                    <a:lnTo>
                      <a:pt x="1751" y="516"/>
                    </a:lnTo>
                    <a:lnTo>
                      <a:pt x="1754" y="523"/>
                    </a:lnTo>
                    <a:lnTo>
                      <a:pt x="1756" y="525"/>
                    </a:lnTo>
                    <a:lnTo>
                      <a:pt x="1758" y="515"/>
                    </a:lnTo>
                    <a:lnTo>
                      <a:pt x="1761" y="517"/>
                    </a:lnTo>
                    <a:lnTo>
                      <a:pt x="1763" y="514"/>
                    </a:lnTo>
                    <a:lnTo>
                      <a:pt x="1766" y="503"/>
                    </a:lnTo>
                    <a:lnTo>
                      <a:pt x="1768" y="504"/>
                    </a:lnTo>
                    <a:lnTo>
                      <a:pt x="1771" y="498"/>
                    </a:lnTo>
                    <a:lnTo>
                      <a:pt x="1773" y="493"/>
                    </a:lnTo>
                    <a:lnTo>
                      <a:pt x="1775" y="497"/>
                    </a:lnTo>
                    <a:lnTo>
                      <a:pt x="1778" y="494"/>
                    </a:lnTo>
                    <a:lnTo>
                      <a:pt x="1780" y="484"/>
                    </a:lnTo>
                    <a:lnTo>
                      <a:pt x="1783" y="491"/>
                    </a:lnTo>
                    <a:lnTo>
                      <a:pt x="1785" y="491"/>
                    </a:lnTo>
                    <a:lnTo>
                      <a:pt x="1787" y="470"/>
                    </a:lnTo>
                    <a:lnTo>
                      <a:pt x="1790" y="489"/>
                    </a:lnTo>
                    <a:lnTo>
                      <a:pt x="1792" y="495"/>
                    </a:lnTo>
                    <a:lnTo>
                      <a:pt x="1795" y="477"/>
                    </a:lnTo>
                    <a:lnTo>
                      <a:pt x="1797" y="496"/>
                    </a:lnTo>
                    <a:lnTo>
                      <a:pt x="1799" y="507"/>
                    </a:lnTo>
                    <a:lnTo>
                      <a:pt x="1802" y="487"/>
                    </a:lnTo>
                    <a:lnTo>
                      <a:pt x="1804" y="495"/>
                    </a:lnTo>
                    <a:lnTo>
                      <a:pt x="1807" y="505"/>
                    </a:lnTo>
                    <a:lnTo>
                      <a:pt x="1809" y="493"/>
                    </a:lnTo>
                    <a:lnTo>
                      <a:pt x="1811" y="490"/>
                    </a:lnTo>
                    <a:lnTo>
                      <a:pt x="1814" y="497"/>
                    </a:lnTo>
                    <a:lnTo>
                      <a:pt x="1816" y="492"/>
                    </a:lnTo>
                    <a:lnTo>
                      <a:pt x="1819" y="493"/>
                    </a:lnTo>
                    <a:lnTo>
                      <a:pt x="1821" y="499"/>
                    </a:lnTo>
                    <a:lnTo>
                      <a:pt x="1824" y="489"/>
                    </a:lnTo>
                    <a:lnTo>
                      <a:pt x="1826" y="494"/>
                    </a:lnTo>
                    <a:lnTo>
                      <a:pt x="1828" y="499"/>
                    </a:lnTo>
                    <a:lnTo>
                      <a:pt x="1831" y="486"/>
                    </a:lnTo>
                    <a:lnTo>
                      <a:pt x="1833" y="508"/>
                    </a:lnTo>
                    <a:lnTo>
                      <a:pt x="1836" y="508"/>
                    </a:lnTo>
                    <a:lnTo>
                      <a:pt x="1838" y="482"/>
                    </a:lnTo>
                    <a:lnTo>
                      <a:pt x="1840" y="500"/>
                    </a:lnTo>
                    <a:lnTo>
                      <a:pt x="1843" y="502"/>
                    </a:lnTo>
                    <a:lnTo>
                      <a:pt x="1845" y="484"/>
                    </a:lnTo>
                    <a:lnTo>
                      <a:pt x="1848" y="479"/>
                    </a:lnTo>
                    <a:lnTo>
                      <a:pt x="1850" y="488"/>
                    </a:lnTo>
                    <a:lnTo>
                      <a:pt x="1852" y="480"/>
                    </a:lnTo>
                    <a:lnTo>
                      <a:pt x="1855" y="466"/>
                    </a:lnTo>
                    <a:lnTo>
                      <a:pt x="1857" y="467"/>
                    </a:lnTo>
                    <a:lnTo>
                      <a:pt x="1860" y="457"/>
                    </a:lnTo>
                    <a:lnTo>
                      <a:pt x="1862" y="456"/>
                    </a:lnTo>
                    <a:lnTo>
                      <a:pt x="1864" y="459"/>
                    </a:lnTo>
                    <a:lnTo>
                      <a:pt x="1867" y="461"/>
                    </a:lnTo>
                    <a:lnTo>
                      <a:pt x="1869" y="465"/>
                    </a:lnTo>
                    <a:lnTo>
                      <a:pt x="1872" y="469"/>
                    </a:lnTo>
                    <a:lnTo>
                      <a:pt x="1874" y="484"/>
                    </a:lnTo>
                    <a:lnTo>
                      <a:pt x="1876" y="489"/>
                    </a:lnTo>
                    <a:lnTo>
                      <a:pt x="1879" y="497"/>
                    </a:lnTo>
                    <a:lnTo>
                      <a:pt x="1881" y="502"/>
                    </a:lnTo>
                    <a:lnTo>
                      <a:pt x="1884" y="509"/>
                    </a:lnTo>
                    <a:lnTo>
                      <a:pt x="1886" y="513"/>
                    </a:lnTo>
                    <a:lnTo>
                      <a:pt x="1888" y="513"/>
                    </a:lnTo>
                    <a:lnTo>
                      <a:pt x="1891" y="511"/>
                    </a:lnTo>
                    <a:lnTo>
                      <a:pt x="1893" y="539"/>
                    </a:lnTo>
                    <a:lnTo>
                      <a:pt x="1896" y="538"/>
                    </a:lnTo>
                    <a:lnTo>
                      <a:pt x="1898" y="533"/>
                    </a:lnTo>
                    <a:lnTo>
                      <a:pt x="1900" y="547"/>
                    </a:lnTo>
                    <a:lnTo>
                      <a:pt x="1903" y="547"/>
                    </a:lnTo>
                    <a:lnTo>
                      <a:pt x="1905" y="532"/>
                    </a:lnTo>
                    <a:lnTo>
                      <a:pt x="1908" y="547"/>
                    </a:lnTo>
                    <a:lnTo>
                      <a:pt x="1910" y="547"/>
                    </a:lnTo>
                    <a:lnTo>
                      <a:pt x="1912" y="542"/>
                    </a:lnTo>
                    <a:lnTo>
                      <a:pt x="1915" y="546"/>
                    </a:lnTo>
                    <a:lnTo>
                      <a:pt x="1917" y="554"/>
                    </a:lnTo>
                    <a:lnTo>
                      <a:pt x="1920" y="545"/>
                    </a:lnTo>
                    <a:lnTo>
                      <a:pt x="1922" y="541"/>
                    </a:lnTo>
                    <a:lnTo>
                      <a:pt x="1924" y="551"/>
                    </a:lnTo>
                    <a:lnTo>
                      <a:pt x="1927" y="543"/>
                    </a:lnTo>
                    <a:lnTo>
                      <a:pt x="1929" y="536"/>
                    </a:lnTo>
                    <a:lnTo>
                      <a:pt x="1932" y="542"/>
                    </a:lnTo>
                    <a:lnTo>
                      <a:pt x="1934" y="524"/>
                    </a:lnTo>
                    <a:lnTo>
                      <a:pt x="1936" y="524"/>
                    </a:lnTo>
                    <a:lnTo>
                      <a:pt x="1939" y="512"/>
                    </a:lnTo>
                    <a:lnTo>
                      <a:pt x="1941" y="508"/>
                    </a:lnTo>
                    <a:lnTo>
                      <a:pt x="1944" y="515"/>
                    </a:lnTo>
                    <a:lnTo>
                      <a:pt x="1946" y="512"/>
                    </a:lnTo>
                    <a:lnTo>
                      <a:pt x="1948" y="504"/>
                    </a:lnTo>
                    <a:lnTo>
                      <a:pt x="1951" y="510"/>
                    </a:lnTo>
                    <a:lnTo>
                      <a:pt x="1953" y="512"/>
                    </a:lnTo>
                    <a:lnTo>
                      <a:pt x="1956" y="511"/>
                    </a:lnTo>
                    <a:lnTo>
                      <a:pt x="1958" y="510"/>
                    </a:lnTo>
                    <a:lnTo>
                      <a:pt x="1960" y="513"/>
                    </a:lnTo>
                    <a:lnTo>
                      <a:pt x="1963" y="513"/>
                    </a:lnTo>
                    <a:lnTo>
                      <a:pt x="1965" y="511"/>
                    </a:lnTo>
                    <a:lnTo>
                      <a:pt x="1968" y="506"/>
                    </a:lnTo>
                    <a:lnTo>
                      <a:pt x="1970" y="504"/>
                    </a:lnTo>
                    <a:lnTo>
                      <a:pt x="1972" y="510"/>
                    </a:lnTo>
                    <a:lnTo>
                      <a:pt x="1975" y="516"/>
                    </a:lnTo>
                    <a:lnTo>
                      <a:pt x="1977" y="508"/>
                    </a:lnTo>
                    <a:lnTo>
                      <a:pt x="1980" y="523"/>
                    </a:lnTo>
                    <a:lnTo>
                      <a:pt x="1982" y="521"/>
                    </a:lnTo>
                    <a:lnTo>
                      <a:pt x="1984" y="532"/>
                    </a:lnTo>
                    <a:lnTo>
                      <a:pt x="1987" y="533"/>
                    </a:lnTo>
                    <a:lnTo>
                      <a:pt x="1989" y="539"/>
                    </a:lnTo>
                    <a:lnTo>
                      <a:pt x="1992" y="533"/>
                    </a:lnTo>
                    <a:lnTo>
                      <a:pt x="1994" y="533"/>
                    </a:lnTo>
                    <a:lnTo>
                      <a:pt x="1997" y="539"/>
                    </a:lnTo>
                    <a:lnTo>
                      <a:pt x="1999" y="539"/>
                    </a:lnTo>
                    <a:lnTo>
                      <a:pt x="2001" y="539"/>
                    </a:lnTo>
                    <a:lnTo>
                      <a:pt x="2004" y="539"/>
                    </a:lnTo>
                    <a:lnTo>
                      <a:pt x="2006" y="539"/>
                    </a:lnTo>
                    <a:lnTo>
                      <a:pt x="2009" y="539"/>
                    </a:lnTo>
                    <a:lnTo>
                      <a:pt x="2011" y="532"/>
                    </a:lnTo>
                    <a:lnTo>
                      <a:pt x="2013" y="534"/>
                    </a:lnTo>
                    <a:lnTo>
                      <a:pt x="2016" y="546"/>
                    </a:lnTo>
                    <a:lnTo>
                      <a:pt x="2018" y="538"/>
                    </a:lnTo>
                    <a:lnTo>
                      <a:pt x="2021" y="538"/>
                    </a:lnTo>
                    <a:lnTo>
                      <a:pt x="2023" y="545"/>
                    </a:lnTo>
                    <a:lnTo>
                      <a:pt x="2025" y="546"/>
                    </a:lnTo>
                    <a:lnTo>
                      <a:pt x="2028" y="543"/>
                    </a:lnTo>
                    <a:lnTo>
                      <a:pt x="2030" y="543"/>
                    </a:lnTo>
                    <a:lnTo>
                      <a:pt x="2033" y="540"/>
                    </a:lnTo>
                    <a:lnTo>
                      <a:pt x="2035" y="540"/>
                    </a:lnTo>
                    <a:lnTo>
                      <a:pt x="2038" y="540"/>
                    </a:lnTo>
                    <a:lnTo>
                      <a:pt x="2040" y="534"/>
                    </a:lnTo>
                    <a:lnTo>
                      <a:pt x="2042" y="534"/>
                    </a:lnTo>
                    <a:lnTo>
                      <a:pt x="2045" y="527"/>
                    </a:lnTo>
                    <a:lnTo>
                      <a:pt x="2047" y="517"/>
                    </a:lnTo>
                    <a:lnTo>
                      <a:pt x="2050" y="517"/>
                    </a:lnTo>
                    <a:lnTo>
                      <a:pt x="2052" y="518"/>
                    </a:lnTo>
                    <a:lnTo>
                      <a:pt x="2054" y="516"/>
                    </a:lnTo>
                    <a:lnTo>
                      <a:pt x="2057" y="528"/>
                    </a:lnTo>
                    <a:lnTo>
                      <a:pt x="2059" y="537"/>
                    </a:lnTo>
                    <a:lnTo>
                      <a:pt x="2062" y="537"/>
                    </a:lnTo>
                    <a:lnTo>
                      <a:pt x="2064" y="550"/>
                    </a:lnTo>
                    <a:lnTo>
                      <a:pt x="2066" y="551"/>
                    </a:lnTo>
                    <a:lnTo>
                      <a:pt x="2069" y="551"/>
                    </a:lnTo>
                    <a:lnTo>
                      <a:pt x="2071" y="560"/>
                    </a:lnTo>
                    <a:lnTo>
                      <a:pt x="2074" y="551"/>
                    </a:lnTo>
                    <a:lnTo>
                      <a:pt x="2076" y="546"/>
                    </a:lnTo>
                    <a:lnTo>
                      <a:pt x="2078" y="546"/>
                    </a:lnTo>
                    <a:lnTo>
                      <a:pt x="2081" y="537"/>
                    </a:lnTo>
                    <a:lnTo>
                      <a:pt x="2083" y="547"/>
                    </a:lnTo>
                    <a:lnTo>
                      <a:pt x="2086" y="547"/>
                    </a:lnTo>
                    <a:lnTo>
                      <a:pt x="2088" y="543"/>
                    </a:lnTo>
                    <a:lnTo>
                      <a:pt x="2091" y="544"/>
                    </a:lnTo>
                    <a:lnTo>
                      <a:pt x="2093" y="544"/>
                    </a:lnTo>
                    <a:lnTo>
                      <a:pt x="2095" y="545"/>
                    </a:lnTo>
                    <a:lnTo>
                      <a:pt x="2098" y="545"/>
                    </a:lnTo>
                    <a:lnTo>
                      <a:pt x="2100" y="545"/>
                    </a:lnTo>
                    <a:lnTo>
                      <a:pt x="2103" y="553"/>
                    </a:lnTo>
                    <a:lnTo>
                      <a:pt x="2105" y="553"/>
                    </a:lnTo>
                    <a:lnTo>
                      <a:pt x="2107" y="554"/>
                    </a:lnTo>
                    <a:lnTo>
                      <a:pt x="2110" y="556"/>
                    </a:lnTo>
                    <a:lnTo>
                      <a:pt x="2112" y="565"/>
                    </a:lnTo>
                    <a:lnTo>
                      <a:pt x="2115" y="560"/>
                    </a:lnTo>
                    <a:lnTo>
                      <a:pt x="2117" y="560"/>
                    </a:lnTo>
                    <a:lnTo>
                      <a:pt x="2119" y="576"/>
                    </a:lnTo>
                    <a:lnTo>
                      <a:pt x="2122" y="568"/>
                    </a:lnTo>
                    <a:lnTo>
                      <a:pt x="2124" y="560"/>
                    </a:lnTo>
                    <a:lnTo>
                      <a:pt x="2127" y="562"/>
                    </a:lnTo>
                    <a:lnTo>
                      <a:pt x="2129" y="553"/>
                    </a:lnTo>
                    <a:lnTo>
                      <a:pt x="2131" y="531"/>
                    </a:lnTo>
                    <a:lnTo>
                      <a:pt x="2134" y="530"/>
                    </a:lnTo>
                    <a:lnTo>
                      <a:pt x="2136" y="521"/>
                    </a:lnTo>
                    <a:lnTo>
                      <a:pt x="2139" y="504"/>
                    </a:lnTo>
                    <a:lnTo>
                      <a:pt x="2141" y="500"/>
                    </a:lnTo>
                    <a:lnTo>
                      <a:pt x="2143" y="491"/>
                    </a:lnTo>
                    <a:lnTo>
                      <a:pt x="2146" y="488"/>
                    </a:lnTo>
                    <a:lnTo>
                      <a:pt x="2148" y="488"/>
                    </a:lnTo>
                    <a:lnTo>
                      <a:pt x="2151" y="488"/>
                    </a:lnTo>
                    <a:lnTo>
                      <a:pt x="2153" y="490"/>
                    </a:lnTo>
                    <a:lnTo>
                      <a:pt x="2155" y="490"/>
                    </a:lnTo>
                    <a:lnTo>
                      <a:pt x="2158" y="490"/>
                    </a:lnTo>
                    <a:lnTo>
                      <a:pt x="2160" y="483"/>
                    </a:lnTo>
                    <a:lnTo>
                      <a:pt x="2163" y="491"/>
                    </a:lnTo>
                    <a:lnTo>
                      <a:pt x="2165" y="491"/>
                    </a:lnTo>
                    <a:lnTo>
                      <a:pt x="2166" y="493"/>
                    </a:lnTo>
                  </a:path>
                </a:pathLst>
              </a:custGeom>
              <a:noFill/>
              <a:ln w="17526" cap="flat">
                <a:solidFill>
                  <a:srgbClr val="007F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A216C353-5F08-4105-86C7-BE4A762299AF}"/>
                </a:ext>
              </a:extLst>
            </p:cNvPr>
            <p:cNvGrpSpPr/>
            <p:nvPr/>
          </p:nvGrpSpPr>
          <p:grpSpPr>
            <a:xfrm>
              <a:off x="1042799" y="1330617"/>
              <a:ext cx="3438525" cy="1687513"/>
              <a:chOff x="5862229" y="3872346"/>
              <a:chExt cx="3438525" cy="1687513"/>
            </a:xfrm>
          </p:grpSpPr>
          <p:sp>
            <p:nvSpPr>
              <p:cNvPr id="232" name="Freeform 358">
                <a:extLst>
                  <a:ext uri="{FF2B5EF4-FFF2-40B4-BE49-F238E27FC236}">
                    <a16:creationId xmlns:a16="http://schemas.microsoft.com/office/drawing/2014/main" id="{5F536EFE-438C-40FB-AF34-793F0FF79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2229" y="3872346"/>
                <a:ext cx="3438525" cy="1687513"/>
              </a:xfrm>
              <a:custGeom>
                <a:avLst/>
                <a:gdLst>
                  <a:gd name="T0" fmla="*/ 104 w 2166"/>
                  <a:gd name="T1" fmla="*/ 1021 h 1063"/>
                  <a:gd name="T2" fmla="*/ 173 w 2166"/>
                  <a:gd name="T3" fmla="*/ 987 h 1063"/>
                  <a:gd name="T4" fmla="*/ 243 w 2166"/>
                  <a:gd name="T5" fmla="*/ 981 h 1063"/>
                  <a:gd name="T6" fmla="*/ 313 w 2166"/>
                  <a:gd name="T7" fmla="*/ 1003 h 1063"/>
                  <a:gd name="T8" fmla="*/ 382 w 2166"/>
                  <a:gd name="T9" fmla="*/ 804 h 1063"/>
                  <a:gd name="T10" fmla="*/ 452 w 2166"/>
                  <a:gd name="T11" fmla="*/ 732 h 1063"/>
                  <a:gd name="T12" fmla="*/ 522 w 2166"/>
                  <a:gd name="T13" fmla="*/ 826 h 1063"/>
                  <a:gd name="T14" fmla="*/ 592 w 2166"/>
                  <a:gd name="T15" fmla="*/ 884 h 1063"/>
                  <a:gd name="T16" fmla="*/ 662 w 2166"/>
                  <a:gd name="T17" fmla="*/ 922 h 1063"/>
                  <a:gd name="T18" fmla="*/ 731 w 2166"/>
                  <a:gd name="T19" fmla="*/ 948 h 1063"/>
                  <a:gd name="T20" fmla="*/ 801 w 2166"/>
                  <a:gd name="T21" fmla="*/ 953 h 1063"/>
                  <a:gd name="T22" fmla="*/ 871 w 2166"/>
                  <a:gd name="T23" fmla="*/ 946 h 1063"/>
                  <a:gd name="T24" fmla="*/ 941 w 2166"/>
                  <a:gd name="T25" fmla="*/ 935 h 1063"/>
                  <a:gd name="T26" fmla="*/ 1010 w 2166"/>
                  <a:gd name="T27" fmla="*/ 966 h 1063"/>
                  <a:gd name="T28" fmla="*/ 1080 w 2166"/>
                  <a:gd name="T29" fmla="*/ 985 h 1063"/>
                  <a:gd name="T30" fmla="*/ 1150 w 2166"/>
                  <a:gd name="T31" fmla="*/ 1009 h 1063"/>
                  <a:gd name="T32" fmla="*/ 1220 w 2166"/>
                  <a:gd name="T33" fmla="*/ 1022 h 1063"/>
                  <a:gd name="T34" fmla="*/ 1290 w 2166"/>
                  <a:gd name="T35" fmla="*/ 1038 h 1063"/>
                  <a:gd name="T36" fmla="*/ 1359 w 2166"/>
                  <a:gd name="T37" fmla="*/ 1052 h 1063"/>
                  <a:gd name="T38" fmla="*/ 1429 w 2166"/>
                  <a:gd name="T39" fmla="*/ 1062 h 1063"/>
                  <a:gd name="T40" fmla="*/ 1499 w 2166"/>
                  <a:gd name="T41" fmla="*/ 1062 h 1063"/>
                  <a:gd name="T42" fmla="*/ 1569 w 2166"/>
                  <a:gd name="T43" fmla="*/ 849 h 1063"/>
                  <a:gd name="T44" fmla="*/ 1638 w 2166"/>
                  <a:gd name="T45" fmla="*/ 331 h 1063"/>
                  <a:gd name="T46" fmla="*/ 1708 w 2166"/>
                  <a:gd name="T47" fmla="*/ 262 h 1063"/>
                  <a:gd name="T48" fmla="*/ 1778 w 2166"/>
                  <a:gd name="T49" fmla="*/ 442 h 1063"/>
                  <a:gd name="T50" fmla="*/ 1848 w 2166"/>
                  <a:gd name="T51" fmla="*/ 700 h 1063"/>
                  <a:gd name="T52" fmla="*/ 1917 w 2166"/>
                  <a:gd name="T53" fmla="*/ 839 h 1063"/>
                  <a:gd name="T54" fmla="*/ 1987 w 2166"/>
                  <a:gd name="T55" fmla="*/ 935 h 1063"/>
                  <a:gd name="T56" fmla="*/ 2057 w 2166"/>
                  <a:gd name="T57" fmla="*/ 973 h 1063"/>
                  <a:gd name="T58" fmla="*/ 2127 w 2166"/>
                  <a:gd name="T59" fmla="*/ 998 h 1063"/>
                  <a:gd name="T60" fmla="*/ 2143 w 2166"/>
                  <a:gd name="T61" fmla="*/ 943 h 1063"/>
                  <a:gd name="T62" fmla="*/ 2074 w 2166"/>
                  <a:gd name="T63" fmla="*/ 891 h 1063"/>
                  <a:gd name="T64" fmla="*/ 2004 w 2166"/>
                  <a:gd name="T65" fmla="*/ 805 h 1063"/>
                  <a:gd name="T66" fmla="*/ 1934 w 2166"/>
                  <a:gd name="T67" fmla="*/ 638 h 1063"/>
                  <a:gd name="T68" fmla="*/ 1864 w 2166"/>
                  <a:gd name="T69" fmla="*/ 483 h 1063"/>
                  <a:gd name="T70" fmla="*/ 1795 w 2166"/>
                  <a:gd name="T71" fmla="*/ 296 h 1063"/>
                  <a:gd name="T72" fmla="*/ 1725 w 2166"/>
                  <a:gd name="T73" fmla="*/ 78 h 1063"/>
                  <a:gd name="T74" fmla="*/ 1655 w 2166"/>
                  <a:gd name="T75" fmla="*/ 15 h 1063"/>
                  <a:gd name="T76" fmla="*/ 1585 w 2166"/>
                  <a:gd name="T77" fmla="*/ 433 h 1063"/>
                  <a:gd name="T78" fmla="*/ 1516 w 2166"/>
                  <a:gd name="T79" fmla="*/ 999 h 1063"/>
                  <a:gd name="T80" fmla="*/ 1446 w 2166"/>
                  <a:gd name="T81" fmla="*/ 975 h 1063"/>
                  <a:gd name="T82" fmla="*/ 1376 w 2166"/>
                  <a:gd name="T83" fmla="*/ 957 h 1063"/>
                  <a:gd name="T84" fmla="*/ 1306 w 2166"/>
                  <a:gd name="T85" fmla="*/ 957 h 1063"/>
                  <a:gd name="T86" fmla="*/ 1237 w 2166"/>
                  <a:gd name="T87" fmla="*/ 949 h 1063"/>
                  <a:gd name="T88" fmla="*/ 1167 w 2166"/>
                  <a:gd name="T89" fmla="*/ 931 h 1063"/>
                  <a:gd name="T90" fmla="*/ 1097 w 2166"/>
                  <a:gd name="T91" fmla="*/ 921 h 1063"/>
                  <a:gd name="T92" fmla="*/ 1027 w 2166"/>
                  <a:gd name="T93" fmla="*/ 907 h 1063"/>
                  <a:gd name="T94" fmla="*/ 957 w 2166"/>
                  <a:gd name="T95" fmla="*/ 925 h 1063"/>
                  <a:gd name="T96" fmla="*/ 888 w 2166"/>
                  <a:gd name="T97" fmla="*/ 917 h 1063"/>
                  <a:gd name="T98" fmla="*/ 818 w 2166"/>
                  <a:gd name="T99" fmla="*/ 904 h 1063"/>
                  <a:gd name="T100" fmla="*/ 748 w 2166"/>
                  <a:gd name="T101" fmla="*/ 877 h 1063"/>
                  <a:gd name="T102" fmla="*/ 678 w 2166"/>
                  <a:gd name="T103" fmla="*/ 862 h 1063"/>
                  <a:gd name="T104" fmla="*/ 609 w 2166"/>
                  <a:gd name="T105" fmla="*/ 813 h 1063"/>
                  <a:gd name="T106" fmla="*/ 539 w 2166"/>
                  <a:gd name="T107" fmla="*/ 756 h 1063"/>
                  <a:gd name="T108" fmla="*/ 469 w 2166"/>
                  <a:gd name="T109" fmla="*/ 699 h 1063"/>
                  <a:gd name="T110" fmla="*/ 399 w 2166"/>
                  <a:gd name="T111" fmla="*/ 666 h 1063"/>
                  <a:gd name="T112" fmla="*/ 330 w 2166"/>
                  <a:gd name="T113" fmla="*/ 968 h 1063"/>
                  <a:gd name="T114" fmla="*/ 260 w 2166"/>
                  <a:gd name="T115" fmla="*/ 970 h 1063"/>
                  <a:gd name="T116" fmla="*/ 190 w 2166"/>
                  <a:gd name="T117" fmla="*/ 954 h 1063"/>
                  <a:gd name="T118" fmla="*/ 120 w 2166"/>
                  <a:gd name="T119" fmla="*/ 891 h 1063"/>
                  <a:gd name="T120" fmla="*/ 51 w 2166"/>
                  <a:gd name="T121" fmla="*/ 900 h 1063"/>
                  <a:gd name="T122" fmla="*/ 17 w 2166"/>
                  <a:gd name="T123" fmla="*/ 997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166" h="1063">
                    <a:moveTo>
                      <a:pt x="36" y="998"/>
                    </a:moveTo>
                    <a:lnTo>
                      <a:pt x="39" y="1000"/>
                    </a:lnTo>
                    <a:lnTo>
                      <a:pt x="41" y="995"/>
                    </a:lnTo>
                    <a:lnTo>
                      <a:pt x="44" y="997"/>
                    </a:lnTo>
                    <a:lnTo>
                      <a:pt x="46" y="1003"/>
                    </a:lnTo>
                    <a:lnTo>
                      <a:pt x="48" y="1003"/>
                    </a:lnTo>
                    <a:lnTo>
                      <a:pt x="51" y="1003"/>
                    </a:lnTo>
                    <a:lnTo>
                      <a:pt x="53" y="1006"/>
                    </a:lnTo>
                    <a:lnTo>
                      <a:pt x="56" y="1008"/>
                    </a:lnTo>
                    <a:lnTo>
                      <a:pt x="58" y="1009"/>
                    </a:lnTo>
                    <a:lnTo>
                      <a:pt x="60" y="1011"/>
                    </a:lnTo>
                    <a:lnTo>
                      <a:pt x="63" y="1011"/>
                    </a:lnTo>
                    <a:lnTo>
                      <a:pt x="65" y="1013"/>
                    </a:lnTo>
                    <a:lnTo>
                      <a:pt x="68" y="1015"/>
                    </a:lnTo>
                    <a:lnTo>
                      <a:pt x="70" y="1015"/>
                    </a:lnTo>
                    <a:lnTo>
                      <a:pt x="72" y="1015"/>
                    </a:lnTo>
                    <a:lnTo>
                      <a:pt x="75" y="1016"/>
                    </a:lnTo>
                    <a:lnTo>
                      <a:pt x="77" y="1019"/>
                    </a:lnTo>
                    <a:lnTo>
                      <a:pt x="80" y="1019"/>
                    </a:lnTo>
                    <a:lnTo>
                      <a:pt x="82" y="1017"/>
                    </a:lnTo>
                    <a:lnTo>
                      <a:pt x="84" y="1022"/>
                    </a:lnTo>
                    <a:lnTo>
                      <a:pt x="87" y="1023"/>
                    </a:lnTo>
                    <a:lnTo>
                      <a:pt x="89" y="1020"/>
                    </a:lnTo>
                    <a:lnTo>
                      <a:pt x="92" y="1024"/>
                    </a:lnTo>
                    <a:lnTo>
                      <a:pt x="94" y="1026"/>
                    </a:lnTo>
                    <a:lnTo>
                      <a:pt x="96" y="1023"/>
                    </a:lnTo>
                    <a:lnTo>
                      <a:pt x="99" y="1024"/>
                    </a:lnTo>
                    <a:lnTo>
                      <a:pt x="101" y="1025"/>
                    </a:lnTo>
                    <a:lnTo>
                      <a:pt x="104" y="1021"/>
                    </a:lnTo>
                    <a:lnTo>
                      <a:pt x="106" y="1020"/>
                    </a:lnTo>
                    <a:lnTo>
                      <a:pt x="108" y="1019"/>
                    </a:lnTo>
                    <a:lnTo>
                      <a:pt x="111" y="1014"/>
                    </a:lnTo>
                    <a:lnTo>
                      <a:pt x="113" y="1011"/>
                    </a:lnTo>
                    <a:lnTo>
                      <a:pt x="115" y="1010"/>
                    </a:lnTo>
                    <a:lnTo>
                      <a:pt x="118" y="1005"/>
                    </a:lnTo>
                    <a:lnTo>
                      <a:pt x="120" y="1000"/>
                    </a:lnTo>
                    <a:lnTo>
                      <a:pt x="123" y="998"/>
                    </a:lnTo>
                    <a:lnTo>
                      <a:pt x="125" y="996"/>
                    </a:lnTo>
                    <a:lnTo>
                      <a:pt x="128" y="991"/>
                    </a:lnTo>
                    <a:lnTo>
                      <a:pt x="130" y="988"/>
                    </a:lnTo>
                    <a:lnTo>
                      <a:pt x="132" y="989"/>
                    </a:lnTo>
                    <a:lnTo>
                      <a:pt x="135" y="986"/>
                    </a:lnTo>
                    <a:lnTo>
                      <a:pt x="137" y="983"/>
                    </a:lnTo>
                    <a:lnTo>
                      <a:pt x="140" y="986"/>
                    </a:lnTo>
                    <a:lnTo>
                      <a:pt x="142" y="984"/>
                    </a:lnTo>
                    <a:lnTo>
                      <a:pt x="144" y="983"/>
                    </a:lnTo>
                    <a:lnTo>
                      <a:pt x="147" y="986"/>
                    </a:lnTo>
                    <a:lnTo>
                      <a:pt x="149" y="986"/>
                    </a:lnTo>
                    <a:lnTo>
                      <a:pt x="152" y="986"/>
                    </a:lnTo>
                    <a:lnTo>
                      <a:pt x="154" y="988"/>
                    </a:lnTo>
                    <a:lnTo>
                      <a:pt x="156" y="987"/>
                    </a:lnTo>
                    <a:lnTo>
                      <a:pt x="159" y="987"/>
                    </a:lnTo>
                    <a:lnTo>
                      <a:pt x="161" y="989"/>
                    </a:lnTo>
                    <a:lnTo>
                      <a:pt x="164" y="988"/>
                    </a:lnTo>
                    <a:lnTo>
                      <a:pt x="166" y="988"/>
                    </a:lnTo>
                    <a:lnTo>
                      <a:pt x="169" y="988"/>
                    </a:lnTo>
                    <a:lnTo>
                      <a:pt x="171" y="987"/>
                    </a:lnTo>
                    <a:lnTo>
                      <a:pt x="173" y="987"/>
                    </a:lnTo>
                    <a:lnTo>
                      <a:pt x="176" y="985"/>
                    </a:lnTo>
                    <a:lnTo>
                      <a:pt x="178" y="982"/>
                    </a:lnTo>
                    <a:lnTo>
                      <a:pt x="181" y="982"/>
                    </a:lnTo>
                    <a:lnTo>
                      <a:pt x="183" y="981"/>
                    </a:lnTo>
                    <a:lnTo>
                      <a:pt x="185" y="973"/>
                    </a:lnTo>
                    <a:lnTo>
                      <a:pt x="188" y="975"/>
                    </a:lnTo>
                    <a:lnTo>
                      <a:pt x="190" y="973"/>
                    </a:lnTo>
                    <a:lnTo>
                      <a:pt x="193" y="968"/>
                    </a:lnTo>
                    <a:lnTo>
                      <a:pt x="195" y="973"/>
                    </a:lnTo>
                    <a:lnTo>
                      <a:pt x="197" y="974"/>
                    </a:lnTo>
                    <a:lnTo>
                      <a:pt x="200" y="977"/>
                    </a:lnTo>
                    <a:lnTo>
                      <a:pt x="202" y="981"/>
                    </a:lnTo>
                    <a:lnTo>
                      <a:pt x="205" y="983"/>
                    </a:lnTo>
                    <a:lnTo>
                      <a:pt x="207" y="988"/>
                    </a:lnTo>
                    <a:lnTo>
                      <a:pt x="209" y="986"/>
                    </a:lnTo>
                    <a:lnTo>
                      <a:pt x="212" y="989"/>
                    </a:lnTo>
                    <a:lnTo>
                      <a:pt x="214" y="993"/>
                    </a:lnTo>
                    <a:lnTo>
                      <a:pt x="217" y="991"/>
                    </a:lnTo>
                    <a:lnTo>
                      <a:pt x="219" y="989"/>
                    </a:lnTo>
                    <a:lnTo>
                      <a:pt x="222" y="991"/>
                    </a:lnTo>
                    <a:lnTo>
                      <a:pt x="224" y="991"/>
                    </a:lnTo>
                    <a:lnTo>
                      <a:pt x="226" y="989"/>
                    </a:lnTo>
                    <a:lnTo>
                      <a:pt x="229" y="988"/>
                    </a:lnTo>
                    <a:lnTo>
                      <a:pt x="231" y="989"/>
                    </a:lnTo>
                    <a:lnTo>
                      <a:pt x="234" y="985"/>
                    </a:lnTo>
                    <a:lnTo>
                      <a:pt x="236" y="983"/>
                    </a:lnTo>
                    <a:lnTo>
                      <a:pt x="238" y="983"/>
                    </a:lnTo>
                    <a:lnTo>
                      <a:pt x="241" y="981"/>
                    </a:lnTo>
                    <a:lnTo>
                      <a:pt x="243" y="981"/>
                    </a:lnTo>
                    <a:lnTo>
                      <a:pt x="246" y="981"/>
                    </a:lnTo>
                    <a:lnTo>
                      <a:pt x="248" y="979"/>
                    </a:lnTo>
                    <a:lnTo>
                      <a:pt x="250" y="983"/>
                    </a:lnTo>
                    <a:lnTo>
                      <a:pt x="253" y="984"/>
                    </a:lnTo>
                    <a:lnTo>
                      <a:pt x="255" y="982"/>
                    </a:lnTo>
                    <a:lnTo>
                      <a:pt x="258" y="986"/>
                    </a:lnTo>
                    <a:lnTo>
                      <a:pt x="260" y="988"/>
                    </a:lnTo>
                    <a:lnTo>
                      <a:pt x="263" y="985"/>
                    </a:lnTo>
                    <a:lnTo>
                      <a:pt x="265" y="987"/>
                    </a:lnTo>
                    <a:lnTo>
                      <a:pt x="267" y="989"/>
                    </a:lnTo>
                    <a:lnTo>
                      <a:pt x="270" y="986"/>
                    </a:lnTo>
                    <a:lnTo>
                      <a:pt x="272" y="985"/>
                    </a:lnTo>
                    <a:lnTo>
                      <a:pt x="275" y="988"/>
                    </a:lnTo>
                    <a:lnTo>
                      <a:pt x="277" y="986"/>
                    </a:lnTo>
                    <a:lnTo>
                      <a:pt x="279" y="989"/>
                    </a:lnTo>
                    <a:lnTo>
                      <a:pt x="282" y="991"/>
                    </a:lnTo>
                    <a:lnTo>
                      <a:pt x="284" y="994"/>
                    </a:lnTo>
                    <a:lnTo>
                      <a:pt x="287" y="999"/>
                    </a:lnTo>
                    <a:lnTo>
                      <a:pt x="289" y="999"/>
                    </a:lnTo>
                    <a:lnTo>
                      <a:pt x="291" y="1000"/>
                    </a:lnTo>
                    <a:lnTo>
                      <a:pt x="294" y="1003"/>
                    </a:lnTo>
                    <a:lnTo>
                      <a:pt x="296" y="1002"/>
                    </a:lnTo>
                    <a:lnTo>
                      <a:pt x="299" y="1002"/>
                    </a:lnTo>
                    <a:lnTo>
                      <a:pt x="301" y="1002"/>
                    </a:lnTo>
                    <a:lnTo>
                      <a:pt x="303" y="1002"/>
                    </a:lnTo>
                    <a:lnTo>
                      <a:pt x="306" y="1002"/>
                    </a:lnTo>
                    <a:lnTo>
                      <a:pt x="308" y="1002"/>
                    </a:lnTo>
                    <a:lnTo>
                      <a:pt x="311" y="1002"/>
                    </a:lnTo>
                    <a:lnTo>
                      <a:pt x="313" y="1003"/>
                    </a:lnTo>
                    <a:lnTo>
                      <a:pt x="315" y="1002"/>
                    </a:lnTo>
                    <a:lnTo>
                      <a:pt x="318" y="1002"/>
                    </a:lnTo>
                    <a:lnTo>
                      <a:pt x="320" y="1005"/>
                    </a:lnTo>
                    <a:lnTo>
                      <a:pt x="323" y="1005"/>
                    </a:lnTo>
                    <a:lnTo>
                      <a:pt x="325" y="1005"/>
                    </a:lnTo>
                    <a:lnTo>
                      <a:pt x="327" y="1008"/>
                    </a:lnTo>
                    <a:lnTo>
                      <a:pt x="330" y="1009"/>
                    </a:lnTo>
                    <a:lnTo>
                      <a:pt x="332" y="1009"/>
                    </a:lnTo>
                    <a:lnTo>
                      <a:pt x="335" y="1011"/>
                    </a:lnTo>
                    <a:lnTo>
                      <a:pt x="337" y="1006"/>
                    </a:lnTo>
                    <a:lnTo>
                      <a:pt x="339" y="997"/>
                    </a:lnTo>
                    <a:lnTo>
                      <a:pt x="342" y="983"/>
                    </a:lnTo>
                    <a:lnTo>
                      <a:pt x="344" y="989"/>
                    </a:lnTo>
                    <a:lnTo>
                      <a:pt x="347" y="993"/>
                    </a:lnTo>
                    <a:lnTo>
                      <a:pt x="349" y="990"/>
                    </a:lnTo>
                    <a:lnTo>
                      <a:pt x="351" y="983"/>
                    </a:lnTo>
                    <a:lnTo>
                      <a:pt x="354" y="976"/>
                    </a:lnTo>
                    <a:lnTo>
                      <a:pt x="356" y="965"/>
                    </a:lnTo>
                    <a:lnTo>
                      <a:pt x="358" y="952"/>
                    </a:lnTo>
                    <a:lnTo>
                      <a:pt x="361" y="937"/>
                    </a:lnTo>
                    <a:lnTo>
                      <a:pt x="363" y="921"/>
                    </a:lnTo>
                    <a:lnTo>
                      <a:pt x="366" y="905"/>
                    </a:lnTo>
                    <a:lnTo>
                      <a:pt x="368" y="890"/>
                    </a:lnTo>
                    <a:lnTo>
                      <a:pt x="370" y="874"/>
                    </a:lnTo>
                    <a:lnTo>
                      <a:pt x="373" y="859"/>
                    </a:lnTo>
                    <a:lnTo>
                      <a:pt x="375" y="844"/>
                    </a:lnTo>
                    <a:lnTo>
                      <a:pt x="378" y="831"/>
                    </a:lnTo>
                    <a:lnTo>
                      <a:pt x="380" y="817"/>
                    </a:lnTo>
                    <a:lnTo>
                      <a:pt x="382" y="804"/>
                    </a:lnTo>
                    <a:lnTo>
                      <a:pt x="385" y="791"/>
                    </a:lnTo>
                    <a:lnTo>
                      <a:pt x="387" y="779"/>
                    </a:lnTo>
                    <a:lnTo>
                      <a:pt x="390" y="768"/>
                    </a:lnTo>
                    <a:lnTo>
                      <a:pt x="392" y="756"/>
                    </a:lnTo>
                    <a:lnTo>
                      <a:pt x="395" y="745"/>
                    </a:lnTo>
                    <a:lnTo>
                      <a:pt x="397" y="735"/>
                    </a:lnTo>
                    <a:lnTo>
                      <a:pt x="399" y="724"/>
                    </a:lnTo>
                    <a:lnTo>
                      <a:pt x="402" y="716"/>
                    </a:lnTo>
                    <a:lnTo>
                      <a:pt x="404" y="708"/>
                    </a:lnTo>
                    <a:lnTo>
                      <a:pt x="407" y="701"/>
                    </a:lnTo>
                    <a:lnTo>
                      <a:pt x="409" y="696"/>
                    </a:lnTo>
                    <a:lnTo>
                      <a:pt x="411" y="692"/>
                    </a:lnTo>
                    <a:lnTo>
                      <a:pt x="414" y="689"/>
                    </a:lnTo>
                    <a:lnTo>
                      <a:pt x="416" y="687"/>
                    </a:lnTo>
                    <a:lnTo>
                      <a:pt x="419" y="687"/>
                    </a:lnTo>
                    <a:lnTo>
                      <a:pt x="421" y="687"/>
                    </a:lnTo>
                    <a:lnTo>
                      <a:pt x="423" y="689"/>
                    </a:lnTo>
                    <a:lnTo>
                      <a:pt x="426" y="692"/>
                    </a:lnTo>
                    <a:lnTo>
                      <a:pt x="428" y="696"/>
                    </a:lnTo>
                    <a:lnTo>
                      <a:pt x="431" y="701"/>
                    </a:lnTo>
                    <a:lnTo>
                      <a:pt x="433" y="705"/>
                    </a:lnTo>
                    <a:lnTo>
                      <a:pt x="436" y="709"/>
                    </a:lnTo>
                    <a:lnTo>
                      <a:pt x="438" y="713"/>
                    </a:lnTo>
                    <a:lnTo>
                      <a:pt x="440" y="716"/>
                    </a:lnTo>
                    <a:lnTo>
                      <a:pt x="443" y="720"/>
                    </a:lnTo>
                    <a:lnTo>
                      <a:pt x="445" y="723"/>
                    </a:lnTo>
                    <a:lnTo>
                      <a:pt x="448" y="726"/>
                    </a:lnTo>
                    <a:lnTo>
                      <a:pt x="450" y="729"/>
                    </a:lnTo>
                    <a:lnTo>
                      <a:pt x="452" y="732"/>
                    </a:lnTo>
                    <a:lnTo>
                      <a:pt x="455" y="736"/>
                    </a:lnTo>
                    <a:lnTo>
                      <a:pt x="457" y="739"/>
                    </a:lnTo>
                    <a:lnTo>
                      <a:pt x="460" y="742"/>
                    </a:lnTo>
                    <a:lnTo>
                      <a:pt x="462" y="745"/>
                    </a:lnTo>
                    <a:lnTo>
                      <a:pt x="464" y="748"/>
                    </a:lnTo>
                    <a:lnTo>
                      <a:pt x="467" y="751"/>
                    </a:lnTo>
                    <a:lnTo>
                      <a:pt x="469" y="754"/>
                    </a:lnTo>
                    <a:lnTo>
                      <a:pt x="472" y="757"/>
                    </a:lnTo>
                    <a:lnTo>
                      <a:pt x="474" y="760"/>
                    </a:lnTo>
                    <a:lnTo>
                      <a:pt x="476" y="764"/>
                    </a:lnTo>
                    <a:lnTo>
                      <a:pt x="479" y="767"/>
                    </a:lnTo>
                    <a:lnTo>
                      <a:pt x="481" y="769"/>
                    </a:lnTo>
                    <a:lnTo>
                      <a:pt x="484" y="772"/>
                    </a:lnTo>
                    <a:lnTo>
                      <a:pt x="486" y="774"/>
                    </a:lnTo>
                    <a:lnTo>
                      <a:pt x="489" y="776"/>
                    </a:lnTo>
                    <a:lnTo>
                      <a:pt x="491" y="779"/>
                    </a:lnTo>
                    <a:lnTo>
                      <a:pt x="493" y="782"/>
                    </a:lnTo>
                    <a:lnTo>
                      <a:pt x="496" y="785"/>
                    </a:lnTo>
                    <a:lnTo>
                      <a:pt x="498" y="789"/>
                    </a:lnTo>
                    <a:lnTo>
                      <a:pt x="501" y="792"/>
                    </a:lnTo>
                    <a:lnTo>
                      <a:pt x="503" y="796"/>
                    </a:lnTo>
                    <a:lnTo>
                      <a:pt x="505" y="799"/>
                    </a:lnTo>
                    <a:lnTo>
                      <a:pt x="508" y="803"/>
                    </a:lnTo>
                    <a:lnTo>
                      <a:pt x="510" y="807"/>
                    </a:lnTo>
                    <a:lnTo>
                      <a:pt x="513" y="811"/>
                    </a:lnTo>
                    <a:lnTo>
                      <a:pt x="515" y="815"/>
                    </a:lnTo>
                    <a:lnTo>
                      <a:pt x="517" y="818"/>
                    </a:lnTo>
                    <a:lnTo>
                      <a:pt x="520" y="822"/>
                    </a:lnTo>
                    <a:lnTo>
                      <a:pt x="522" y="826"/>
                    </a:lnTo>
                    <a:lnTo>
                      <a:pt x="525" y="830"/>
                    </a:lnTo>
                    <a:lnTo>
                      <a:pt x="527" y="833"/>
                    </a:lnTo>
                    <a:lnTo>
                      <a:pt x="530" y="836"/>
                    </a:lnTo>
                    <a:lnTo>
                      <a:pt x="532" y="839"/>
                    </a:lnTo>
                    <a:lnTo>
                      <a:pt x="534" y="842"/>
                    </a:lnTo>
                    <a:lnTo>
                      <a:pt x="537" y="845"/>
                    </a:lnTo>
                    <a:lnTo>
                      <a:pt x="539" y="848"/>
                    </a:lnTo>
                    <a:lnTo>
                      <a:pt x="542" y="851"/>
                    </a:lnTo>
                    <a:lnTo>
                      <a:pt x="544" y="855"/>
                    </a:lnTo>
                    <a:lnTo>
                      <a:pt x="546" y="858"/>
                    </a:lnTo>
                    <a:lnTo>
                      <a:pt x="549" y="861"/>
                    </a:lnTo>
                    <a:lnTo>
                      <a:pt x="551" y="864"/>
                    </a:lnTo>
                    <a:lnTo>
                      <a:pt x="554" y="866"/>
                    </a:lnTo>
                    <a:lnTo>
                      <a:pt x="556" y="867"/>
                    </a:lnTo>
                    <a:lnTo>
                      <a:pt x="558" y="868"/>
                    </a:lnTo>
                    <a:lnTo>
                      <a:pt x="561" y="869"/>
                    </a:lnTo>
                    <a:lnTo>
                      <a:pt x="563" y="870"/>
                    </a:lnTo>
                    <a:lnTo>
                      <a:pt x="566" y="871"/>
                    </a:lnTo>
                    <a:lnTo>
                      <a:pt x="568" y="872"/>
                    </a:lnTo>
                    <a:lnTo>
                      <a:pt x="570" y="873"/>
                    </a:lnTo>
                    <a:lnTo>
                      <a:pt x="573" y="874"/>
                    </a:lnTo>
                    <a:lnTo>
                      <a:pt x="575" y="874"/>
                    </a:lnTo>
                    <a:lnTo>
                      <a:pt x="578" y="875"/>
                    </a:lnTo>
                    <a:lnTo>
                      <a:pt x="580" y="876"/>
                    </a:lnTo>
                    <a:lnTo>
                      <a:pt x="582" y="878"/>
                    </a:lnTo>
                    <a:lnTo>
                      <a:pt x="585" y="879"/>
                    </a:lnTo>
                    <a:lnTo>
                      <a:pt x="587" y="881"/>
                    </a:lnTo>
                    <a:lnTo>
                      <a:pt x="590" y="883"/>
                    </a:lnTo>
                    <a:lnTo>
                      <a:pt x="592" y="884"/>
                    </a:lnTo>
                    <a:lnTo>
                      <a:pt x="594" y="885"/>
                    </a:lnTo>
                    <a:lnTo>
                      <a:pt x="597" y="887"/>
                    </a:lnTo>
                    <a:lnTo>
                      <a:pt x="599" y="888"/>
                    </a:lnTo>
                    <a:lnTo>
                      <a:pt x="601" y="889"/>
                    </a:lnTo>
                    <a:lnTo>
                      <a:pt x="604" y="890"/>
                    </a:lnTo>
                    <a:lnTo>
                      <a:pt x="606" y="891"/>
                    </a:lnTo>
                    <a:lnTo>
                      <a:pt x="609" y="893"/>
                    </a:lnTo>
                    <a:lnTo>
                      <a:pt x="611" y="894"/>
                    </a:lnTo>
                    <a:lnTo>
                      <a:pt x="613" y="895"/>
                    </a:lnTo>
                    <a:lnTo>
                      <a:pt x="616" y="897"/>
                    </a:lnTo>
                    <a:lnTo>
                      <a:pt x="618" y="898"/>
                    </a:lnTo>
                    <a:lnTo>
                      <a:pt x="621" y="900"/>
                    </a:lnTo>
                    <a:lnTo>
                      <a:pt x="623" y="902"/>
                    </a:lnTo>
                    <a:lnTo>
                      <a:pt x="625" y="904"/>
                    </a:lnTo>
                    <a:lnTo>
                      <a:pt x="628" y="906"/>
                    </a:lnTo>
                    <a:lnTo>
                      <a:pt x="630" y="907"/>
                    </a:lnTo>
                    <a:lnTo>
                      <a:pt x="633" y="908"/>
                    </a:lnTo>
                    <a:lnTo>
                      <a:pt x="635" y="909"/>
                    </a:lnTo>
                    <a:lnTo>
                      <a:pt x="637" y="910"/>
                    </a:lnTo>
                    <a:lnTo>
                      <a:pt x="640" y="911"/>
                    </a:lnTo>
                    <a:lnTo>
                      <a:pt x="642" y="912"/>
                    </a:lnTo>
                    <a:lnTo>
                      <a:pt x="645" y="913"/>
                    </a:lnTo>
                    <a:lnTo>
                      <a:pt x="647" y="914"/>
                    </a:lnTo>
                    <a:lnTo>
                      <a:pt x="649" y="915"/>
                    </a:lnTo>
                    <a:lnTo>
                      <a:pt x="652" y="916"/>
                    </a:lnTo>
                    <a:lnTo>
                      <a:pt x="654" y="917"/>
                    </a:lnTo>
                    <a:lnTo>
                      <a:pt x="657" y="919"/>
                    </a:lnTo>
                    <a:lnTo>
                      <a:pt x="659" y="920"/>
                    </a:lnTo>
                    <a:lnTo>
                      <a:pt x="662" y="922"/>
                    </a:lnTo>
                    <a:lnTo>
                      <a:pt x="664" y="923"/>
                    </a:lnTo>
                    <a:lnTo>
                      <a:pt x="666" y="925"/>
                    </a:lnTo>
                    <a:lnTo>
                      <a:pt x="669" y="926"/>
                    </a:lnTo>
                    <a:lnTo>
                      <a:pt x="671" y="927"/>
                    </a:lnTo>
                    <a:lnTo>
                      <a:pt x="674" y="928"/>
                    </a:lnTo>
                    <a:lnTo>
                      <a:pt x="676" y="928"/>
                    </a:lnTo>
                    <a:lnTo>
                      <a:pt x="678" y="929"/>
                    </a:lnTo>
                    <a:lnTo>
                      <a:pt x="681" y="930"/>
                    </a:lnTo>
                    <a:lnTo>
                      <a:pt x="683" y="931"/>
                    </a:lnTo>
                    <a:lnTo>
                      <a:pt x="686" y="932"/>
                    </a:lnTo>
                    <a:lnTo>
                      <a:pt x="688" y="933"/>
                    </a:lnTo>
                    <a:lnTo>
                      <a:pt x="690" y="934"/>
                    </a:lnTo>
                    <a:lnTo>
                      <a:pt x="693" y="934"/>
                    </a:lnTo>
                    <a:lnTo>
                      <a:pt x="695" y="936"/>
                    </a:lnTo>
                    <a:lnTo>
                      <a:pt x="698" y="937"/>
                    </a:lnTo>
                    <a:lnTo>
                      <a:pt x="700" y="938"/>
                    </a:lnTo>
                    <a:lnTo>
                      <a:pt x="703" y="939"/>
                    </a:lnTo>
                    <a:lnTo>
                      <a:pt x="705" y="940"/>
                    </a:lnTo>
                    <a:lnTo>
                      <a:pt x="707" y="941"/>
                    </a:lnTo>
                    <a:lnTo>
                      <a:pt x="710" y="942"/>
                    </a:lnTo>
                    <a:lnTo>
                      <a:pt x="712" y="942"/>
                    </a:lnTo>
                    <a:lnTo>
                      <a:pt x="715" y="942"/>
                    </a:lnTo>
                    <a:lnTo>
                      <a:pt x="717" y="943"/>
                    </a:lnTo>
                    <a:lnTo>
                      <a:pt x="719" y="943"/>
                    </a:lnTo>
                    <a:lnTo>
                      <a:pt x="722" y="945"/>
                    </a:lnTo>
                    <a:lnTo>
                      <a:pt x="724" y="945"/>
                    </a:lnTo>
                    <a:lnTo>
                      <a:pt x="727" y="946"/>
                    </a:lnTo>
                    <a:lnTo>
                      <a:pt x="729" y="947"/>
                    </a:lnTo>
                    <a:lnTo>
                      <a:pt x="731" y="948"/>
                    </a:lnTo>
                    <a:lnTo>
                      <a:pt x="734" y="949"/>
                    </a:lnTo>
                    <a:lnTo>
                      <a:pt x="736" y="950"/>
                    </a:lnTo>
                    <a:lnTo>
                      <a:pt x="739" y="950"/>
                    </a:lnTo>
                    <a:lnTo>
                      <a:pt x="741" y="951"/>
                    </a:lnTo>
                    <a:lnTo>
                      <a:pt x="743" y="952"/>
                    </a:lnTo>
                    <a:lnTo>
                      <a:pt x="746" y="952"/>
                    </a:lnTo>
                    <a:lnTo>
                      <a:pt x="748" y="953"/>
                    </a:lnTo>
                    <a:lnTo>
                      <a:pt x="751" y="953"/>
                    </a:lnTo>
                    <a:lnTo>
                      <a:pt x="753" y="953"/>
                    </a:lnTo>
                    <a:lnTo>
                      <a:pt x="756" y="953"/>
                    </a:lnTo>
                    <a:lnTo>
                      <a:pt x="758" y="954"/>
                    </a:lnTo>
                    <a:lnTo>
                      <a:pt x="760" y="954"/>
                    </a:lnTo>
                    <a:lnTo>
                      <a:pt x="763" y="954"/>
                    </a:lnTo>
                    <a:lnTo>
                      <a:pt x="765" y="954"/>
                    </a:lnTo>
                    <a:lnTo>
                      <a:pt x="768" y="954"/>
                    </a:lnTo>
                    <a:lnTo>
                      <a:pt x="770" y="954"/>
                    </a:lnTo>
                    <a:lnTo>
                      <a:pt x="772" y="953"/>
                    </a:lnTo>
                    <a:lnTo>
                      <a:pt x="775" y="953"/>
                    </a:lnTo>
                    <a:lnTo>
                      <a:pt x="777" y="952"/>
                    </a:lnTo>
                    <a:lnTo>
                      <a:pt x="780" y="951"/>
                    </a:lnTo>
                    <a:lnTo>
                      <a:pt x="782" y="951"/>
                    </a:lnTo>
                    <a:lnTo>
                      <a:pt x="784" y="951"/>
                    </a:lnTo>
                    <a:lnTo>
                      <a:pt x="787" y="952"/>
                    </a:lnTo>
                    <a:lnTo>
                      <a:pt x="789" y="952"/>
                    </a:lnTo>
                    <a:lnTo>
                      <a:pt x="792" y="953"/>
                    </a:lnTo>
                    <a:lnTo>
                      <a:pt x="794" y="953"/>
                    </a:lnTo>
                    <a:lnTo>
                      <a:pt x="797" y="953"/>
                    </a:lnTo>
                    <a:lnTo>
                      <a:pt x="799" y="953"/>
                    </a:lnTo>
                    <a:lnTo>
                      <a:pt x="801" y="953"/>
                    </a:lnTo>
                    <a:lnTo>
                      <a:pt x="804" y="953"/>
                    </a:lnTo>
                    <a:lnTo>
                      <a:pt x="806" y="953"/>
                    </a:lnTo>
                    <a:lnTo>
                      <a:pt x="809" y="953"/>
                    </a:lnTo>
                    <a:lnTo>
                      <a:pt x="811" y="953"/>
                    </a:lnTo>
                    <a:lnTo>
                      <a:pt x="813" y="952"/>
                    </a:lnTo>
                    <a:lnTo>
                      <a:pt x="816" y="953"/>
                    </a:lnTo>
                    <a:lnTo>
                      <a:pt x="818" y="953"/>
                    </a:lnTo>
                    <a:lnTo>
                      <a:pt x="821" y="953"/>
                    </a:lnTo>
                    <a:lnTo>
                      <a:pt x="823" y="954"/>
                    </a:lnTo>
                    <a:lnTo>
                      <a:pt x="825" y="954"/>
                    </a:lnTo>
                    <a:lnTo>
                      <a:pt x="828" y="955"/>
                    </a:lnTo>
                    <a:lnTo>
                      <a:pt x="830" y="956"/>
                    </a:lnTo>
                    <a:lnTo>
                      <a:pt x="833" y="956"/>
                    </a:lnTo>
                    <a:lnTo>
                      <a:pt x="835" y="955"/>
                    </a:lnTo>
                    <a:lnTo>
                      <a:pt x="837" y="954"/>
                    </a:lnTo>
                    <a:lnTo>
                      <a:pt x="840" y="953"/>
                    </a:lnTo>
                    <a:lnTo>
                      <a:pt x="842" y="953"/>
                    </a:lnTo>
                    <a:lnTo>
                      <a:pt x="845" y="951"/>
                    </a:lnTo>
                    <a:lnTo>
                      <a:pt x="847" y="951"/>
                    </a:lnTo>
                    <a:lnTo>
                      <a:pt x="849" y="950"/>
                    </a:lnTo>
                    <a:lnTo>
                      <a:pt x="852" y="948"/>
                    </a:lnTo>
                    <a:lnTo>
                      <a:pt x="854" y="948"/>
                    </a:lnTo>
                    <a:lnTo>
                      <a:pt x="856" y="947"/>
                    </a:lnTo>
                    <a:lnTo>
                      <a:pt x="859" y="947"/>
                    </a:lnTo>
                    <a:lnTo>
                      <a:pt x="861" y="947"/>
                    </a:lnTo>
                    <a:lnTo>
                      <a:pt x="864" y="947"/>
                    </a:lnTo>
                    <a:lnTo>
                      <a:pt x="866" y="947"/>
                    </a:lnTo>
                    <a:lnTo>
                      <a:pt x="868" y="946"/>
                    </a:lnTo>
                    <a:lnTo>
                      <a:pt x="871" y="946"/>
                    </a:lnTo>
                    <a:lnTo>
                      <a:pt x="873" y="945"/>
                    </a:lnTo>
                    <a:lnTo>
                      <a:pt x="876" y="945"/>
                    </a:lnTo>
                    <a:lnTo>
                      <a:pt x="878" y="943"/>
                    </a:lnTo>
                    <a:lnTo>
                      <a:pt x="880" y="943"/>
                    </a:lnTo>
                    <a:lnTo>
                      <a:pt x="883" y="942"/>
                    </a:lnTo>
                    <a:lnTo>
                      <a:pt x="885" y="941"/>
                    </a:lnTo>
                    <a:lnTo>
                      <a:pt x="888" y="940"/>
                    </a:lnTo>
                    <a:lnTo>
                      <a:pt x="890" y="939"/>
                    </a:lnTo>
                    <a:lnTo>
                      <a:pt x="892" y="939"/>
                    </a:lnTo>
                    <a:lnTo>
                      <a:pt x="895" y="939"/>
                    </a:lnTo>
                    <a:lnTo>
                      <a:pt x="897" y="939"/>
                    </a:lnTo>
                    <a:lnTo>
                      <a:pt x="900" y="939"/>
                    </a:lnTo>
                    <a:lnTo>
                      <a:pt x="902" y="939"/>
                    </a:lnTo>
                    <a:lnTo>
                      <a:pt x="904" y="940"/>
                    </a:lnTo>
                    <a:lnTo>
                      <a:pt x="907" y="940"/>
                    </a:lnTo>
                    <a:lnTo>
                      <a:pt x="909" y="940"/>
                    </a:lnTo>
                    <a:lnTo>
                      <a:pt x="912" y="939"/>
                    </a:lnTo>
                    <a:lnTo>
                      <a:pt x="914" y="939"/>
                    </a:lnTo>
                    <a:lnTo>
                      <a:pt x="916" y="937"/>
                    </a:lnTo>
                    <a:lnTo>
                      <a:pt x="919" y="937"/>
                    </a:lnTo>
                    <a:lnTo>
                      <a:pt x="921" y="936"/>
                    </a:lnTo>
                    <a:lnTo>
                      <a:pt x="924" y="936"/>
                    </a:lnTo>
                    <a:lnTo>
                      <a:pt x="926" y="935"/>
                    </a:lnTo>
                    <a:lnTo>
                      <a:pt x="929" y="934"/>
                    </a:lnTo>
                    <a:lnTo>
                      <a:pt x="931" y="934"/>
                    </a:lnTo>
                    <a:lnTo>
                      <a:pt x="933" y="934"/>
                    </a:lnTo>
                    <a:lnTo>
                      <a:pt x="936" y="934"/>
                    </a:lnTo>
                    <a:lnTo>
                      <a:pt x="938" y="934"/>
                    </a:lnTo>
                    <a:lnTo>
                      <a:pt x="941" y="935"/>
                    </a:lnTo>
                    <a:lnTo>
                      <a:pt x="943" y="936"/>
                    </a:lnTo>
                    <a:lnTo>
                      <a:pt x="945" y="936"/>
                    </a:lnTo>
                    <a:lnTo>
                      <a:pt x="948" y="936"/>
                    </a:lnTo>
                    <a:lnTo>
                      <a:pt x="950" y="937"/>
                    </a:lnTo>
                    <a:lnTo>
                      <a:pt x="953" y="937"/>
                    </a:lnTo>
                    <a:lnTo>
                      <a:pt x="955" y="938"/>
                    </a:lnTo>
                    <a:lnTo>
                      <a:pt x="957" y="939"/>
                    </a:lnTo>
                    <a:lnTo>
                      <a:pt x="960" y="939"/>
                    </a:lnTo>
                    <a:lnTo>
                      <a:pt x="962" y="940"/>
                    </a:lnTo>
                    <a:lnTo>
                      <a:pt x="965" y="940"/>
                    </a:lnTo>
                    <a:lnTo>
                      <a:pt x="967" y="942"/>
                    </a:lnTo>
                    <a:lnTo>
                      <a:pt x="970" y="943"/>
                    </a:lnTo>
                    <a:lnTo>
                      <a:pt x="972" y="944"/>
                    </a:lnTo>
                    <a:lnTo>
                      <a:pt x="974" y="945"/>
                    </a:lnTo>
                    <a:lnTo>
                      <a:pt x="977" y="947"/>
                    </a:lnTo>
                    <a:lnTo>
                      <a:pt x="979" y="948"/>
                    </a:lnTo>
                    <a:lnTo>
                      <a:pt x="982" y="950"/>
                    </a:lnTo>
                    <a:lnTo>
                      <a:pt x="984" y="952"/>
                    </a:lnTo>
                    <a:lnTo>
                      <a:pt x="986" y="954"/>
                    </a:lnTo>
                    <a:lnTo>
                      <a:pt x="989" y="956"/>
                    </a:lnTo>
                    <a:lnTo>
                      <a:pt x="991" y="957"/>
                    </a:lnTo>
                    <a:lnTo>
                      <a:pt x="994" y="959"/>
                    </a:lnTo>
                    <a:lnTo>
                      <a:pt x="996" y="960"/>
                    </a:lnTo>
                    <a:lnTo>
                      <a:pt x="998" y="961"/>
                    </a:lnTo>
                    <a:lnTo>
                      <a:pt x="1001" y="962"/>
                    </a:lnTo>
                    <a:lnTo>
                      <a:pt x="1003" y="963"/>
                    </a:lnTo>
                    <a:lnTo>
                      <a:pt x="1006" y="964"/>
                    </a:lnTo>
                    <a:lnTo>
                      <a:pt x="1008" y="965"/>
                    </a:lnTo>
                    <a:lnTo>
                      <a:pt x="1010" y="966"/>
                    </a:lnTo>
                    <a:lnTo>
                      <a:pt x="1013" y="968"/>
                    </a:lnTo>
                    <a:lnTo>
                      <a:pt x="1015" y="969"/>
                    </a:lnTo>
                    <a:lnTo>
                      <a:pt x="1018" y="970"/>
                    </a:lnTo>
                    <a:lnTo>
                      <a:pt x="1020" y="971"/>
                    </a:lnTo>
                    <a:lnTo>
                      <a:pt x="1023" y="973"/>
                    </a:lnTo>
                    <a:lnTo>
                      <a:pt x="1025" y="974"/>
                    </a:lnTo>
                    <a:lnTo>
                      <a:pt x="1027" y="975"/>
                    </a:lnTo>
                    <a:lnTo>
                      <a:pt x="1030" y="976"/>
                    </a:lnTo>
                    <a:lnTo>
                      <a:pt x="1032" y="977"/>
                    </a:lnTo>
                    <a:lnTo>
                      <a:pt x="1035" y="978"/>
                    </a:lnTo>
                    <a:lnTo>
                      <a:pt x="1037" y="979"/>
                    </a:lnTo>
                    <a:lnTo>
                      <a:pt x="1039" y="979"/>
                    </a:lnTo>
                    <a:lnTo>
                      <a:pt x="1042" y="980"/>
                    </a:lnTo>
                    <a:lnTo>
                      <a:pt x="1044" y="980"/>
                    </a:lnTo>
                    <a:lnTo>
                      <a:pt x="1047" y="980"/>
                    </a:lnTo>
                    <a:lnTo>
                      <a:pt x="1049" y="980"/>
                    </a:lnTo>
                    <a:lnTo>
                      <a:pt x="1051" y="980"/>
                    </a:lnTo>
                    <a:lnTo>
                      <a:pt x="1054" y="981"/>
                    </a:lnTo>
                    <a:lnTo>
                      <a:pt x="1056" y="981"/>
                    </a:lnTo>
                    <a:lnTo>
                      <a:pt x="1059" y="981"/>
                    </a:lnTo>
                    <a:lnTo>
                      <a:pt x="1061" y="982"/>
                    </a:lnTo>
                    <a:lnTo>
                      <a:pt x="1064" y="982"/>
                    </a:lnTo>
                    <a:lnTo>
                      <a:pt x="1066" y="982"/>
                    </a:lnTo>
                    <a:lnTo>
                      <a:pt x="1068" y="983"/>
                    </a:lnTo>
                    <a:lnTo>
                      <a:pt x="1071" y="983"/>
                    </a:lnTo>
                    <a:lnTo>
                      <a:pt x="1073" y="983"/>
                    </a:lnTo>
                    <a:lnTo>
                      <a:pt x="1076" y="984"/>
                    </a:lnTo>
                    <a:lnTo>
                      <a:pt x="1078" y="985"/>
                    </a:lnTo>
                    <a:lnTo>
                      <a:pt x="1080" y="985"/>
                    </a:lnTo>
                    <a:lnTo>
                      <a:pt x="1083" y="985"/>
                    </a:lnTo>
                    <a:lnTo>
                      <a:pt x="1085" y="986"/>
                    </a:lnTo>
                    <a:lnTo>
                      <a:pt x="1088" y="986"/>
                    </a:lnTo>
                    <a:lnTo>
                      <a:pt x="1090" y="986"/>
                    </a:lnTo>
                    <a:lnTo>
                      <a:pt x="1092" y="986"/>
                    </a:lnTo>
                    <a:lnTo>
                      <a:pt x="1095" y="987"/>
                    </a:lnTo>
                    <a:lnTo>
                      <a:pt x="1097" y="988"/>
                    </a:lnTo>
                    <a:lnTo>
                      <a:pt x="1099" y="989"/>
                    </a:lnTo>
                    <a:lnTo>
                      <a:pt x="1102" y="990"/>
                    </a:lnTo>
                    <a:lnTo>
                      <a:pt x="1104" y="991"/>
                    </a:lnTo>
                    <a:lnTo>
                      <a:pt x="1107" y="992"/>
                    </a:lnTo>
                    <a:lnTo>
                      <a:pt x="1109" y="994"/>
                    </a:lnTo>
                    <a:lnTo>
                      <a:pt x="1111" y="995"/>
                    </a:lnTo>
                    <a:lnTo>
                      <a:pt x="1114" y="996"/>
                    </a:lnTo>
                    <a:lnTo>
                      <a:pt x="1116" y="998"/>
                    </a:lnTo>
                    <a:lnTo>
                      <a:pt x="1119" y="999"/>
                    </a:lnTo>
                    <a:lnTo>
                      <a:pt x="1121" y="1000"/>
                    </a:lnTo>
                    <a:lnTo>
                      <a:pt x="1123" y="1001"/>
                    </a:lnTo>
                    <a:lnTo>
                      <a:pt x="1126" y="1002"/>
                    </a:lnTo>
                    <a:lnTo>
                      <a:pt x="1128" y="1003"/>
                    </a:lnTo>
                    <a:lnTo>
                      <a:pt x="1131" y="1003"/>
                    </a:lnTo>
                    <a:lnTo>
                      <a:pt x="1133" y="1004"/>
                    </a:lnTo>
                    <a:lnTo>
                      <a:pt x="1135" y="1005"/>
                    </a:lnTo>
                    <a:lnTo>
                      <a:pt x="1138" y="1006"/>
                    </a:lnTo>
                    <a:lnTo>
                      <a:pt x="1140" y="1006"/>
                    </a:lnTo>
                    <a:lnTo>
                      <a:pt x="1143" y="1007"/>
                    </a:lnTo>
                    <a:lnTo>
                      <a:pt x="1145" y="1008"/>
                    </a:lnTo>
                    <a:lnTo>
                      <a:pt x="1147" y="1008"/>
                    </a:lnTo>
                    <a:lnTo>
                      <a:pt x="1150" y="1009"/>
                    </a:lnTo>
                    <a:lnTo>
                      <a:pt x="1152" y="1009"/>
                    </a:lnTo>
                    <a:lnTo>
                      <a:pt x="1155" y="1009"/>
                    </a:lnTo>
                    <a:lnTo>
                      <a:pt x="1157" y="1009"/>
                    </a:lnTo>
                    <a:lnTo>
                      <a:pt x="1159" y="1010"/>
                    </a:lnTo>
                    <a:lnTo>
                      <a:pt x="1162" y="1009"/>
                    </a:lnTo>
                    <a:lnTo>
                      <a:pt x="1164" y="1009"/>
                    </a:lnTo>
                    <a:lnTo>
                      <a:pt x="1167" y="1009"/>
                    </a:lnTo>
                    <a:lnTo>
                      <a:pt x="1169" y="1009"/>
                    </a:lnTo>
                    <a:lnTo>
                      <a:pt x="1171" y="1010"/>
                    </a:lnTo>
                    <a:lnTo>
                      <a:pt x="1174" y="1011"/>
                    </a:lnTo>
                    <a:lnTo>
                      <a:pt x="1176" y="1011"/>
                    </a:lnTo>
                    <a:lnTo>
                      <a:pt x="1179" y="1012"/>
                    </a:lnTo>
                    <a:lnTo>
                      <a:pt x="1181" y="1012"/>
                    </a:lnTo>
                    <a:lnTo>
                      <a:pt x="1183" y="1012"/>
                    </a:lnTo>
                    <a:lnTo>
                      <a:pt x="1186" y="1013"/>
                    </a:lnTo>
                    <a:lnTo>
                      <a:pt x="1188" y="1013"/>
                    </a:lnTo>
                    <a:lnTo>
                      <a:pt x="1191" y="1014"/>
                    </a:lnTo>
                    <a:lnTo>
                      <a:pt x="1193" y="1014"/>
                    </a:lnTo>
                    <a:lnTo>
                      <a:pt x="1196" y="1014"/>
                    </a:lnTo>
                    <a:lnTo>
                      <a:pt x="1198" y="1015"/>
                    </a:lnTo>
                    <a:lnTo>
                      <a:pt x="1200" y="1015"/>
                    </a:lnTo>
                    <a:lnTo>
                      <a:pt x="1203" y="1015"/>
                    </a:lnTo>
                    <a:lnTo>
                      <a:pt x="1205" y="1016"/>
                    </a:lnTo>
                    <a:lnTo>
                      <a:pt x="1208" y="1017"/>
                    </a:lnTo>
                    <a:lnTo>
                      <a:pt x="1210" y="1018"/>
                    </a:lnTo>
                    <a:lnTo>
                      <a:pt x="1212" y="1019"/>
                    </a:lnTo>
                    <a:lnTo>
                      <a:pt x="1215" y="1020"/>
                    </a:lnTo>
                    <a:lnTo>
                      <a:pt x="1217" y="1021"/>
                    </a:lnTo>
                    <a:lnTo>
                      <a:pt x="1220" y="1022"/>
                    </a:lnTo>
                    <a:lnTo>
                      <a:pt x="1222" y="1023"/>
                    </a:lnTo>
                    <a:lnTo>
                      <a:pt x="1224" y="1023"/>
                    </a:lnTo>
                    <a:lnTo>
                      <a:pt x="1227" y="1024"/>
                    </a:lnTo>
                    <a:lnTo>
                      <a:pt x="1229" y="1024"/>
                    </a:lnTo>
                    <a:lnTo>
                      <a:pt x="1232" y="1024"/>
                    </a:lnTo>
                    <a:lnTo>
                      <a:pt x="1234" y="1025"/>
                    </a:lnTo>
                    <a:lnTo>
                      <a:pt x="1237" y="1025"/>
                    </a:lnTo>
                    <a:lnTo>
                      <a:pt x="1239" y="1025"/>
                    </a:lnTo>
                    <a:lnTo>
                      <a:pt x="1241" y="1026"/>
                    </a:lnTo>
                    <a:lnTo>
                      <a:pt x="1244" y="1026"/>
                    </a:lnTo>
                    <a:lnTo>
                      <a:pt x="1246" y="1027"/>
                    </a:lnTo>
                    <a:lnTo>
                      <a:pt x="1249" y="1028"/>
                    </a:lnTo>
                    <a:lnTo>
                      <a:pt x="1251" y="1028"/>
                    </a:lnTo>
                    <a:lnTo>
                      <a:pt x="1253" y="1029"/>
                    </a:lnTo>
                    <a:lnTo>
                      <a:pt x="1256" y="1029"/>
                    </a:lnTo>
                    <a:lnTo>
                      <a:pt x="1258" y="1030"/>
                    </a:lnTo>
                    <a:lnTo>
                      <a:pt x="1261" y="1031"/>
                    </a:lnTo>
                    <a:lnTo>
                      <a:pt x="1263" y="1031"/>
                    </a:lnTo>
                    <a:lnTo>
                      <a:pt x="1265" y="1031"/>
                    </a:lnTo>
                    <a:lnTo>
                      <a:pt x="1268" y="1032"/>
                    </a:lnTo>
                    <a:lnTo>
                      <a:pt x="1270" y="1032"/>
                    </a:lnTo>
                    <a:lnTo>
                      <a:pt x="1273" y="1032"/>
                    </a:lnTo>
                    <a:lnTo>
                      <a:pt x="1275" y="1033"/>
                    </a:lnTo>
                    <a:lnTo>
                      <a:pt x="1277" y="1034"/>
                    </a:lnTo>
                    <a:lnTo>
                      <a:pt x="1280" y="1034"/>
                    </a:lnTo>
                    <a:lnTo>
                      <a:pt x="1282" y="1035"/>
                    </a:lnTo>
                    <a:lnTo>
                      <a:pt x="1285" y="1036"/>
                    </a:lnTo>
                    <a:lnTo>
                      <a:pt x="1287" y="1037"/>
                    </a:lnTo>
                    <a:lnTo>
                      <a:pt x="1290" y="1038"/>
                    </a:lnTo>
                    <a:lnTo>
                      <a:pt x="1292" y="1039"/>
                    </a:lnTo>
                    <a:lnTo>
                      <a:pt x="1294" y="1040"/>
                    </a:lnTo>
                    <a:lnTo>
                      <a:pt x="1297" y="1041"/>
                    </a:lnTo>
                    <a:lnTo>
                      <a:pt x="1299" y="1042"/>
                    </a:lnTo>
                    <a:lnTo>
                      <a:pt x="1302" y="1043"/>
                    </a:lnTo>
                    <a:lnTo>
                      <a:pt x="1304" y="1043"/>
                    </a:lnTo>
                    <a:lnTo>
                      <a:pt x="1306" y="1043"/>
                    </a:lnTo>
                    <a:lnTo>
                      <a:pt x="1309" y="1043"/>
                    </a:lnTo>
                    <a:lnTo>
                      <a:pt x="1311" y="1044"/>
                    </a:lnTo>
                    <a:lnTo>
                      <a:pt x="1314" y="1044"/>
                    </a:lnTo>
                    <a:lnTo>
                      <a:pt x="1316" y="1044"/>
                    </a:lnTo>
                    <a:lnTo>
                      <a:pt x="1318" y="1045"/>
                    </a:lnTo>
                    <a:lnTo>
                      <a:pt x="1321" y="1045"/>
                    </a:lnTo>
                    <a:lnTo>
                      <a:pt x="1323" y="1045"/>
                    </a:lnTo>
                    <a:lnTo>
                      <a:pt x="1326" y="1046"/>
                    </a:lnTo>
                    <a:lnTo>
                      <a:pt x="1328" y="1046"/>
                    </a:lnTo>
                    <a:lnTo>
                      <a:pt x="1331" y="1046"/>
                    </a:lnTo>
                    <a:lnTo>
                      <a:pt x="1333" y="1047"/>
                    </a:lnTo>
                    <a:lnTo>
                      <a:pt x="1335" y="1048"/>
                    </a:lnTo>
                    <a:lnTo>
                      <a:pt x="1338" y="1048"/>
                    </a:lnTo>
                    <a:lnTo>
                      <a:pt x="1340" y="1049"/>
                    </a:lnTo>
                    <a:lnTo>
                      <a:pt x="1342" y="1049"/>
                    </a:lnTo>
                    <a:lnTo>
                      <a:pt x="1345" y="1049"/>
                    </a:lnTo>
                    <a:lnTo>
                      <a:pt x="1347" y="1049"/>
                    </a:lnTo>
                    <a:lnTo>
                      <a:pt x="1350" y="1050"/>
                    </a:lnTo>
                    <a:lnTo>
                      <a:pt x="1352" y="1050"/>
                    </a:lnTo>
                    <a:lnTo>
                      <a:pt x="1354" y="1051"/>
                    </a:lnTo>
                    <a:lnTo>
                      <a:pt x="1357" y="1051"/>
                    </a:lnTo>
                    <a:lnTo>
                      <a:pt x="1359" y="1052"/>
                    </a:lnTo>
                    <a:lnTo>
                      <a:pt x="1362" y="1053"/>
                    </a:lnTo>
                    <a:lnTo>
                      <a:pt x="1364" y="1054"/>
                    </a:lnTo>
                    <a:lnTo>
                      <a:pt x="1366" y="1054"/>
                    </a:lnTo>
                    <a:lnTo>
                      <a:pt x="1369" y="1055"/>
                    </a:lnTo>
                    <a:lnTo>
                      <a:pt x="1371" y="1055"/>
                    </a:lnTo>
                    <a:lnTo>
                      <a:pt x="1374" y="1055"/>
                    </a:lnTo>
                    <a:lnTo>
                      <a:pt x="1376" y="1056"/>
                    </a:lnTo>
                    <a:lnTo>
                      <a:pt x="1378" y="1056"/>
                    </a:lnTo>
                    <a:lnTo>
                      <a:pt x="1381" y="1056"/>
                    </a:lnTo>
                    <a:lnTo>
                      <a:pt x="1383" y="1057"/>
                    </a:lnTo>
                    <a:lnTo>
                      <a:pt x="1386" y="1057"/>
                    </a:lnTo>
                    <a:lnTo>
                      <a:pt x="1388" y="1057"/>
                    </a:lnTo>
                    <a:lnTo>
                      <a:pt x="1390" y="1057"/>
                    </a:lnTo>
                    <a:lnTo>
                      <a:pt x="1393" y="1057"/>
                    </a:lnTo>
                    <a:lnTo>
                      <a:pt x="1395" y="1058"/>
                    </a:lnTo>
                    <a:lnTo>
                      <a:pt x="1398" y="1058"/>
                    </a:lnTo>
                    <a:lnTo>
                      <a:pt x="1400" y="1058"/>
                    </a:lnTo>
                    <a:lnTo>
                      <a:pt x="1402" y="1059"/>
                    </a:lnTo>
                    <a:lnTo>
                      <a:pt x="1405" y="1059"/>
                    </a:lnTo>
                    <a:lnTo>
                      <a:pt x="1407" y="1059"/>
                    </a:lnTo>
                    <a:lnTo>
                      <a:pt x="1410" y="1059"/>
                    </a:lnTo>
                    <a:lnTo>
                      <a:pt x="1412" y="1060"/>
                    </a:lnTo>
                    <a:lnTo>
                      <a:pt x="1414" y="1060"/>
                    </a:lnTo>
                    <a:lnTo>
                      <a:pt x="1417" y="1060"/>
                    </a:lnTo>
                    <a:lnTo>
                      <a:pt x="1419" y="1060"/>
                    </a:lnTo>
                    <a:lnTo>
                      <a:pt x="1422" y="1061"/>
                    </a:lnTo>
                    <a:lnTo>
                      <a:pt x="1424" y="1061"/>
                    </a:lnTo>
                    <a:lnTo>
                      <a:pt x="1426" y="1062"/>
                    </a:lnTo>
                    <a:lnTo>
                      <a:pt x="1429" y="1062"/>
                    </a:lnTo>
                    <a:lnTo>
                      <a:pt x="1431" y="1062"/>
                    </a:lnTo>
                    <a:lnTo>
                      <a:pt x="1434" y="1062"/>
                    </a:lnTo>
                    <a:lnTo>
                      <a:pt x="1436" y="1063"/>
                    </a:lnTo>
                    <a:lnTo>
                      <a:pt x="1438" y="1063"/>
                    </a:lnTo>
                    <a:lnTo>
                      <a:pt x="1441" y="1063"/>
                    </a:lnTo>
                    <a:lnTo>
                      <a:pt x="1443" y="1063"/>
                    </a:lnTo>
                    <a:lnTo>
                      <a:pt x="1446" y="1063"/>
                    </a:lnTo>
                    <a:lnTo>
                      <a:pt x="1448" y="1063"/>
                    </a:lnTo>
                    <a:lnTo>
                      <a:pt x="1450" y="1063"/>
                    </a:lnTo>
                    <a:lnTo>
                      <a:pt x="1453" y="1063"/>
                    </a:lnTo>
                    <a:lnTo>
                      <a:pt x="1455" y="1063"/>
                    </a:lnTo>
                    <a:lnTo>
                      <a:pt x="1458" y="1063"/>
                    </a:lnTo>
                    <a:lnTo>
                      <a:pt x="1460" y="1063"/>
                    </a:lnTo>
                    <a:lnTo>
                      <a:pt x="1463" y="1063"/>
                    </a:lnTo>
                    <a:lnTo>
                      <a:pt x="1465" y="1063"/>
                    </a:lnTo>
                    <a:lnTo>
                      <a:pt x="1467" y="1063"/>
                    </a:lnTo>
                    <a:lnTo>
                      <a:pt x="1470" y="1063"/>
                    </a:lnTo>
                    <a:lnTo>
                      <a:pt x="1472" y="1063"/>
                    </a:lnTo>
                    <a:lnTo>
                      <a:pt x="1475" y="1063"/>
                    </a:lnTo>
                    <a:lnTo>
                      <a:pt x="1477" y="1063"/>
                    </a:lnTo>
                    <a:lnTo>
                      <a:pt x="1479" y="1062"/>
                    </a:lnTo>
                    <a:lnTo>
                      <a:pt x="1482" y="1062"/>
                    </a:lnTo>
                    <a:lnTo>
                      <a:pt x="1484" y="1062"/>
                    </a:lnTo>
                    <a:lnTo>
                      <a:pt x="1487" y="1061"/>
                    </a:lnTo>
                    <a:lnTo>
                      <a:pt x="1489" y="1062"/>
                    </a:lnTo>
                    <a:lnTo>
                      <a:pt x="1491" y="1062"/>
                    </a:lnTo>
                    <a:lnTo>
                      <a:pt x="1494" y="1062"/>
                    </a:lnTo>
                    <a:lnTo>
                      <a:pt x="1496" y="1062"/>
                    </a:lnTo>
                    <a:lnTo>
                      <a:pt x="1499" y="1062"/>
                    </a:lnTo>
                    <a:lnTo>
                      <a:pt x="1501" y="1061"/>
                    </a:lnTo>
                    <a:lnTo>
                      <a:pt x="1504" y="1061"/>
                    </a:lnTo>
                    <a:lnTo>
                      <a:pt x="1506" y="1061"/>
                    </a:lnTo>
                    <a:lnTo>
                      <a:pt x="1508" y="1061"/>
                    </a:lnTo>
                    <a:lnTo>
                      <a:pt x="1511" y="1061"/>
                    </a:lnTo>
                    <a:lnTo>
                      <a:pt x="1513" y="1061"/>
                    </a:lnTo>
                    <a:lnTo>
                      <a:pt x="1516" y="1060"/>
                    </a:lnTo>
                    <a:lnTo>
                      <a:pt x="1518" y="1060"/>
                    </a:lnTo>
                    <a:lnTo>
                      <a:pt x="1520" y="1060"/>
                    </a:lnTo>
                    <a:lnTo>
                      <a:pt x="1523" y="1059"/>
                    </a:lnTo>
                    <a:lnTo>
                      <a:pt x="1525" y="1059"/>
                    </a:lnTo>
                    <a:lnTo>
                      <a:pt x="1528" y="1059"/>
                    </a:lnTo>
                    <a:lnTo>
                      <a:pt x="1530" y="1059"/>
                    </a:lnTo>
                    <a:lnTo>
                      <a:pt x="1532" y="1059"/>
                    </a:lnTo>
                    <a:lnTo>
                      <a:pt x="1535" y="1059"/>
                    </a:lnTo>
                    <a:lnTo>
                      <a:pt x="1537" y="1059"/>
                    </a:lnTo>
                    <a:lnTo>
                      <a:pt x="1540" y="1059"/>
                    </a:lnTo>
                    <a:lnTo>
                      <a:pt x="1542" y="1058"/>
                    </a:lnTo>
                    <a:lnTo>
                      <a:pt x="1544" y="1058"/>
                    </a:lnTo>
                    <a:lnTo>
                      <a:pt x="1547" y="1057"/>
                    </a:lnTo>
                    <a:lnTo>
                      <a:pt x="1549" y="1054"/>
                    </a:lnTo>
                    <a:lnTo>
                      <a:pt x="1552" y="1048"/>
                    </a:lnTo>
                    <a:lnTo>
                      <a:pt x="1554" y="1026"/>
                    </a:lnTo>
                    <a:lnTo>
                      <a:pt x="1557" y="1016"/>
                    </a:lnTo>
                    <a:lnTo>
                      <a:pt x="1559" y="999"/>
                    </a:lnTo>
                    <a:lnTo>
                      <a:pt x="1561" y="969"/>
                    </a:lnTo>
                    <a:lnTo>
                      <a:pt x="1564" y="934"/>
                    </a:lnTo>
                    <a:lnTo>
                      <a:pt x="1566" y="894"/>
                    </a:lnTo>
                    <a:lnTo>
                      <a:pt x="1569" y="849"/>
                    </a:lnTo>
                    <a:lnTo>
                      <a:pt x="1571" y="812"/>
                    </a:lnTo>
                    <a:lnTo>
                      <a:pt x="1573" y="778"/>
                    </a:lnTo>
                    <a:lnTo>
                      <a:pt x="1576" y="746"/>
                    </a:lnTo>
                    <a:lnTo>
                      <a:pt x="1578" y="719"/>
                    </a:lnTo>
                    <a:lnTo>
                      <a:pt x="1581" y="695"/>
                    </a:lnTo>
                    <a:lnTo>
                      <a:pt x="1583" y="673"/>
                    </a:lnTo>
                    <a:lnTo>
                      <a:pt x="1585" y="653"/>
                    </a:lnTo>
                    <a:lnTo>
                      <a:pt x="1588" y="633"/>
                    </a:lnTo>
                    <a:lnTo>
                      <a:pt x="1590" y="614"/>
                    </a:lnTo>
                    <a:lnTo>
                      <a:pt x="1593" y="597"/>
                    </a:lnTo>
                    <a:lnTo>
                      <a:pt x="1595" y="577"/>
                    </a:lnTo>
                    <a:lnTo>
                      <a:pt x="1597" y="557"/>
                    </a:lnTo>
                    <a:lnTo>
                      <a:pt x="1600" y="539"/>
                    </a:lnTo>
                    <a:lnTo>
                      <a:pt x="1602" y="520"/>
                    </a:lnTo>
                    <a:lnTo>
                      <a:pt x="1605" y="501"/>
                    </a:lnTo>
                    <a:lnTo>
                      <a:pt x="1607" y="482"/>
                    </a:lnTo>
                    <a:lnTo>
                      <a:pt x="1609" y="463"/>
                    </a:lnTo>
                    <a:lnTo>
                      <a:pt x="1612" y="447"/>
                    </a:lnTo>
                    <a:lnTo>
                      <a:pt x="1614" y="432"/>
                    </a:lnTo>
                    <a:lnTo>
                      <a:pt x="1617" y="420"/>
                    </a:lnTo>
                    <a:lnTo>
                      <a:pt x="1619" y="412"/>
                    </a:lnTo>
                    <a:lnTo>
                      <a:pt x="1621" y="403"/>
                    </a:lnTo>
                    <a:lnTo>
                      <a:pt x="1624" y="394"/>
                    </a:lnTo>
                    <a:lnTo>
                      <a:pt x="1626" y="388"/>
                    </a:lnTo>
                    <a:lnTo>
                      <a:pt x="1629" y="377"/>
                    </a:lnTo>
                    <a:lnTo>
                      <a:pt x="1631" y="366"/>
                    </a:lnTo>
                    <a:lnTo>
                      <a:pt x="1633" y="357"/>
                    </a:lnTo>
                    <a:lnTo>
                      <a:pt x="1636" y="345"/>
                    </a:lnTo>
                    <a:lnTo>
                      <a:pt x="1638" y="331"/>
                    </a:lnTo>
                    <a:lnTo>
                      <a:pt x="1641" y="321"/>
                    </a:lnTo>
                    <a:lnTo>
                      <a:pt x="1643" y="308"/>
                    </a:lnTo>
                    <a:lnTo>
                      <a:pt x="1645" y="296"/>
                    </a:lnTo>
                    <a:lnTo>
                      <a:pt x="1648" y="286"/>
                    </a:lnTo>
                    <a:lnTo>
                      <a:pt x="1650" y="274"/>
                    </a:lnTo>
                    <a:lnTo>
                      <a:pt x="1653" y="265"/>
                    </a:lnTo>
                    <a:lnTo>
                      <a:pt x="1655" y="254"/>
                    </a:lnTo>
                    <a:lnTo>
                      <a:pt x="1657" y="244"/>
                    </a:lnTo>
                    <a:lnTo>
                      <a:pt x="1660" y="238"/>
                    </a:lnTo>
                    <a:lnTo>
                      <a:pt x="1662" y="228"/>
                    </a:lnTo>
                    <a:lnTo>
                      <a:pt x="1665" y="220"/>
                    </a:lnTo>
                    <a:lnTo>
                      <a:pt x="1667" y="216"/>
                    </a:lnTo>
                    <a:lnTo>
                      <a:pt x="1669" y="210"/>
                    </a:lnTo>
                    <a:lnTo>
                      <a:pt x="1672" y="206"/>
                    </a:lnTo>
                    <a:lnTo>
                      <a:pt x="1674" y="207"/>
                    </a:lnTo>
                    <a:lnTo>
                      <a:pt x="1677" y="204"/>
                    </a:lnTo>
                    <a:lnTo>
                      <a:pt x="1679" y="205"/>
                    </a:lnTo>
                    <a:lnTo>
                      <a:pt x="1681" y="209"/>
                    </a:lnTo>
                    <a:lnTo>
                      <a:pt x="1684" y="208"/>
                    </a:lnTo>
                    <a:lnTo>
                      <a:pt x="1686" y="212"/>
                    </a:lnTo>
                    <a:lnTo>
                      <a:pt x="1689" y="218"/>
                    </a:lnTo>
                    <a:lnTo>
                      <a:pt x="1691" y="218"/>
                    </a:lnTo>
                    <a:lnTo>
                      <a:pt x="1693" y="225"/>
                    </a:lnTo>
                    <a:lnTo>
                      <a:pt x="1696" y="231"/>
                    </a:lnTo>
                    <a:lnTo>
                      <a:pt x="1698" y="232"/>
                    </a:lnTo>
                    <a:lnTo>
                      <a:pt x="1701" y="241"/>
                    </a:lnTo>
                    <a:lnTo>
                      <a:pt x="1703" y="248"/>
                    </a:lnTo>
                    <a:lnTo>
                      <a:pt x="1705" y="251"/>
                    </a:lnTo>
                    <a:lnTo>
                      <a:pt x="1708" y="262"/>
                    </a:lnTo>
                    <a:lnTo>
                      <a:pt x="1710" y="271"/>
                    </a:lnTo>
                    <a:lnTo>
                      <a:pt x="1713" y="276"/>
                    </a:lnTo>
                    <a:lnTo>
                      <a:pt x="1715" y="287"/>
                    </a:lnTo>
                    <a:lnTo>
                      <a:pt x="1717" y="297"/>
                    </a:lnTo>
                    <a:lnTo>
                      <a:pt x="1720" y="303"/>
                    </a:lnTo>
                    <a:lnTo>
                      <a:pt x="1722" y="314"/>
                    </a:lnTo>
                    <a:lnTo>
                      <a:pt x="1725" y="323"/>
                    </a:lnTo>
                    <a:lnTo>
                      <a:pt x="1727" y="327"/>
                    </a:lnTo>
                    <a:lnTo>
                      <a:pt x="1730" y="336"/>
                    </a:lnTo>
                    <a:lnTo>
                      <a:pt x="1732" y="342"/>
                    </a:lnTo>
                    <a:lnTo>
                      <a:pt x="1734" y="345"/>
                    </a:lnTo>
                    <a:lnTo>
                      <a:pt x="1737" y="351"/>
                    </a:lnTo>
                    <a:lnTo>
                      <a:pt x="1739" y="355"/>
                    </a:lnTo>
                    <a:lnTo>
                      <a:pt x="1742" y="359"/>
                    </a:lnTo>
                    <a:lnTo>
                      <a:pt x="1744" y="364"/>
                    </a:lnTo>
                    <a:lnTo>
                      <a:pt x="1746" y="369"/>
                    </a:lnTo>
                    <a:lnTo>
                      <a:pt x="1749" y="374"/>
                    </a:lnTo>
                    <a:lnTo>
                      <a:pt x="1751" y="380"/>
                    </a:lnTo>
                    <a:lnTo>
                      <a:pt x="1754" y="385"/>
                    </a:lnTo>
                    <a:lnTo>
                      <a:pt x="1756" y="391"/>
                    </a:lnTo>
                    <a:lnTo>
                      <a:pt x="1758" y="397"/>
                    </a:lnTo>
                    <a:lnTo>
                      <a:pt x="1761" y="403"/>
                    </a:lnTo>
                    <a:lnTo>
                      <a:pt x="1763" y="407"/>
                    </a:lnTo>
                    <a:lnTo>
                      <a:pt x="1766" y="413"/>
                    </a:lnTo>
                    <a:lnTo>
                      <a:pt x="1768" y="419"/>
                    </a:lnTo>
                    <a:lnTo>
                      <a:pt x="1771" y="423"/>
                    </a:lnTo>
                    <a:lnTo>
                      <a:pt x="1773" y="429"/>
                    </a:lnTo>
                    <a:lnTo>
                      <a:pt x="1775" y="436"/>
                    </a:lnTo>
                    <a:lnTo>
                      <a:pt x="1778" y="442"/>
                    </a:lnTo>
                    <a:lnTo>
                      <a:pt x="1780" y="449"/>
                    </a:lnTo>
                    <a:lnTo>
                      <a:pt x="1783" y="458"/>
                    </a:lnTo>
                    <a:lnTo>
                      <a:pt x="1785" y="466"/>
                    </a:lnTo>
                    <a:lnTo>
                      <a:pt x="1787" y="475"/>
                    </a:lnTo>
                    <a:lnTo>
                      <a:pt x="1790" y="483"/>
                    </a:lnTo>
                    <a:lnTo>
                      <a:pt x="1792" y="493"/>
                    </a:lnTo>
                    <a:lnTo>
                      <a:pt x="1795" y="503"/>
                    </a:lnTo>
                    <a:lnTo>
                      <a:pt x="1797" y="513"/>
                    </a:lnTo>
                    <a:lnTo>
                      <a:pt x="1799" y="521"/>
                    </a:lnTo>
                    <a:lnTo>
                      <a:pt x="1802" y="531"/>
                    </a:lnTo>
                    <a:lnTo>
                      <a:pt x="1804" y="543"/>
                    </a:lnTo>
                    <a:lnTo>
                      <a:pt x="1807" y="549"/>
                    </a:lnTo>
                    <a:lnTo>
                      <a:pt x="1809" y="559"/>
                    </a:lnTo>
                    <a:lnTo>
                      <a:pt x="1811" y="571"/>
                    </a:lnTo>
                    <a:lnTo>
                      <a:pt x="1814" y="577"/>
                    </a:lnTo>
                    <a:lnTo>
                      <a:pt x="1816" y="587"/>
                    </a:lnTo>
                    <a:lnTo>
                      <a:pt x="1819" y="597"/>
                    </a:lnTo>
                    <a:lnTo>
                      <a:pt x="1821" y="604"/>
                    </a:lnTo>
                    <a:lnTo>
                      <a:pt x="1824" y="613"/>
                    </a:lnTo>
                    <a:lnTo>
                      <a:pt x="1826" y="623"/>
                    </a:lnTo>
                    <a:lnTo>
                      <a:pt x="1828" y="632"/>
                    </a:lnTo>
                    <a:lnTo>
                      <a:pt x="1831" y="640"/>
                    </a:lnTo>
                    <a:lnTo>
                      <a:pt x="1833" y="649"/>
                    </a:lnTo>
                    <a:lnTo>
                      <a:pt x="1836" y="658"/>
                    </a:lnTo>
                    <a:lnTo>
                      <a:pt x="1838" y="667"/>
                    </a:lnTo>
                    <a:lnTo>
                      <a:pt x="1840" y="675"/>
                    </a:lnTo>
                    <a:lnTo>
                      <a:pt x="1843" y="681"/>
                    </a:lnTo>
                    <a:lnTo>
                      <a:pt x="1845" y="691"/>
                    </a:lnTo>
                    <a:lnTo>
                      <a:pt x="1848" y="700"/>
                    </a:lnTo>
                    <a:lnTo>
                      <a:pt x="1850" y="706"/>
                    </a:lnTo>
                    <a:lnTo>
                      <a:pt x="1852" y="713"/>
                    </a:lnTo>
                    <a:lnTo>
                      <a:pt x="1855" y="722"/>
                    </a:lnTo>
                    <a:lnTo>
                      <a:pt x="1857" y="728"/>
                    </a:lnTo>
                    <a:lnTo>
                      <a:pt x="1860" y="735"/>
                    </a:lnTo>
                    <a:lnTo>
                      <a:pt x="1862" y="743"/>
                    </a:lnTo>
                    <a:lnTo>
                      <a:pt x="1864" y="749"/>
                    </a:lnTo>
                    <a:lnTo>
                      <a:pt x="1867" y="754"/>
                    </a:lnTo>
                    <a:lnTo>
                      <a:pt x="1869" y="764"/>
                    </a:lnTo>
                    <a:lnTo>
                      <a:pt x="1872" y="770"/>
                    </a:lnTo>
                    <a:lnTo>
                      <a:pt x="1874" y="775"/>
                    </a:lnTo>
                    <a:lnTo>
                      <a:pt x="1876" y="786"/>
                    </a:lnTo>
                    <a:lnTo>
                      <a:pt x="1879" y="788"/>
                    </a:lnTo>
                    <a:lnTo>
                      <a:pt x="1881" y="792"/>
                    </a:lnTo>
                    <a:lnTo>
                      <a:pt x="1884" y="803"/>
                    </a:lnTo>
                    <a:lnTo>
                      <a:pt x="1886" y="807"/>
                    </a:lnTo>
                    <a:lnTo>
                      <a:pt x="1888" y="808"/>
                    </a:lnTo>
                    <a:lnTo>
                      <a:pt x="1891" y="815"/>
                    </a:lnTo>
                    <a:lnTo>
                      <a:pt x="1893" y="820"/>
                    </a:lnTo>
                    <a:lnTo>
                      <a:pt x="1896" y="823"/>
                    </a:lnTo>
                    <a:lnTo>
                      <a:pt x="1898" y="825"/>
                    </a:lnTo>
                    <a:lnTo>
                      <a:pt x="1900" y="827"/>
                    </a:lnTo>
                    <a:lnTo>
                      <a:pt x="1903" y="831"/>
                    </a:lnTo>
                    <a:lnTo>
                      <a:pt x="1905" y="834"/>
                    </a:lnTo>
                    <a:lnTo>
                      <a:pt x="1908" y="830"/>
                    </a:lnTo>
                    <a:lnTo>
                      <a:pt x="1910" y="835"/>
                    </a:lnTo>
                    <a:lnTo>
                      <a:pt x="1912" y="839"/>
                    </a:lnTo>
                    <a:lnTo>
                      <a:pt x="1915" y="835"/>
                    </a:lnTo>
                    <a:lnTo>
                      <a:pt x="1917" y="839"/>
                    </a:lnTo>
                    <a:lnTo>
                      <a:pt x="1920" y="844"/>
                    </a:lnTo>
                    <a:lnTo>
                      <a:pt x="1922" y="841"/>
                    </a:lnTo>
                    <a:lnTo>
                      <a:pt x="1924" y="846"/>
                    </a:lnTo>
                    <a:lnTo>
                      <a:pt x="1927" y="850"/>
                    </a:lnTo>
                    <a:lnTo>
                      <a:pt x="1929" y="850"/>
                    </a:lnTo>
                    <a:lnTo>
                      <a:pt x="1932" y="857"/>
                    </a:lnTo>
                    <a:lnTo>
                      <a:pt x="1934" y="860"/>
                    </a:lnTo>
                    <a:lnTo>
                      <a:pt x="1936" y="860"/>
                    </a:lnTo>
                    <a:lnTo>
                      <a:pt x="1939" y="868"/>
                    </a:lnTo>
                    <a:lnTo>
                      <a:pt x="1941" y="870"/>
                    </a:lnTo>
                    <a:lnTo>
                      <a:pt x="1944" y="871"/>
                    </a:lnTo>
                    <a:lnTo>
                      <a:pt x="1946" y="877"/>
                    </a:lnTo>
                    <a:lnTo>
                      <a:pt x="1948" y="878"/>
                    </a:lnTo>
                    <a:lnTo>
                      <a:pt x="1951" y="880"/>
                    </a:lnTo>
                    <a:lnTo>
                      <a:pt x="1953" y="886"/>
                    </a:lnTo>
                    <a:lnTo>
                      <a:pt x="1956" y="887"/>
                    </a:lnTo>
                    <a:lnTo>
                      <a:pt x="1958" y="888"/>
                    </a:lnTo>
                    <a:lnTo>
                      <a:pt x="1960" y="896"/>
                    </a:lnTo>
                    <a:lnTo>
                      <a:pt x="1963" y="898"/>
                    </a:lnTo>
                    <a:lnTo>
                      <a:pt x="1965" y="898"/>
                    </a:lnTo>
                    <a:lnTo>
                      <a:pt x="1968" y="908"/>
                    </a:lnTo>
                    <a:lnTo>
                      <a:pt x="1970" y="911"/>
                    </a:lnTo>
                    <a:lnTo>
                      <a:pt x="1972" y="910"/>
                    </a:lnTo>
                    <a:lnTo>
                      <a:pt x="1975" y="919"/>
                    </a:lnTo>
                    <a:lnTo>
                      <a:pt x="1977" y="924"/>
                    </a:lnTo>
                    <a:lnTo>
                      <a:pt x="1980" y="923"/>
                    </a:lnTo>
                    <a:lnTo>
                      <a:pt x="1982" y="926"/>
                    </a:lnTo>
                    <a:lnTo>
                      <a:pt x="1984" y="932"/>
                    </a:lnTo>
                    <a:lnTo>
                      <a:pt x="1987" y="935"/>
                    </a:lnTo>
                    <a:lnTo>
                      <a:pt x="1989" y="934"/>
                    </a:lnTo>
                    <a:lnTo>
                      <a:pt x="1992" y="936"/>
                    </a:lnTo>
                    <a:lnTo>
                      <a:pt x="1994" y="941"/>
                    </a:lnTo>
                    <a:lnTo>
                      <a:pt x="1997" y="940"/>
                    </a:lnTo>
                    <a:lnTo>
                      <a:pt x="1999" y="942"/>
                    </a:lnTo>
                    <a:lnTo>
                      <a:pt x="2001" y="946"/>
                    </a:lnTo>
                    <a:lnTo>
                      <a:pt x="2004" y="943"/>
                    </a:lnTo>
                    <a:lnTo>
                      <a:pt x="2006" y="946"/>
                    </a:lnTo>
                    <a:lnTo>
                      <a:pt x="2009" y="951"/>
                    </a:lnTo>
                    <a:lnTo>
                      <a:pt x="2011" y="948"/>
                    </a:lnTo>
                    <a:lnTo>
                      <a:pt x="2013" y="950"/>
                    </a:lnTo>
                    <a:lnTo>
                      <a:pt x="2016" y="953"/>
                    </a:lnTo>
                    <a:lnTo>
                      <a:pt x="2018" y="950"/>
                    </a:lnTo>
                    <a:lnTo>
                      <a:pt x="2021" y="951"/>
                    </a:lnTo>
                    <a:lnTo>
                      <a:pt x="2023" y="955"/>
                    </a:lnTo>
                    <a:lnTo>
                      <a:pt x="2025" y="953"/>
                    </a:lnTo>
                    <a:lnTo>
                      <a:pt x="2028" y="954"/>
                    </a:lnTo>
                    <a:lnTo>
                      <a:pt x="2030" y="957"/>
                    </a:lnTo>
                    <a:lnTo>
                      <a:pt x="2033" y="956"/>
                    </a:lnTo>
                    <a:lnTo>
                      <a:pt x="2035" y="959"/>
                    </a:lnTo>
                    <a:lnTo>
                      <a:pt x="2038" y="960"/>
                    </a:lnTo>
                    <a:lnTo>
                      <a:pt x="2040" y="958"/>
                    </a:lnTo>
                    <a:lnTo>
                      <a:pt x="2042" y="965"/>
                    </a:lnTo>
                    <a:lnTo>
                      <a:pt x="2045" y="965"/>
                    </a:lnTo>
                    <a:lnTo>
                      <a:pt x="2047" y="961"/>
                    </a:lnTo>
                    <a:lnTo>
                      <a:pt x="2050" y="970"/>
                    </a:lnTo>
                    <a:lnTo>
                      <a:pt x="2052" y="969"/>
                    </a:lnTo>
                    <a:lnTo>
                      <a:pt x="2054" y="965"/>
                    </a:lnTo>
                    <a:lnTo>
                      <a:pt x="2057" y="973"/>
                    </a:lnTo>
                    <a:lnTo>
                      <a:pt x="2059" y="971"/>
                    </a:lnTo>
                    <a:lnTo>
                      <a:pt x="2062" y="967"/>
                    </a:lnTo>
                    <a:lnTo>
                      <a:pt x="2064" y="972"/>
                    </a:lnTo>
                    <a:lnTo>
                      <a:pt x="2066" y="970"/>
                    </a:lnTo>
                    <a:lnTo>
                      <a:pt x="2069" y="969"/>
                    </a:lnTo>
                    <a:lnTo>
                      <a:pt x="2071" y="972"/>
                    </a:lnTo>
                    <a:lnTo>
                      <a:pt x="2074" y="971"/>
                    </a:lnTo>
                    <a:lnTo>
                      <a:pt x="2076" y="971"/>
                    </a:lnTo>
                    <a:lnTo>
                      <a:pt x="2078" y="973"/>
                    </a:lnTo>
                    <a:lnTo>
                      <a:pt x="2081" y="973"/>
                    </a:lnTo>
                    <a:lnTo>
                      <a:pt x="2083" y="974"/>
                    </a:lnTo>
                    <a:lnTo>
                      <a:pt x="2086" y="976"/>
                    </a:lnTo>
                    <a:lnTo>
                      <a:pt x="2088" y="976"/>
                    </a:lnTo>
                    <a:lnTo>
                      <a:pt x="2091" y="979"/>
                    </a:lnTo>
                    <a:lnTo>
                      <a:pt x="2093" y="981"/>
                    </a:lnTo>
                    <a:lnTo>
                      <a:pt x="2095" y="980"/>
                    </a:lnTo>
                    <a:lnTo>
                      <a:pt x="2098" y="983"/>
                    </a:lnTo>
                    <a:lnTo>
                      <a:pt x="2100" y="985"/>
                    </a:lnTo>
                    <a:lnTo>
                      <a:pt x="2103" y="983"/>
                    </a:lnTo>
                    <a:lnTo>
                      <a:pt x="2105" y="987"/>
                    </a:lnTo>
                    <a:lnTo>
                      <a:pt x="2107" y="991"/>
                    </a:lnTo>
                    <a:lnTo>
                      <a:pt x="2110" y="991"/>
                    </a:lnTo>
                    <a:lnTo>
                      <a:pt x="2112" y="994"/>
                    </a:lnTo>
                    <a:lnTo>
                      <a:pt x="2115" y="996"/>
                    </a:lnTo>
                    <a:lnTo>
                      <a:pt x="2117" y="996"/>
                    </a:lnTo>
                    <a:lnTo>
                      <a:pt x="2119" y="998"/>
                    </a:lnTo>
                    <a:lnTo>
                      <a:pt x="2122" y="1000"/>
                    </a:lnTo>
                    <a:lnTo>
                      <a:pt x="2124" y="997"/>
                    </a:lnTo>
                    <a:lnTo>
                      <a:pt x="2127" y="998"/>
                    </a:lnTo>
                    <a:lnTo>
                      <a:pt x="2129" y="1001"/>
                    </a:lnTo>
                    <a:lnTo>
                      <a:pt x="2131" y="994"/>
                    </a:lnTo>
                    <a:lnTo>
                      <a:pt x="2134" y="994"/>
                    </a:lnTo>
                    <a:lnTo>
                      <a:pt x="2136" y="994"/>
                    </a:lnTo>
                    <a:lnTo>
                      <a:pt x="2139" y="987"/>
                    </a:lnTo>
                    <a:lnTo>
                      <a:pt x="2141" y="985"/>
                    </a:lnTo>
                    <a:lnTo>
                      <a:pt x="2143" y="985"/>
                    </a:lnTo>
                    <a:lnTo>
                      <a:pt x="2146" y="982"/>
                    </a:lnTo>
                    <a:lnTo>
                      <a:pt x="2148" y="982"/>
                    </a:lnTo>
                    <a:lnTo>
                      <a:pt x="2151" y="983"/>
                    </a:lnTo>
                    <a:lnTo>
                      <a:pt x="2153" y="988"/>
                    </a:lnTo>
                    <a:lnTo>
                      <a:pt x="2155" y="989"/>
                    </a:lnTo>
                    <a:lnTo>
                      <a:pt x="2158" y="991"/>
                    </a:lnTo>
                    <a:lnTo>
                      <a:pt x="2160" y="998"/>
                    </a:lnTo>
                    <a:lnTo>
                      <a:pt x="2163" y="998"/>
                    </a:lnTo>
                    <a:lnTo>
                      <a:pt x="2165" y="999"/>
                    </a:lnTo>
                    <a:lnTo>
                      <a:pt x="2166" y="1003"/>
                    </a:lnTo>
                    <a:lnTo>
                      <a:pt x="2166" y="962"/>
                    </a:lnTo>
                    <a:lnTo>
                      <a:pt x="2166" y="902"/>
                    </a:lnTo>
                    <a:lnTo>
                      <a:pt x="2165" y="908"/>
                    </a:lnTo>
                    <a:lnTo>
                      <a:pt x="2163" y="914"/>
                    </a:lnTo>
                    <a:lnTo>
                      <a:pt x="2160" y="915"/>
                    </a:lnTo>
                    <a:lnTo>
                      <a:pt x="2158" y="928"/>
                    </a:lnTo>
                    <a:lnTo>
                      <a:pt x="2155" y="934"/>
                    </a:lnTo>
                    <a:lnTo>
                      <a:pt x="2153" y="933"/>
                    </a:lnTo>
                    <a:lnTo>
                      <a:pt x="2151" y="942"/>
                    </a:lnTo>
                    <a:lnTo>
                      <a:pt x="2148" y="947"/>
                    </a:lnTo>
                    <a:lnTo>
                      <a:pt x="2146" y="943"/>
                    </a:lnTo>
                    <a:lnTo>
                      <a:pt x="2143" y="943"/>
                    </a:lnTo>
                    <a:lnTo>
                      <a:pt x="2141" y="947"/>
                    </a:lnTo>
                    <a:lnTo>
                      <a:pt x="2139" y="942"/>
                    </a:lnTo>
                    <a:lnTo>
                      <a:pt x="2136" y="937"/>
                    </a:lnTo>
                    <a:lnTo>
                      <a:pt x="2134" y="939"/>
                    </a:lnTo>
                    <a:lnTo>
                      <a:pt x="2131" y="934"/>
                    </a:lnTo>
                    <a:lnTo>
                      <a:pt x="2129" y="931"/>
                    </a:lnTo>
                    <a:lnTo>
                      <a:pt x="2127" y="933"/>
                    </a:lnTo>
                    <a:lnTo>
                      <a:pt x="2124" y="928"/>
                    </a:lnTo>
                    <a:lnTo>
                      <a:pt x="2122" y="927"/>
                    </a:lnTo>
                    <a:lnTo>
                      <a:pt x="2119" y="928"/>
                    </a:lnTo>
                    <a:lnTo>
                      <a:pt x="2117" y="922"/>
                    </a:lnTo>
                    <a:lnTo>
                      <a:pt x="2115" y="923"/>
                    </a:lnTo>
                    <a:lnTo>
                      <a:pt x="2112" y="923"/>
                    </a:lnTo>
                    <a:lnTo>
                      <a:pt x="2110" y="918"/>
                    </a:lnTo>
                    <a:lnTo>
                      <a:pt x="2107" y="918"/>
                    </a:lnTo>
                    <a:lnTo>
                      <a:pt x="2105" y="918"/>
                    </a:lnTo>
                    <a:lnTo>
                      <a:pt x="2103" y="913"/>
                    </a:lnTo>
                    <a:lnTo>
                      <a:pt x="2100" y="913"/>
                    </a:lnTo>
                    <a:lnTo>
                      <a:pt x="2098" y="912"/>
                    </a:lnTo>
                    <a:lnTo>
                      <a:pt x="2095" y="908"/>
                    </a:lnTo>
                    <a:lnTo>
                      <a:pt x="2093" y="908"/>
                    </a:lnTo>
                    <a:lnTo>
                      <a:pt x="2091" y="908"/>
                    </a:lnTo>
                    <a:lnTo>
                      <a:pt x="2088" y="904"/>
                    </a:lnTo>
                    <a:lnTo>
                      <a:pt x="2086" y="906"/>
                    </a:lnTo>
                    <a:lnTo>
                      <a:pt x="2083" y="905"/>
                    </a:lnTo>
                    <a:lnTo>
                      <a:pt x="2081" y="899"/>
                    </a:lnTo>
                    <a:lnTo>
                      <a:pt x="2078" y="902"/>
                    </a:lnTo>
                    <a:lnTo>
                      <a:pt x="2076" y="899"/>
                    </a:lnTo>
                    <a:lnTo>
                      <a:pt x="2074" y="891"/>
                    </a:lnTo>
                    <a:lnTo>
                      <a:pt x="2071" y="893"/>
                    </a:lnTo>
                    <a:lnTo>
                      <a:pt x="2069" y="890"/>
                    </a:lnTo>
                    <a:lnTo>
                      <a:pt x="2066" y="882"/>
                    </a:lnTo>
                    <a:lnTo>
                      <a:pt x="2064" y="883"/>
                    </a:lnTo>
                    <a:lnTo>
                      <a:pt x="2062" y="881"/>
                    </a:lnTo>
                    <a:lnTo>
                      <a:pt x="2059" y="874"/>
                    </a:lnTo>
                    <a:lnTo>
                      <a:pt x="2057" y="875"/>
                    </a:lnTo>
                    <a:lnTo>
                      <a:pt x="2054" y="874"/>
                    </a:lnTo>
                    <a:lnTo>
                      <a:pt x="2052" y="869"/>
                    </a:lnTo>
                    <a:lnTo>
                      <a:pt x="2050" y="870"/>
                    </a:lnTo>
                    <a:lnTo>
                      <a:pt x="2047" y="868"/>
                    </a:lnTo>
                    <a:lnTo>
                      <a:pt x="2045" y="863"/>
                    </a:lnTo>
                    <a:lnTo>
                      <a:pt x="2042" y="865"/>
                    </a:lnTo>
                    <a:lnTo>
                      <a:pt x="2040" y="863"/>
                    </a:lnTo>
                    <a:lnTo>
                      <a:pt x="2038" y="856"/>
                    </a:lnTo>
                    <a:lnTo>
                      <a:pt x="2035" y="859"/>
                    </a:lnTo>
                    <a:lnTo>
                      <a:pt x="2033" y="856"/>
                    </a:lnTo>
                    <a:lnTo>
                      <a:pt x="2030" y="847"/>
                    </a:lnTo>
                    <a:lnTo>
                      <a:pt x="2028" y="850"/>
                    </a:lnTo>
                    <a:lnTo>
                      <a:pt x="2025" y="845"/>
                    </a:lnTo>
                    <a:lnTo>
                      <a:pt x="2023" y="837"/>
                    </a:lnTo>
                    <a:lnTo>
                      <a:pt x="2021" y="837"/>
                    </a:lnTo>
                    <a:lnTo>
                      <a:pt x="2018" y="832"/>
                    </a:lnTo>
                    <a:lnTo>
                      <a:pt x="2016" y="824"/>
                    </a:lnTo>
                    <a:lnTo>
                      <a:pt x="2013" y="823"/>
                    </a:lnTo>
                    <a:lnTo>
                      <a:pt x="2011" y="818"/>
                    </a:lnTo>
                    <a:lnTo>
                      <a:pt x="2009" y="810"/>
                    </a:lnTo>
                    <a:lnTo>
                      <a:pt x="2006" y="810"/>
                    </a:lnTo>
                    <a:lnTo>
                      <a:pt x="2004" y="805"/>
                    </a:lnTo>
                    <a:lnTo>
                      <a:pt x="2001" y="797"/>
                    </a:lnTo>
                    <a:lnTo>
                      <a:pt x="1999" y="799"/>
                    </a:lnTo>
                    <a:lnTo>
                      <a:pt x="1997" y="795"/>
                    </a:lnTo>
                    <a:lnTo>
                      <a:pt x="1994" y="786"/>
                    </a:lnTo>
                    <a:lnTo>
                      <a:pt x="1992" y="787"/>
                    </a:lnTo>
                    <a:lnTo>
                      <a:pt x="1989" y="782"/>
                    </a:lnTo>
                    <a:lnTo>
                      <a:pt x="1987" y="773"/>
                    </a:lnTo>
                    <a:lnTo>
                      <a:pt x="1984" y="770"/>
                    </a:lnTo>
                    <a:lnTo>
                      <a:pt x="1982" y="765"/>
                    </a:lnTo>
                    <a:lnTo>
                      <a:pt x="1980" y="758"/>
                    </a:lnTo>
                    <a:lnTo>
                      <a:pt x="1977" y="749"/>
                    </a:lnTo>
                    <a:lnTo>
                      <a:pt x="1975" y="744"/>
                    </a:lnTo>
                    <a:lnTo>
                      <a:pt x="1972" y="737"/>
                    </a:lnTo>
                    <a:lnTo>
                      <a:pt x="1970" y="729"/>
                    </a:lnTo>
                    <a:lnTo>
                      <a:pt x="1968" y="725"/>
                    </a:lnTo>
                    <a:lnTo>
                      <a:pt x="1965" y="719"/>
                    </a:lnTo>
                    <a:lnTo>
                      <a:pt x="1963" y="713"/>
                    </a:lnTo>
                    <a:lnTo>
                      <a:pt x="1960" y="709"/>
                    </a:lnTo>
                    <a:lnTo>
                      <a:pt x="1958" y="703"/>
                    </a:lnTo>
                    <a:lnTo>
                      <a:pt x="1956" y="696"/>
                    </a:lnTo>
                    <a:lnTo>
                      <a:pt x="1953" y="693"/>
                    </a:lnTo>
                    <a:lnTo>
                      <a:pt x="1951" y="686"/>
                    </a:lnTo>
                    <a:lnTo>
                      <a:pt x="1948" y="677"/>
                    </a:lnTo>
                    <a:lnTo>
                      <a:pt x="1946" y="672"/>
                    </a:lnTo>
                    <a:lnTo>
                      <a:pt x="1944" y="666"/>
                    </a:lnTo>
                    <a:lnTo>
                      <a:pt x="1941" y="656"/>
                    </a:lnTo>
                    <a:lnTo>
                      <a:pt x="1939" y="650"/>
                    </a:lnTo>
                    <a:lnTo>
                      <a:pt x="1936" y="645"/>
                    </a:lnTo>
                    <a:lnTo>
                      <a:pt x="1934" y="638"/>
                    </a:lnTo>
                    <a:lnTo>
                      <a:pt x="1932" y="633"/>
                    </a:lnTo>
                    <a:lnTo>
                      <a:pt x="1929" y="629"/>
                    </a:lnTo>
                    <a:lnTo>
                      <a:pt x="1927" y="625"/>
                    </a:lnTo>
                    <a:lnTo>
                      <a:pt x="1924" y="623"/>
                    </a:lnTo>
                    <a:lnTo>
                      <a:pt x="1922" y="619"/>
                    </a:lnTo>
                    <a:lnTo>
                      <a:pt x="1920" y="615"/>
                    </a:lnTo>
                    <a:lnTo>
                      <a:pt x="1917" y="614"/>
                    </a:lnTo>
                    <a:lnTo>
                      <a:pt x="1915" y="608"/>
                    </a:lnTo>
                    <a:lnTo>
                      <a:pt x="1912" y="602"/>
                    </a:lnTo>
                    <a:lnTo>
                      <a:pt x="1910" y="601"/>
                    </a:lnTo>
                    <a:lnTo>
                      <a:pt x="1908" y="595"/>
                    </a:lnTo>
                    <a:lnTo>
                      <a:pt x="1905" y="589"/>
                    </a:lnTo>
                    <a:lnTo>
                      <a:pt x="1903" y="584"/>
                    </a:lnTo>
                    <a:lnTo>
                      <a:pt x="1900" y="578"/>
                    </a:lnTo>
                    <a:lnTo>
                      <a:pt x="1898" y="573"/>
                    </a:lnTo>
                    <a:lnTo>
                      <a:pt x="1896" y="569"/>
                    </a:lnTo>
                    <a:lnTo>
                      <a:pt x="1893" y="563"/>
                    </a:lnTo>
                    <a:lnTo>
                      <a:pt x="1891" y="557"/>
                    </a:lnTo>
                    <a:lnTo>
                      <a:pt x="1888" y="555"/>
                    </a:lnTo>
                    <a:lnTo>
                      <a:pt x="1886" y="548"/>
                    </a:lnTo>
                    <a:lnTo>
                      <a:pt x="1884" y="541"/>
                    </a:lnTo>
                    <a:lnTo>
                      <a:pt x="1881" y="539"/>
                    </a:lnTo>
                    <a:lnTo>
                      <a:pt x="1879" y="530"/>
                    </a:lnTo>
                    <a:lnTo>
                      <a:pt x="1876" y="521"/>
                    </a:lnTo>
                    <a:lnTo>
                      <a:pt x="1874" y="517"/>
                    </a:lnTo>
                    <a:lnTo>
                      <a:pt x="1872" y="509"/>
                    </a:lnTo>
                    <a:lnTo>
                      <a:pt x="1869" y="499"/>
                    </a:lnTo>
                    <a:lnTo>
                      <a:pt x="1867" y="490"/>
                    </a:lnTo>
                    <a:lnTo>
                      <a:pt x="1864" y="483"/>
                    </a:lnTo>
                    <a:lnTo>
                      <a:pt x="1862" y="473"/>
                    </a:lnTo>
                    <a:lnTo>
                      <a:pt x="1860" y="464"/>
                    </a:lnTo>
                    <a:lnTo>
                      <a:pt x="1857" y="457"/>
                    </a:lnTo>
                    <a:lnTo>
                      <a:pt x="1855" y="448"/>
                    </a:lnTo>
                    <a:lnTo>
                      <a:pt x="1852" y="443"/>
                    </a:lnTo>
                    <a:lnTo>
                      <a:pt x="1850" y="436"/>
                    </a:lnTo>
                    <a:lnTo>
                      <a:pt x="1848" y="427"/>
                    </a:lnTo>
                    <a:lnTo>
                      <a:pt x="1845" y="424"/>
                    </a:lnTo>
                    <a:lnTo>
                      <a:pt x="1843" y="415"/>
                    </a:lnTo>
                    <a:lnTo>
                      <a:pt x="1840" y="405"/>
                    </a:lnTo>
                    <a:lnTo>
                      <a:pt x="1838" y="403"/>
                    </a:lnTo>
                    <a:lnTo>
                      <a:pt x="1836" y="395"/>
                    </a:lnTo>
                    <a:lnTo>
                      <a:pt x="1833" y="385"/>
                    </a:lnTo>
                    <a:lnTo>
                      <a:pt x="1831" y="380"/>
                    </a:lnTo>
                    <a:lnTo>
                      <a:pt x="1828" y="373"/>
                    </a:lnTo>
                    <a:lnTo>
                      <a:pt x="1826" y="366"/>
                    </a:lnTo>
                    <a:lnTo>
                      <a:pt x="1824" y="361"/>
                    </a:lnTo>
                    <a:lnTo>
                      <a:pt x="1821" y="355"/>
                    </a:lnTo>
                    <a:lnTo>
                      <a:pt x="1819" y="348"/>
                    </a:lnTo>
                    <a:lnTo>
                      <a:pt x="1816" y="348"/>
                    </a:lnTo>
                    <a:lnTo>
                      <a:pt x="1814" y="342"/>
                    </a:lnTo>
                    <a:lnTo>
                      <a:pt x="1811" y="334"/>
                    </a:lnTo>
                    <a:lnTo>
                      <a:pt x="1809" y="334"/>
                    </a:lnTo>
                    <a:lnTo>
                      <a:pt x="1807" y="328"/>
                    </a:lnTo>
                    <a:lnTo>
                      <a:pt x="1804" y="320"/>
                    </a:lnTo>
                    <a:lnTo>
                      <a:pt x="1802" y="317"/>
                    </a:lnTo>
                    <a:lnTo>
                      <a:pt x="1799" y="312"/>
                    </a:lnTo>
                    <a:lnTo>
                      <a:pt x="1797" y="304"/>
                    </a:lnTo>
                    <a:lnTo>
                      <a:pt x="1795" y="296"/>
                    </a:lnTo>
                    <a:lnTo>
                      <a:pt x="1792" y="291"/>
                    </a:lnTo>
                    <a:lnTo>
                      <a:pt x="1790" y="284"/>
                    </a:lnTo>
                    <a:lnTo>
                      <a:pt x="1787" y="276"/>
                    </a:lnTo>
                    <a:lnTo>
                      <a:pt x="1785" y="270"/>
                    </a:lnTo>
                    <a:lnTo>
                      <a:pt x="1783" y="262"/>
                    </a:lnTo>
                    <a:lnTo>
                      <a:pt x="1780" y="255"/>
                    </a:lnTo>
                    <a:lnTo>
                      <a:pt x="1778" y="250"/>
                    </a:lnTo>
                    <a:lnTo>
                      <a:pt x="1775" y="241"/>
                    </a:lnTo>
                    <a:lnTo>
                      <a:pt x="1773" y="234"/>
                    </a:lnTo>
                    <a:lnTo>
                      <a:pt x="1771" y="228"/>
                    </a:lnTo>
                    <a:lnTo>
                      <a:pt x="1768" y="217"/>
                    </a:lnTo>
                    <a:lnTo>
                      <a:pt x="1766" y="210"/>
                    </a:lnTo>
                    <a:lnTo>
                      <a:pt x="1763" y="204"/>
                    </a:lnTo>
                    <a:lnTo>
                      <a:pt x="1761" y="192"/>
                    </a:lnTo>
                    <a:lnTo>
                      <a:pt x="1758" y="184"/>
                    </a:lnTo>
                    <a:lnTo>
                      <a:pt x="1756" y="178"/>
                    </a:lnTo>
                    <a:lnTo>
                      <a:pt x="1754" y="167"/>
                    </a:lnTo>
                    <a:lnTo>
                      <a:pt x="1751" y="159"/>
                    </a:lnTo>
                    <a:lnTo>
                      <a:pt x="1749" y="152"/>
                    </a:lnTo>
                    <a:lnTo>
                      <a:pt x="1746" y="141"/>
                    </a:lnTo>
                    <a:lnTo>
                      <a:pt x="1744" y="135"/>
                    </a:lnTo>
                    <a:lnTo>
                      <a:pt x="1742" y="130"/>
                    </a:lnTo>
                    <a:lnTo>
                      <a:pt x="1739" y="118"/>
                    </a:lnTo>
                    <a:lnTo>
                      <a:pt x="1737" y="112"/>
                    </a:lnTo>
                    <a:lnTo>
                      <a:pt x="1734" y="109"/>
                    </a:lnTo>
                    <a:lnTo>
                      <a:pt x="1732" y="97"/>
                    </a:lnTo>
                    <a:lnTo>
                      <a:pt x="1730" y="92"/>
                    </a:lnTo>
                    <a:lnTo>
                      <a:pt x="1727" y="89"/>
                    </a:lnTo>
                    <a:lnTo>
                      <a:pt x="1725" y="78"/>
                    </a:lnTo>
                    <a:lnTo>
                      <a:pt x="1722" y="75"/>
                    </a:lnTo>
                    <a:lnTo>
                      <a:pt x="1720" y="71"/>
                    </a:lnTo>
                    <a:lnTo>
                      <a:pt x="1717" y="61"/>
                    </a:lnTo>
                    <a:lnTo>
                      <a:pt x="1715" y="58"/>
                    </a:lnTo>
                    <a:lnTo>
                      <a:pt x="1713" y="52"/>
                    </a:lnTo>
                    <a:lnTo>
                      <a:pt x="1710" y="42"/>
                    </a:lnTo>
                    <a:lnTo>
                      <a:pt x="1708" y="40"/>
                    </a:lnTo>
                    <a:lnTo>
                      <a:pt x="1705" y="34"/>
                    </a:lnTo>
                    <a:lnTo>
                      <a:pt x="1703" y="24"/>
                    </a:lnTo>
                    <a:lnTo>
                      <a:pt x="1701" y="23"/>
                    </a:lnTo>
                    <a:lnTo>
                      <a:pt x="1698" y="18"/>
                    </a:lnTo>
                    <a:lnTo>
                      <a:pt x="1696" y="9"/>
                    </a:lnTo>
                    <a:lnTo>
                      <a:pt x="1693" y="12"/>
                    </a:lnTo>
                    <a:lnTo>
                      <a:pt x="1691" y="6"/>
                    </a:lnTo>
                    <a:lnTo>
                      <a:pt x="1689" y="1"/>
                    </a:lnTo>
                    <a:lnTo>
                      <a:pt x="1686" y="6"/>
                    </a:lnTo>
                    <a:lnTo>
                      <a:pt x="1684" y="1"/>
                    </a:lnTo>
                    <a:lnTo>
                      <a:pt x="1681" y="0"/>
                    </a:lnTo>
                    <a:lnTo>
                      <a:pt x="1679" y="5"/>
                    </a:lnTo>
                    <a:lnTo>
                      <a:pt x="1677" y="1"/>
                    </a:lnTo>
                    <a:lnTo>
                      <a:pt x="1674" y="0"/>
                    </a:lnTo>
                    <a:lnTo>
                      <a:pt x="1672" y="6"/>
                    </a:lnTo>
                    <a:lnTo>
                      <a:pt x="1669" y="1"/>
                    </a:lnTo>
                    <a:lnTo>
                      <a:pt x="1667" y="1"/>
                    </a:lnTo>
                    <a:lnTo>
                      <a:pt x="1665" y="7"/>
                    </a:lnTo>
                    <a:lnTo>
                      <a:pt x="1662" y="5"/>
                    </a:lnTo>
                    <a:lnTo>
                      <a:pt x="1660" y="7"/>
                    </a:lnTo>
                    <a:lnTo>
                      <a:pt x="1657" y="15"/>
                    </a:lnTo>
                    <a:lnTo>
                      <a:pt x="1655" y="15"/>
                    </a:lnTo>
                    <a:lnTo>
                      <a:pt x="1653" y="20"/>
                    </a:lnTo>
                    <a:lnTo>
                      <a:pt x="1650" y="28"/>
                    </a:lnTo>
                    <a:lnTo>
                      <a:pt x="1648" y="30"/>
                    </a:lnTo>
                    <a:lnTo>
                      <a:pt x="1645" y="37"/>
                    </a:lnTo>
                    <a:lnTo>
                      <a:pt x="1643" y="42"/>
                    </a:lnTo>
                    <a:lnTo>
                      <a:pt x="1641" y="43"/>
                    </a:lnTo>
                    <a:lnTo>
                      <a:pt x="1638" y="48"/>
                    </a:lnTo>
                    <a:lnTo>
                      <a:pt x="1636" y="49"/>
                    </a:lnTo>
                    <a:lnTo>
                      <a:pt x="1633" y="50"/>
                    </a:lnTo>
                    <a:lnTo>
                      <a:pt x="1631" y="57"/>
                    </a:lnTo>
                    <a:lnTo>
                      <a:pt x="1629" y="60"/>
                    </a:lnTo>
                    <a:lnTo>
                      <a:pt x="1626" y="64"/>
                    </a:lnTo>
                    <a:lnTo>
                      <a:pt x="1624" y="74"/>
                    </a:lnTo>
                    <a:lnTo>
                      <a:pt x="1621" y="80"/>
                    </a:lnTo>
                    <a:lnTo>
                      <a:pt x="1619" y="88"/>
                    </a:lnTo>
                    <a:lnTo>
                      <a:pt x="1617" y="101"/>
                    </a:lnTo>
                    <a:lnTo>
                      <a:pt x="1614" y="113"/>
                    </a:lnTo>
                    <a:lnTo>
                      <a:pt x="1612" y="128"/>
                    </a:lnTo>
                    <a:lnTo>
                      <a:pt x="1609" y="149"/>
                    </a:lnTo>
                    <a:lnTo>
                      <a:pt x="1607" y="170"/>
                    </a:lnTo>
                    <a:lnTo>
                      <a:pt x="1605" y="195"/>
                    </a:lnTo>
                    <a:lnTo>
                      <a:pt x="1602" y="223"/>
                    </a:lnTo>
                    <a:lnTo>
                      <a:pt x="1600" y="248"/>
                    </a:lnTo>
                    <a:lnTo>
                      <a:pt x="1597" y="276"/>
                    </a:lnTo>
                    <a:lnTo>
                      <a:pt x="1595" y="305"/>
                    </a:lnTo>
                    <a:lnTo>
                      <a:pt x="1593" y="332"/>
                    </a:lnTo>
                    <a:lnTo>
                      <a:pt x="1590" y="364"/>
                    </a:lnTo>
                    <a:lnTo>
                      <a:pt x="1588" y="399"/>
                    </a:lnTo>
                    <a:lnTo>
                      <a:pt x="1585" y="433"/>
                    </a:lnTo>
                    <a:lnTo>
                      <a:pt x="1583" y="472"/>
                    </a:lnTo>
                    <a:lnTo>
                      <a:pt x="1581" y="511"/>
                    </a:lnTo>
                    <a:lnTo>
                      <a:pt x="1578" y="547"/>
                    </a:lnTo>
                    <a:lnTo>
                      <a:pt x="1576" y="589"/>
                    </a:lnTo>
                    <a:lnTo>
                      <a:pt x="1573" y="631"/>
                    </a:lnTo>
                    <a:lnTo>
                      <a:pt x="1571" y="671"/>
                    </a:lnTo>
                    <a:lnTo>
                      <a:pt x="1569" y="718"/>
                    </a:lnTo>
                    <a:lnTo>
                      <a:pt x="1566" y="770"/>
                    </a:lnTo>
                    <a:lnTo>
                      <a:pt x="1564" y="819"/>
                    </a:lnTo>
                    <a:lnTo>
                      <a:pt x="1561" y="874"/>
                    </a:lnTo>
                    <a:lnTo>
                      <a:pt x="1559" y="931"/>
                    </a:lnTo>
                    <a:lnTo>
                      <a:pt x="1557" y="972"/>
                    </a:lnTo>
                    <a:lnTo>
                      <a:pt x="1554" y="999"/>
                    </a:lnTo>
                    <a:lnTo>
                      <a:pt x="1552" y="997"/>
                    </a:lnTo>
                    <a:lnTo>
                      <a:pt x="1549" y="997"/>
                    </a:lnTo>
                    <a:lnTo>
                      <a:pt x="1547" y="997"/>
                    </a:lnTo>
                    <a:lnTo>
                      <a:pt x="1544" y="997"/>
                    </a:lnTo>
                    <a:lnTo>
                      <a:pt x="1542" y="998"/>
                    </a:lnTo>
                    <a:lnTo>
                      <a:pt x="1540" y="998"/>
                    </a:lnTo>
                    <a:lnTo>
                      <a:pt x="1537" y="999"/>
                    </a:lnTo>
                    <a:lnTo>
                      <a:pt x="1535" y="999"/>
                    </a:lnTo>
                    <a:lnTo>
                      <a:pt x="1532" y="999"/>
                    </a:lnTo>
                    <a:lnTo>
                      <a:pt x="1530" y="999"/>
                    </a:lnTo>
                    <a:lnTo>
                      <a:pt x="1528" y="999"/>
                    </a:lnTo>
                    <a:lnTo>
                      <a:pt x="1525" y="998"/>
                    </a:lnTo>
                    <a:lnTo>
                      <a:pt x="1523" y="998"/>
                    </a:lnTo>
                    <a:lnTo>
                      <a:pt x="1520" y="999"/>
                    </a:lnTo>
                    <a:lnTo>
                      <a:pt x="1518" y="999"/>
                    </a:lnTo>
                    <a:lnTo>
                      <a:pt x="1516" y="999"/>
                    </a:lnTo>
                    <a:lnTo>
                      <a:pt x="1513" y="1000"/>
                    </a:lnTo>
                    <a:lnTo>
                      <a:pt x="1511" y="1000"/>
                    </a:lnTo>
                    <a:lnTo>
                      <a:pt x="1508" y="1001"/>
                    </a:lnTo>
                    <a:lnTo>
                      <a:pt x="1506" y="1001"/>
                    </a:lnTo>
                    <a:lnTo>
                      <a:pt x="1504" y="1001"/>
                    </a:lnTo>
                    <a:lnTo>
                      <a:pt x="1501" y="1001"/>
                    </a:lnTo>
                    <a:lnTo>
                      <a:pt x="1499" y="1000"/>
                    </a:lnTo>
                    <a:lnTo>
                      <a:pt x="1496" y="999"/>
                    </a:lnTo>
                    <a:lnTo>
                      <a:pt x="1494" y="999"/>
                    </a:lnTo>
                    <a:lnTo>
                      <a:pt x="1491" y="998"/>
                    </a:lnTo>
                    <a:lnTo>
                      <a:pt x="1489" y="997"/>
                    </a:lnTo>
                    <a:lnTo>
                      <a:pt x="1487" y="996"/>
                    </a:lnTo>
                    <a:lnTo>
                      <a:pt x="1484" y="996"/>
                    </a:lnTo>
                    <a:lnTo>
                      <a:pt x="1482" y="995"/>
                    </a:lnTo>
                    <a:lnTo>
                      <a:pt x="1479" y="995"/>
                    </a:lnTo>
                    <a:lnTo>
                      <a:pt x="1477" y="994"/>
                    </a:lnTo>
                    <a:lnTo>
                      <a:pt x="1475" y="993"/>
                    </a:lnTo>
                    <a:lnTo>
                      <a:pt x="1472" y="992"/>
                    </a:lnTo>
                    <a:lnTo>
                      <a:pt x="1470" y="991"/>
                    </a:lnTo>
                    <a:lnTo>
                      <a:pt x="1467" y="989"/>
                    </a:lnTo>
                    <a:lnTo>
                      <a:pt x="1465" y="987"/>
                    </a:lnTo>
                    <a:lnTo>
                      <a:pt x="1463" y="985"/>
                    </a:lnTo>
                    <a:lnTo>
                      <a:pt x="1460" y="983"/>
                    </a:lnTo>
                    <a:lnTo>
                      <a:pt x="1458" y="981"/>
                    </a:lnTo>
                    <a:lnTo>
                      <a:pt x="1455" y="979"/>
                    </a:lnTo>
                    <a:lnTo>
                      <a:pt x="1453" y="978"/>
                    </a:lnTo>
                    <a:lnTo>
                      <a:pt x="1450" y="977"/>
                    </a:lnTo>
                    <a:lnTo>
                      <a:pt x="1448" y="976"/>
                    </a:lnTo>
                    <a:lnTo>
                      <a:pt x="1446" y="975"/>
                    </a:lnTo>
                    <a:lnTo>
                      <a:pt x="1443" y="974"/>
                    </a:lnTo>
                    <a:lnTo>
                      <a:pt x="1441" y="973"/>
                    </a:lnTo>
                    <a:lnTo>
                      <a:pt x="1438" y="972"/>
                    </a:lnTo>
                    <a:lnTo>
                      <a:pt x="1436" y="971"/>
                    </a:lnTo>
                    <a:lnTo>
                      <a:pt x="1434" y="970"/>
                    </a:lnTo>
                    <a:lnTo>
                      <a:pt x="1431" y="968"/>
                    </a:lnTo>
                    <a:lnTo>
                      <a:pt x="1429" y="967"/>
                    </a:lnTo>
                    <a:lnTo>
                      <a:pt x="1426" y="965"/>
                    </a:lnTo>
                    <a:lnTo>
                      <a:pt x="1424" y="963"/>
                    </a:lnTo>
                    <a:lnTo>
                      <a:pt x="1422" y="962"/>
                    </a:lnTo>
                    <a:lnTo>
                      <a:pt x="1419" y="962"/>
                    </a:lnTo>
                    <a:lnTo>
                      <a:pt x="1417" y="961"/>
                    </a:lnTo>
                    <a:lnTo>
                      <a:pt x="1414" y="960"/>
                    </a:lnTo>
                    <a:lnTo>
                      <a:pt x="1412" y="960"/>
                    </a:lnTo>
                    <a:lnTo>
                      <a:pt x="1410" y="959"/>
                    </a:lnTo>
                    <a:lnTo>
                      <a:pt x="1407" y="959"/>
                    </a:lnTo>
                    <a:lnTo>
                      <a:pt x="1405" y="958"/>
                    </a:lnTo>
                    <a:lnTo>
                      <a:pt x="1402" y="958"/>
                    </a:lnTo>
                    <a:lnTo>
                      <a:pt x="1400" y="957"/>
                    </a:lnTo>
                    <a:lnTo>
                      <a:pt x="1398" y="957"/>
                    </a:lnTo>
                    <a:lnTo>
                      <a:pt x="1395" y="957"/>
                    </a:lnTo>
                    <a:lnTo>
                      <a:pt x="1393" y="957"/>
                    </a:lnTo>
                    <a:lnTo>
                      <a:pt x="1390" y="957"/>
                    </a:lnTo>
                    <a:lnTo>
                      <a:pt x="1388" y="956"/>
                    </a:lnTo>
                    <a:lnTo>
                      <a:pt x="1386" y="956"/>
                    </a:lnTo>
                    <a:lnTo>
                      <a:pt x="1383" y="956"/>
                    </a:lnTo>
                    <a:lnTo>
                      <a:pt x="1381" y="956"/>
                    </a:lnTo>
                    <a:lnTo>
                      <a:pt x="1378" y="956"/>
                    </a:lnTo>
                    <a:lnTo>
                      <a:pt x="1376" y="957"/>
                    </a:lnTo>
                    <a:lnTo>
                      <a:pt x="1374" y="957"/>
                    </a:lnTo>
                    <a:lnTo>
                      <a:pt x="1371" y="958"/>
                    </a:lnTo>
                    <a:lnTo>
                      <a:pt x="1369" y="959"/>
                    </a:lnTo>
                    <a:lnTo>
                      <a:pt x="1366" y="959"/>
                    </a:lnTo>
                    <a:lnTo>
                      <a:pt x="1364" y="960"/>
                    </a:lnTo>
                    <a:lnTo>
                      <a:pt x="1362" y="960"/>
                    </a:lnTo>
                    <a:lnTo>
                      <a:pt x="1359" y="961"/>
                    </a:lnTo>
                    <a:lnTo>
                      <a:pt x="1357" y="962"/>
                    </a:lnTo>
                    <a:lnTo>
                      <a:pt x="1354" y="962"/>
                    </a:lnTo>
                    <a:lnTo>
                      <a:pt x="1352" y="962"/>
                    </a:lnTo>
                    <a:lnTo>
                      <a:pt x="1350" y="962"/>
                    </a:lnTo>
                    <a:lnTo>
                      <a:pt x="1347" y="962"/>
                    </a:lnTo>
                    <a:lnTo>
                      <a:pt x="1345" y="962"/>
                    </a:lnTo>
                    <a:lnTo>
                      <a:pt x="1342" y="962"/>
                    </a:lnTo>
                    <a:lnTo>
                      <a:pt x="1340" y="961"/>
                    </a:lnTo>
                    <a:lnTo>
                      <a:pt x="1338" y="961"/>
                    </a:lnTo>
                    <a:lnTo>
                      <a:pt x="1335" y="961"/>
                    </a:lnTo>
                    <a:lnTo>
                      <a:pt x="1333" y="961"/>
                    </a:lnTo>
                    <a:lnTo>
                      <a:pt x="1331" y="961"/>
                    </a:lnTo>
                    <a:lnTo>
                      <a:pt x="1328" y="961"/>
                    </a:lnTo>
                    <a:lnTo>
                      <a:pt x="1326" y="961"/>
                    </a:lnTo>
                    <a:lnTo>
                      <a:pt x="1323" y="960"/>
                    </a:lnTo>
                    <a:lnTo>
                      <a:pt x="1321" y="960"/>
                    </a:lnTo>
                    <a:lnTo>
                      <a:pt x="1318" y="959"/>
                    </a:lnTo>
                    <a:lnTo>
                      <a:pt x="1316" y="959"/>
                    </a:lnTo>
                    <a:lnTo>
                      <a:pt x="1314" y="958"/>
                    </a:lnTo>
                    <a:lnTo>
                      <a:pt x="1311" y="958"/>
                    </a:lnTo>
                    <a:lnTo>
                      <a:pt x="1309" y="957"/>
                    </a:lnTo>
                    <a:lnTo>
                      <a:pt x="1306" y="957"/>
                    </a:lnTo>
                    <a:lnTo>
                      <a:pt x="1304" y="956"/>
                    </a:lnTo>
                    <a:lnTo>
                      <a:pt x="1302" y="956"/>
                    </a:lnTo>
                    <a:lnTo>
                      <a:pt x="1299" y="956"/>
                    </a:lnTo>
                    <a:lnTo>
                      <a:pt x="1297" y="956"/>
                    </a:lnTo>
                    <a:lnTo>
                      <a:pt x="1294" y="955"/>
                    </a:lnTo>
                    <a:lnTo>
                      <a:pt x="1292" y="955"/>
                    </a:lnTo>
                    <a:lnTo>
                      <a:pt x="1290" y="955"/>
                    </a:lnTo>
                    <a:lnTo>
                      <a:pt x="1287" y="955"/>
                    </a:lnTo>
                    <a:lnTo>
                      <a:pt x="1285" y="955"/>
                    </a:lnTo>
                    <a:lnTo>
                      <a:pt x="1282" y="954"/>
                    </a:lnTo>
                    <a:lnTo>
                      <a:pt x="1280" y="954"/>
                    </a:lnTo>
                    <a:lnTo>
                      <a:pt x="1277" y="954"/>
                    </a:lnTo>
                    <a:lnTo>
                      <a:pt x="1275" y="954"/>
                    </a:lnTo>
                    <a:lnTo>
                      <a:pt x="1273" y="954"/>
                    </a:lnTo>
                    <a:lnTo>
                      <a:pt x="1270" y="954"/>
                    </a:lnTo>
                    <a:lnTo>
                      <a:pt x="1268" y="954"/>
                    </a:lnTo>
                    <a:lnTo>
                      <a:pt x="1265" y="953"/>
                    </a:lnTo>
                    <a:lnTo>
                      <a:pt x="1263" y="953"/>
                    </a:lnTo>
                    <a:lnTo>
                      <a:pt x="1261" y="952"/>
                    </a:lnTo>
                    <a:lnTo>
                      <a:pt x="1258" y="951"/>
                    </a:lnTo>
                    <a:lnTo>
                      <a:pt x="1256" y="951"/>
                    </a:lnTo>
                    <a:lnTo>
                      <a:pt x="1253" y="951"/>
                    </a:lnTo>
                    <a:lnTo>
                      <a:pt x="1251" y="951"/>
                    </a:lnTo>
                    <a:lnTo>
                      <a:pt x="1249" y="950"/>
                    </a:lnTo>
                    <a:lnTo>
                      <a:pt x="1246" y="950"/>
                    </a:lnTo>
                    <a:lnTo>
                      <a:pt x="1244" y="950"/>
                    </a:lnTo>
                    <a:lnTo>
                      <a:pt x="1241" y="949"/>
                    </a:lnTo>
                    <a:lnTo>
                      <a:pt x="1239" y="949"/>
                    </a:lnTo>
                    <a:lnTo>
                      <a:pt x="1237" y="949"/>
                    </a:lnTo>
                    <a:lnTo>
                      <a:pt x="1234" y="948"/>
                    </a:lnTo>
                    <a:lnTo>
                      <a:pt x="1232" y="947"/>
                    </a:lnTo>
                    <a:lnTo>
                      <a:pt x="1229" y="946"/>
                    </a:lnTo>
                    <a:lnTo>
                      <a:pt x="1227" y="945"/>
                    </a:lnTo>
                    <a:lnTo>
                      <a:pt x="1224" y="943"/>
                    </a:lnTo>
                    <a:lnTo>
                      <a:pt x="1222" y="942"/>
                    </a:lnTo>
                    <a:lnTo>
                      <a:pt x="1220" y="942"/>
                    </a:lnTo>
                    <a:lnTo>
                      <a:pt x="1217" y="941"/>
                    </a:lnTo>
                    <a:lnTo>
                      <a:pt x="1215" y="940"/>
                    </a:lnTo>
                    <a:lnTo>
                      <a:pt x="1212" y="940"/>
                    </a:lnTo>
                    <a:lnTo>
                      <a:pt x="1210" y="940"/>
                    </a:lnTo>
                    <a:lnTo>
                      <a:pt x="1208" y="939"/>
                    </a:lnTo>
                    <a:lnTo>
                      <a:pt x="1205" y="938"/>
                    </a:lnTo>
                    <a:lnTo>
                      <a:pt x="1203" y="937"/>
                    </a:lnTo>
                    <a:lnTo>
                      <a:pt x="1200" y="937"/>
                    </a:lnTo>
                    <a:lnTo>
                      <a:pt x="1198" y="936"/>
                    </a:lnTo>
                    <a:lnTo>
                      <a:pt x="1196" y="935"/>
                    </a:lnTo>
                    <a:lnTo>
                      <a:pt x="1193" y="934"/>
                    </a:lnTo>
                    <a:lnTo>
                      <a:pt x="1191" y="933"/>
                    </a:lnTo>
                    <a:lnTo>
                      <a:pt x="1188" y="932"/>
                    </a:lnTo>
                    <a:lnTo>
                      <a:pt x="1186" y="931"/>
                    </a:lnTo>
                    <a:lnTo>
                      <a:pt x="1183" y="931"/>
                    </a:lnTo>
                    <a:lnTo>
                      <a:pt x="1181" y="931"/>
                    </a:lnTo>
                    <a:lnTo>
                      <a:pt x="1179" y="930"/>
                    </a:lnTo>
                    <a:lnTo>
                      <a:pt x="1176" y="931"/>
                    </a:lnTo>
                    <a:lnTo>
                      <a:pt x="1174" y="931"/>
                    </a:lnTo>
                    <a:lnTo>
                      <a:pt x="1171" y="931"/>
                    </a:lnTo>
                    <a:lnTo>
                      <a:pt x="1169" y="931"/>
                    </a:lnTo>
                    <a:lnTo>
                      <a:pt x="1167" y="931"/>
                    </a:lnTo>
                    <a:lnTo>
                      <a:pt x="1164" y="931"/>
                    </a:lnTo>
                    <a:lnTo>
                      <a:pt x="1162" y="931"/>
                    </a:lnTo>
                    <a:lnTo>
                      <a:pt x="1159" y="930"/>
                    </a:lnTo>
                    <a:lnTo>
                      <a:pt x="1157" y="930"/>
                    </a:lnTo>
                    <a:lnTo>
                      <a:pt x="1155" y="929"/>
                    </a:lnTo>
                    <a:lnTo>
                      <a:pt x="1152" y="929"/>
                    </a:lnTo>
                    <a:lnTo>
                      <a:pt x="1150" y="928"/>
                    </a:lnTo>
                    <a:lnTo>
                      <a:pt x="1147" y="928"/>
                    </a:lnTo>
                    <a:lnTo>
                      <a:pt x="1145" y="928"/>
                    </a:lnTo>
                    <a:lnTo>
                      <a:pt x="1143" y="928"/>
                    </a:lnTo>
                    <a:lnTo>
                      <a:pt x="1140" y="928"/>
                    </a:lnTo>
                    <a:lnTo>
                      <a:pt x="1138" y="928"/>
                    </a:lnTo>
                    <a:lnTo>
                      <a:pt x="1135" y="928"/>
                    </a:lnTo>
                    <a:lnTo>
                      <a:pt x="1133" y="928"/>
                    </a:lnTo>
                    <a:lnTo>
                      <a:pt x="1131" y="928"/>
                    </a:lnTo>
                    <a:lnTo>
                      <a:pt x="1128" y="928"/>
                    </a:lnTo>
                    <a:lnTo>
                      <a:pt x="1126" y="927"/>
                    </a:lnTo>
                    <a:lnTo>
                      <a:pt x="1123" y="926"/>
                    </a:lnTo>
                    <a:lnTo>
                      <a:pt x="1121" y="926"/>
                    </a:lnTo>
                    <a:lnTo>
                      <a:pt x="1119" y="925"/>
                    </a:lnTo>
                    <a:lnTo>
                      <a:pt x="1116" y="924"/>
                    </a:lnTo>
                    <a:lnTo>
                      <a:pt x="1114" y="923"/>
                    </a:lnTo>
                    <a:lnTo>
                      <a:pt x="1111" y="923"/>
                    </a:lnTo>
                    <a:lnTo>
                      <a:pt x="1109" y="922"/>
                    </a:lnTo>
                    <a:lnTo>
                      <a:pt x="1107" y="922"/>
                    </a:lnTo>
                    <a:lnTo>
                      <a:pt x="1104" y="922"/>
                    </a:lnTo>
                    <a:lnTo>
                      <a:pt x="1102" y="922"/>
                    </a:lnTo>
                    <a:lnTo>
                      <a:pt x="1099" y="922"/>
                    </a:lnTo>
                    <a:lnTo>
                      <a:pt x="1097" y="921"/>
                    </a:lnTo>
                    <a:lnTo>
                      <a:pt x="1095" y="921"/>
                    </a:lnTo>
                    <a:lnTo>
                      <a:pt x="1092" y="920"/>
                    </a:lnTo>
                    <a:lnTo>
                      <a:pt x="1090" y="919"/>
                    </a:lnTo>
                    <a:lnTo>
                      <a:pt x="1088" y="918"/>
                    </a:lnTo>
                    <a:lnTo>
                      <a:pt x="1085" y="917"/>
                    </a:lnTo>
                    <a:lnTo>
                      <a:pt x="1083" y="915"/>
                    </a:lnTo>
                    <a:lnTo>
                      <a:pt x="1080" y="914"/>
                    </a:lnTo>
                    <a:lnTo>
                      <a:pt x="1078" y="913"/>
                    </a:lnTo>
                    <a:lnTo>
                      <a:pt x="1076" y="912"/>
                    </a:lnTo>
                    <a:lnTo>
                      <a:pt x="1073" y="911"/>
                    </a:lnTo>
                    <a:lnTo>
                      <a:pt x="1071" y="910"/>
                    </a:lnTo>
                    <a:lnTo>
                      <a:pt x="1068" y="910"/>
                    </a:lnTo>
                    <a:lnTo>
                      <a:pt x="1066" y="910"/>
                    </a:lnTo>
                    <a:lnTo>
                      <a:pt x="1064" y="909"/>
                    </a:lnTo>
                    <a:lnTo>
                      <a:pt x="1061" y="909"/>
                    </a:lnTo>
                    <a:lnTo>
                      <a:pt x="1059" y="909"/>
                    </a:lnTo>
                    <a:lnTo>
                      <a:pt x="1056" y="909"/>
                    </a:lnTo>
                    <a:lnTo>
                      <a:pt x="1054" y="909"/>
                    </a:lnTo>
                    <a:lnTo>
                      <a:pt x="1051" y="908"/>
                    </a:lnTo>
                    <a:lnTo>
                      <a:pt x="1049" y="907"/>
                    </a:lnTo>
                    <a:lnTo>
                      <a:pt x="1047" y="907"/>
                    </a:lnTo>
                    <a:lnTo>
                      <a:pt x="1044" y="905"/>
                    </a:lnTo>
                    <a:lnTo>
                      <a:pt x="1042" y="905"/>
                    </a:lnTo>
                    <a:lnTo>
                      <a:pt x="1039" y="905"/>
                    </a:lnTo>
                    <a:lnTo>
                      <a:pt x="1037" y="905"/>
                    </a:lnTo>
                    <a:lnTo>
                      <a:pt x="1035" y="905"/>
                    </a:lnTo>
                    <a:lnTo>
                      <a:pt x="1032" y="906"/>
                    </a:lnTo>
                    <a:lnTo>
                      <a:pt x="1030" y="907"/>
                    </a:lnTo>
                    <a:lnTo>
                      <a:pt x="1027" y="907"/>
                    </a:lnTo>
                    <a:lnTo>
                      <a:pt x="1025" y="908"/>
                    </a:lnTo>
                    <a:lnTo>
                      <a:pt x="1023" y="909"/>
                    </a:lnTo>
                    <a:lnTo>
                      <a:pt x="1020" y="910"/>
                    </a:lnTo>
                    <a:lnTo>
                      <a:pt x="1018" y="910"/>
                    </a:lnTo>
                    <a:lnTo>
                      <a:pt x="1015" y="910"/>
                    </a:lnTo>
                    <a:lnTo>
                      <a:pt x="1013" y="910"/>
                    </a:lnTo>
                    <a:lnTo>
                      <a:pt x="1010" y="910"/>
                    </a:lnTo>
                    <a:lnTo>
                      <a:pt x="1008" y="909"/>
                    </a:lnTo>
                    <a:lnTo>
                      <a:pt x="1006" y="909"/>
                    </a:lnTo>
                    <a:lnTo>
                      <a:pt x="1003" y="910"/>
                    </a:lnTo>
                    <a:lnTo>
                      <a:pt x="1001" y="910"/>
                    </a:lnTo>
                    <a:lnTo>
                      <a:pt x="998" y="911"/>
                    </a:lnTo>
                    <a:lnTo>
                      <a:pt x="996" y="911"/>
                    </a:lnTo>
                    <a:lnTo>
                      <a:pt x="994" y="913"/>
                    </a:lnTo>
                    <a:lnTo>
                      <a:pt x="991" y="914"/>
                    </a:lnTo>
                    <a:lnTo>
                      <a:pt x="989" y="915"/>
                    </a:lnTo>
                    <a:lnTo>
                      <a:pt x="986" y="916"/>
                    </a:lnTo>
                    <a:lnTo>
                      <a:pt x="984" y="917"/>
                    </a:lnTo>
                    <a:lnTo>
                      <a:pt x="982" y="919"/>
                    </a:lnTo>
                    <a:lnTo>
                      <a:pt x="979" y="919"/>
                    </a:lnTo>
                    <a:lnTo>
                      <a:pt x="977" y="920"/>
                    </a:lnTo>
                    <a:lnTo>
                      <a:pt x="974" y="920"/>
                    </a:lnTo>
                    <a:lnTo>
                      <a:pt x="972" y="920"/>
                    </a:lnTo>
                    <a:lnTo>
                      <a:pt x="970" y="921"/>
                    </a:lnTo>
                    <a:lnTo>
                      <a:pt x="967" y="922"/>
                    </a:lnTo>
                    <a:lnTo>
                      <a:pt x="965" y="922"/>
                    </a:lnTo>
                    <a:lnTo>
                      <a:pt x="962" y="923"/>
                    </a:lnTo>
                    <a:lnTo>
                      <a:pt x="960" y="924"/>
                    </a:lnTo>
                    <a:lnTo>
                      <a:pt x="957" y="925"/>
                    </a:lnTo>
                    <a:lnTo>
                      <a:pt x="955" y="926"/>
                    </a:lnTo>
                    <a:lnTo>
                      <a:pt x="953" y="926"/>
                    </a:lnTo>
                    <a:lnTo>
                      <a:pt x="950" y="927"/>
                    </a:lnTo>
                    <a:lnTo>
                      <a:pt x="948" y="927"/>
                    </a:lnTo>
                    <a:lnTo>
                      <a:pt x="945" y="927"/>
                    </a:lnTo>
                    <a:lnTo>
                      <a:pt x="943" y="927"/>
                    </a:lnTo>
                    <a:lnTo>
                      <a:pt x="941" y="927"/>
                    </a:lnTo>
                    <a:lnTo>
                      <a:pt x="938" y="926"/>
                    </a:lnTo>
                    <a:lnTo>
                      <a:pt x="936" y="926"/>
                    </a:lnTo>
                    <a:lnTo>
                      <a:pt x="933" y="925"/>
                    </a:lnTo>
                    <a:lnTo>
                      <a:pt x="931" y="925"/>
                    </a:lnTo>
                    <a:lnTo>
                      <a:pt x="929" y="924"/>
                    </a:lnTo>
                    <a:lnTo>
                      <a:pt x="926" y="923"/>
                    </a:lnTo>
                    <a:lnTo>
                      <a:pt x="924" y="923"/>
                    </a:lnTo>
                    <a:lnTo>
                      <a:pt x="921" y="923"/>
                    </a:lnTo>
                    <a:lnTo>
                      <a:pt x="919" y="922"/>
                    </a:lnTo>
                    <a:lnTo>
                      <a:pt x="916" y="922"/>
                    </a:lnTo>
                    <a:lnTo>
                      <a:pt x="914" y="922"/>
                    </a:lnTo>
                    <a:lnTo>
                      <a:pt x="912" y="922"/>
                    </a:lnTo>
                    <a:lnTo>
                      <a:pt x="909" y="922"/>
                    </a:lnTo>
                    <a:lnTo>
                      <a:pt x="907" y="922"/>
                    </a:lnTo>
                    <a:lnTo>
                      <a:pt x="904" y="921"/>
                    </a:lnTo>
                    <a:lnTo>
                      <a:pt x="902" y="920"/>
                    </a:lnTo>
                    <a:lnTo>
                      <a:pt x="900" y="920"/>
                    </a:lnTo>
                    <a:lnTo>
                      <a:pt x="897" y="919"/>
                    </a:lnTo>
                    <a:lnTo>
                      <a:pt x="895" y="919"/>
                    </a:lnTo>
                    <a:lnTo>
                      <a:pt x="892" y="918"/>
                    </a:lnTo>
                    <a:lnTo>
                      <a:pt x="890" y="917"/>
                    </a:lnTo>
                    <a:lnTo>
                      <a:pt x="888" y="917"/>
                    </a:lnTo>
                    <a:lnTo>
                      <a:pt x="885" y="916"/>
                    </a:lnTo>
                    <a:lnTo>
                      <a:pt x="883" y="916"/>
                    </a:lnTo>
                    <a:lnTo>
                      <a:pt x="880" y="915"/>
                    </a:lnTo>
                    <a:lnTo>
                      <a:pt x="878" y="915"/>
                    </a:lnTo>
                    <a:lnTo>
                      <a:pt x="876" y="914"/>
                    </a:lnTo>
                    <a:lnTo>
                      <a:pt x="873" y="914"/>
                    </a:lnTo>
                    <a:lnTo>
                      <a:pt x="871" y="914"/>
                    </a:lnTo>
                    <a:lnTo>
                      <a:pt x="868" y="914"/>
                    </a:lnTo>
                    <a:lnTo>
                      <a:pt x="866" y="913"/>
                    </a:lnTo>
                    <a:lnTo>
                      <a:pt x="864" y="912"/>
                    </a:lnTo>
                    <a:lnTo>
                      <a:pt x="861" y="911"/>
                    </a:lnTo>
                    <a:lnTo>
                      <a:pt x="859" y="911"/>
                    </a:lnTo>
                    <a:lnTo>
                      <a:pt x="856" y="910"/>
                    </a:lnTo>
                    <a:lnTo>
                      <a:pt x="854" y="909"/>
                    </a:lnTo>
                    <a:lnTo>
                      <a:pt x="852" y="908"/>
                    </a:lnTo>
                    <a:lnTo>
                      <a:pt x="849" y="908"/>
                    </a:lnTo>
                    <a:lnTo>
                      <a:pt x="847" y="908"/>
                    </a:lnTo>
                    <a:lnTo>
                      <a:pt x="845" y="907"/>
                    </a:lnTo>
                    <a:lnTo>
                      <a:pt x="842" y="907"/>
                    </a:lnTo>
                    <a:lnTo>
                      <a:pt x="840" y="906"/>
                    </a:lnTo>
                    <a:lnTo>
                      <a:pt x="837" y="906"/>
                    </a:lnTo>
                    <a:lnTo>
                      <a:pt x="835" y="905"/>
                    </a:lnTo>
                    <a:lnTo>
                      <a:pt x="833" y="905"/>
                    </a:lnTo>
                    <a:lnTo>
                      <a:pt x="830" y="905"/>
                    </a:lnTo>
                    <a:lnTo>
                      <a:pt x="828" y="905"/>
                    </a:lnTo>
                    <a:lnTo>
                      <a:pt x="825" y="905"/>
                    </a:lnTo>
                    <a:lnTo>
                      <a:pt x="823" y="905"/>
                    </a:lnTo>
                    <a:lnTo>
                      <a:pt x="821" y="905"/>
                    </a:lnTo>
                    <a:lnTo>
                      <a:pt x="818" y="904"/>
                    </a:lnTo>
                    <a:lnTo>
                      <a:pt x="816" y="904"/>
                    </a:lnTo>
                    <a:lnTo>
                      <a:pt x="813" y="903"/>
                    </a:lnTo>
                    <a:lnTo>
                      <a:pt x="811" y="902"/>
                    </a:lnTo>
                    <a:lnTo>
                      <a:pt x="809" y="902"/>
                    </a:lnTo>
                    <a:lnTo>
                      <a:pt x="806" y="901"/>
                    </a:lnTo>
                    <a:lnTo>
                      <a:pt x="804" y="900"/>
                    </a:lnTo>
                    <a:lnTo>
                      <a:pt x="801" y="900"/>
                    </a:lnTo>
                    <a:lnTo>
                      <a:pt x="799" y="899"/>
                    </a:lnTo>
                    <a:lnTo>
                      <a:pt x="797" y="898"/>
                    </a:lnTo>
                    <a:lnTo>
                      <a:pt x="794" y="897"/>
                    </a:lnTo>
                    <a:lnTo>
                      <a:pt x="792" y="897"/>
                    </a:lnTo>
                    <a:lnTo>
                      <a:pt x="789" y="896"/>
                    </a:lnTo>
                    <a:lnTo>
                      <a:pt x="787" y="895"/>
                    </a:lnTo>
                    <a:lnTo>
                      <a:pt x="784" y="894"/>
                    </a:lnTo>
                    <a:lnTo>
                      <a:pt x="782" y="893"/>
                    </a:lnTo>
                    <a:lnTo>
                      <a:pt x="780" y="892"/>
                    </a:lnTo>
                    <a:lnTo>
                      <a:pt x="777" y="891"/>
                    </a:lnTo>
                    <a:lnTo>
                      <a:pt x="775" y="889"/>
                    </a:lnTo>
                    <a:lnTo>
                      <a:pt x="772" y="887"/>
                    </a:lnTo>
                    <a:lnTo>
                      <a:pt x="770" y="885"/>
                    </a:lnTo>
                    <a:lnTo>
                      <a:pt x="768" y="884"/>
                    </a:lnTo>
                    <a:lnTo>
                      <a:pt x="765" y="883"/>
                    </a:lnTo>
                    <a:lnTo>
                      <a:pt x="763" y="882"/>
                    </a:lnTo>
                    <a:lnTo>
                      <a:pt x="760" y="881"/>
                    </a:lnTo>
                    <a:lnTo>
                      <a:pt x="758" y="880"/>
                    </a:lnTo>
                    <a:lnTo>
                      <a:pt x="756" y="879"/>
                    </a:lnTo>
                    <a:lnTo>
                      <a:pt x="753" y="878"/>
                    </a:lnTo>
                    <a:lnTo>
                      <a:pt x="751" y="877"/>
                    </a:lnTo>
                    <a:lnTo>
                      <a:pt x="748" y="877"/>
                    </a:lnTo>
                    <a:lnTo>
                      <a:pt x="746" y="876"/>
                    </a:lnTo>
                    <a:lnTo>
                      <a:pt x="743" y="876"/>
                    </a:lnTo>
                    <a:lnTo>
                      <a:pt x="741" y="876"/>
                    </a:lnTo>
                    <a:lnTo>
                      <a:pt x="739" y="875"/>
                    </a:lnTo>
                    <a:lnTo>
                      <a:pt x="736" y="875"/>
                    </a:lnTo>
                    <a:lnTo>
                      <a:pt x="734" y="874"/>
                    </a:lnTo>
                    <a:lnTo>
                      <a:pt x="731" y="874"/>
                    </a:lnTo>
                    <a:lnTo>
                      <a:pt x="729" y="873"/>
                    </a:lnTo>
                    <a:lnTo>
                      <a:pt x="727" y="873"/>
                    </a:lnTo>
                    <a:lnTo>
                      <a:pt x="724" y="872"/>
                    </a:lnTo>
                    <a:lnTo>
                      <a:pt x="722" y="872"/>
                    </a:lnTo>
                    <a:lnTo>
                      <a:pt x="719" y="872"/>
                    </a:lnTo>
                    <a:lnTo>
                      <a:pt x="717" y="872"/>
                    </a:lnTo>
                    <a:lnTo>
                      <a:pt x="715" y="872"/>
                    </a:lnTo>
                    <a:lnTo>
                      <a:pt x="712" y="872"/>
                    </a:lnTo>
                    <a:lnTo>
                      <a:pt x="710" y="872"/>
                    </a:lnTo>
                    <a:lnTo>
                      <a:pt x="707" y="871"/>
                    </a:lnTo>
                    <a:lnTo>
                      <a:pt x="705" y="871"/>
                    </a:lnTo>
                    <a:lnTo>
                      <a:pt x="703" y="871"/>
                    </a:lnTo>
                    <a:lnTo>
                      <a:pt x="700" y="871"/>
                    </a:lnTo>
                    <a:lnTo>
                      <a:pt x="698" y="871"/>
                    </a:lnTo>
                    <a:lnTo>
                      <a:pt x="695" y="871"/>
                    </a:lnTo>
                    <a:lnTo>
                      <a:pt x="693" y="870"/>
                    </a:lnTo>
                    <a:lnTo>
                      <a:pt x="690" y="869"/>
                    </a:lnTo>
                    <a:lnTo>
                      <a:pt x="688" y="868"/>
                    </a:lnTo>
                    <a:lnTo>
                      <a:pt x="686" y="866"/>
                    </a:lnTo>
                    <a:lnTo>
                      <a:pt x="683" y="865"/>
                    </a:lnTo>
                    <a:lnTo>
                      <a:pt x="681" y="863"/>
                    </a:lnTo>
                    <a:lnTo>
                      <a:pt x="678" y="862"/>
                    </a:lnTo>
                    <a:lnTo>
                      <a:pt x="676" y="861"/>
                    </a:lnTo>
                    <a:lnTo>
                      <a:pt x="674" y="859"/>
                    </a:lnTo>
                    <a:lnTo>
                      <a:pt x="671" y="858"/>
                    </a:lnTo>
                    <a:lnTo>
                      <a:pt x="669" y="857"/>
                    </a:lnTo>
                    <a:lnTo>
                      <a:pt x="666" y="855"/>
                    </a:lnTo>
                    <a:lnTo>
                      <a:pt x="664" y="854"/>
                    </a:lnTo>
                    <a:lnTo>
                      <a:pt x="662" y="852"/>
                    </a:lnTo>
                    <a:lnTo>
                      <a:pt x="659" y="851"/>
                    </a:lnTo>
                    <a:lnTo>
                      <a:pt x="657" y="849"/>
                    </a:lnTo>
                    <a:lnTo>
                      <a:pt x="654" y="848"/>
                    </a:lnTo>
                    <a:lnTo>
                      <a:pt x="652" y="846"/>
                    </a:lnTo>
                    <a:lnTo>
                      <a:pt x="649" y="844"/>
                    </a:lnTo>
                    <a:lnTo>
                      <a:pt x="647" y="842"/>
                    </a:lnTo>
                    <a:lnTo>
                      <a:pt x="645" y="840"/>
                    </a:lnTo>
                    <a:lnTo>
                      <a:pt x="642" y="838"/>
                    </a:lnTo>
                    <a:lnTo>
                      <a:pt x="640" y="836"/>
                    </a:lnTo>
                    <a:lnTo>
                      <a:pt x="637" y="834"/>
                    </a:lnTo>
                    <a:lnTo>
                      <a:pt x="635" y="832"/>
                    </a:lnTo>
                    <a:lnTo>
                      <a:pt x="633" y="830"/>
                    </a:lnTo>
                    <a:lnTo>
                      <a:pt x="630" y="828"/>
                    </a:lnTo>
                    <a:lnTo>
                      <a:pt x="628" y="827"/>
                    </a:lnTo>
                    <a:lnTo>
                      <a:pt x="625" y="825"/>
                    </a:lnTo>
                    <a:lnTo>
                      <a:pt x="623" y="824"/>
                    </a:lnTo>
                    <a:lnTo>
                      <a:pt x="621" y="822"/>
                    </a:lnTo>
                    <a:lnTo>
                      <a:pt x="618" y="820"/>
                    </a:lnTo>
                    <a:lnTo>
                      <a:pt x="616" y="818"/>
                    </a:lnTo>
                    <a:lnTo>
                      <a:pt x="613" y="816"/>
                    </a:lnTo>
                    <a:lnTo>
                      <a:pt x="611" y="815"/>
                    </a:lnTo>
                    <a:lnTo>
                      <a:pt x="609" y="813"/>
                    </a:lnTo>
                    <a:lnTo>
                      <a:pt x="606" y="811"/>
                    </a:lnTo>
                    <a:lnTo>
                      <a:pt x="604" y="809"/>
                    </a:lnTo>
                    <a:lnTo>
                      <a:pt x="601" y="807"/>
                    </a:lnTo>
                    <a:lnTo>
                      <a:pt x="599" y="805"/>
                    </a:lnTo>
                    <a:lnTo>
                      <a:pt x="597" y="803"/>
                    </a:lnTo>
                    <a:lnTo>
                      <a:pt x="594" y="801"/>
                    </a:lnTo>
                    <a:lnTo>
                      <a:pt x="592" y="799"/>
                    </a:lnTo>
                    <a:lnTo>
                      <a:pt x="590" y="798"/>
                    </a:lnTo>
                    <a:lnTo>
                      <a:pt x="587" y="796"/>
                    </a:lnTo>
                    <a:lnTo>
                      <a:pt x="585" y="794"/>
                    </a:lnTo>
                    <a:lnTo>
                      <a:pt x="582" y="792"/>
                    </a:lnTo>
                    <a:lnTo>
                      <a:pt x="580" y="790"/>
                    </a:lnTo>
                    <a:lnTo>
                      <a:pt x="578" y="788"/>
                    </a:lnTo>
                    <a:lnTo>
                      <a:pt x="575" y="786"/>
                    </a:lnTo>
                    <a:lnTo>
                      <a:pt x="573" y="784"/>
                    </a:lnTo>
                    <a:lnTo>
                      <a:pt x="570" y="782"/>
                    </a:lnTo>
                    <a:lnTo>
                      <a:pt x="568" y="780"/>
                    </a:lnTo>
                    <a:lnTo>
                      <a:pt x="566" y="778"/>
                    </a:lnTo>
                    <a:lnTo>
                      <a:pt x="563" y="776"/>
                    </a:lnTo>
                    <a:lnTo>
                      <a:pt x="561" y="774"/>
                    </a:lnTo>
                    <a:lnTo>
                      <a:pt x="558" y="772"/>
                    </a:lnTo>
                    <a:lnTo>
                      <a:pt x="556" y="770"/>
                    </a:lnTo>
                    <a:lnTo>
                      <a:pt x="554" y="767"/>
                    </a:lnTo>
                    <a:lnTo>
                      <a:pt x="551" y="765"/>
                    </a:lnTo>
                    <a:lnTo>
                      <a:pt x="549" y="763"/>
                    </a:lnTo>
                    <a:lnTo>
                      <a:pt x="546" y="761"/>
                    </a:lnTo>
                    <a:lnTo>
                      <a:pt x="544" y="759"/>
                    </a:lnTo>
                    <a:lnTo>
                      <a:pt x="542" y="758"/>
                    </a:lnTo>
                    <a:lnTo>
                      <a:pt x="539" y="756"/>
                    </a:lnTo>
                    <a:lnTo>
                      <a:pt x="537" y="755"/>
                    </a:lnTo>
                    <a:lnTo>
                      <a:pt x="534" y="754"/>
                    </a:lnTo>
                    <a:lnTo>
                      <a:pt x="532" y="752"/>
                    </a:lnTo>
                    <a:lnTo>
                      <a:pt x="530" y="751"/>
                    </a:lnTo>
                    <a:lnTo>
                      <a:pt x="527" y="750"/>
                    </a:lnTo>
                    <a:lnTo>
                      <a:pt x="525" y="749"/>
                    </a:lnTo>
                    <a:lnTo>
                      <a:pt x="522" y="747"/>
                    </a:lnTo>
                    <a:lnTo>
                      <a:pt x="520" y="746"/>
                    </a:lnTo>
                    <a:lnTo>
                      <a:pt x="517" y="744"/>
                    </a:lnTo>
                    <a:lnTo>
                      <a:pt x="515" y="742"/>
                    </a:lnTo>
                    <a:lnTo>
                      <a:pt x="513" y="740"/>
                    </a:lnTo>
                    <a:lnTo>
                      <a:pt x="510" y="738"/>
                    </a:lnTo>
                    <a:lnTo>
                      <a:pt x="508" y="735"/>
                    </a:lnTo>
                    <a:lnTo>
                      <a:pt x="505" y="733"/>
                    </a:lnTo>
                    <a:lnTo>
                      <a:pt x="503" y="732"/>
                    </a:lnTo>
                    <a:lnTo>
                      <a:pt x="501" y="729"/>
                    </a:lnTo>
                    <a:lnTo>
                      <a:pt x="498" y="727"/>
                    </a:lnTo>
                    <a:lnTo>
                      <a:pt x="496" y="725"/>
                    </a:lnTo>
                    <a:lnTo>
                      <a:pt x="493" y="723"/>
                    </a:lnTo>
                    <a:lnTo>
                      <a:pt x="491" y="721"/>
                    </a:lnTo>
                    <a:lnTo>
                      <a:pt x="489" y="718"/>
                    </a:lnTo>
                    <a:lnTo>
                      <a:pt x="486" y="716"/>
                    </a:lnTo>
                    <a:lnTo>
                      <a:pt x="484" y="713"/>
                    </a:lnTo>
                    <a:lnTo>
                      <a:pt x="481" y="711"/>
                    </a:lnTo>
                    <a:lnTo>
                      <a:pt x="479" y="709"/>
                    </a:lnTo>
                    <a:lnTo>
                      <a:pt x="476" y="706"/>
                    </a:lnTo>
                    <a:lnTo>
                      <a:pt x="474" y="704"/>
                    </a:lnTo>
                    <a:lnTo>
                      <a:pt x="472" y="701"/>
                    </a:lnTo>
                    <a:lnTo>
                      <a:pt x="469" y="699"/>
                    </a:lnTo>
                    <a:lnTo>
                      <a:pt x="467" y="696"/>
                    </a:lnTo>
                    <a:lnTo>
                      <a:pt x="464" y="694"/>
                    </a:lnTo>
                    <a:lnTo>
                      <a:pt x="462" y="692"/>
                    </a:lnTo>
                    <a:lnTo>
                      <a:pt x="460" y="690"/>
                    </a:lnTo>
                    <a:lnTo>
                      <a:pt x="457" y="687"/>
                    </a:lnTo>
                    <a:lnTo>
                      <a:pt x="455" y="685"/>
                    </a:lnTo>
                    <a:lnTo>
                      <a:pt x="452" y="683"/>
                    </a:lnTo>
                    <a:lnTo>
                      <a:pt x="450" y="681"/>
                    </a:lnTo>
                    <a:lnTo>
                      <a:pt x="448" y="679"/>
                    </a:lnTo>
                    <a:lnTo>
                      <a:pt x="445" y="677"/>
                    </a:lnTo>
                    <a:lnTo>
                      <a:pt x="443" y="676"/>
                    </a:lnTo>
                    <a:lnTo>
                      <a:pt x="440" y="675"/>
                    </a:lnTo>
                    <a:lnTo>
                      <a:pt x="438" y="674"/>
                    </a:lnTo>
                    <a:lnTo>
                      <a:pt x="436" y="673"/>
                    </a:lnTo>
                    <a:lnTo>
                      <a:pt x="433" y="673"/>
                    </a:lnTo>
                    <a:lnTo>
                      <a:pt x="431" y="673"/>
                    </a:lnTo>
                    <a:lnTo>
                      <a:pt x="428" y="673"/>
                    </a:lnTo>
                    <a:lnTo>
                      <a:pt x="426" y="673"/>
                    </a:lnTo>
                    <a:lnTo>
                      <a:pt x="423" y="672"/>
                    </a:lnTo>
                    <a:lnTo>
                      <a:pt x="421" y="672"/>
                    </a:lnTo>
                    <a:lnTo>
                      <a:pt x="419" y="670"/>
                    </a:lnTo>
                    <a:lnTo>
                      <a:pt x="416" y="669"/>
                    </a:lnTo>
                    <a:lnTo>
                      <a:pt x="414" y="667"/>
                    </a:lnTo>
                    <a:lnTo>
                      <a:pt x="411" y="666"/>
                    </a:lnTo>
                    <a:lnTo>
                      <a:pt x="409" y="664"/>
                    </a:lnTo>
                    <a:lnTo>
                      <a:pt x="407" y="664"/>
                    </a:lnTo>
                    <a:lnTo>
                      <a:pt x="404" y="664"/>
                    </a:lnTo>
                    <a:lnTo>
                      <a:pt x="402" y="665"/>
                    </a:lnTo>
                    <a:lnTo>
                      <a:pt x="399" y="666"/>
                    </a:lnTo>
                    <a:lnTo>
                      <a:pt x="397" y="669"/>
                    </a:lnTo>
                    <a:lnTo>
                      <a:pt x="395" y="672"/>
                    </a:lnTo>
                    <a:lnTo>
                      <a:pt x="392" y="676"/>
                    </a:lnTo>
                    <a:lnTo>
                      <a:pt x="390" y="683"/>
                    </a:lnTo>
                    <a:lnTo>
                      <a:pt x="387" y="690"/>
                    </a:lnTo>
                    <a:lnTo>
                      <a:pt x="385" y="699"/>
                    </a:lnTo>
                    <a:lnTo>
                      <a:pt x="382" y="710"/>
                    </a:lnTo>
                    <a:lnTo>
                      <a:pt x="380" y="721"/>
                    </a:lnTo>
                    <a:lnTo>
                      <a:pt x="378" y="732"/>
                    </a:lnTo>
                    <a:lnTo>
                      <a:pt x="375" y="744"/>
                    </a:lnTo>
                    <a:lnTo>
                      <a:pt x="373" y="758"/>
                    </a:lnTo>
                    <a:lnTo>
                      <a:pt x="370" y="771"/>
                    </a:lnTo>
                    <a:lnTo>
                      <a:pt x="368" y="785"/>
                    </a:lnTo>
                    <a:lnTo>
                      <a:pt x="366" y="799"/>
                    </a:lnTo>
                    <a:lnTo>
                      <a:pt x="363" y="814"/>
                    </a:lnTo>
                    <a:lnTo>
                      <a:pt x="361" y="830"/>
                    </a:lnTo>
                    <a:lnTo>
                      <a:pt x="358" y="846"/>
                    </a:lnTo>
                    <a:lnTo>
                      <a:pt x="356" y="864"/>
                    </a:lnTo>
                    <a:lnTo>
                      <a:pt x="354" y="881"/>
                    </a:lnTo>
                    <a:lnTo>
                      <a:pt x="351" y="900"/>
                    </a:lnTo>
                    <a:lnTo>
                      <a:pt x="349" y="920"/>
                    </a:lnTo>
                    <a:lnTo>
                      <a:pt x="347" y="941"/>
                    </a:lnTo>
                    <a:lnTo>
                      <a:pt x="344" y="963"/>
                    </a:lnTo>
                    <a:lnTo>
                      <a:pt x="342" y="981"/>
                    </a:lnTo>
                    <a:lnTo>
                      <a:pt x="339" y="983"/>
                    </a:lnTo>
                    <a:lnTo>
                      <a:pt x="337" y="981"/>
                    </a:lnTo>
                    <a:lnTo>
                      <a:pt x="335" y="971"/>
                    </a:lnTo>
                    <a:lnTo>
                      <a:pt x="332" y="969"/>
                    </a:lnTo>
                    <a:lnTo>
                      <a:pt x="330" y="968"/>
                    </a:lnTo>
                    <a:lnTo>
                      <a:pt x="327" y="961"/>
                    </a:lnTo>
                    <a:lnTo>
                      <a:pt x="325" y="959"/>
                    </a:lnTo>
                    <a:lnTo>
                      <a:pt x="323" y="960"/>
                    </a:lnTo>
                    <a:lnTo>
                      <a:pt x="320" y="956"/>
                    </a:lnTo>
                    <a:lnTo>
                      <a:pt x="318" y="955"/>
                    </a:lnTo>
                    <a:lnTo>
                      <a:pt x="315" y="957"/>
                    </a:lnTo>
                    <a:lnTo>
                      <a:pt x="313" y="956"/>
                    </a:lnTo>
                    <a:lnTo>
                      <a:pt x="311" y="955"/>
                    </a:lnTo>
                    <a:lnTo>
                      <a:pt x="308" y="956"/>
                    </a:lnTo>
                    <a:lnTo>
                      <a:pt x="306" y="956"/>
                    </a:lnTo>
                    <a:lnTo>
                      <a:pt x="303" y="954"/>
                    </a:lnTo>
                    <a:lnTo>
                      <a:pt x="301" y="956"/>
                    </a:lnTo>
                    <a:lnTo>
                      <a:pt x="299" y="956"/>
                    </a:lnTo>
                    <a:lnTo>
                      <a:pt x="296" y="954"/>
                    </a:lnTo>
                    <a:lnTo>
                      <a:pt x="294" y="954"/>
                    </a:lnTo>
                    <a:lnTo>
                      <a:pt x="291" y="960"/>
                    </a:lnTo>
                    <a:lnTo>
                      <a:pt x="289" y="960"/>
                    </a:lnTo>
                    <a:lnTo>
                      <a:pt x="287" y="960"/>
                    </a:lnTo>
                    <a:lnTo>
                      <a:pt x="284" y="963"/>
                    </a:lnTo>
                    <a:lnTo>
                      <a:pt x="282" y="973"/>
                    </a:lnTo>
                    <a:lnTo>
                      <a:pt x="279" y="971"/>
                    </a:lnTo>
                    <a:lnTo>
                      <a:pt x="277" y="972"/>
                    </a:lnTo>
                    <a:lnTo>
                      <a:pt x="275" y="976"/>
                    </a:lnTo>
                    <a:lnTo>
                      <a:pt x="272" y="976"/>
                    </a:lnTo>
                    <a:lnTo>
                      <a:pt x="270" y="973"/>
                    </a:lnTo>
                    <a:lnTo>
                      <a:pt x="267" y="971"/>
                    </a:lnTo>
                    <a:lnTo>
                      <a:pt x="265" y="970"/>
                    </a:lnTo>
                    <a:lnTo>
                      <a:pt x="263" y="970"/>
                    </a:lnTo>
                    <a:lnTo>
                      <a:pt x="260" y="970"/>
                    </a:lnTo>
                    <a:lnTo>
                      <a:pt x="258" y="968"/>
                    </a:lnTo>
                    <a:lnTo>
                      <a:pt x="255" y="969"/>
                    </a:lnTo>
                    <a:lnTo>
                      <a:pt x="253" y="971"/>
                    </a:lnTo>
                    <a:lnTo>
                      <a:pt x="250" y="969"/>
                    </a:lnTo>
                    <a:lnTo>
                      <a:pt x="248" y="967"/>
                    </a:lnTo>
                    <a:lnTo>
                      <a:pt x="246" y="967"/>
                    </a:lnTo>
                    <a:lnTo>
                      <a:pt x="243" y="966"/>
                    </a:lnTo>
                    <a:lnTo>
                      <a:pt x="241" y="962"/>
                    </a:lnTo>
                    <a:lnTo>
                      <a:pt x="238" y="961"/>
                    </a:lnTo>
                    <a:lnTo>
                      <a:pt x="236" y="961"/>
                    </a:lnTo>
                    <a:lnTo>
                      <a:pt x="234" y="955"/>
                    </a:lnTo>
                    <a:lnTo>
                      <a:pt x="231" y="954"/>
                    </a:lnTo>
                    <a:lnTo>
                      <a:pt x="229" y="957"/>
                    </a:lnTo>
                    <a:lnTo>
                      <a:pt x="226" y="953"/>
                    </a:lnTo>
                    <a:lnTo>
                      <a:pt x="224" y="952"/>
                    </a:lnTo>
                    <a:lnTo>
                      <a:pt x="222" y="953"/>
                    </a:lnTo>
                    <a:lnTo>
                      <a:pt x="219" y="953"/>
                    </a:lnTo>
                    <a:lnTo>
                      <a:pt x="217" y="951"/>
                    </a:lnTo>
                    <a:lnTo>
                      <a:pt x="214" y="950"/>
                    </a:lnTo>
                    <a:lnTo>
                      <a:pt x="212" y="953"/>
                    </a:lnTo>
                    <a:lnTo>
                      <a:pt x="209" y="951"/>
                    </a:lnTo>
                    <a:lnTo>
                      <a:pt x="207" y="949"/>
                    </a:lnTo>
                    <a:lnTo>
                      <a:pt x="205" y="953"/>
                    </a:lnTo>
                    <a:lnTo>
                      <a:pt x="202" y="954"/>
                    </a:lnTo>
                    <a:lnTo>
                      <a:pt x="200" y="952"/>
                    </a:lnTo>
                    <a:lnTo>
                      <a:pt x="197" y="958"/>
                    </a:lnTo>
                    <a:lnTo>
                      <a:pt x="195" y="959"/>
                    </a:lnTo>
                    <a:lnTo>
                      <a:pt x="193" y="955"/>
                    </a:lnTo>
                    <a:lnTo>
                      <a:pt x="190" y="954"/>
                    </a:lnTo>
                    <a:lnTo>
                      <a:pt x="188" y="951"/>
                    </a:lnTo>
                    <a:lnTo>
                      <a:pt x="185" y="945"/>
                    </a:lnTo>
                    <a:lnTo>
                      <a:pt x="183" y="942"/>
                    </a:lnTo>
                    <a:lnTo>
                      <a:pt x="181" y="940"/>
                    </a:lnTo>
                    <a:lnTo>
                      <a:pt x="178" y="934"/>
                    </a:lnTo>
                    <a:lnTo>
                      <a:pt x="176" y="932"/>
                    </a:lnTo>
                    <a:lnTo>
                      <a:pt x="173" y="933"/>
                    </a:lnTo>
                    <a:lnTo>
                      <a:pt x="171" y="930"/>
                    </a:lnTo>
                    <a:lnTo>
                      <a:pt x="169" y="926"/>
                    </a:lnTo>
                    <a:lnTo>
                      <a:pt x="166" y="930"/>
                    </a:lnTo>
                    <a:lnTo>
                      <a:pt x="164" y="929"/>
                    </a:lnTo>
                    <a:lnTo>
                      <a:pt x="161" y="927"/>
                    </a:lnTo>
                    <a:lnTo>
                      <a:pt x="159" y="929"/>
                    </a:lnTo>
                    <a:lnTo>
                      <a:pt x="156" y="930"/>
                    </a:lnTo>
                    <a:lnTo>
                      <a:pt x="154" y="929"/>
                    </a:lnTo>
                    <a:lnTo>
                      <a:pt x="152" y="927"/>
                    </a:lnTo>
                    <a:lnTo>
                      <a:pt x="149" y="930"/>
                    </a:lnTo>
                    <a:lnTo>
                      <a:pt x="147" y="927"/>
                    </a:lnTo>
                    <a:lnTo>
                      <a:pt x="144" y="925"/>
                    </a:lnTo>
                    <a:lnTo>
                      <a:pt x="142" y="926"/>
                    </a:lnTo>
                    <a:lnTo>
                      <a:pt x="140" y="923"/>
                    </a:lnTo>
                    <a:lnTo>
                      <a:pt x="137" y="920"/>
                    </a:lnTo>
                    <a:lnTo>
                      <a:pt x="135" y="918"/>
                    </a:lnTo>
                    <a:lnTo>
                      <a:pt x="132" y="915"/>
                    </a:lnTo>
                    <a:lnTo>
                      <a:pt x="130" y="910"/>
                    </a:lnTo>
                    <a:lnTo>
                      <a:pt x="128" y="906"/>
                    </a:lnTo>
                    <a:lnTo>
                      <a:pt x="125" y="902"/>
                    </a:lnTo>
                    <a:lnTo>
                      <a:pt x="123" y="895"/>
                    </a:lnTo>
                    <a:lnTo>
                      <a:pt x="120" y="891"/>
                    </a:lnTo>
                    <a:lnTo>
                      <a:pt x="118" y="888"/>
                    </a:lnTo>
                    <a:lnTo>
                      <a:pt x="115" y="881"/>
                    </a:lnTo>
                    <a:lnTo>
                      <a:pt x="113" y="877"/>
                    </a:lnTo>
                    <a:lnTo>
                      <a:pt x="111" y="874"/>
                    </a:lnTo>
                    <a:lnTo>
                      <a:pt x="108" y="868"/>
                    </a:lnTo>
                    <a:lnTo>
                      <a:pt x="106" y="865"/>
                    </a:lnTo>
                    <a:lnTo>
                      <a:pt x="104" y="863"/>
                    </a:lnTo>
                    <a:lnTo>
                      <a:pt x="101" y="859"/>
                    </a:lnTo>
                    <a:lnTo>
                      <a:pt x="99" y="857"/>
                    </a:lnTo>
                    <a:lnTo>
                      <a:pt x="96" y="858"/>
                    </a:lnTo>
                    <a:lnTo>
                      <a:pt x="94" y="856"/>
                    </a:lnTo>
                    <a:lnTo>
                      <a:pt x="92" y="855"/>
                    </a:lnTo>
                    <a:lnTo>
                      <a:pt x="89" y="859"/>
                    </a:lnTo>
                    <a:lnTo>
                      <a:pt x="87" y="858"/>
                    </a:lnTo>
                    <a:lnTo>
                      <a:pt x="84" y="859"/>
                    </a:lnTo>
                    <a:lnTo>
                      <a:pt x="82" y="864"/>
                    </a:lnTo>
                    <a:lnTo>
                      <a:pt x="80" y="862"/>
                    </a:lnTo>
                    <a:lnTo>
                      <a:pt x="77" y="867"/>
                    </a:lnTo>
                    <a:lnTo>
                      <a:pt x="75" y="871"/>
                    </a:lnTo>
                    <a:lnTo>
                      <a:pt x="72" y="870"/>
                    </a:lnTo>
                    <a:lnTo>
                      <a:pt x="70" y="877"/>
                    </a:lnTo>
                    <a:lnTo>
                      <a:pt x="68" y="879"/>
                    </a:lnTo>
                    <a:lnTo>
                      <a:pt x="65" y="880"/>
                    </a:lnTo>
                    <a:lnTo>
                      <a:pt x="63" y="888"/>
                    </a:lnTo>
                    <a:lnTo>
                      <a:pt x="60" y="889"/>
                    </a:lnTo>
                    <a:lnTo>
                      <a:pt x="58" y="891"/>
                    </a:lnTo>
                    <a:lnTo>
                      <a:pt x="56" y="898"/>
                    </a:lnTo>
                    <a:lnTo>
                      <a:pt x="53" y="897"/>
                    </a:lnTo>
                    <a:lnTo>
                      <a:pt x="51" y="900"/>
                    </a:lnTo>
                    <a:lnTo>
                      <a:pt x="48" y="907"/>
                    </a:lnTo>
                    <a:lnTo>
                      <a:pt x="46" y="903"/>
                    </a:lnTo>
                    <a:lnTo>
                      <a:pt x="44" y="903"/>
                    </a:lnTo>
                    <a:lnTo>
                      <a:pt x="41" y="907"/>
                    </a:lnTo>
                    <a:lnTo>
                      <a:pt x="39" y="900"/>
                    </a:lnTo>
                    <a:lnTo>
                      <a:pt x="36" y="898"/>
                    </a:lnTo>
                    <a:lnTo>
                      <a:pt x="34" y="897"/>
                    </a:lnTo>
                    <a:lnTo>
                      <a:pt x="32" y="889"/>
                    </a:lnTo>
                    <a:lnTo>
                      <a:pt x="29" y="887"/>
                    </a:lnTo>
                    <a:lnTo>
                      <a:pt x="27" y="883"/>
                    </a:lnTo>
                    <a:lnTo>
                      <a:pt x="24" y="874"/>
                    </a:lnTo>
                    <a:lnTo>
                      <a:pt x="22" y="874"/>
                    </a:lnTo>
                    <a:lnTo>
                      <a:pt x="20" y="870"/>
                    </a:lnTo>
                    <a:lnTo>
                      <a:pt x="17" y="862"/>
                    </a:lnTo>
                    <a:lnTo>
                      <a:pt x="15" y="862"/>
                    </a:lnTo>
                    <a:lnTo>
                      <a:pt x="12" y="856"/>
                    </a:lnTo>
                    <a:lnTo>
                      <a:pt x="10" y="848"/>
                    </a:lnTo>
                    <a:lnTo>
                      <a:pt x="8" y="848"/>
                    </a:lnTo>
                    <a:lnTo>
                      <a:pt x="5" y="843"/>
                    </a:lnTo>
                    <a:lnTo>
                      <a:pt x="3" y="837"/>
                    </a:lnTo>
                    <a:lnTo>
                      <a:pt x="0" y="838"/>
                    </a:lnTo>
                    <a:lnTo>
                      <a:pt x="0" y="994"/>
                    </a:lnTo>
                    <a:lnTo>
                      <a:pt x="3" y="1000"/>
                    </a:lnTo>
                    <a:lnTo>
                      <a:pt x="5" y="995"/>
                    </a:lnTo>
                    <a:lnTo>
                      <a:pt x="8" y="996"/>
                    </a:lnTo>
                    <a:lnTo>
                      <a:pt x="10" y="1000"/>
                    </a:lnTo>
                    <a:lnTo>
                      <a:pt x="12" y="995"/>
                    </a:lnTo>
                    <a:lnTo>
                      <a:pt x="15" y="995"/>
                    </a:lnTo>
                    <a:lnTo>
                      <a:pt x="17" y="997"/>
                    </a:lnTo>
                    <a:lnTo>
                      <a:pt x="20" y="992"/>
                    </a:lnTo>
                    <a:lnTo>
                      <a:pt x="22" y="994"/>
                    </a:lnTo>
                    <a:lnTo>
                      <a:pt x="24" y="995"/>
                    </a:lnTo>
                    <a:lnTo>
                      <a:pt x="27" y="990"/>
                    </a:lnTo>
                    <a:lnTo>
                      <a:pt x="29" y="995"/>
                    </a:lnTo>
                    <a:lnTo>
                      <a:pt x="32" y="997"/>
                    </a:lnTo>
                    <a:lnTo>
                      <a:pt x="34" y="991"/>
                    </a:lnTo>
                    <a:lnTo>
                      <a:pt x="36" y="998"/>
                    </a:lnTo>
                    <a:close/>
                  </a:path>
                </a:pathLst>
              </a:custGeom>
              <a:solidFill>
                <a:srgbClr val="FF0000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" name="Freeform 359">
                <a:extLst>
                  <a:ext uri="{FF2B5EF4-FFF2-40B4-BE49-F238E27FC236}">
                    <a16:creationId xmlns:a16="http://schemas.microsoft.com/office/drawing/2014/main" id="{4AD9071F-BAF4-4C52-B827-1F3A62E30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2229" y="4034271"/>
                <a:ext cx="3438525" cy="1474788"/>
              </a:xfrm>
              <a:custGeom>
                <a:avLst/>
                <a:gdLst>
                  <a:gd name="T0" fmla="*/ 34 w 2166"/>
                  <a:gd name="T1" fmla="*/ 842 h 929"/>
                  <a:gd name="T2" fmla="*/ 70 w 2166"/>
                  <a:gd name="T3" fmla="*/ 844 h 929"/>
                  <a:gd name="T4" fmla="*/ 106 w 2166"/>
                  <a:gd name="T5" fmla="*/ 840 h 929"/>
                  <a:gd name="T6" fmla="*/ 142 w 2166"/>
                  <a:gd name="T7" fmla="*/ 853 h 929"/>
                  <a:gd name="T8" fmla="*/ 178 w 2166"/>
                  <a:gd name="T9" fmla="*/ 857 h 929"/>
                  <a:gd name="T10" fmla="*/ 214 w 2166"/>
                  <a:gd name="T11" fmla="*/ 870 h 929"/>
                  <a:gd name="T12" fmla="*/ 250 w 2166"/>
                  <a:gd name="T13" fmla="*/ 874 h 929"/>
                  <a:gd name="T14" fmla="*/ 287 w 2166"/>
                  <a:gd name="T15" fmla="*/ 877 h 929"/>
                  <a:gd name="T16" fmla="*/ 323 w 2166"/>
                  <a:gd name="T17" fmla="*/ 880 h 929"/>
                  <a:gd name="T18" fmla="*/ 358 w 2166"/>
                  <a:gd name="T19" fmla="*/ 797 h 929"/>
                  <a:gd name="T20" fmla="*/ 395 w 2166"/>
                  <a:gd name="T21" fmla="*/ 607 h 929"/>
                  <a:gd name="T22" fmla="*/ 431 w 2166"/>
                  <a:gd name="T23" fmla="*/ 585 h 929"/>
                  <a:gd name="T24" fmla="*/ 467 w 2166"/>
                  <a:gd name="T25" fmla="*/ 622 h 929"/>
                  <a:gd name="T26" fmla="*/ 503 w 2166"/>
                  <a:gd name="T27" fmla="*/ 662 h 929"/>
                  <a:gd name="T28" fmla="*/ 539 w 2166"/>
                  <a:gd name="T29" fmla="*/ 700 h 929"/>
                  <a:gd name="T30" fmla="*/ 575 w 2166"/>
                  <a:gd name="T31" fmla="*/ 728 h 929"/>
                  <a:gd name="T32" fmla="*/ 611 w 2166"/>
                  <a:gd name="T33" fmla="*/ 752 h 929"/>
                  <a:gd name="T34" fmla="*/ 647 w 2166"/>
                  <a:gd name="T35" fmla="*/ 776 h 929"/>
                  <a:gd name="T36" fmla="*/ 683 w 2166"/>
                  <a:gd name="T37" fmla="*/ 796 h 929"/>
                  <a:gd name="T38" fmla="*/ 719 w 2166"/>
                  <a:gd name="T39" fmla="*/ 806 h 929"/>
                  <a:gd name="T40" fmla="*/ 756 w 2166"/>
                  <a:gd name="T41" fmla="*/ 814 h 929"/>
                  <a:gd name="T42" fmla="*/ 792 w 2166"/>
                  <a:gd name="T43" fmla="*/ 823 h 929"/>
                  <a:gd name="T44" fmla="*/ 828 w 2166"/>
                  <a:gd name="T45" fmla="*/ 828 h 929"/>
                  <a:gd name="T46" fmla="*/ 864 w 2166"/>
                  <a:gd name="T47" fmla="*/ 828 h 929"/>
                  <a:gd name="T48" fmla="*/ 900 w 2166"/>
                  <a:gd name="T49" fmla="*/ 828 h 929"/>
                  <a:gd name="T50" fmla="*/ 936 w 2166"/>
                  <a:gd name="T51" fmla="*/ 828 h 929"/>
                  <a:gd name="T52" fmla="*/ 972 w 2166"/>
                  <a:gd name="T53" fmla="*/ 830 h 929"/>
                  <a:gd name="T54" fmla="*/ 1008 w 2166"/>
                  <a:gd name="T55" fmla="*/ 835 h 929"/>
                  <a:gd name="T56" fmla="*/ 1044 w 2166"/>
                  <a:gd name="T57" fmla="*/ 841 h 929"/>
                  <a:gd name="T58" fmla="*/ 1080 w 2166"/>
                  <a:gd name="T59" fmla="*/ 848 h 929"/>
                  <a:gd name="T60" fmla="*/ 1116 w 2166"/>
                  <a:gd name="T61" fmla="*/ 859 h 929"/>
                  <a:gd name="T62" fmla="*/ 1152 w 2166"/>
                  <a:gd name="T63" fmla="*/ 867 h 929"/>
                  <a:gd name="T64" fmla="*/ 1188 w 2166"/>
                  <a:gd name="T65" fmla="*/ 871 h 929"/>
                  <a:gd name="T66" fmla="*/ 1224 w 2166"/>
                  <a:gd name="T67" fmla="*/ 881 h 929"/>
                  <a:gd name="T68" fmla="*/ 1261 w 2166"/>
                  <a:gd name="T69" fmla="*/ 889 h 929"/>
                  <a:gd name="T70" fmla="*/ 1297 w 2166"/>
                  <a:gd name="T71" fmla="*/ 896 h 929"/>
                  <a:gd name="T72" fmla="*/ 1333 w 2166"/>
                  <a:gd name="T73" fmla="*/ 902 h 929"/>
                  <a:gd name="T74" fmla="*/ 1369 w 2166"/>
                  <a:gd name="T75" fmla="*/ 905 h 929"/>
                  <a:gd name="T76" fmla="*/ 1405 w 2166"/>
                  <a:gd name="T77" fmla="*/ 907 h 929"/>
                  <a:gd name="T78" fmla="*/ 1441 w 2166"/>
                  <a:gd name="T79" fmla="*/ 916 h 929"/>
                  <a:gd name="T80" fmla="*/ 1477 w 2166"/>
                  <a:gd name="T81" fmla="*/ 926 h 929"/>
                  <a:gd name="T82" fmla="*/ 1513 w 2166"/>
                  <a:gd name="T83" fmla="*/ 929 h 929"/>
                  <a:gd name="T84" fmla="*/ 1549 w 2166"/>
                  <a:gd name="T85" fmla="*/ 923 h 929"/>
                  <a:gd name="T86" fmla="*/ 1585 w 2166"/>
                  <a:gd name="T87" fmla="*/ 441 h 929"/>
                  <a:gd name="T88" fmla="*/ 1621 w 2166"/>
                  <a:gd name="T89" fmla="*/ 140 h 929"/>
                  <a:gd name="T90" fmla="*/ 1657 w 2166"/>
                  <a:gd name="T91" fmla="*/ 27 h 929"/>
                  <a:gd name="T92" fmla="*/ 1693 w 2166"/>
                  <a:gd name="T93" fmla="*/ 16 h 929"/>
                  <a:gd name="T94" fmla="*/ 1730 w 2166"/>
                  <a:gd name="T95" fmla="*/ 112 h 929"/>
                  <a:gd name="T96" fmla="*/ 1766 w 2166"/>
                  <a:gd name="T97" fmla="*/ 209 h 929"/>
                  <a:gd name="T98" fmla="*/ 1802 w 2166"/>
                  <a:gd name="T99" fmla="*/ 323 h 929"/>
                  <a:gd name="T100" fmla="*/ 1838 w 2166"/>
                  <a:gd name="T101" fmla="*/ 433 h 929"/>
                  <a:gd name="T102" fmla="*/ 1874 w 2166"/>
                  <a:gd name="T103" fmla="*/ 544 h 929"/>
                  <a:gd name="T104" fmla="*/ 1910 w 2166"/>
                  <a:gd name="T105" fmla="*/ 616 h 929"/>
                  <a:gd name="T106" fmla="*/ 1946 w 2166"/>
                  <a:gd name="T107" fmla="*/ 673 h 929"/>
                  <a:gd name="T108" fmla="*/ 1982 w 2166"/>
                  <a:gd name="T109" fmla="*/ 744 h 929"/>
                  <a:gd name="T110" fmla="*/ 2018 w 2166"/>
                  <a:gd name="T111" fmla="*/ 789 h 929"/>
                  <a:gd name="T112" fmla="*/ 2054 w 2166"/>
                  <a:gd name="T113" fmla="*/ 817 h 929"/>
                  <a:gd name="T114" fmla="*/ 2091 w 2166"/>
                  <a:gd name="T115" fmla="*/ 841 h 929"/>
                  <a:gd name="T116" fmla="*/ 2127 w 2166"/>
                  <a:gd name="T117" fmla="*/ 863 h 929"/>
                  <a:gd name="T118" fmla="*/ 2163 w 2166"/>
                  <a:gd name="T119" fmla="*/ 854 h 9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66" h="929">
                    <a:moveTo>
                      <a:pt x="0" y="814"/>
                    </a:moveTo>
                    <a:lnTo>
                      <a:pt x="3" y="816"/>
                    </a:lnTo>
                    <a:lnTo>
                      <a:pt x="5" y="817"/>
                    </a:lnTo>
                    <a:lnTo>
                      <a:pt x="8" y="820"/>
                    </a:lnTo>
                    <a:lnTo>
                      <a:pt x="10" y="822"/>
                    </a:lnTo>
                    <a:lnTo>
                      <a:pt x="12" y="823"/>
                    </a:lnTo>
                    <a:lnTo>
                      <a:pt x="15" y="826"/>
                    </a:lnTo>
                    <a:lnTo>
                      <a:pt x="17" y="828"/>
                    </a:lnTo>
                    <a:lnTo>
                      <a:pt x="20" y="829"/>
                    </a:lnTo>
                    <a:lnTo>
                      <a:pt x="22" y="832"/>
                    </a:lnTo>
                    <a:lnTo>
                      <a:pt x="24" y="833"/>
                    </a:lnTo>
                    <a:lnTo>
                      <a:pt x="27" y="834"/>
                    </a:lnTo>
                    <a:lnTo>
                      <a:pt x="29" y="839"/>
                    </a:lnTo>
                    <a:lnTo>
                      <a:pt x="32" y="841"/>
                    </a:lnTo>
                    <a:lnTo>
                      <a:pt x="34" y="842"/>
                    </a:lnTo>
                    <a:lnTo>
                      <a:pt x="36" y="846"/>
                    </a:lnTo>
                    <a:lnTo>
                      <a:pt x="39" y="848"/>
                    </a:lnTo>
                    <a:lnTo>
                      <a:pt x="41" y="849"/>
                    </a:lnTo>
                    <a:lnTo>
                      <a:pt x="44" y="848"/>
                    </a:lnTo>
                    <a:lnTo>
                      <a:pt x="46" y="851"/>
                    </a:lnTo>
                    <a:lnTo>
                      <a:pt x="48" y="853"/>
                    </a:lnTo>
                    <a:lnTo>
                      <a:pt x="51" y="850"/>
                    </a:lnTo>
                    <a:lnTo>
                      <a:pt x="53" y="850"/>
                    </a:lnTo>
                    <a:lnTo>
                      <a:pt x="56" y="851"/>
                    </a:lnTo>
                    <a:lnTo>
                      <a:pt x="58" y="848"/>
                    </a:lnTo>
                    <a:lnTo>
                      <a:pt x="60" y="848"/>
                    </a:lnTo>
                    <a:lnTo>
                      <a:pt x="63" y="848"/>
                    </a:lnTo>
                    <a:lnTo>
                      <a:pt x="65" y="845"/>
                    </a:lnTo>
                    <a:lnTo>
                      <a:pt x="68" y="845"/>
                    </a:lnTo>
                    <a:lnTo>
                      <a:pt x="70" y="844"/>
                    </a:lnTo>
                    <a:lnTo>
                      <a:pt x="72" y="841"/>
                    </a:lnTo>
                    <a:lnTo>
                      <a:pt x="75" y="841"/>
                    </a:lnTo>
                    <a:lnTo>
                      <a:pt x="77" y="841"/>
                    </a:lnTo>
                    <a:lnTo>
                      <a:pt x="80" y="839"/>
                    </a:lnTo>
                    <a:lnTo>
                      <a:pt x="82" y="838"/>
                    </a:lnTo>
                    <a:lnTo>
                      <a:pt x="84" y="839"/>
                    </a:lnTo>
                    <a:lnTo>
                      <a:pt x="87" y="838"/>
                    </a:lnTo>
                    <a:lnTo>
                      <a:pt x="89" y="838"/>
                    </a:lnTo>
                    <a:lnTo>
                      <a:pt x="92" y="838"/>
                    </a:lnTo>
                    <a:lnTo>
                      <a:pt x="94" y="839"/>
                    </a:lnTo>
                    <a:lnTo>
                      <a:pt x="96" y="838"/>
                    </a:lnTo>
                    <a:lnTo>
                      <a:pt x="99" y="838"/>
                    </a:lnTo>
                    <a:lnTo>
                      <a:pt x="101" y="840"/>
                    </a:lnTo>
                    <a:lnTo>
                      <a:pt x="104" y="840"/>
                    </a:lnTo>
                    <a:lnTo>
                      <a:pt x="106" y="840"/>
                    </a:lnTo>
                    <a:lnTo>
                      <a:pt x="108" y="842"/>
                    </a:lnTo>
                    <a:lnTo>
                      <a:pt x="111" y="842"/>
                    </a:lnTo>
                    <a:lnTo>
                      <a:pt x="113" y="842"/>
                    </a:lnTo>
                    <a:lnTo>
                      <a:pt x="115" y="843"/>
                    </a:lnTo>
                    <a:lnTo>
                      <a:pt x="118" y="845"/>
                    </a:lnTo>
                    <a:lnTo>
                      <a:pt x="120" y="843"/>
                    </a:lnTo>
                    <a:lnTo>
                      <a:pt x="123" y="844"/>
                    </a:lnTo>
                    <a:lnTo>
                      <a:pt x="125" y="848"/>
                    </a:lnTo>
                    <a:lnTo>
                      <a:pt x="128" y="846"/>
                    </a:lnTo>
                    <a:lnTo>
                      <a:pt x="130" y="847"/>
                    </a:lnTo>
                    <a:lnTo>
                      <a:pt x="132" y="850"/>
                    </a:lnTo>
                    <a:lnTo>
                      <a:pt x="135" y="850"/>
                    </a:lnTo>
                    <a:lnTo>
                      <a:pt x="137" y="850"/>
                    </a:lnTo>
                    <a:lnTo>
                      <a:pt x="140" y="852"/>
                    </a:lnTo>
                    <a:lnTo>
                      <a:pt x="142" y="853"/>
                    </a:lnTo>
                    <a:lnTo>
                      <a:pt x="144" y="852"/>
                    </a:lnTo>
                    <a:lnTo>
                      <a:pt x="147" y="855"/>
                    </a:lnTo>
                    <a:lnTo>
                      <a:pt x="149" y="856"/>
                    </a:lnTo>
                    <a:lnTo>
                      <a:pt x="152" y="854"/>
                    </a:lnTo>
                    <a:lnTo>
                      <a:pt x="154" y="857"/>
                    </a:lnTo>
                    <a:lnTo>
                      <a:pt x="156" y="857"/>
                    </a:lnTo>
                    <a:lnTo>
                      <a:pt x="159" y="856"/>
                    </a:lnTo>
                    <a:lnTo>
                      <a:pt x="161" y="856"/>
                    </a:lnTo>
                    <a:lnTo>
                      <a:pt x="164" y="857"/>
                    </a:lnTo>
                    <a:lnTo>
                      <a:pt x="166" y="857"/>
                    </a:lnTo>
                    <a:lnTo>
                      <a:pt x="169" y="855"/>
                    </a:lnTo>
                    <a:lnTo>
                      <a:pt x="171" y="857"/>
                    </a:lnTo>
                    <a:lnTo>
                      <a:pt x="173" y="858"/>
                    </a:lnTo>
                    <a:lnTo>
                      <a:pt x="176" y="856"/>
                    </a:lnTo>
                    <a:lnTo>
                      <a:pt x="178" y="857"/>
                    </a:lnTo>
                    <a:lnTo>
                      <a:pt x="181" y="860"/>
                    </a:lnTo>
                    <a:lnTo>
                      <a:pt x="183" y="860"/>
                    </a:lnTo>
                    <a:lnTo>
                      <a:pt x="185" y="857"/>
                    </a:lnTo>
                    <a:lnTo>
                      <a:pt x="188" y="861"/>
                    </a:lnTo>
                    <a:lnTo>
                      <a:pt x="190" y="862"/>
                    </a:lnTo>
                    <a:lnTo>
                      <a:pt x="193" y="860"/>
                    </a:lnTo>
                    <a:lnTo>
                      <a:pt x="195" y="864"/>
                    </a:lnTo>
                    <a:lnTo>
                      <a:pt x="197" y="864"/>
                    </a:lnTo>
                    <a:lnTo>
                      <a:pt x="200" y="862"/>
                    </a:lnTo>
                    <a:lnTo>
                      <a:pt x="202" y="865"/>
                    </a:lnTo>
                    <a:lnTo>
                      <a:pt x="205" y="866"/>
                    </a:lnTo>
                    <a:lnTo>
                      <a:pt x="207" y="866"/>
                    </a:lnTo>
                    <a:lnTo>
                      <a:pt x="209" y="867"/>
                    </a:lnTo>
                    <a:lnTo>
                      <a:pt x="212" y="869"/>
                    </a:lnTo>
                    <a:lnTo>
                      <a:pt x="214" y="870"/>
                    </a:lnTo>
                    <a:lnTo>
                      <a:pt x="217" y="869"/>
                    </a:lnTo>
                    <a:lnTo>
                      <a:pt x="219" y="869"/>
                    </a:lnTo>
                    <a:lnTo>
                      <a:pt x="222" y="870"/>
                    </a:lnTo>
                    <a:lnTo>
                      <a:pt x="224" y="870"/>
                    </a:lnTo>
                    <a:lnTo>
                      <a:pt x="226" y="869"/>
                    </a:lnTo>
                    <a:lnTo>
                      <a:pt x="229" y="871"/>
                    </a:lnTo>
                    <a:lnTo>
                      <a:pt x="231" y="869"/>
                    </a:lnTo>
                    <a:lnTo>
                      <a:pt x="234" y="868"/>
                    </a:lnTo>
                    <a:lnTo>
                      <a:pt x="236" y="870"/>
                    </a:lnTo>
                    <a:lnTo>
                      <a:pt x="238" y="870"/>
                    </a:lnTo>
                    <a:lnTo>
                      <a:pt x="241" y="869"/>
                    </a:lnTo>
                    <a:lnTo>
                      <a:pt x="243" y="872"/>
                    </a:lnTo>
                    <a:lnTo>
                      <a:pt x="246" y="872"/>
                    </a:lnTo>
                    <a:lnTo>
                      <a:pt x="248" y="871"/>
                    </a:lnTo>
                    <a:lnTo>
                      <a:pt x="250" y="874"/>
                    </a:lnTo>
                    <a:lnTo>
                      <a:pt x="253" y="875"/>
                    </a:lnTo>
                    <a:lnTo>
                      <a:pt x="255" y="874"/>
                    </a:lnTo>
                    <a:lnTo>
                      <a:pt x="258" y="875"/>
                    </a:lnTo>
                    <a:lnTo>
                      <a:pt x="260" y="877"/>
                    </a:lnTo>
                    <a:lnTo>
                      <a:pt x="263" y="875"/>
                    </a:lnTo>
                    <a:lnTo>
                      <a:pt x="265" y="877"/>
                    </a:lnTo>
                    <a:lnTo>
                      <a:pt x="267" y="878"/>
                    </a:lnTo>
                    <a:lnTo>
                      <a:pt x="270" y="877"/>
                    </a:lnTo>
                    <a:lnTo>
                      <a:pt x="272" y="879"/>
                    </a:lnTo>
                    <a:lnTo>
                      <a:pt x="275" y="880"/>
                    </a:lnTo>
                    <a:lnTo>
                      <a:pt x="277" y="877"/>
                    </a:lnTo>
                    <a:lnTo>
                      <a:pt x="279" y="878"/>
                    </a:lnTo>
                    <a:lnTo>
                      <a:pt x="282" y="880"/>
                    </a:lnTo>
                    <a:lnTo>
                      <a:pt x="284" y="877"/>
                    </a:lnTo>
                    <a:lnTo>
                      <a:pt x="287" y="877"/>
                    </a:lnTo>
                    <a:lnTo>
                      <a:pt x="289" y="878"/>
                    </a:lnTo>
                    <a:lnTo>
                      <a:pt x="291" y="878"/>
                    </a:lnTo>
                    <a:lnTo>
                      <a:pt x="294" y="877"/>
                    </a:lnTo>
                    <a:lnTo>
                      <a:pt x="296" y="876"/>
                    </a:lnTo>
                    <a:lnTo>
                      <a:pt x="299" y="877"/>
                    </a:lnTo>
                    <a:lnTo>
                      <a:pt x="301" y="877"/>
                    </a:lnTo>
                    <a:lnTo>
                      <a:pt x="303" y="876"/>
                    </a:lnTo>
                    <a:lnTo>
                      <a:pt x="306" y="877"/>
                    </a:lnTo>
                    <a:lnTo>
                      <a:pt x="308" y="877"/>
                    </a:lnTo>
                    <a:lnTo>
                      <a:pt x="311" y="877"/>
                    </a:lnTo>
                    <a:lnTo>
                      <a:pt x="313" y="878"/>
                    </a:lnTo>
                    <a:lnTo>
                      <a:pt x="315" y="878"/>
                    </a:lnTo>
                    <a:lnTo>
                      <a:pt x="318" y="877"/>
                    </a:lnTo>
                    <a:lnTo>
                      <a:pt x="320" y="878"/>
                    </a:lnTo>
                    <a:lnTo>
                      <a:pt x="323" y="880"/>
                    </a:lnTo>
                    <a:lnTo>
                      <a:pt x="325" y="880"/>
                    </a:lnTo>
                    <a:lnTo>
                      <a:pt x="327" y="883"/>
                    </a:lnTo>
                    <a:lnTo>
                      <a:pt x="330" y="887"/>
                    </a:lnTo>
                    <a:lnTo>
                      <a:pt x="332" y="887"/>
                    </a:lnTo>
                    <a:lnTo>
                      <a:pt x="335" y="889"/>
                    </a:lnTo>
                    <a:lnTo>
                      <a:pt x="337" y="892"/>
                    </a:lnTo>
                    <a:lnTo>
                      <a:pt x="339" y="888"/>
                    </a:lnTo>
                    <a:lnTo>
                      <a:pt x="342" y="880"/>
                    </a:lnTo>
                    <a:lnTo>
                      <a:pt x="344" y="874"/>
                    </a:lnTo>
                    <a:lnTo>
                      <a:pt x="347" y="865"/>
                    </a:lnTo>
                    <a:lnTo>
                      <a:pt x="349" y="853"/>
                    </a:lnTo>
                    <a:lnTo>
                      <a:pt x="351" y="840"/>
                    </a:lnTo>
                    <a:lnTo>
                      <a:pt x="354" y="827"/>
                    </a:lnTo>
                    <a:lnTo>
                      <a:pt x="356" y="812"/>
                    </a:lnTo>
                    <a:lnTo>
                      <a:pt x="358" y="797"/>
                    </a:lnTo>
                    <a:lnTo>
                      <a:pt x="361" y="782"/>
                    </a:lnTo>
                    <a:lnTo>
                      <a:pt x="363" y="765"/>
                    </a:lnTo>
                    <a:lnTo>
                      <a:pt x="366" y="750"/>
                    </a:lnTo>
                    <a:lnTo>
                      <a:pt x="368" y="735"/>
                    </a:lnTo>
                    <a:lnTo>
                      <a:pt x="370" y="720"/>
                    </a:lnTo>
                    <a:lnTo>
                      <a:pt x="373" y="706"/>
                    </a:lnTo>
                    <a:lnTo>
                      <a:pt x="375" y="692"/>
                    </a:lnTo>
                    <a:lnTo>
                      <a:pt x="378" y="679"/>
                    </a:lnTo>
                    <a:lnTo>
                      <a:pt x="380" y="666"/>
                    </a:lnTo>
                    <a:lnTo>
                      <a:pt x="382" y="655"/>
                    </a:lnTo>
                    <a:lnTo>
                      <a:pt x="385" y="643"/>
                    </a:lnTo>
                    <a:lnTo>
                      <a:pt x="387" y="633"/>
                    </a:lnTo>
                    <a:lnTo>
                      <a:pt x="390" y="623"/>
                    </a:lnTo>
                    <a:lnTo>
                      <a:pt x="392" y="614"/>
                    </a:lnTo>
                    <a:lnTo>
                      <a:pt x="395" y="607"/>
                    </a:lnTo>
                    <a:lnTo>
                      <a:pt x="397" y="599"/>
                    </a:lnTo>
                    <a:lnTo>
                      <a:pt x="399" y="593"/>
                    </a:lnTo>
                    <a:lnTo>
                      <a:pt x="402" y="588"/>
                    </a:lnTo>
                    <a:lnTo>
                      <a:pt x="404" y="584"/>
                    </a:lnTo>
                    <a:lnTo>
                      <a:pt x="407" y="581"/>
                    </a:lnTo>
                    <a:lnTo>
                      <a:pt x="409" y="578"/>
                    </a:lnTo>
                    <a:lnTo>
                      <a:pt x="411" y="577"/>
                    </a:lnTo>
                    <a:lnTo>
                      <a:pt x="414" y="576"/>
                    </a:lnTo>
                    <a:lnTo>
                      <a:pt x="416" y="576"/>
                    </a:lnTo>
                    <a:lnTo>
                      <a:pt x="419" y="577"/>
                    </a:lnTo>
                    <a:lnTo>
                      <a:pt x="421" y="578"/>
                    </a:lnTo>
                    <a:lnTo>
                      <a:pt x="423" y="579"/>
                    </a:lnTo>
                    <a:lnTo>
                      <a:pt x="426" y="581"/>
                    </a:lnTo>
                    <a:lnTo>
                      <a:pt x="428" y="583"/>
                    </a:lnTo>
                    <a:lnTo>
                      <a:pt x="431" y="585"/>
                    </a:lnTo>
                    <a:lnTo>
                      <a:pt x="433" y="587"/>
                    </a:lnTo>
                    <a:lnTo>
                      <a:pt x="436" y="590"/>
                    </a:lnTo>
                    <a:lnTo>
                      <a:pt x="438" y="591"/>
                    </a:lnTo>
                    <a:lnTo>
                      <a:pt x="440" y="594"/>
                    </a:lnTo>
                    <a:lnTo>
                      <a:pt x="443" y="596"/>
                    </a:lnTo>
                    <a:lnTo>
                      <a:pt x="445" y="598"/>
                    </a:lnTo>
                    <a:lnTo>
                      <a:pt x="448" y="601"/>
                    </a:lnTo>
                    <a:lnTo>
                      <a:pt x="450" y="603"/>
                    </a:lnTo>
                    <a:lnTo>
                      <a:pt x="452" y="605"/>
                    </a:lnTo>
                    <a:lnTo>
                      <a:pt x="455" y="608"/>
                    </a:lnTo>
                    <a:lnTo>
                      <a:pt x="457" y="611"/>
                    </a:lnTo>
                    <a:lnTo>
                      <a:pt x="460" y="614"/>
                    </a:lnTo>
                    <a:lnTo>
                      <a:pt x="462" y="616"/>
                    </a:lnTo>
                    <a:lnTo>
                      <a:pt x="464" y="619"/>
                    </a:lnTo>
                    <a:lnTo>
                      <a:pt x="467" y="622"/>
                    </a:lnTo>
                    <a:lnTo>
                      <a:pt x="469" y="624"/>
                    </a:lnTo>
                    <a:lnTo>
                      <a:pt x="472" y="627"/>
                    </a:lnTo>
                    <a:lnTo>
                      <a:pt x="474" y="630"/>
                    </a:lnTo>
                    <a:lnTo>
                      <a:pt x="476" y="633"/>
                    </a:lnTo>
                    <a:lnTo>
                      <a:pt x="479" y="636"/>
                    </a:lnTo>
                    <a:lnTo>
                      <a:pt x="481" y="638"/>
                    </a:lnTo>
                    <a:lnTo>
                      <a:pt x="484" y="640"/>
                    </a:lnTo>
                    <a:lnTo>
                      <a:pt x="486" y="643"/>
                    </a:lnTo>
                    <a:lnTo>
                      <a:pt x="489" y="645"/>
                    </a:lnTo>
                    <a:lnTo>
                      <a:pt x="491" y="648"/>
                    </a:lnTo>
                    <a:lnTo>
                      <a:pt x="493" y="651"/>
                    </a:lnTo>
                    <a:lnTo>
                      <a:pt x="496" y="653"/>
                    </a:lnTo>
                    <a:lnTo>
                      <a:pt x="498" y="656"/>
                    </a:lnTo>
                    <a:lnTo>
                      <a:pt x="501" y="659"/>
                    </a:lnTo>
                    <a:lnTo>
                      <a:pt x="503" y="662"/>
                    </a:lnTo>
                    <a:lnTo>
                      <a:pt x="505" y="664"/>
                    </a:lnTo>
                    <a:lnTo>
                      <a:pt x="508" y="667"/>
                    </a:lnTo>
                    <a:lnTo>
                      <a:pt x="510" y="670"/>
                    </a:lnTo>
                    <a:lnTo>
                      <a:pt x="513" y="673"/>
                    </a:lnTo>
                    <a:lnTo>
                      <a:pt x="515" y="676"/>
                    </a:lnTo>
                    <a:lnTo>
                      <a:pt x="517" y="679"/>
                    </a:lnTo>
                    <a:lnTo>
                      <a:pt x="520" y="682"/>
                    </a:lnTo>
                    <a:lnTo>
                      <a:pt x="522" y="685"/>
                    </a:lnTo>
                    <a:lnTo>
                      <a:pt x="525" y="687"/>
                    </a:lnTo>
                    <a:lnTo>
                      <a:pt x="527" y="689"/>
                    </a:lnTo>
                    <a:lnTo>
                      <a:pt x="530" y="692"/>
                    </a:lnTo>
                    <a:lnTo>
                      <a:pt x="532" y="694"/>
                    </a:lnTo>
                    <a:lnTo>
                      <a:pt x="534" y="696"/>
                    </a:lnTo>
                    <a:lnTo>
                      <a:pt x="537" y="698"/>
                    </a:lnTo>
                    <a:lnTo>
                      <a:pt x="539" y="700"/>
                    </a:lnTo>
                    <a:lnTo>
                      <a:pt x="542" y="703"/>
                    </a:lnTo>
                    <a:lnTo>
                      <a:pt x="544" y="705"/>
                    </a:lnTo>
                    <a:lnTo>
                      <a:pt x="546" y="708"/>
                    </a:lnTo>
                    <a:lnTo>
                      <a:pt x="549" y="710"/>
                    </a:lnTo>
                    <a:lnTo>
                      <a:pt x="551" y="713"/>
                    </a:lnTo>
                    <a:lnTo>
                      <a:pt x="554" y="714"/>
                    </a:lnTo>
                    <a:lnTo>
                      <a:pt x="556" y="716"/>
                    </a:lnTo>
                    <a:lnTo>
                      <a:pt x="558" y="718"/>
                    </a:lnTo>
                    <a:lnTo>
                      <a:pt x="561" y="720"/>
                    </a:lnTo>
                    <a:lnTo>
                      <a:pt x="563" y="721"/>
                    </a:lnTo>
                    <a:lnTo>
                      <a:pt x="566" y="723"/>
                    </a:lnTo>
                    <a:lnTo>
                      <a:pt x="568" y="724"/>
                    </a:lnTo>
                    <a:lnTo>
                      <a:pt x="570" y="725"/>
                    </a:lnTo>
                    <a:lnTo>
                      <a:pt x="573" y="726"/>
                    </a:lnTo>
                    <a:lnTo>
                      <a:pt x="575" y="728"/>
                    </a:lnTo>
                    <a:lnTo>
                      <a:pt x="578" y="729"/>
                    </a:lnTo>
                    <a:lnTo>
                      <a:pt x="580" y="731"/>
                    </a:lnTo>
                    <a:lnTo>
                      <a:pt x="582" y="733"/>
                    </a:lnTo>
                    <a:lnTo>
                      <a:pt x="585" y="735"/>
                    </a:lnTo>
                    <a:lnTo>
                      <a:pt x="587" y="737"/>
                    </a:lnTo>
                    <a:lnTo>
                      <a:pt x="590" y="738"/>
                    </a:lnTo>
                    <a:lnTo>
                      <a:pt x="592" y="740"/>
                    </a:lnTo>
                    <a:lnTo>
                      <a:pt x="594" y="742"/>
                    </a:lnTo>
                    <a:lnTo>
                      <a:pt x="597" y="743"/>
                    </a:lnTo>
                    <a:lnTo>
                      <a:pt x="599" y="744"/>
                    </a:lnTo>
                    <a:lnTo>
                      <a:pt x="601" y="746"/>
                    </a:lnTo>
                    <a:lnTo>
                      <a:pt x="604" y="748"/>
                    </a:lnTo>
                    <a:lnTo>
                      <a:pt x="606" y="749"/>
                    </a:lnTo>
                    <a:lnTo>
                      <a:pt x="609" y="751"/>
                    </a:lnTo>
                    <a:lnTo>
                      <a:pt x="611" y="752"/>
                    </a:lnTo>
                    <a:lnTo>
                      <a:pt x="613" y="754"/>
                    </a:lnTo>
                    <a:lnTo>
                      <a:pt x="616" y="755"/>
                    </a:lnTo>
                    <a:lnTo>
                      <a:pt x="618" y="757"/>
                    </a:lnTo>
                    <a:lnTo>
                      <a:pt x="621" y="759"/>
                    </a:lnTo>
                    <a:lnTo>
                      <a:pt x="623" y="761"/>
                    </a:lnTo>
                    <a:lnTo>
                      <a:pt x="625" y="763"/>
                    </a:lnTo>
                    <a:lnTo>
                      <a:pt x="628" y="764"/>
                    </a:lnTo>
                    <a:lnTo>
                      <a:pt x="630" y="766"/>
                    </a:lnTo>
                    <a:lnTo>
                      <a:pt x="633" y="767"/>
                    </a:lnTo>
                    <a:lnTo>
                      <a:pt x="635" y="769"/>
                    </a:lnTo>
                    <a:lnTo>
                      <a:pt x="637" y="770"/>
                    </a:lnTo>
                    <a:lnTo>
                      <a:pt x="640" y="771"/>
                    </a:lnTo>
                    <a:lnTo>
                      <a:pt x="642" y="773"/>
                    </a:lnTo>
                    <a:lnTo>
                      <a:pt x="645" y="774"/>
                    </a:lnTo>
                    <a:lnTo>
                      <a:pt x="647" y="776"/>
                    </a:lnTo>
                    <a:lnTo>
                      <a:pt x="649" y="778"/>
                    </a:lnTo>
                    <a:lnTo>
                      <a:pt x="652" y="779"/>
                    </a:lnTo>
                    <a:lnTo>
                      <a:pt x="654" y="780"/>
                    </a:lnTo>
                    <a:lnTo>
                      <a:pt x="657" y="782"/>
                    </a:lnTo>
                    <a:lnTo>
                      <a:pt x="659" y="783"/>
                    </a:lnTo>
                    <a:lnTo>
                      <a:pt x="662" y="785"/>
                    </a:lnTo>
                    <a:lnTo>
                      <a:pt x="664" y="786"/>
                    </a:lnTo>
                    <a:lnTo>
                      <a:pt x="666" y="788"/>
                    </a:lnTo>
                    <a:lnTo>
                      <a:pt x="669" y="789"/>
                    </a:lnTo>
                    <a:lnTo>
                      <a:pt x="671" y="791"/>
                    </a:lnTo>
                    <a:lnTo>
                      <a:pt x="674" y="792"/>
                    </a:lnTo>
                    <a:lnTo>
                      <a:pt x="676" y="792"/>
                    </a:lnTo>
                    <a:lnTo>
                      <a:pt x="678" y="794"/>
                    </a:lnTo>
                    <a:lnTo>
                      <a:pt x="681" y="795"/>
                    </a:lnTo>
                    <a:lnTo>
                      <a:pt x="683" y="796"/>
                    </a:lnTo>
                    <a:lnTo>
                      <a:pt x="686" y="797"/>
                    </a:lnTo>
                    <a:lnTo>
                      <a:pt x="688" y="798"/>
                    </a:lnTo>
                    <a:lnTo>
                      <a:pt x="690" y="799"/>
                    </a:lnTo>
                    <a:lnTo>
                      <a:pt x="693" y="800"/>
                    </a:lnTo>
                    <a:lnTo>
                      <a:pt x="695" y="801"/>
                    </a:lnTo>
                    <a:lnTo>
                      <a:pt x="698" y="802"/>
                    </a:lnTo>
                    <a:lnTo>
                      <a:pt x="700" y="803"/>
                    </a:lnTo>
                    <a:lnTo>
                      <a:pt x="703" y="803"/>
                    </a:lnTo>
                    <a:lnTo>
                      <a:pt x="705" y="804"/>
                    </a:lnTo>
                    <a:lnTo>
                      <a:pt x="707" y="804"/>
                    </a:lnTo>
                    <a:lnTo>
                      <a:pt x="710" y="805"/>
                    </a:lnTo>
                    <a:lnTo>
                      <a:pt x="712" y="805"/>
                    </a:lnTo>
                    <a:lnTo>
                      <a:pt x="715" y="805"/>
                    </a:lnTo>
                    <a:lnTo>
                      <a:pt x="717" y="806"/>
                    </a:lnTo>
                    <a:lnTo>
                      <a:pt x="719" y="806"/>
                    </a:lnTo>
                    <a:lnTo>
                      <a:pt x="722" y="806"/>
                    </a:lnTo>
                    <a:lnTo>
                      <a:pt x="724" y="807"/>
                    </a:lnTo>
                    <a:lnTo>
                      <a:pt x="727" y="808"/>
                    </a:lnTo>
                    <a:lnTo>
                      <a:pt x="729" y="808"/>
                    </a:lnTo>
                    <a:lnTo>
                      <a:pt x="731" y="809"/>
                    </a:lnTo>
                    <a:lnTo>
                      <a:pt x="734" y="809"/>
                    </a:lnTo>
                    <a:lnTo>
                      <a:pt x="736" y="810"/>
                    </a:lnTo>
                    <a:lnTo>
                      <a:pt x="739" y="811"/>
                    </a:lnTo>
                    <a:lnTo>
                      <a:pt x="741" y="811"/>
                    </a:lnTo>
                    <a:lnTo>
                      <a:pt x="743" y="812"/>
                    </a:lnTo>
                    <a:lnTo>
                      <a:pt x="746" y="812"/>
                    </a:lnTo>
                    <a:lnTo>
                      <a:pt x="748" y="813"/>
                    </a:lnTo>
                    <a:lnTo>
                      <a:pt x="751" y="813"/>
                    </a:lnTo>
                    <a:lnTo>
                      <a:pt x="753" y="814"/>
                    </a:lnTo>
                    <a:lnTo>
                      <a:pt x="756" y="814"/>
                    </a:lnTo>
                    <a:lnTo>
                      <a:pt x="758" y="815"/>
                    </a:lnTo>
                    <a:lnTo>
                      <a:pt x="760" y="815"/>
                    </a:lnTo>
                    <a:lnTo>
                      <a:pt x="763" y="816"/>
                    </a:lnTo>
                    <a:lnTo>
                      <a:pt x="765" y="817"/>
                    </a:lnTo>
                    <a:lnTo>
                      <a:pt x="768" y="817"/>
                    </a:lnTo>
                    <a:lnTo>
                      <a:pt x="770" y="818"/>
                    </a:lnTo>
                    <a:lnTo>
                      <a:pt x="772" y="818"/>
                    </a:lnTo>
                    <a:lnTo>
                      <a:pt x="775" y="819"/>
                    </a:lnTo>
                    <a:lnTo>
                      <a:pt x="777" y="819"/>
                    </a:lnTo>
                    <a:lnTo>
                      <a:pt x="780" y="820"/>
                    </a:lnTo>
                    <a:lnTo>
                      <a:pt x="782" y="820"/>
                    </a:lnTo>
                    <a:lnTo>
                      <a:pt x="784" y="821"/>
                    </a:lnTo>
                    <a:lnTo>
                      <a:pt x="787" y="821"/>
                    </a:lnTo>
                    <a:lnTo>
                      <a:pt x="789" y="822"/>
                    </a:lnTo>
                    <a:lnTo>
                      <a:pt x="792" y="823"/>
                    </a:lnTo>
                    <a:lnTo>
                      <a:pt x="794" y="823"/>
                    </a:lnTo>
                    <a:lnTo>
                      <a:pt x="797" y="823"/>
                    </a:lnTo>
                    <a:lnTo>
                      <a:pt x="799" y="824"/>
                    </a:lnTo>
                    <a:lnTo>
                      <a:pt x="801" y="824"/>
                    </a:lnTo>
                    <a:lnTo>
                      <a:pt x="804" y="825"/>
                    </a:lnTo>
                    <a:lnTo>
                      <a:pt x="806" y="825"/>
                    </a:lnTo>
                    <a:lnTo>
                      <a:pt x="809" y="825"/>
                    </a:lnTo>
                    <a:lnTo>
                      <a:pt x="811" y="826"/>
                    </a:lnTo>
                    <a:lnTo>
                      <a:pt x="813" y="826"/>
                    </a:lnTo>
                    <a:lnTo>
                      <a:pt x="816" y="826"/>
                    </a:lnTo>
                    <a:lnTo>
                      <a:pt x="818" y="826"/>
                    </a:lnTo>
                    <a:lnTo>
                      <a:pt x="821" y="827"/>
                    </a:lnTo>
                    <a:lnTo>
                      <a:pt x="823" y="828"/>
                    </a:lnTo>
                    <a:lnTo>
                      <a:pt x="825" y="828"/>
                    </a:lnTo>
                    <a:lnTo>
                      <a:pt x="828" y="828"/>
                    </a:lnTo>
                    <a:lnTo>
                      <a:pt x="830" y="828"/>
                    </a:lnTo>
                    <a:lnTo>
                      <a:pt x="833" y="828"/>
                    </a:lnTo>
                    <a:lnTo>
                      <a:pt x="835" y="828"/>
                    </a:lnTo>
                    <a:lnTo>
                      <a:pt x="837" y="828"/>
                    </a:lnTo>
                    <a:lnTo>
                      <a:pt x="840" y="828"/>
                    </a:lnTo>
                    <a:lnTo>
                      <a:pt x="842" y="828"/>
                    </a:lnTo>
                    <a:lnTo>
                      <a:pt x="845" y="828"/>
                    </a:lnTo>
                    <a:lnTo>
                      <a:pt x="847" y="827"/>
                    </a:lnTo>
                    <a:lnTo>
                      <a:pt x="849" y="827"/>
                    </a:lnTo>
                    <a:lnTo>
                      <a:pt x="852" y="826"/>
                    </a:lnTo>
                    <a:lnTo>
                      <a:pt x="854" y="826"/>
                    </a:lnTo>
                    <a:lnTo>
                      <a:pt x="856" y="826"/>
                    </a:lnTo>
                    <a:lnTo>
                      <a:pt x="859" y="827"/>
                    </a:lnTo>
                    <a:lnTo>
                      <a:pt x="861" y="827"/>
                    </a:lnTo>
                    <a:lnTo>
                      <a:pt x="864" y="828"/>
                    </a:lnTo>
                    <a:lnTo>
                      <a:pt x="866" y="828"/>
                    </a:lnTo>
                    <a:lnTo>
                      <a:pt x="868" y="828"/>
                    </a:lnTo>
                    <a:lnTo>
                      <a:pt x="871" y="828"/>
                    </a:lnTo>
                    <a:lnTo>
                      <a:pt x="873" y="828"/>
                    </a:lnTo>
                    <a:lnTo>
                      <a:pt x="876" y="828"/>
                    </a:lnTo>
                    <a:lnTo>
                      <a:pt x="878" y="827"/>
                    </a:lnTo>
                    <a:lnTo>
                      <a:pt x="880" y="827"/>
                    </a:lnTo>
                    <a:lnTo>
                      <a:pt x="883" y="827"/>
                    </a:lnTo>
                    <a:lnTo>
                      <a:pt x="885" y="826"/>
                    </a:lnTo>
                    <a:lnTo>
                      <a:pt x="888" y="826"/>
                    </a:lnTo>
                    <a:lnTo>
                      <a:pt x="890" y="826"/>
                    </a:lnTo>
                    <a:lnTo>
                      <a:pt x="892" y="826"/>
                    </a:lnTo>
                    <a:lnTo>
                      <a:pt x="895" y="826"/>
                    </a:lnTo>
                    <a:lnTo>
                      <a:pt x="897" y="827"/>
                    </a:lnTo>
                    <a:lnTo>
                      <a:pt x="900" y="828"/>
                    </a:lnTo>
                    <a:lnTo>
                      <a:pt x="902" y="828"/>
                    </a:lnTo>
                    <a:lnTo>
                      <a:pt x="904" y="828"/>
                    </a:lnTo>
                    <a:lnTo>
                      <a:pt x="907" y="829"/>
                    </a:lnTo>
                    <a:lnTo>
                      <a:pt x="909" y="829"/>
                    </a:lnTo>
                    <a:lnTo>
                      <a:pt x="912" y="829"/>
                    </a:lnTo>
                    <a:lnTo>
                      <a:pt x="914" y="828"/>
                    </a:lnTo>
                    <a:lnTo>
                      <a:pt x="916" y="828"/>
                    </a:lnTo>
                    <a:lnTo>
                      <a:pt x="919" y="828"/>
                    </a:lnTo>
                    <a:lnTo>
                      <a:pt x="921" y="828"/>
                    </a:lnTo>
                    <a:lnTo>
                      <a:pt x="924" y="828"/>
                    </a:lnTo>
                    <a:lnTo>
                      <a:pt x="926" y="827"/>
                    </a:lnTo>
                    <a:lnTo>
                      <a:pt x="929" y="827"/>
                    </a:lnTo>
                    <a:lnTo>
                      <a:pt x="931" y="827"/>
                    </a:lnTo>
                    <a:lnTo>
                      <a:pt x="933" y="828"/>
                    </a:lnTo>
                    <a:lnTo>
                      <a:pt x="936" y="828"/>
                    </a:lnTo>
                    <a:lnTo>
                      <a:pt x="938" y="829"/>
                    </a:lnTo>
                    <a:lnTo>
                      <a:pt x="941" y="829"/>
                    </a:lnTo>
                    <a:lnTo>
                      <a:pt x="943" y="829"/>
                    </a:lnTo>
                    <a:lnTo>
                      <a:pt x="945" y="830"/>
                    </a:lnTo>
                    <a:lnTo>
                      <a:pt x="948" y="830"/>
                    </a:lnTo>
                    <a:lnTo>
                      <a:pt x="950" y="830"/>
                    </a:lnTo>
                    <a:lnTo>
                      <a:pt x="953" y="830"/>
                    </a:lnTo>
                    <a:lnTo>
                      <a:pt x="955" y="830"/>
                    </a:lnTo>
                    <a:lnTo>
                      <a:pt x="957" y="830"/>
                    </a:lnTo>
                    <a:lnTo>
                      <a:pt x="960" y="829"/>
                    </a:lnTo>
                    <a:lnTo>
                      <a:pt x="962" y="829"/>
                    </a:lnTo>
                    <a:lnTo>
                      <a:pt x="965" y="829"/>
                    </a:lnTo>
                    <a:lnTo>
                      <a:pt x="967" y="829"/>
                    </a:lnTo>
                    <a:lnTo>
                      <a:pt x="970" y="830"/>
                    </a:lnTo>
                    <a:lnTo>
                      <a:pt x="972" y="830"/>
                    </a:lnTo>
                    <a:lnTo>
                      <a:pt x="974" y="831"/>
                    </a:lnTo>
                    <a:lnTo>
                      <a:pt x="977" y="831"/>
                    </a:lnTo>
                    <a:lnTo>
                      <a:pt x="979" y="832"/>
                    </a:lnTo>
                    <a:lnTo>
                      <a:pt x="982" y="832"/>
                    </a:lnTo>
                    <a:lnTo>
                      <a:pt x="984" y="833"/>
                    </a:lnTo>
                    <a:lnTo>
                      <a:pt x="986" y="833"/>
                    </a:lnTo>
                    <a:lnTo>
                      <a:pt x="989" y="833"/>
                    </a:lnTo>
                    <a:lnTo>
                      <a:pt x="991" y="834"/>
                    </a:lnTo>
                    <a:lnTo>
                      <a:pt x="994" y="834"/>
                    </a:lnTo>
                    <a:lnTo>
                      <a:pt x="996" y="834"/>
                    </a:lnTo>
                    <a:lnTo>
                      <a:pt x="998" y="834"/>
                    </a:lnTo>
                    <a:lnTo>
                      <a:pt x="1001" y="834"/>
                    </a:lnTo>
                    <a:lnTo>
                      <a:pt x="1003" y="834"/>
                    </a:lnTo>
                    <a:lnTo>
                      <a:pt x="1006" y="835"/>
                    </a:lnTo>
                    <a:lnTo>
                      <a:pt x="1008" y="835"/>
                    </a:lnTo>
                    <a:lnTo>
                      <a:pt x="1010" y="836"/>
                    </a:lnTo>
                    <a:lnTo>
                      <a:pt x="1013" y="837"/>
                    </a:lnTo>
                    <a:lnTo>
                      <a:pt x="1015" y="837"/>
                    </a:lnTo>
                    <a:lnTo>
                      <a:pt x="1018" y="838"/>
                    </a:lnTo>
                    <a:lnTo>
                      <a:pt x="1020" y="838"/>
                    </a:lnTo>
                    <a:lnTo>
                      <a:pt x="1023" y="839"/>
                    </a:lnTo>
                    <a:lnTo>
                      <a:pt x="1025" y="839"/>
                    </a:lnTo>
                    <a:lnTo>
                      <a:pt x="1027" y="839"/>
                    </a:lnTo>
                    <a:lnTo>
                      <a:pt x="1030" y="839"/>
                    </a:lnTo>
                    <a:lnTo>
                      <a:pt x="1032" y="839"/>
                    </a:lnTo>
                    <a:lnTo>
                      <a:pt x="1035" y="840"/>
                    </a:lnTo>
                    <a:lnTo>
                      <a:pt x="1037" y="840"/>
                    </a:lnTo>
                    <a:lnTo>
                      <a:pt x="1039" y="840"/>
                    </a:lnTo>
                    <a:lnTo>
                      <a:pt x="1042" y="840"/>
                    </a:lnTo>
                    <a:lnTo>
                      <a:pt x="1044" y="841"/>
                    </a:lnTo>
                    <a:lnTo>
                      <a:pt x="1047" y="841"/>
                    </a:lnTo>
                    <a:lnTo>
                      <a:pt x="1049" y="842"/>
                    </a:lnTo>
                    <a:lnTo>
                      <a:pt x="1051" y="842"/>
                    </a:lnTo>
                    <a:lnTo>
                      <a:pt x="1054" y="843"/>
                    </a:lnTo>
                    <a:lnTo>
                      <a:pt x="1056" y="843"/>
                    </a:lnTo>
                    <a:lnTo>
                      <a:pt x="1059" y="843"/>
                    </a:lnTo>
                    <a:lnTo>
                      <a:pt x="1061" y="843"/>
                    </a:lnTo>
                    <a:lnTo>
                      <a:pt x="1064" y="844"/>
                    </a:lnTo>
                    <a:lnTo>
                      <a:pt x="1066" y="844"/>
                    </a:lnTo>
                    <a:lnTo>
                      <a:pt x="1068" y="844"/>
                    </a:lnTo>
                    <a:lnTo>
                      <a:pt x="1071" y="844"/>
                    </a:lnTo>
                    <a:lnTo>
                      <a:pt x="1073" y="845"/>
                    </a:lnTo>
                    <a:lnTo>
                      <a:pt x="1076" y="846"/>
                    </a:lnTo>
                    <a:lnTo>
                      <a:pt x="1078" y="846"/>
                    </a:lnTo>
                    <a:lnTo>
                      <a:pt x="1080" y="848"/>
                    </a:lnTo>
                    <a:lnTo>
                      <a:pt x="1083" y="848"/>
                    </a:lnTo>
                    <a:lnTo>
                      <a:pt x="1085" y="849"/>
                    </a:lnTo>
                    <a:lnTo>
                      <a:pt x="1088" y="850"/>
                    </a:lnTo>
                    <a:lnTo>
                      <a:pt x="1090" y="851"/>
                    </a:lnTo>
                    <a:lnTo>
                      <a:pt x="1092" y="851"/>
                    </a:lnTo>
                    <a:lnTo>
                      <a:pt x="1095" y="852"/>
                    </a:lnTo>
                    <a:lnTo>
                      <a:pt x="1097" y="853"/>
                    </a:lnTo>
                    <a:lnTo>
                      <a:pt x="1099" y="853"/>
                    </a:lnTo>
                    <a:lnTo>
                      <a:pt x="1102" y="854"/>
                    </a:lnTo>
                    <a:lnTo>
                      <a:pt x="1104" y="854"/>
                    </a:lnTo>
                    <a:lnTo>
                      <a:pt x="1107" y="855"/>
                    </a:lnTo>
                    <a:lnTo>
                      <a:pt x="1109" y="856"/>
                    </a:lnTo>
                    <a:lnTo>
                      <a:pt x="1111" y="857"/>
                    </a:lnTo>
                    <a:lnTo>
                      <a:pt x="1114" y="858"/>
                    </a:lnTo>
                    <a:lnTo>
                      <a:pt x="1116" y="859"/>
                    </a:lnTo>
                    <a:lnTo>
                      <a:pt x="1119" y="860"/>
                    </a:lnTo>
                    <a:lnTo>
                      <a:pt x="1121" y="861"/>
                    </a:lnTo>
                    <a:lnTo>
                      <a:pt x="1123" y="862"/>
                    </a:lnTo>
                    <a:lnTo>
                      <a:pt x="1126" y="863"/>
                    </a:lnTo>
                    <a:lnTo>
                      <a:pt x="1128" y="863"/>
                    </a:lnTo>
                    <a:lnTo>
                      <a:pt x="1131" y="864"/>
                    </a:lnTo>
                    <a:lnTo>
                      <a:pt x="1133" y="864"/>
                    </a:lnTo>
                    <a:lnTo>
                      <a:pt x="1135" y="864"/>
                    </a:lnTo>
                    <a:lnTo>
                      <a:pt x="1138" y="865"/>
                    </a:lnTo>
                    <a:lnTo>
                      <a:pt x="1140" y="865"/>
                    </a:lnTo>
                    <a:lnTo>
                      <a:pt x="1143" y="866"/>
                    </a:lnTo>
                    <a:lnTo>
                      <a:pt x="1145" y="866"/>
                    </a:lnTo>
                    <a:lnTo>
                      <a:pt x="1147" y="866"/>
                    </a:lnTo>
                    <a:lnTo>
                      <a:pt x="1150" y="867"/>
                    </a:lnTo>
                    <a:lnTo>
                      <a:pt x="1152" y="867"/>
                    </a:lnTo>
                    <a:lnTo>
                      <a:pt x="1155" y="867"/>
                    </a:lnTo>
                    <a:lnTo>
                      <a:pt x="1157" y="867"/>
                    </a:lnTo>
                    <a:lnTo>
                      <a:pt x="1159" y="868"/>
                    </a:lnTo>
                    <a:lnTo>
                      <a:pt x="1162" y="868"/>
                    </a:lnTo>
                    <a:lnTo>
                      <a:pt x="1164" y="868"/>
                    </a:lnTo>
                    <a:lnTo>
                      <a:pt x="1167" y="868"/>
                    </a:lnTo>
                    <a:lnTo>
                      <a:pt x="1169" y="868"/>
                    </a:lnTo>
                    <a:lnTo>
                      <a:pt x="1171" y="868"/>
                    </a:lnTo>
                    <a:lnTo>
                      <a:pt x="1174" y="869"/>
                    </a:lnTo>
                    <a:lnTo>
                      <a:pt x="1176" y="869"/>
                    </a:lnTo>
                    <a:lnTo>
                      <a:pt x="1179" y="869"/>
                    </a:lnTo>
                    <a:lnTo>
                      <a:pt x="1181" y="869"/>
                    </a:lnTo>
                    <a:lnTo>
                      <a:pt x="1183" y="870"/>
                    </a:lnTo>
                    <a:lnTo>
                      <a:pt x="1186" y="871"/>
                    </a:lnTo>
                    <a:lnTo>
                      <a:pt x="1188" y="871"/>
                    </a:lnTo>
                    <a:lnTo>
                      <a:pt x="1191" y="871"/>
                    </a:lnTo>
                    <a:lnTo>
                      <a:pt x="1193" y="872"/>
                    </a:lnTo>
                    <a:lnTo>
                      <a:pt x="1196" y="873"/>
                    </a:lnTo>
                    <a:lnTo>
                      <a:pt x="1198" y="874"/>
                    </a:lnTo>
                    <a:lnTo>
                      <a:pt x="1200" y="874"/>
                    </a:lnTo>
                    <a:lnTo>
                      <a:pt x="1203" y="875"/>
                    </a:lnTo>
                    <a:lnTo>
                      <a:pt x="1205" y="875"/>
                    </a:lnTo>
                    <a:lnTo>
                      <a:pt x="1208" y="876"/>
                    </a:lnTo>
                    <a:lnTo>
                      <a:pt x="1210" y="877"/>
                    </a:lnTo>
                    <a:lnTo>
                      <a:pt x="1212" y="878"/>
                    </a:lnTo>
                    <a:lnTo>
                      <a:pt x="1215" y="878"/>
                    </a:lnTo>
                    <a:lnTo>
                      <a:pt x="1217" y="879"/>
                    </a:lnTo>
                    <a:lnTo>
                      <a:pt x="1220" y="880"/>
                    </a:lnTo>
                    <a:lnTo>
                      <a:pt x="1222" y="881"/>
                    </a:lnTo>
                    <a:lnTo>
                      <a:pt x="1224" y="881"/>
                    </a:lnTo>
                    <a:lnTo>
                      <a:pt x="1227" y="882"/>
                    </a:lnTo>
                    <a:lnTo>
                      <a:pt x="1229" y="883"/>
                    </a:lnTo>
                    <a:lnTo>
                      <a:pt x="1232" y="884"/>
                    </a:lnTo>
                    <a:lnTo>
                      <a:pt x="1234" y="884"/>
                    </a:lnTo>
                    <a:lnTo>
                      <a:pt x="1237" y="885"/>
                    </a:lnTo>
                    <a:lnTo>
                      <a:pt x="1239" y="885"/>
                    </a:lnTo>
                    <a:lnTo>
                      <a:pt x="1241" y="886"/>
                    </a:lnTo>
                    <a:lnTo>
                      <a:pt x="1244" y="886"/>
                    </a:lnTo>
                    <a:lnTo>
                      <a:pt x="1246" y="886"/>
                    </a:lnTo>
                    <a:lnTo>
                      <a:pt x="1249" y="887"/>
                    </a:lnTo>
                    <a:lnTo>
                      <a:pt x="1251" y="887"/>
                    </a:lnTo>
                    <a:lnTo>
                      <a:pt x="1253" y="888"/>
                    </a:lnTo>
                    <a:lnTo>
                      <a:pt x="1256" y="888"/>
                    </a:lnTo>
                    <a:lnTo>
                      <a:pt x="1258" y="889"/>
                    </a:lnTo>
                    <a:lnTo>
                      <a:pt x="1261" y="889"/>
                    </a:lnTo>
                    <a:lnTo>
                      <a:pt x="1263" y="890"/>
                    </a:lnTo>
                    <a:lnTo>
                      <a:pt x="1265" y="890"/>
                    </a:lnTo>
                    <a:lnTo>
                      <a:pt x="1268" y="890"/>
                    </a:lnTo>
                    <a:lnTo>
                      <a:pt x="1270" y="891"/>
                    </a:lnTo>
                    <a:lnTo>
                      <a:pt x="1273" y="891"/>
                    </a:lnTo>
                    <a:lnTo>
                      <a:pt x="1275" y="892"/>
                    </a:lnTo>
                    <a:lnTo>
                      <a:pt x="1277" y="892"/>
                    </a:lnTo>
                    <a:lnTo>
                      <a:pt x="1280" y="892"/>
                    </a:lnTo>
                    <a:lnTo>
                      <a:pt x="1282" y="893"/>
                    </a:lnTo>
                    <a:lnTo>
                      <a:pt x="1285" y="894"/>
                    </a:lnTo>
                    <a:lnTo>
                      <a:pt x="1287" y="894"/>
                    </a:lnTo>
                    <a:lnTo>
                      <a:pt x="1290" y="895"/>
                    </a:lnTo>
                    <a:lnTo>
                      <a:pt x="1292" y="895"/>
                    </a:lnTo>
                    <a:lnTo>
                      <a:pt x="1294" y="896"/>
                    </a:lnTo>
                    <a:lnTo>
                      <a:pt x="1297" y="896"/>
                    </a:lnTo>
                    <a:lnTo>
                      <a:pt x="1299" y="897"/>
                    </a:lnTo>
                    <a:lnTo>
                      <a:pt x="1302" y="897"/>
                    </a:lnTo>
                    <a:lnTo>
                      <a:pt x="1304" y="898"/>
                    </a:lnTo>
                    <a:lnTo>
                      <a:pt x="1306" y="898"/>
                    </a:lnTo>
                    <a:lnTo>
                      <a:pt x="1309" y="898"/>
                    </a:lnTo>
                    <a:lnTo>
                      <a:pt x="1311" y="899"/>
                    </a:lnTo>
                    <a:lnTo>
                      <a:pt x="1314" y="899"/>
                    </a:lnTo>
                    <a:lnTo>
                      <a:pt x="1316" y="899"/>
                    </a:lnTo>
                    <a:lnTo>
                      <a:pt x="1318" y="900"/>
                    </a:lnTo>
                    <a:lnTo>
                      <a:pt x="1321" y="900"/>
                    </a:lnTo>
                    <a:lnTo>
                      <a:pt x="1323" y="901"/>
                    </a:lnTo>
                    <a:lnTo>
                      <a:pt x="1326" y="901"/>
                    </a:lnTo>
                    <a:lnTo>
                      <a:pt x="1328" y="901"/>
                    </a:lnTo>
                    <a:lnTo>
                      <a:pt x="1331" y="902"/>
                    </a:lnTo>
                    <a:lnTo>
                      <a:pt x="1333" y="902"/>
                    </a:lnTo>
                    <a:lnTo>
                      <a:pt x="1335" y="903"/>
                    </a:lnTo>
                    <a:lnTo>
                      <a:pt x="1338" y="903"/>
                    </a:lnTo>
                    <a:lnTo>
                      <a:pt x="1340" y="903"/>
                    </a:lnTo>
                    <a:lnTo>
                      <a:pt x="1342" y="903"/>
                    </a:lnTo>
                    <a:lnTo>
                      <a:pt x="1345" y="904"/>
                    </a:lnTo>
                    <a:lnTo>
                      <a:pt x="1347" y="904"/>
                    </a:lnTo>
                    <a:lnTo>
                      <a:pt x="1350" y="904"/>
                    </a:lnTo>
                    <a:lnTo>
                      <a:pt x="1352" y="904"/>
                    </a:lnTo>
                    <a:lnTo>
                      <a:pt x="1354" y="904"/>
                    </a:lnTo>
                    <a:lnTo>
                      <a:pt x="1357" y="904"/>
                    </a:lnTo>
                    <a:lnTo>
                      <a:pt x="1359" y="904"/>
                    </a:lnTo>
                    <a:lnTo>
                      <a:pt x="1362" y="904"/>
                    </a:lnTo>
                    <a:lnTo>
                      <a:pt x="1364" y="904"/>
                    </a:lnTo>
                    <a:lnTo>
                      <a:pt x="1366" y="905"/>
                    </a:lnTo>
                    <a:lnTo>
                      <a:pt x="1369" y="905"/>
                    </a:lnTo>
                    <a:lnTo>
                      <a:pt x="1371" y="904"/>
                    </a:lnTo>
                    <a:lnTo>
                      <a:pt x="1374" y="904"/>
                    </a:lnTo>
                    <a:lnTo>
                      <a:pt x="1376" y="904"/>
                    </a:lnTo>
                    <a:lnTo>
                      <a:pt x="1378" y="904"/>
                    </a:lnTo>
                    <a:lnTo>
                      <a:pt x="1381" y="904"/>
                    </a:lnTo>
                    <a:lnTo>
                      <a:pt x="1383" y="904"/>
                    </a:lnTo>
                    <a:lnTo>
                      <a:pt x="1386" y="904"/>
                    </a:lnTo>
                    <a:lnTo>
                      <a:pt x="1388" y="904"/>
                    </a:lnTo>
                    <a:lnTo>
                      <a:pt x="1390" y="905"/>
                    </a:lnTo>
                    <a:lnTo>
                      <a:pt x="1393" y="905"/>
                    </a:lnTo>
                    <a:lnTo>
                      <a:pt x="1395" y="906"/>
                    </a:lnTo>
                    <a:lnTo>
                      <a:pt x="1398" y="906"/>
                    </a:lnTo>
                    <a:lnTo>
                      <a:pt x="1400" y="906"/>
                    </a:lnTo>
                    <a:lnTo>
                      <a:pt x="1402" y="906"/>
                    </a:lnTo>
                    <a:lnTo>
                      <a:pt x="1405" y="907"/>
                    </a:lnTo>
                    <a:lnTo>
                      <a:pt x="1407" y="907"/>
                    </a:lnTo>
                    <a:lnTo>
                      <a:pt x="1410" y="907"/>
                    </a:lnTo>
                    <a:lnTo>
                      <a:pt x="1412" y="908"/>
                    </a:lnTo>
                    <a:lnTo>
                      <a:pt x="1414" y="908"/>
                    </a:lnTo>
                    <a:lnTo>
                      <a:pt x="1417" y="909"/>
                    </a:lnTo>
                    <a:lnTo>
                      <a:pt x="1419" y="909"/>
                    </a:lnTo>
                    <a:lnTo>
                      <a:pt x="1422" y="910"/>
                    </a:lnTo>
                    <a:lnTo>
                      <a:pt x="1424" y="910"/>
                    </a:lnTo>
                    <a:lnTo>
                      <a:pt x="1426" y="912"/>
                    </a:lnTo>
                    <a:lnTo>
                      <a:pt x="1429" y="912"/>
                    </a:lnTo>
                    <a:lnTo>
                      <a:pt x="1431" y="913"/>
                    </a:lnTo>
                    <a:lnTo>
                      <a:pt x="1434" y="914"/>
                    </a:lnTo>
                    <a:lnTo>
                      <a:pt x="1436" y="915"/>
                    </a:lnTo>
                    <a:lnTo>
                      <a:pt x="1438" y="915"/>
                    </a:lnTo>
                    <a:lnTo>
                      <a:pt x="1441" y="916"/>
                    </a:lnTo>
                    <a:lnTo>
                      <a:pt x="1443" y="916"/>
                    </a:lnTo>
                    <a:lnTo>
                      <a:pt x="1446" y="917"/>
                    </a:lnTo>
                    <a:lnTo>
                      <a:pt x="1448" y="917"/>
                    </a:lnTo>
                    <a:lnTo>
                      <a:pt x="1450" y="918"/>
                    </a:lnTo>
                    <a:lnTo>
                      <a:pt x="1453" y="918"/>
                    </a:lnTo>
                    <a:lnTo>
                      <a:pt x="1455" y="919"/>
                    </a:lnTo>
                    <a:lnTo>
                      <a:pt x="1458" y="920"/>
                    </a:lnTo>
                    <a:lnTo>
                      <a:pt x="1460" y="921"/>
                    </a:lnTo>
                    <a:lnTo>
                      <a:pt x="1463" y="922"/>
                    </a:lnTo>
                    <a:lnTo>
                      <a:pt x="1465" y="923"/>
                    </a:lnTo>
                    <a:lnTo>
                      <a:pt x="1467" y="924"/>
                    </a:lnTo>
                    <a:lnTo>
                      <a:pt x="1470" y="925"/>
                    </a:lnTo>
                    <a:lnTo>
                      <a:pt x="1472" y="926"/>
                    </a:lnTo>
                    <a:lnTo>
                      <a:pt x="1475" y="926"/>
                    </a:lnTo>
                    <a:lnTo>
                      <a:pt x="1477" y="926"/>
                    </a:lnTo>
                    <a:lnTo>
                      <a:pt x="1479" y="926"/>
                    </a:lnTo>
                    <a:lnTo>
                      <a:pt x="1482" y="926"/>
                    </a:lnTo>
                    <a:lnTo>
                      <a:pt x="1484" y="927"/>
                    </a:lnTo>
                    <a:lnTo>
                      <a:pt x="1487" y="927"/>
                    </a:lnTo>
                    <a:lnTo>
                      <a:pt x="1489" y="927"/>
                    </a:lnTo>
                    <a:lnTo>
                      <a:pt x="1491" y="928"/>
                    </a:lnTo>
                    <a:lnTo>
                      <a:pt x="1494" y="928"/>
                    </a:lnTo>
                    <a:lnTo>
                      <a:pt x="1496" y="929"/>
                    </a:lnTo>
                    <a:lnTo>
                      <a:pt x="1499" y="929"/>
                    </a:lnTo>
                    <a:lnTo>
                      <a:pt x="1501" y="929"/>
                    </a:lnTo>
                    <a:lnTo>
                      <a:pt x="1504" y="929"/>
                    </a:lnTo>
                    <a:lnTo>
                      <a:pt x="1506" y="929"/>
                    </a:lnTo>
                    <a:lnTo>
                      <a:pt x="1508" y="929"/>
                    </a:lnTo>
                    <a:lnTo>
                      <a:pt x="1511" y="929"/>
                    </a:lnTo>
                    <a:lnTo>
                      <a:pt x="1513" y="929"/>
                    </a:lnTo>
                    <a:lnTo>
                      <a:pt x="1516" y="928"/>
                    </a:lnTo>
                    <a:lnTo>
                      <a:pt x="1518" y="927"/>
                    </a:lnTo>
                    <a:lnTo>
                      <a:pt x="1520" y="927"/>
                    </a:lnTo>
                    <a:lnTo>
                      <a:pt x="1523" y="927"/>
                    </a:lnTo>
                    <a:lnTo>
                      <a:pt x="1525" y="927"/>
                    </a:lnTo>
                    <a:lnTo>
                      <a:pt x="1528" y="927"/>
                    </a:lnTo>
                    <a:lnTo>
                      <a:pt x="1530" y="927"/>
                    </a:lnTo>
                    <a:lnTo>
                      <a:pt x="1532" y="927"/>
                    </a:lnTo>
                    <a:lnTo>
                      <a:pt x="1535" y="927"/>
                    </a:lnTo>
                    <a:lnTo>
                      <a:pt x="1537" y="927"/>
                    </a:lnTo>
                    <a:lnTo>
                      <a:pt x="1540" y="926"/>
                    </a:lnTo>
                    <a:lnTo>
                      <a:pt x="1542" y="926"/>
                    </a:lnTo>
                    <a:lnTo>
                      <a:pt x="1544" y="926"/>
                    </a:lnTo>
                    <a:lnTo>
                      <a:pt x="1547" y="925"/>
                    </a:lnTo>
                    <a:lnTo>
                      <a:pt x="1549" y="923"/>
                    </a:lnTo>
                    <a:lnTo>
                      <a:pt x="1552" y="921"/>
                    </a:lnTo>
                    <a:lnTo>
                      <a:pt x="1554" y="910"/>
                    </a:lnTo>
                    <a:lnTo>
                      <a:pt x="1557" y="892"/>
                    </a:lnTo>
                    <a:lnTo>
                      <a:pt x="1559" y="863"/>
                    </a:lnTo>
                    <a:lnTo>
                      <a:pt x="1561" y="820"/>
                    </a:lnTo>
                    <a:lnTo>
                      <a:pt x="1564" y="774"/>
                    </a:lnTo>
                    <a:lnTo>
                      <a:pt x="1566" y="730"/>
                    </a:lnTo>
                    <a:lnTo>
                      <a:pt x="1569" y="682"/>
                    </a:lnTo>
                    <a:lnTo>
                      <a:pt x="1571" y="639"/>
                    </a:lnTo>
                    <a:lnTo>
                      <a:pt x="1573" y="603"/>
                    </a:lnTo>
                    <a:lnTo>
                      <a:pt x="1576" y="565"/>
                    </a:lnTo>
                    <a:lnTo>
                      <a:pt x="1578" y="531"/>
                    </a:lnTo>
                    <a:lnTo>
                      <a:pt x="1581" y="501"/>
                    </a:lnTo>
                    <a:lnTo>
                      <a:pt x="1583" y="470"/>
                    </a:lnTo>
                    <a:lnTo>
                      <a:pt x="1585" y="441"/>
                    </a:lnTo>
                    <a:lnTo>
                      <a:pt x="1588" y="414"/>
                    </a:lnTo>
                    <a:lnTo>
                      <a:pt x="1590" y="387"/>
                    </a:lnTo>
                    <a:lnTo>
                      <a:pt x="1593" y="362"/>
                    </a:lnTo>
                    <a:lnTo>
                      <a:pt x="1595" y="339"/>
                    </a:lnTo>
                    <a:lnTo>
                      <a:pt x="1597" y="315"/>
                    </a:lnTo>
                    <a:lnTo>
                      <a:pt x="1600" y="292"/>
                    </a:lnTo>
                    <a:lnTo>
                      <a:pt x="1602" y="269"/>
                    </a:lnTo>
                    <a:lnTo>
                      <a:pt x="1605" y="246"/>
                    </a:lnTo>
                    <a:lnTo>
                      <a:pt x="1607" y="224"/>
                    </a:lnTo>
                    <a:lnTo>
                      <a:pt x="1609" y="204"/>
                    </a:lnTo>
                    <a:lnTo>
                      <a:pt x="1612" y="185"/>
                    </a:lnTo>
                    <a:lnTo>
                      <a:pt x="1614" y="171"/>
                    </a:lnTo>
                    <a:lnTo>
                      <a:pt x="1617" y="159"/>
                    </a:lnTo>
                    <a:lnTo>
                      <a:pt x="1619" y="148"/>
                    </a:lnTo>
                    <a:lnTo>
                      <a:pt x="1621" y="140"/>
                    </a:lnTo>
                    <a:lnTo>
                      <a:pt x="1624" y="132"/>
                    </a:lnTo>
                    <a:lnTo>
                      <a:pt x="1626" y="124"/>
                    </a:lnTo>
                    <a:lnTo>
                      <a:pt x="1629" y="117"/>
                    </a:lnTo>
                    <a:lnTo>
                      <a:pt x="1631" y="109"/>
                    </a:lnTo>
                    <a:lnTo>
                      <a:pt x="1633" y="102"/>
                    </a:lnTo>
                    <a:lnTo>
                      <a:pt x="1636" y="95"/>
                    </a:lnTo>
                    <a:lnTo>
                      <a:pt x="1638" y="88"/>
                    </a:lnTo>
                    <a:lnTo>
                      <a:pt x="1641" y="80"/>
                    </a:lnTo>
                    <a:lnTo>
                      <a:pt x="1643" y="73"/>
                    </a:lnTo>
                    <a:lnTo>
                      <a:pt x="1645" y="64"/>
                    </a:lnTo>
                    <a:lnTo>
                      <a:pt x="1648" y="56"/>
                    </a:lnTo>
                    <a:lnTo>
                      <a:pt x="1650" y="49"/>
                    </a:lnTo>
                    <a:lnTo>
                      <a:pt x="1653" y="41"/>
                    </a:lnTo>
                    <a:lnTo>
                      <a:pt x="1655" y="33"/>
                    </a:lnTo>
                    <a:lnTo>
                      <a:pt x="1657" y="27"/>
                    </a:lnTo>
                    <a:lnTo>
                      <a:pt x="1660" y="20"/>
                    </a:lnTo>
                    <a:lnTo>
                      <a:pt x="1662" y="14"/>
                    </a:lnTo>
                    <a:lnTo>
                      <a:pt x="1665" y="11"/>
                    </a:lnTo>
                    <a:lnTo>
                      <a:pt x="1667" y="7"/>
                    </a:lnTo>
                    <a:lnTo>
                      <a:pt x="1669" y="4"/>
                    </a:lnTo>
                    <a:lnTo>
                      <a:pt x="1672" y="4"/>
                    </a:lnTo>
                    <a:lnTo>
                      <a:pt x="1674" y="2"/>
                    </a:lnTo>
                    <a:lnTo>
                      <a:pt x="1677" y="0"/>
                    </a:lnTo>
                    <a:lnTo>
                      <a:pt x="1679" y="3"/>
                    </a:lnTo>
                    <a:lnTo>
                      <a:pt x="1681" y="2"/>
                    </a:lnTo>
                    <a:lnTo>
                      <a:pt x="1684" y="3"/>
                    </a:lnTo>
                    <a:lnTo>
                      <a:pt x="1686" y="7"/>
                    </a:lnTo>
                    <a:lnTo>
                      <a:pt x="1689" y="7"/>
                    </a:lnTo>
                    <a:lnTo>
                      <a:pt x="1691" y="10"/>
                    </a:lnTo>
                    <a:lnTo>
                      <a:pt x="1693" y="16"/>
                    </a:lnTo>
                    <a:lnTo>
                      <a:pt x="1696" y="18"/>
                    </a:lnTo>
                    <a:lnTo>
                      <a:pt x="1698" y="23"/>
                    </a:lnTo>
                    <a:lnTo>
                      <a:pt x="1701" y="30"/>
                    </a:lnTo>
                    <a:lnTo>
                      <a:pt x="1703" y="34"/>
                    </a:lnTo>
                    <a:lnTo>
                      <a:pt x="1705" y="40"/>
                    </a:lnTo>
                    <a:lnTo>
                      <a:pt x="1708" y="49"/>
                    </a:lnTo>
                    <a:lnTo>
                      <a:pt x="1710" y="54"/>
                    </a:lnTo>
                    <a:lnTo>
                      <a:pt x="1713" y="62"/>
                    </a:lnTo>
                    <a:lnTo>
                      <a:pt x="1715" y="71"/>
                    </a:lnTo>
                    <a:lnTo>
                      <a:pt x="1717" y="77"/>
                    </a:lnTo>
                    <a:lnTo>
                      <a:pt x="1720" y="85"/>
                    </a:lnTo>
                    <a:lnTo>
                      <a:pt x="1722" y="93"/>
                    </a:lnTo>
                    <a:lnTo>
                      <a:pt x="1725" y="98"/>
                    </a:lnTo>
                    <a:lnTo>
                      <a:pt x="1727" y="106"/>
                    </a:lnTo>
                    <a:lnTo>
                      <a:pt x="1730" y="112"/>
                    </a:lnTo>
                    <a:lnTo>
                      <a:pt x="1732" y="117"/>
                    </a:lnTo>
                    <a:lnTo>
                      <a:pt x="1734" y="125"/>
                    </a:lnTo>
                    <a:lnTo>
                      <a:pt x="1737" y="130"/>
                    </a:lnTo>
                    <a:lnTo>
                      <a:pt x="1739" y="135"/>
                    </a:lnTo>
                    <a:lnTo>
                      <a:pt x="1742" y="142"/>
                    </a:lnTo>
                    <a:lnTo>
                      <a:pt x="1744" y="148"/>
                    </a:lnTo>
                    <a:lnTo>
                      <a:pt x="1746" y="153"/>
                    </a:lnTo>
                    <a:lnTo>
                      <a:pt x="1749" y="161"/>
                    </a:lnTo>
                    <a:lnTo>
                      <a:pt x="1751" y="168"/>
                    </a:lnTo>
                    <a:lnTo>
                      <a:pt x="1754" y="174"/>
                    </a:lnTo>
                    <a:lnTo>
                      <a:pt x="1756" y="183"/>
                    </a:lnTo>
                    <a:lnTo>
                      <a:pt x="1758" y="188"/>
                    </a:lnTo>
                    <a:lnTo>
                      <a:pt x="1761" y="195"/>
                    </a:lnTo>
                    <a:lnTo>
                      <a:pt x="1763" y="203"/>
                    </a:lnTo>
                    <a:lnTo>
                      <a:pt x="1766" y="209"/>
                    </a:lnTo>
                    <a:lnTo>
                      <a:pt x="1768" y="216"/>
                    </a:lnTo>
                    <a:lnTo>
                      <a:pt x="1771" y="223"/>
                    </a:lnTo>
                    <a:lnTo>
                      <a:pt x="1773" y="229"/>
                    </a:lnTo>
                    <a:lnTo>
                      <a:pt x="1775" y="237"/>
                    </a:lnTo>
                    <a:lnTo>
                      <a:pt x="1778" y="244"/>
                    </a:lnTo>
                    <a:lnTo>
                      <a:pt x="1780" y="250"/>
                    </a:lnTo>
                    <a:lnTo>
                      <a:pt x="1783" y="258"/>
                    </a:lnTo>
                    <a:lnTo>
                      <a:pt x="1785" y="266"/>
                    </a:lnTo>
                    <a:lnTo>
                      <a:pt x="1787" y="273"/>
                    </a:lnTo>
                    <a:lnTo>
                      <a:pt x="1790" y="282"/>
                    </a:lnTo>
                    <a:lnTo>
                      <a:pt x="1792" y="290"/>
                    </a:lnTo>
                    <a:lnTo>
                      <a:pt x="1795" y="298"/>
                    </a:lnTo>
                    <a:lnTo>
                      <a:pt x="1797" y="306"/>
                    </a:lnTo>
                    <a:lnTo>
                      <a:pt x="1799" y="314"/>
                    </a:lnTo>
                    <a:lnTo>
                      <a:pt x="1802" y="323"/>
                    </a:lnTo>
                    <a:lnTo>
                      <a:pt x="1804" y="329"/>
                    </a:lnTo>
                    <a:lnTo>
                      <a:pt x="1807" y="337"/>
                    </a:lnTo>
                    <a:lnTo>
                      <a:pt x="1809" y="345"/>
                    </a:lnTo>
                    <a:lnTo>
                      <a:pt x="1811" y="350"/>
                    </a:lnTo>
                    <a:lnTo>
                      <a:pt x="1814" y="357"/>
                    </a:lnTo>
                    <a:lnTo>
                      <a:pt x="1816" y="365"/>
                    </a:lnTo>
                    <a:lnTo>
                      <a:pt x="1819" y="371"/>
                    </a:lnTo>
                    <a:lnTo>
                      <a:pt x="1821" y="378"/>
                    </a:lnTo>
                    <a:lnTo>
                      <a:pt x="1824" y="385"/>
                    </a:lnTo>
                    <a:lnTo>
                      <a:pt x="1826" y="392"/>
                    </a:lnTo>
                    <a:lnTo>
                      <a:pt x="1828" y="401"/>
                    </a:lnTo>
                    <a:lnTo>
                      <a:pt x="1831" y="408"/>
                    </a:lnTo>
                    <a:lnTo>
                      <a:pt x="1833" y="415"/>
                    </a:lnTo>
                    <a:lnTo>
                      <a:pt x="1836" y="424"/>
                    </a:lnTo>
                    <a:lnTo>
                      <a:pt x="1838" y="433"/>
                    </a:lnTo>
                    <a:lnTo>
                      <a:pt x="1840" y="438"/>
                    </a:lnTo>
                    <a:lnTo>
                      <a:pt x="1843" y="446"/>
                    </a:lnTo>
                    <a:lnTo>
                      <a:pt x="1845" y="455"/>
                    </a:lnTo>
                    <a:lnTo>
                      <a:pt x="1848" y="461"/>
                    </a:lnTo>
                    <a:lnTo>
                      <a:pt x="1850" y="469"/>
                    </a:lnTo>
                    <a:lnTo>
                      <a:pt x="1852" y="476"/>
                    </a:lnTo>
                    <a:lnTo>
                      <a:pt x="1855" y="484"/>
                    </a:lnTo>
                    <a:lnTo>
                      <a:pt x="1857" y="491"/>
                    </a:lnTo>
                    <a:lnTo>
                      <a:pt x="1860" y="498"/>
                    </a:lnTo>
                    <a:lnTo>
                      <a:pt x="1862" y="506"/>
                    </a:lnTo>
                    <a:lnTo>
                      <a:pt x="1864" y="513"/>
                    </a:lnTo>
                    <a:lnTo>
                      <a:pt x="1867" y="520"/>
                    </a:lnTo>
                    <a:lnTo>
                      <a:pt x="1869" y="530"/>
                    </a:lnTo>
                    <a:lnTo>
                      <a:pt x="1872" y="537"/>
                    </a:lnTo>
                    <a:lnTo>
                      <a:pt x="1874" y="544"/>
                    </a:lnTo>
                    <a:lnTo>
                      <a:pt x="1876" y="551"/>
                    </a:lnTo>
                    <a:lnTo>
                      <a:pt x="1879" y="558"/>
                    </a:lnTo>
                    <a:lnTo>
                      <a:pt x="1881" y="564"/>
                    </a:lnTo>
                    <a:lnTo>
                      <a:pt x="1884" y="570"/>
                    </a:lnTo>
                    <a:lnTo>
                      <a:pt x="1886" y="575"/>
                    </a:lnTo>
                    <a:lnTo>
                      <a:pt x="1888" y="580"/>
                    </a:lnTo>
                    <a:lnTo>
                      <a:pt x="1891" y="584"/>
                    </a:lnTo>
                    <a:lnTo>
                      <a:pt x="1893" y="590"/>
                    </a:lnTo>
                    <a:lnTo>
                      <a:pt x="1896" y="594"/>
                    </a:lnTo>
                    <a:lnTo>
                      <a:pt x="1898" y="597"/>
                    </a:lnTo>
                    <a:lnTo>
                      <a:pt x="1900" y="601"/>
                    </a:lnTo>
                    <a:lnTo>
                      <a:pt x="1903" y="606"/>
                    </a:lnTo>
                    <a:lnTo>
                      <a:pt x="1905" y="609"/>
                    </a:lnTo>
                    <a:lnTo>
                      <a:pt x="1908" y="611"/>
                    </a:lnTo>
                    <a:lnTo>
                      <a:pt x="1910" y="616"/>
                    </a:lnTo>
                    <a:lnTo>
                      <a:pt x="1912" y="619"/>
                    </a:lnTo>
                    <a:lnTo>
                      <a:pt x="1915" y="620"/>
                    </a:lnTo>
                    <a:lnTo>
                      <a:pt x="1917" y="625"/>
                    </a:lnTo>
                    <a:lnTo>
                      <a:pt x="1920" y="627"/>
                    </a:lnTo>
                    <a:lnTo>
                      <a:pt x="1922" y="628"/>
                    </a:lnTo>
                    <a:lnTo>
                      <a:pt x="1924" y="632"/>
                    </a:lnTo>
                    <a:lnTo>
                      <a:pt x="1927" y="636"/>
                    </a:lnTo>
                    <a:lnTo>
                      <a:pt x="1929" y="637"/>
                    </a:lnTo>
                    <a:lnTo>
                      <a:pt x="1932" y="643"/>
                    </a:lnTo>
                    <a:lnTo>
                      <a:pt x="1934" y="647"/>
                    </a:lnTo>
                    <a:lnTo>
                      <a:pt x="1936" y="650"/>
                    </a:lnTo>
                    <a:lnTo>
                      <a:pt x="1939" y="657"/>
                    </a:lnTo>
                    <a:lnTo>
                      <a:pt x="1941" y="661"/>
                    </a:lnTo>
                    <a:lnTo>
                      <a:pt x="1944" y="666"/>
                    </a:lnTo>
                    <a:lnTo>
                      <a:pt x="1946" y="673"/>
                    </a:lnTo>
                    <a:lnTo>
                      <a:pt x="1948" y="675"/>
                    </a:lnTo>
                    <a:lnTo>
                      <a:pt x="1951" y="681"/>
                    </a:lnTo>
                    <a:lnTo>
                      <a:pt x="1953" y="687"/>
                    </a:lnTo>
                    <a:lnTo>
                      <a:pt x="1956" y="689"/>
                    </a:lnTo>
                    <a:lnTo>
                      <a:pt x="1958" y="693"/>
                    </a:lnTo>
                    <a:lnTo>
                      <a:pt x="1960" y="700"/>
                    </a:lnTo>
                    <a:lnTo>
                      <a:pt x="1963" y="703"/>
                    </a:lnTo>
                    <a:lnTo>
                      <a:pt x="1965" y="706"/>
                    </a:lnTo>
                    <a:lnTo>
                      <a:pt x="1968" y="714"/>
                    </a:lnTo>
                    <a:lnTo>
                      <a:pt x="1970" y="718"/>
                    </a:lnTo>
                    <a:lnTo>
                      <a:pt x="1972" y="722"/>
                    </a:lnTo>
                    <a:lnTo>
                      <a:pt x="1975" y="730"/>
                    </a:lnTo>
                    <a:lnTo>
                      <a:pt x="1977" y="734"/>
                    </a:lnTo>
                    <a:lnTo>
                      <a:pt x="1980" y="738"/>
                    </a:lnTo>
                    <a:lnTo>
                      <a:pt x="1982" y="744"/>
                    </a:lnTo>
                    <a:lnTo>
                      <a:pt x="1984" y="749"/>
                    </a:lnTo>
                    <a:lnTo>
                      <a:pt x="1987" y="752"/>
                    </a:lnTo>
                    <a:lnTo>
                      <a:pt x="1989" y="756"/>
                    </a:lnTo>
                    <a:lnTo>
                      <a:pt x="1992" y="760"/>
                    </a:lnTo>
                    <a:lnTo>
                      <a:pt x="1994" y="762"/>
                    </a:lnTo>
                    <a:lnTo>
                      <a:pt x="1997" y="765"/>
                    </a:lnTo>
                    <a:lnTo>
                      <a:pt x="1999" y="768"/>
                    </a:lnTo>
                    <a:lnTo>
                      <a:pt x="2001" y="770"/>
                    </a:lnTo>
                    <a:lnTo>
                      <a:pt x="2004" y="772"/>
                    </a:lnTo>
                    <a:lnTo>
                      <a:pt x="2006" y="776"/>
                    </a:lnTo>
                    <a:lnTo>
                      <a:pt x="2009" y="778"/>
                    </a:lnTo>
                    <a:lnTo>
                      <a:pt x="2011" y="781"/>
                    </a:lnTo>
                    <a:lnTo>
                      <a:pt x="2013" y="785"/>
                    </a:lnTo>
                    <a:lnTo>
                      <a:pt x="2016" y="786"/>
                    </a:lnTo>
                    <a:lnTo>
                      <a:pt x="2018" y="789"/>
                    </a:lnTo>
                    <a:lnTo>
                      <a:pt x="2021" y="792"/>
                    </a:lnTo>
                    <a:lnTo>
                      <a:pt x="2023" y="794"/>
                    </a:lnTo>
                    <a:lnTo>
                      <a:pt x="2025" y="797"/>
                    </a:lnTo>
                    <a:lnTo>
                      <a:pt x="2028" y="800"/>
                    </a:lnTo>
                    <a:lnTo>
                      <a:pt x="2030" y="800"/>
                    </a:lnTo>
                    <a:lnTo>
                      <a:pt x="2033" y="803"/>
                    </a:lnTo>
                    <a:lnTo>
                      <a:pt x="2035" y="807"/>
                    </a:lnTo>
                    <a:lnTo>
                      <a:pt x="2038" y="806"/>
                    </a:lnTo>
                    <a:lnTo>
                      <a:pt x="2040" y="809"/>
                    </a:lnTo>
                    <a:lnTo>
                      <a:pt x="2042" y="813"/>
                    </a:lnTo>
                    <a:lnTo>
                      <a:pt x="2045" y="812"/>
                    </a:lnTo>
                    <a:lnTo>
                      <a:pt x="2047" y="813"/>
                    </a:lnTo>
                    <a:lnTo>
                      <a:pt x="2050" y="818"/>
                    </a:lnTo>
                    <a:lnTo>
                      <a:pt x="2052" y="817"/>
                    </a:lnTo>
                    <a:lnTo>
                      <a:pt x="2054" y="817"/>
                    </a:lnTo>
                    <a:lnTo>
                      <a:pt x="2057" y="822"/>
                    </a:lnTo>
                    <a:lnTo>
                      <a:pt x="2059" y="821"/>
                    </a:lnTo>
                    <a:lnTo>
                      <a:pt x="2062" y="822"/>
                    </a:lnTo>
                    <a:lnTo>
                      <a:pt x="2064" y="825"/>
                    </a:lnTo>
                    <a:lnTo>
                      <a:pt x="2066" y="824"/>
                    </a:lnTo>
                    <a:lnTo>
                      <a:pt x="2069" y="827"/>
                    </a:lnTo>
                    <a:lnTo>
                      <a:pt x="2071" y="830"/>
                    </a:lnTo>
                    <a:lnTo>
                      <a:pt x="2074" y="829"/>
                    </a:lnTo>
                    <a:lnTo>
                      <a:pt x="2076" y="833"/>
                    </a:lnTo>
                    <a:lnTo>
                      <a:pt x="2078" y="835"/>
                    </a:lnTo>
                    <a:lnTo>
                      <a:pt x="2081" y="834"/>
                    </a:lnTo>
                    <a:lnTo>
                      <a:pt x="2083" y="838"/>
                    </a:lnTo>
                    <a:lnTo>
                      <a:pt x="2086" y="839"/>
                    </a:lnTo>
                    <a:lnTo>
                      <a:pt x="2088" y="838"/>
                    </a:lnTo>
                    <a:lnTo>
                      <a:pt x="2091" y="841"/>
                    </a:lnTo>
                    <a:lnTo>
                      <a:pt x="2093" y="843"/>
                    </a:lnTo>
                    <a:lnTo>
                      <a:pt x="2095" y="842"/>
                    </a:lnTo>
                    <a:lnTo>
                      <a:pt x="2098" y="845"/>
                    </a:lnTo>
                    <a:lnTo>
                      <a:pt x="2100" y="847"/>
                    </a:lnTo>
                    <a:lnTo>
                      <a:pt x="2103" y="846"/>
                    </a:lnTo>
                    <a:lnTo>
                      <a:pt x="2105" y="851"/>
                    </a:lnTo>
                    <a:lnTo>
                      <a:pt x="2107" y="852"/>
                    </a:lnTo>
                    <a:lnTo>
                      <a:pt x="2110" y="852"/>
                    </a:lnTo>
                    <a:lnTo>
                      <a:pt x="2112" y="857"/>
                    </a:lnTo>
                    <a:lnTo>
                      <a:pt x="2115" y="858"/>
                    </a:lnTo>
                    <a:lnTo>
                      <a:pt x="2117" y="857"/>
                    </a:lnTo>
                    <a:lnTo>
                      <a:pt x="2119" y="861"/>
                    </a:lnTo>
                    <a:lnTo>
                      <a:pt x="2122" y="861"/>
                    </a:lnTo>
                    <a:lnTo>
                      <a:pt x="2124" y="860"/>
                    </a:lnTo>
                    <a:lnTo>
                      <a:pt x="2127" y="863"/>
                    </a:lnTo>
                    <a:lnTo>
                      <a:pt x="2129" y="864"/>
                    </a:lnTo>
                    <a:lnTo>
                      <a:pt x="2131" y="862"/>
                    </a:lnTo>
                    <a:lnTo>
                      <a:pt x="2134" y="864"/>
                    </a:lnTo>
                    <a:lnTo>
                      <a:pt x="2136" y="864"/>
                    </a:lnTo>
                    <a:lnTo>
                      <a:pt x="2139" y="863"/>
                    </a:lnTo>
                    <a:lnTo>
                      <a:pt x="2141" y="864"/>
                    </a:lnTo>
                    <a:lnTo>
                      <a:pt x="2143" y="862"/>
                    </a:lnTo>
                    <a:lnTo>
                      <a:pt x="2146" y="861"/>
                    </a:lnTo>
                    <a:lnTo>
                      <a:pt x="2148" y="863"/>
                    </a:lnTo>
                    <a:lnTo>
                      <a:pt x="2151" y="861"/>
                    </a:lnTo>
                    <a:lnTo>
                      <a:pt x="2153" y="858"/>
                    </a:lnTo>
                    <a:lnTo>
                      <a:pt x="2155" y="860"/>
                    </a:lnTo>
                    <a:lnTo>
                      <a:pt x="2158" y="857"/>
                    </a:lnTo>
                    <a:lnTo>
                      <a:pt x="2160" y="855"/>
                    </a:lnTo>
                    <a:lnTo>
                      <a:pt x="2163" y="854"/>
                    </a:lnTo>
                    <a:lnTo>
                      <a:pt x="2165" y="851"/>
                    </a:lnTo>
                    <a:lnTo>
                      <a:pt x="2166" y="851"/>
                    </a:lnTo>
                  </a:path>
                </a:pathLst>
              </a:custGeom>
              <a:noFill/>
              <a:ln w="17526" cap="flat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09B209AF-BD68-4951-93D1-9FAB90C47742}"/>
                </a:ext>
              </a:extLst>
            </p:cNvPr>
            <p:cNvGrpSpPr/>
            <p:nvPr/>
          </p:nvGrpSpPr>
          <p:grpSpPr>
            <a:xfrm>
              <a:off x="454274" y="614708"/>
              <a:ext cx="5950924" cy="5189157"/>
              <a:chOff x="454274" y="614708"/>
              <a:chExt cx="5950924" cy="5189157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FC829C53-AEA3-4099-BA8E-35EC0282FC31}"/>
                  </a:ext>
                </a:extLst>
              </p:cNvPr>
              <p:cNvGrpSpPr/>
              <p:nvPr/>
            </p:nvGrpSpPr>
            <p:grpSpPr>
              <a:xfrm>
                <a:off x="454274" y="614708"/>
                <a:ext cx="4153884" cy="2703081"/>
                <a:chOff x="778895" y="3434080"/>
                <a:chExt cx="4153884" cy="2703081"/>
              </a:xfrm>
            </p:grpSpPr>
            <p:grpSp>
              <p:nvGrpSpPr>
                <p:cNvPr id="192" name="그룹 191">
                  <a:extLst>
                    <a:ext uri="{FF2B5EF4-FFF2-40B4-BE49-F238E27FC236}">
                      <a16:creationId xmlns:a16="http://schemas.microsoft.com/office/drawing/2014/main" id="{C39DEEDA-66CF-4FD8-93A9-8D83A2D4617F}"/>
                    </a:ext>
                  </a:extLst>
                </p:cNvPr>
                <p:cNvGrpSpPr/>
                <p:nvPr/>
              </p:nvGrpSpPr>
              <p:grpSpPr>
                <a:xfrm>
                  <a:off x="1147912" y="4047750"/>
                  <a:ext cx="3784867" cy="2089411"/>
                  <a:chOff x="1147912" y="4047750"/>
                  <a:chExt cx="3784867" cy="2089411"/>
                </a:xfrm>
              </p:grpSpPr>
              <p:grpSp>
                <p:nvGrpSpPr>
                  <p:cNvPr id="202" name="그룹 201">
                    <a:extLst>
                      <a:ext uri="{FF2B5EF4-FFF2-40B4-BE49-F238E27FC236}">
                        <a16:creationId xmlns:a16="http://schemas.microsoft.com/office/drawing/2014/main" id="{074E4910-F436-4ACC-9FBE-0246A007B3B7}"/>
                      </a:ext>
                    </a:extLst>
                  </p:cNvPr>
                  <p:cNvGrpSpPr/>
                  <p:nvPr/>
                </p:nvGrpSpPr>
                <p:grpSpPr>
                  <a:xfrm>
                    <a:off x="1317929" y="4139478"/>
                    <a:ext cx="3614850" cy="1997683"/>
                    <a:chOff x="6690599" y="3866038"/>
                    <a:chExt cx="3614850" cy="1997683"/>
                  </a:xfrm>
                </p:grpSpPr>
                <p:grpSp>
                  <p:nvGrpSpPr>
                    <p:cNvPr id="213" name="그룹 212">
                      <a:extLst>
                        <a:ext uri="{FF2B5EF4-FFF2-40B4-BE49-F238E27FC236}">
                          <a16:creationId xmlns:a16="http://schemas.microsoft.com/office/drawing/2014/main" id="{53100EA1-E256-4776-9874-1B689587BE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90599" y="5573998"/>
                      <a:ext cx="3614850" cy="289723"/>
                      <a:chOff x="2454781" y="3788742"/>
                      <a:chExt cx="3614850" cy="289723"/>
                    </a:xfrm>
                  </p:grpSpPr>
                  <p:sp>
                    <p:nvSpPr>
                      <p:cNvPr id="215" name="Line 59">
                        <a:extLst>
                          <a:ext uri="{FF2B5EF4-FFF2-40B4-BE49-F238E27FC236}">
                            <a16:creationId xmlns:a16="http://schemas.microsoft.com/office/drawing/2014/main" id="{A1497A48-4110-44CA-90AF-B2C79D60045B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492881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16" name="Line 60">
                        <a:extLst>
                          <a:ext uri="{FF2B5EF4-FFF2-40B4-BE49-F238E27FC236}">
                            <a16:creationId xmlns:a16="http://schemas.microsoft.com/office/drawing/2014/main" id="{23E87A90-E8AD-4BEB-A8BD-13010DA1762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981566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17" name="Line 61">
                        <a:extLst>
                          <a:ext uri="{FF2B5EF4-FFF2-40B4-BE49-F238E27FC236}">
                            <a16:creationId xmlns:a16="http://schemas.microsoft.com/office/drawing/2014/main" id="{EAEC4565-FE8B-4CC3-8D56-77066750BF7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72116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18" name="Line 62">
                        <a:extLst>
                          <a:ext uri="{FF2B5EF4-FFF2-40B4-BE49-F238E27FC236}">
                            <a16:creationId xmlns:a16="http://schemas.microsoft.com/office/drawing/2014/main" id="{13CA8215-A654-4884-9A55-02829375CE0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960801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19" name="Line 63">
                        <a:extLst>
                          <a:ext uri="{FF2B5EF4-FFF2-40B4-BE49-F238E27FC236}">
                            <a16:creationId xmlns:a16="http://schemas.microsoft.com/office/drawing/2014/main" id="{DE995321-6375-41FD-BB1A-C57D59894C3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451353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0" name="Line 64">
                        <a:extLst>
                          <a:ext uri="{FF2B5EF4-FFF2-40B4-BE49-F238E27FC236}">
                            <a16:creationId xmlns:a16="http://schemas.microsoft.com/office/drawing/2014/main" id="{819F0FD9-E58E-447A-82EE-9A3FB4BE334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940038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1" name="Line 65">
                        <a:extLst>
                          <a:ext uri="{FF2B5EF4-FFF2-40B4-BE49-F238E27FC236}">
                            <a16:creationId xmlns:a16="http://schemas.microsoft.com/office/drawing/2014/main" id="{2D005C2E-510A-4D73-908D-B4DF6D0BA6D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430588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2" name="Line 58">
                        <a:extLst>
                          <a:ext uri="{FF2B5EF4-FFF2-40B4-BE49-F238E27FC236}">
                            <a16:creationId xmlns:a16="http://schemas.microsoft.com/office/drawing/2014/main" id="{CBB889FA-EE12-4053-A3D2-5FE80F67049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2881" y="3788742"/>
                        <a:ext cx="3426392" cy="0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3" name="Line 65">
                        <a:extLst>
                          <a:ext uri="{FF2B5EF4-FFF2-40B4-BE49-F238E27FC236}">
                            <a16:creationId xmlns:a16="http://schemas.microsoft.com/office/drawing/2014/main" id="{800DF299-A1E6-44DB-BBD0-DA4527EB4C5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919273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4" name="Rectangle 67">
                        <a:extLst>
                          <a:ext uri="{FF2B5EF4-FFF2-40B4-BE49-F238E27FC236}">
                            <a16:creationId xmlns:a16="http://schemas.microsoft.com/office/drawing/2014/main" id="{FC08CBDB-6EC6-4CBA-95C3-D1FB39EDE9A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54781" y="3883026"/>
                        <a:ext cx="91372" cy="195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5" name="Rectangle 68">
                        <a:extLst>
                          <a:ext uri="{FF2B5EF4-FFF2-40B4-BE49-F238E27FC236}">
                            <a16:creationId xmlns:a16="http://schemas.microsoft.com/office/drawing/2014/main" id="{7B2E2D4D-31E1-4881-B0DB-E656874B9E1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04298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6" name="Rectangle 69">
                        <a:extLst>
                          <a:ext uri="{FF2B5EF4-FFF2-40B4-BE49-F238E27FC236}">
                            <a16:creationId xmlns:a16="http://schemas.microsoft.com/office/drawing/2014/main" id="{0283CE79-547B-4F0F-8BA3-2007B31AD8B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34018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7" name="Rectangle 70">
                        <a:extLst>
                          <a:ext uri="{FF2B5EF4-FFF2-40B4-BE49-F238E27FC236}">
                            <a16:creationId xmlns:a16="http://schemas.microsoft.com/office/drawing/2014/main" id="{7F2FBE3C-EA83-46CC-AF0F-09B4E4E6BA8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83533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8" name="Rectangle 71">
                        <a:extLst>
                          <a:ext uri="{FF2B5EF4-FFF2-40B4-BE49-F238E27FC236}">
                            <a16:creationId xmlns:a16="http://schemas.microsoft.com/office/drawing/2014/main" id="{E741A97F-E13C-4EA7-9BE1-0D19D547307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13253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9" name="Rectangle 72">
                        <a:extLst>
                          <a:ext uri="{FF2B5EF4-FFF2-40B4-BE49-F238E27FC236}">
                            <a16:creationId xmlns:a16="http://schemas.microsoft.com/office/drawing/2014/main" id="{48101045-3B9C-45F7-B1AE-0A17A8827BB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62769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30" name="Rectangle 73">
                        <a:extLst>
                          <a:ext uri="{FF2B5EF4-FFF2-40B4-BE49-F238E27FC236}">
                            <a16:creationId xmlns:a16="http://schemas.microsoft.com/office/drawing/2014/main" id="{A14DBFEF-B397-4CED-B044-D7D2AD75ADA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392489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31" name="Rectangle 74">
                        <a:extLst>
                          <a:ext uri="{FF2B5EF4-FFF2-40B4-BE49-F238E27FC236}">
                            <a16:creationId xmlns:a16="http://schemas.microsoft.com/office/drawing/2014/main" id="{AC90CC3B-EDFD-44C6-B3BE-A9A01FC4A2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842005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214" name="Line 22">
                      <a:extLst>
                        <a:ext uri="{FF2B5EF4-FFF2-40B4-BE49-F238E27FC236}">
                          <a16:creationId xmlns:a16="http://schemas.microsoft.com/office/drawing/2014/main" id="{4B30A0F2-1EAD-4076-8E28-54B2A718C5F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6730848" y="3866038"/>
                      <a:ext cx="0" cy="1701610"/>
                    </a:xfrm>
                    <a:prstGeom prst="line">
                      <a:avLst/>
                    </a:prstGeom>
                    <a:noFill/>
                    <a:ln w="15875" cap="rnd">
                      <a:solidFill>
                        <a:srgbClr val="262626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82951" tIns="41475" rIns="82951" bIns="41475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 sz="127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03" name="Line 33">
                    <a:extLst>
                      <a:ext uri="{FF2B5EF4-FFF2-40B4-BE49-F238E27FC236}">
                        <a16:creationId xmlns:a16="http://schemas.microsoft.com/office/drawing/2014/main" id="{1AE75BE0-FC9B-462A-99A4-9029BE6E77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7071" y="4137778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4" name="Rectangle 92">
                    <a:extLst>
                      <a:ext uri="{FF2B5EF4-FFF2-40B4-BE49-F238E27FC236}">
                        <a16:creationId xmlns:a16="http://schemas.microsoft.com/office/drawing/2014/main" id="{FFDAD518-831D-4D8A-81A1-6A612E9EF7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1209" y="4047750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8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5" name="Line 33">
                    <a:extLst>
                      <a:ext uri="{FF2B5EF4-FFF2-40B4-BE49-F238E27FC236}">
                        <a16:creationId xmlns:a16="http://schemas.microsoft.com/office/drawing/2014/main" id="{EA1647CB-88E7-4420-8555-2AA697421A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3436" y="5848766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6" name="Rectangle 92">
                    <a:extLst>
                      <a:ext uri="{FF2B5EF4-FFF2-40B4-BE49-F238E27FC236}">
                        <a16:creationId xmlns:a16="http://schemas.microsoft.com/office/drawing/2014/main" id="{2DB321CB-504A-4373-8D97-8A2BC4A213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62739" y="5749719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ko-KR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0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7" name="Line 33">
                    <a:extLst>
                      <a:ext uri="{FF2B5EF4-FFF2-40B4-BE49-F238E27FC236}">
                        <a16:creationId xmlns:a16="http://schemas.microsoft.com/office/drawing/2014/main" id="{D30A10C3-1B11-4DA3-90C0-8A8E45C3E4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7071" y="45648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8" name="Line 33">
                    <a:extLst>
                      <a:ext uri="{FF2B5EF4-FFF2-40B4-BE49-F238E27FC236}">
                        <a16:creationId xmlns:a16="http://schemas.microsoft.com/office/drawing/2014/main" id="{F63DD637-806E-4AD9-94DB-CD200AB053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8800" y="49932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9" name="Line 33">
                    <a:extLst>
                      <a:ext uri="{FF2B5EF4-FFF2-40B4-BE49-F238E27FC236}">
                        <a16:creationId xmlns:a16="http://schemas.microsoft.com/office/drawing/2014/main" id="{B6950ECF-9601-4F59-9883-5E4A9EABB7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8800" y="54216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0" name="Rectangle 92">
                    <a:extLst>
                      <a:ext uri="{FF2B5EF4-FFF2-40B4-BE49-F238E27FC236}">
                        <a16:creationId xmlns:a16="http://schemas.microsoft.com/office/drawing/2014/main" id="{86052882-6F9F-48E8-B670-BF3F35F847B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7392" y="4474758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6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1" name="Rectangle 92">
                    <a:extLst>
                      <a:ext uri="{FF2B5EF4-FFF2-40B4-BE49-F238E27FC236}">
                        <a16:creationId xmlns:a16="http://schemas.microsoft.com/office/drawing/2014/main" id="{2A5CA491-D316-4017-9857-7C7B8E321B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7392" y="4892564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4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2" name="Rectangle 92">
                    <a:extLst>
                      <a:ext uri="{FF2B5EF4-FFF2-40B4-BE49-F238E27FC236}">
                        <a16:creationId xmlns:a16="http://schemas.microsoft.com/office/drawing/2014/main" id="{D697A126-3C0E-4763-BAE5-9E91B3F036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47912" y="5319539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2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3" name="직사각형 192">
                  <a:extLst>
                    <a:ext uri="{FF2B5EF4-FFF2-40B4-BE49-F238E27FC236}">
                      <a16:creationId xmlns:a16="http://schemas.microsoft.com/office/drawing/2014/main" id="{8F3863A7-7730-473C-9A99-57B871F9A06E}"/>
                    </a:ext>
                  </a:extLst>
                </p:cNvPr>
                <p:cNvSpPr/>
                <p:nvPr/>
              </p:nvSpPr>
              <p:spPr>
                <a:xfrm rot="16200000">
                  <a:off x="618114" y="4909986"/>
                  <a:ext cx="545021" cy="223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PI [%]</a:t>
                  </a:r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C7B6117C-2049-4408-95C3-0D1CC845C9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50281" y="4040513"/>
                  <a:ext cx="2538" cy="181080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50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710E0C35-120C-4F93-BEAA-3DFD5AEB2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5564" y="4042248"/>
                  <a:ext cx="2538" cy="181080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50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6" name="오른쪽 중괄호 195">
                  <a:extLst>
                    <a:ext uri="{FF2B5EF4-FFF2-40B4-BE49-F238E27FC236}">
                      <a16:creationId xmlns:a16="http://schemas.microsoft.com/office/drawing/2014/main" id="{572F1605-1501-46B1-8388-929B43BC15EF}"/>
                    </a:ext>
                  </a:extLst>
                </p:cNvPr>
                <p:cNvSpPr/>
                <p:nvPr/>
              </p:nvSpPr>
              <p:spPr>
                <a:xfrm rot="16200000">
                  <a:off x="1480617" y="3660040"/>
                  <a:ext cx="242368" cy="489836"/>
                </a:xfrm>
                <a:prstGeom prst="rightBrace">
                  <a:avLst>
                    <a:gd name="adj1" fmla="val 23075"/>
                    <a:gd name="adj2" fmla="val 46149"/>
                  </a:avLst>
                </a:prstGeom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33" dirty="0"/>
                </a:p>
              </p:txBody>
            </p:sp>
            <p:sp>
              <p:nvSpPr>
                <p:cNvPr id="197" name="오른쪽 중괄호 196">
                  <a:extLst>
                    <a:ext uri="{FF2B5EF4-FFF2-40B4-BE49-F238E27FC236}">
                      <a16:creationId xmlns:a16="http://schemas.microsoft.com/office/drawing/2014/main" id="{1F03B64E-F2D0-4652-99AC-5108A618030C}"/>
                    </a:ext>
                  </a:extLst>
                </p:cNvPr>
                <p:cNvSpPr/>
                <p:nvPr/>
              </p:nvSpPr>
              <p:spPr>
                <a:xfrm rot="16200000">
                  <a:off x="2709746" y="2924505"/>
                  <a:ext cx="242368" cy="1960904"/>
                </a:xfrm>
                <a:prstGeom prst="rightBrace">
                  <a:avLst>
                    <a:gd name="adj1" fmla="val 23075"/>
                    <a:gd name="adj2" fmla="val 46149"/>
                  </a:avLst>
                </a:prstGeom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33" dirty="0"/>
                </a:p>
              </p:txBody>
            </p:sp>
            <p:sp>
              <p:nvSpPr>
                <p:cNvPr id="198" name="오른쪽 중괄호 197">
                  <a:extLst>
                    <a:ext uri="{FF2B5EF4-FFF2-40B4-BE49-F238E27FC236}">
                      <a16:creationId xmlns:a16="http://schemas.microsoft.com/office/drawing/2014/main" id="{4BD8018C-2CA8-41CD-8D6A-E9265D92C90A}"/>
                    </a:ext>
                  </a:extLst>
                </p:cNvPr>
                <p:cNvSpPr/>
                <p:nvPr/>
              </p:nvSpPr>
              <p:spPr>
                <a:xfrm rot="16200000">
                  <a:off x="4178319" y="3414406"/>
                  <a:ext cx="242368" cy="981102"/>
                </a:xfrm>
                <a:prstGeom prst="rightBrace">
                  <a:avLst>
                    <a:gd name="adj1" fmla="val 23075"/>
                    <a:gd name="adj2" fmla="val 46149"/>
                  </a:avLst>
                </a:prstGeom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33" dirty="0"/>
                </a:p>
              </p:txBody>
            </p: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CFCE9ECA-0C50-45B9-8FD6-589DEE5A7483}"/>
                    </a:ext>
                  </a:extLst>
                </p:cNvPr>
                <p:cNvSpPr txBox="1"/>
                <p:nvPr/>
              </p:nvSpPr>
              <p:spPr>
                <a:xfrm>
                  <a:off x="2354240" y="3434080"/>
                  <a:ext cx="819135" cy="2234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Occlusion</a:t>
                  </a:r>
                </a:p>
              </p:txBody>
            </p: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4A0E41B6-E1FB-47AD-9719-4DB3981B86C2}"/>
                    </a:ext>
                  </a:extLst>
                </p:cNvPr>
                <p:cNvSpPr txBox="1"/>
                <p:nvPr/>
              </p:nvSpPr>
              <p:spPr>
                <a:xfrm>
                  <a:off x="3880324" y="3434080"/>
                  <a:ext cx="686085" cy="2234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Release</a:t>
                  </a:r>
                </a:p>
              </p:txBody>
            </p: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5A7D326-26A6-418E-9F7D-1A2362D128CD}"/>
                    </a:ext>
                  </a:extLst>
                </p:cNvPr>
                <p:cNvSpPr txBox="1"/>
                <p:nvPr/>
              </p:nvSpPr>
              <p:spPr>
                <a:xfrm>
                  <a:off x="1235257" y="3434080"/>
                  <a:ext cx="716543" cy="2234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Baseline</a:t>
                  </a:r>
                </a:p>
              </p:txBody>
            </p:sp>
          </p:grpSp>
          <p:grpSp>
            <p:nvGrpSpPr>
              <p:cNvPr id="151" name="그룹 150">
                <a:extLst>
                  <a:ext uri="{FF2B5EF4-FFF2-40B4-BE49-F238E27FC236}">
                    <a16:creationId xmlns:a16="http://schemas.microsoft.com/office/drawing/2014/main" id="{89FD5A1E-51A3-468E-9736-8C439755889D}"/>
                  </a:ext>
                </a:extLst>
              </p:cNvPr>
              <p:cNvGrpSpPr/>
              <p:nvPr/>
            </p:nvGrpSpPr>
            <p:grpSpPr>
              <a:xfrm>
                <a:off x="456472" y="3418635"/>
                <a:ext cx="4158801" cy="2385230"/>
                <a:chOff x="702242" y="1980359"/>
                <a:chExt cx="4158801" cy="2385230"/>
              </a:xfrm>
            </p:grpSpPr>
            <p:grpSp>
              <p:nvGrpSpPr>
                <p:cNvPr id="157" name="그룹 156">
                  <a:extLst>
                    <a:ext uri="{FF2B5EF4-FFF2-40B4-BE49-F238E27FC236}">
                      <a16:creationId xmlns:a16="http://schemas.microsoft.com/office/drawing/2014/main" id="{06B350E5-0A9D-4586-B3C8-801BC6988E82}"/>
                    </a:ext>
                  </a:extLst>
                </p:cNvPr>
                <p:cNvGrpSpPr/>
                <p:nvPr/>
              </p:nvGrpSpPr>
              <p:grpSpPr>
                <a:xfrm>
                  <a:off x="1076176" y="1994648"/>
                  <a:ext cx="3784867" cy="2089411"/>
                  <a:chOff x="1147912" y="4047750"/>
                  <a:chExt cx="3784867" cy="2089411"/>
                </a:xfrm>
              </p:grpSpPr>
              <p:grpSp>
                <p:nvGrpSpPr>
                  <p:cNvPr id="162" name="그룹 161">
                    <a:extLst>
                      <a:ext uri="{FF2B5EF4-FFF2-40B4-BE49-F238E27FC236}">
                        <a16:creationId xmlns:a16="http://schemas.microsoft.com/office/drawing/2014/main" id="{BB661E6D-4626-413F-83B3-7018806215F2}"/>
                      </a:ext>
                    </a:extLst>
                  </p:cNvPr>
                  <p:cNvGrpSpPr/>
                  <p:nvPr/>
                </p:nvGrpSpPr>
                <p:grpSpPr>
                  <a:xfrm>
                    <a:off x="1317929" y="4139478"/>
                    <a:ext cx="3614850" cy="1997683"/>
                    <a:chOff x="6690599" y="3866038"/>
                    <a:chExt cx="3614850" cy="1997683"/>
                  </a:xfrm>
                </p:grpSpPr>
                <p:grpSp>
                  <p:nvGrpSpPr>
                    <p:cNvPr id="173" name="그룹 172">
                      <a:extLst>
                        <a:ext uri="{FF2B5EF4-FFF2-40B4-BE49-F238E27FC236}">
                          <a16:creationId xmlns:a16="http://schemas.microsoft.com/office/drawing/2014/main" id="{F00F056F-C9DB-44CF-BAAD-B210182223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90599" y="5573998"/>
                      <a:ext cx="3614850" cy="289723"/>
                      <a:chOff x="2454781" y="3788742"/>
                      <a:chExt cx="3614850" cy="289723"/>
                    </a:xfrm>
                  </p:grpSpPr>
                  <p:sp>
                    <p:nvSpPr>
                      <p:cNvPr id="175" name="Line 59">
                        <a:extLst>
                          <a:ext uri="{FF2B5EF4-FFF2-40B4-BE49-F238E27FC236}">
                            <a16:creationId xmlns:a16="http://schemas.microsoft.com/office/drawing/2014/main" id="{59ED0332-0A42-4EF2-ADD0-5E08DD05333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492881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76" name="Line 60">
                        <a:extLst>
                          <a:ext uri="{FF2B5EF4-FFF2-40B4-BE49-F238E27FC236}">
                            <a16:creationId xmlns:a16="http://schemas.microsoft.com/office/drawing/2014/main" id="{BD69779D-E824-4C89-BA7E-D23414197C4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981566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77" name="Line 61">
                        <a:extLst>
                          <a:ext uri="{FF2B5EF4-FFF2-40B4-BE49-F238E27FC236}">
                            <a16:creationId xmlns:a16="http://schemas.microsoft.com/office/drawing/2014/main" id="{0A5F6953-C9B9-4CC3-8CBD-03099F9F0A5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72116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78" name="Line 62">
                        <a:extLst>
                          <a:ext uri="{FF2B5EF4-FFF2-40B4-BE49-F238E27FC236}">
                            <a16:creationId xmlns:a16="http://schemas.microsoft.com/office/drawing/2014/main" id="{AB162D46-3D2B-405F-A976-C72BCAB68C1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960801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79" name="Line 63">
                        <a:extLst>
                          <a:ext uri="{FF2B5EF4-FFF2-40B4-BE49-F238E27FC236}">
                            <a16:creationId xmlns:a16="http://schemas.microsoft.com/office/drawing/2014/main" id="{B33E7198-7159-4DD9-866A-813810BA32D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451353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0" name="Line 64">
                        <a:extLst>
                          <a:ext uri="{FF2B5EF4-FFF2-40B4-BE49-F238E27FC236}">
                            <a16:creationId xmlns:a16="http://schemas.microsoft.com/office/drawing/2014/main" id="{016B56B0-A22B-4DF6-9075-7D3F307C635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940038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1" name="Line 65">
                        <a:extLst>
                          <a:ext uri="{FF2B5EF4-FFF2-40B4-BE49-F238E27FC236}">
                            <a16:creationId xmlns:a16="http://schemas.microsoft.com/office/drawing/2014/main" id="{EA490E62-2D2F-47DA-8A54-89E6E4FFA71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430588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2" name="Line 58">
                        <a:extLst>
                          <a:ext uri="{FF2B5EF4-FFF2-40B4-BE49-F238E27FC236}">
                            <a16:creationId xmlns:a16="http://schemas.microsoft.com/office/drawing/2014/main" id="{F3A87EEF-2A8E-4575-8118-3ACEAF75732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2881" y="3788742"/>
                        <a:ext cx="3426392" cy="0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3" name="Line 65">
                        <a:extLst>
                          <a:ext uri="{FF2B5EF4-FFF2-40B4-BE49-F238E27FC236}">
                            <a16:creationId xmlns:a16="http://schemas.microsoft.com/office/drawing/2014/main" id="{886722C4-0344-49BF-AC65-4F107013719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919273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4" name="Rectangle 67">
                        <a:extLst>
                          <a:ext uri="{FF2B5EF4-FFF2-40B4-BE49-F238E27FC236}">
                            <a16:creationId xmlns:a16="http://schemas.microsoft.com/office/drawing/2014/main" id="{D8B84A09-E851-436E-BC70-73454F2B32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54781" y="3883026"/>
                        <a:ext cx="91372" cy="195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5" name="Rectangle 68">
                        <a:extLst>
                          <a:ext uri="{FF2B5EF4-FFF2-40B4-BE49-F238E27FC236}">
                            <a16:creationId xmlns:a16="http://schemas.microsoft.com/office/drawing/2014/main" id="{916A042D-7809-4811-A18C-68BE3782B4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04298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6" name="Rectangle 69">
                        <a:extLst>
                          <a:ext uri="{FF2B5EF4-FFF2-40B4-BE49-F238E27FC236}">
                            <a16:creationId xmlns:a16="http://schemas.microsoft.com/office/drawing/2014/main" id="{916466E8-9935-48B0-ADA2-4FFF716F15D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34018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7" name="Rectangle 70">
                        <a:extLst>
                          <a:ext uri="{FF2B5EF4-FFF2-40B4-BE49-F238E27FC236}">
                            <a16:creationId xmlns:a16="http://schemas.microsoft.com/office/drawing/2014/main" id="{2254B67E-19B2-43EB-BF45-28651B722A6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83533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8" name="Rectangle 71">
                        <a:extLst>
                          <a:ext uri="{FF2B5EF4-FFF2-40B4-BE49-F238E27FC236}">
                            <a16:creationId xmlns:a16="http://schemas.microsoft.com/office/drawing/2014/main" id="{48699D04-3F67-472D-9164-998FA71225F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13253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9" name="Rectangle 72">
                        <a:extLst>
                          <a:ext uri="{FF2B5EF4-FFF2-40B4-BE49-F238E27FC236}">
                            <a16:creationId xmlns:a16="http://schemas.microsoft.com/office/drawing/2014/main" id="{A4B95200-4547-4FA8-9717-8FF37303E8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62769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0" name="Rectangle 73">
                        <a:extLst>
                          <a:ext uri="{FF2B5EF4-FFF2-40B4-BE49-F238E27FC236}">
                            <a16:creationId xmlns:a16="http://schemas.microsoft.com/office/drawing/2014/main" id="{B9B7610F-CA41-4EEF-86E6-791F805F701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392489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91" name="Rectangle 74">
                        <a:extLst>
                          <a:ext uri="{FF2B5EF4-FFF2-40B4-BE49-F238E27FC236}">
                            <a16:creationId xmlns:a16="http://schemas.microsoft.com/office/drawing/2014/main" id="{7C7D889F-357B-457A-A9D9-02C88887DD6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842005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74" name="Line 22">
                      <a:extLst>
                        <a:ext uri="{FF2B5EF4-FFF2-40B4-BE49-F238E27FC236}">
                          <a16:creationId xmlns:a16="http://schemas.microsoft.com/office/drawing/2014/main" id="{6F7DC646-039C-48EA-9A6A-9EC93C746DA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6730848" y="3866038"/>
                      <a:ext cx="0" cy="1701610"/>
                    </a:xfrm>
                    <a:prstGeom prst="line">
                      <a:avLst/>
                    </a:prstGeom>
                    <a:noFill/>
                    <a:ln w="15875" cap="rnd">
                      <a:solidFill>
                        <a:srgbClr val="262626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82951" tIns="41475" rIns="82951" bIns="41475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 sz="127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63" name="Line 33">
                    <a:extLst>
                      <a:ext uri="{FF2B5EF4-FFF2-40B4-BE49-F238E27FC236}">
                        <a16:creationId xmlns:a16="http://schemas.microsoft.com/office/drawing/2014/main" id="{D9379271-A4D3-4A7D-ABFB-C572BCF438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7071" y="4137778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Rectangle 92">
                    <a:extLst>
                      <a:ext uri="{FF2B5EF4-FFF2-40B4-BE49-F238E27FC236}">
                        <a16:creationId xmlns:a16="http://schemas.microsoft.com/office/drawing/2014/main" id="{B4ABBFE3-44D4-4AC8-BC98-672003698C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1209" y="4047750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8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5" name="Line 33">
                    <a:extLst>
                      <a:ext uri="{FF2B5EF4-FFF2-40B4-BE49-F238E27FC236}">
                        <a16:creationId xmlns:a16="http://schemas.microsoft.com/office/drawing/2014/main" id="{C38B152C-05A1-497C-93E5-3E1043D211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3436" y="5848766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Rectangle 92">
                    <a:extLst>
                      <a:ext uri="{FF2B5EF4-FFF2-40B4-BE49-F238E27FC236}">
                        <a16:creationId xmlns:a16="http://schemas.microsoft.com/office/drawing/2014/main" id="{E715A110-60A7-484E-8B4F-9AD17969B1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62739" y="5749719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ko-KR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0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7" name="Line 33">
                    <a:extLst>
                      <a:ext uri="{FF2B5EF4-FFF2-40B4-BE49-F238E27FC236}">
                        <a16:creationId xmlns:a16="http://schemas.microsoft.com/office/drawing/2014/main" id="{2B1A0FCF-07AA-4A9D-991E-52FD4088AB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7071" y="45648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Line 33">
                    <a:extLst>
                      <a:ext uri="{FF2B5EF4-FFF2-40B4-BE49-F238E27FC236}">
                        <a16:creationId xmlns:a16="http://schemas.microsoft.com/office/drawing/2014/main" id="{C160AFC6-666E-4740-8710-3E98EB56BE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8800" y="49932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9" name="Line 33">
                    <a:extLst>
                      <a:ext uri="{FF2B5EF4-FFF2-40B4-BE49-F238E27FC236}">
                        <a16:creationId xmlns:a16="http://schemas.microsoft.com/office/drawing/2014/main" id="{83ED8C49-EE94-49BC-99FE-23EEA6BFA6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8800" y="54216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Rectangle 92">
                    <a:extLst>
                      <a:ext uri="{FF2B5EF4-FFF2-40B4-BE49-F238E27FC236}">
                        <a16:creationId xmlns:a16="http://schemas.microsoft.com/office/drawing/2014/main" id="{337ACFCF-2050-42C0-896F-BAA47C3C89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7392" y="4474758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6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1" name="Rectangle 92">
                    <a:extLst>
                      <a:ext uri="{FF2B5EF4-FFF2-40B4-BE49-F238E27FC236}">
                        <a16:creationId xmlns:a16="http://schemas.microsoft.com/office/drawing/2014/main" id="{0049F08C-69E9-47A6-B880-26B0DAA926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7392" y="4892564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4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2" name="Rectangle 92">
                    <a:extLst>
                      <a:ext uri="{FF2B5EF4-FFF2-40B4-BE49-F238E27FC236}">
                        <a16:creationId xmlns:a16="http://schemas.microsoft.com/office/drawing/2014/main" id="{E9EB03D8-6ECE-4E5C-8958-32A37948D1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47912" y="5319539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2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58" name="직사각형 157">
                  <a:extLst>
                    <a:ext uri="{FF2B5EF4-FFF2-40B4-BE49-F238E27FC236}">
                      <a16:creationId xmlns:a16="http://schemas.microsoft.com/office/drawing/2014/main" id="{8611327A-127C-4E44-A0E1-A089078F4B40}"/>
                    </a:ext>
                  </a:extLst>
                </p:cNvPr>
                <p:cNvSpPr/>
                <p:nvPr/>
              </p:nvSpPr>
              <p:spPr>
                <a:xfrm>
                  <a:off x="2560759" y="4142130"/>
                  <a:ext cx="863506" cy="223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Time [min]</a:t>
                  </a:r>
                </a:p>
              </p:txBody>
            </p:sp>
            <p:sp>
              <p:nvSpPr>
                <p:cNvPr id="159" name="직사각형 158">
                  <a:extLst>
                    <a:ext uri="{FF2B5EF4-FFF2-40B4-BE49-F238E27FC236}">
                      <a16:creationId xmlns:a16="http://schemas.microsoft.com/office/drawing/2014/main" id="{791C2E4E-6D06-4CF0-8940-05B3E198223C}"/>
                    </a:ext>
                  </a:extLst>
                </p:cNvPr>
                <p:cNvSpPr/>
                <p:nvPr/>
              </p:nvSpPr>
              <p:spPr>
                <a:xfrm rot="16200000">
                  <a:off x="541461" y="2849832"/>
                  <a:ext cx="545021" cy="223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PI [%]</a:t>
                  </a:r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3A375E53-C8F2-4173-9EDC-0592D11EB0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73628" y="1980359"/>
                  <a:ext cx="2538" cy="181080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50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직선 연결선 160">
                  <a:extLst>
                    <a:ext uri="{FF2B5EF4-FFF2-40B4-BE49-F238E27FC236}">
                      <a16:creationId xmlns:a16="http://schemas.microsoft.com/office/drawing/2014/main" id="{4F5BC804-8A14-43C3-81B2-4C14D918A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28911" y="1982094"/>
                  <a:ext cx="2538" cy="181080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50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4B692578-FD99-4C7C-99AB-A8401A050A05}"/>
                  </a:ext>
                </a:extLst>
              </p:cNvPr>
              <p:cNvGrpSpPr/>
              <p:nvPr/>
            </p:nvGrpSpPr>
            <p:grpSpPr>
              <a:xfrm>
                <a:off x="4642025" y="1032469"/>
                <a:ext cx="1763173" cy="293628"/>
                <a:chOff x="6851603" y="4983112"/>
                <a:chExt cx="1763173" cy="293628"/>
              </a:xfrm>
            </p:grpSpPr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5B1862C8-2325-429D-B70A-35BE0B6210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51622" y="5053861"/>
                  <a:ext cx="195359" cy="0"/>
                </a:xfrm>
                <a:prstGeom prst="line">
                  <a:avLst/>
                </a:prstGeom>
                <a:ln w="19050" cap="rnd">
                  <a:solidFill>
                    <a:srgbClr val="FF0000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4" name="직사각형 153">
                  <a:extLst>
                    <a:ext uri="{FF2B5EF4-FFF2-40B4-BE49-F238E27FC236}">
                      <a16:creationId xmlns:a16="http://schemas.microsoft.com/office/drawing/2014/main" id="{01AE19EA-4077-4849-9435-D51445B93772}"/>
                    </a:ext>
                  </a:extLst>
                </p:cNvPr>
                <p:cNvSpPr/>
                <p:nvPr/>
              </p:nvSpPr>
              <p:spPr>
                <a:xfrm>
                  <a:off x="7099938" y="4983112"/>
                  <a:ext cx="1176604" cy="1535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998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AC(rms) / DC(mean)</a:t>
                  </a:r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90DB26FC-EA9E-41DB-AC1B-219D6B75C4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51603" y="5199956"/>
                  <a:ext cx="195359" cy="0"/>
                </a:xfrm>
                <a:prstGeom prst="line">
                  <a:avLst/>
                </a:prstGeom>
                <a:ln w="19050" cap="rnd">
                  <a:solidFill>
                    <a:srgbClr val="007F00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6" name="직사각형 155">
                  <a:extLst>
                    <a:ext uri="{FF2B5EF4-FFF2-40B4-BE49-F238E27FC236}">
                      <a16:creationId xmlns:a16="http://schemas.microsoft.com/office/drawing/2014/main" id="{C09449D5-976F-4EF6-9BEC-270AB8A80CEF}"/>
                    </a:ext>
                  </a:extLst>
                </p:cNvPr>
                <p:cNvSpPr/>
                <p:nvPr/>
              </p:nvSpPr>
              <p:spPr>
                <a:xfrm>
                  <a:off x="7099938" y="5123172"/>
                  <a:ext cx="1514838" cy="1535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998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AC(amplitude) / DC(mean)</a:t>
                  </a:r>
                  <a:endParaRPr lang="en-US" altLang="ko-KR" sz="998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23FEDA8D-E276-4786-BBCF-E87449974EAF}"/>
              </a:ext>
            </a:extLst>
          </p:cNvPr>
          <p:cNvGrpSpPr/>
          <p:nvPr/>
        </p:nvGrpSpPr>
        <p:grpSpPr>
          <a:xfrm>
            <a:off x="6025102" y="2819253"/>
            <a:ext cx="5917497" cy="2703081"/>
            <a:chOff x="5581667" y="614708"/>
            <a:chExt cx="5917497" cy="2703081"/>
          </a:xfrm>
        </p:grpSpPr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B9E73FAE-481F-4AF3-9D61-0DFE437DA3BC}"/>
                </a:ext>
              </a:extLst>
            </p:cNvPr>
            <p:cNvGrpSpPr/>
            <p:nvPr/>
          </p:nvGrpSpPr>
          <p:grpSpPr>
            <a:xfrm>
              <a:off x="6166297" y="1311052"/>
              <a:ext cx="3438525" cy="1687513"/>
              <a:chOff x="5862229" y="3872346"/>
              <a:chExt cx="3438525" cy="1687513"/>
            </a:xfrm>
          </p:grpSpPr>
          <p:sp>
            <p:nvSpPr>
              <p:cNvPr id="288" name="Freeform 359">
                <a:extLst>
                  <a:ext uri="{FF2B5EF4-FFF2-40B4-BE49-F238E27FC236}">
                    <a16:creationId xmlns:a16="http://schemas.microsoft.com/office/drawing/2014/main" id="{5E08EEAC-667D-4C29-87EC-8F95CFEEC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2229" y="4034271"/>
                <a:ext cx="3438525" cy="1474788"/>
              </a:xfrm>
              <a:custGeom>
                <a:avLst/>
                <a:gdLst>
                  <a:gd name="T0" fmla="*/ 34 w 2166"/>
                  <a:gd name="T1" fmla="*/ 842 h 929"/>
                  <a:gd name="T2" fmla="*/ 70 w 2166"/>
                  <a:gd name="T3" fmla="*/ 844 h 929"/>
                  <a:gd name="T4" fmla="*/ 106 w 2166"/>
                  <a:gd name="T5" fmla="*/ 840 h 929"/>
                  <a:gd name="T6" fmla="*/ 142 w 2166"/>
                  <a:gd name="T7" fmla="*/ 853 h 929"/>
                  <a:gd name="T8" fmla="*/ 178 w 2166"/>
                  <a:gd name="T9" fmla="*/ 857 h 929"/>
                  <a:gd name="T10" fmla="*/ 214 w 2166"/>
                  <a:gd name="T11" fmla="*/ 870 h 929"/>
                  <a:gd name="T12" fmla="*/ 250 w 2166"/>
                  <a:gd name="T13" fmla="*/ 874 h 929"/>
                  <a:gd name="T14" fmla="*/ 287 w 2166"/>
                  <a:gd name="T15" fmla="*/ 877 h 929"/>
                  <a:gd name="T16" fmla="*/ 323 w 2166"/>
                  <a:gd name="T17" fmla="*/ 880 h 929"/>
                  <a:gd name="T18" fmla="*/ 358 w 2166"/>
                  <a:gd name="T19" fmla="*/ 797 h 929"/>
                  <a:gd name="T20" fmla="*/ 395 w 2166"/>
                  <a:gd name="T21" fmla="*/ 607 h 929"/>
                  <a:gd name="T22" fmla="*/ 431 w 2166"/>
                  <a:gd name="T23" fmla="*/ 585 h 929"/>
                  <a:gd name="T24" fmla="*/ 467 w 2166"/>
                  <a:gd name="T25" fmla="*/ 622 h 929"/>
                  <a:gd name="T26" fmla="*/ 503 w 2166"/>
                  <a:gd name="T27" fmla="*/ 662 h 929"/>
                  <a:gd name="T28" fmla="*/ 539 w 2166"/>
                  <a:gd name="T29" fmla="*/ 700 h 929"/>
                  <a:gd name="T30" fmla="*/ 575 w 2166"/>
                  <a:gd name="T31" fmla="*/ 728 h 929"/>
                  <a:gd name="T32" fmla="*/ 611 w 2166"/>
                  <a:gd name="T33" fmla="*/ 752 h 929"/>
                  <a:gd name="T34" fmla="*/ 647 w 2166"/>
                  <a:gd name="T35" fmla="*/ 776 h 929"/>
                  <a:gd name="T36" fmla="*/ 683 w 2166"/>
                  <a:gd name="T37" fmla="*/ 796 h 929"/>
                  <a:gd name="T38" fmla="*/ 719 w 2166"/>
                  <a:gd name="T39" fmla="*/ 806 h 929"/>
                  <a:gd name="T40" fmla="*/ 756 w 2166"/>
                  <a:gd name="T41" fmla="*/ 814 h 929"/>
                  <a:gd name="T42" fmla="*/ 792 w 2166"/>
                  <a:gd name="T43" fmla="*/ 823 h 929"/>
                  <a:gd name="T44" fmla="*/ 828 w 2166"/>
                  <a:gd name="T45" fmla="*/ 828 h 929"/>
                  <a:gd name="T46" fmla="*/ 864 w 2166"/>
                  <a:gd name="T47" fmla="*/ 828 h 929"/>
                  <a:gd name="T48" fmla="*/ 900 w 2166"/>
                  <a:gd name="T49" fmla="*/ 828 h 929"/>
                  <a:gd name="T50" fmla="*/ 936 w 2166"/>
                  <a:gd name="T51" fmla="*/ 828 h 929"/>
                  <a:gd name="T52" fmla="*/ 972 w 2166"/>
                  <a:gd name="T53" fmla="*/ 830 h 929"/>
                  <a:gd name="T54" fmla="*/ 1008 w 2166"/>
                  <a:gd name="T55" fmla="*/ 835 h 929"/>
                  <a:gd name="T56" fmla="*/ 1044 w 2166"/>
                  <a:gd name="T57" fmla="*/ 841 h 929"/>
                  <a:gd name="T58" fmla="*/ 1080 w 2166"/>
                  <a:gd name="T59" fmla="*/ 848 h 929"/>
                  <a:gd name="T60" fmla="*/ 1116 w 2166"/>
                  <a:gd name="T61" fmla="*/ 859 h 929"/>
                  <a:gd name="T62" fmla="*/ 1152 w 2166"/>
                  <a:gd name="T63" fmla="*/ 867 h 929"/>
                  <a:gd name="T64" fmla="*/ 1188 w 2166"/>
                  <a:gd name="T65" fmla="*/ 871 h 929"/>
                  <a:gd name="T66" fmla="*/ 1224 w 2166"/>
                  <a:gd name="T67" fmla="*/ 881 h 929"/>
                  <a:gd name="T68" fmla="*/ 1261 w 2166"/>
                  <a:gd name="T69" fmla="*/ 889 h 929"/>
                  <a:gd name="T70" fmla="*/ 1297 w 2166"/>
                  <a:gd name="T71" fmla="*/ 896 h 929"/>
                  <a:gd name="T72" fmla="*/ 1333 w 2166"/>
                  <a:gd name="T73" fmla="*/ 902 h 929"/>
                  <a:gd name="T74" fmla="*/ 1369 w 2166"/>
                  <a:gd name="T75" fmla="*/ 905 h 929"/>
                  <a:gd name="T76" fmla="*/ 1405 w 2166"/>
                  <a:gd name="T77" fmla="*/ 907 h 929"/>
                  <a:gd name="T78" fmla="*/ 1441 w 2166"/>
                  <a:gd name="T79" fmla="*/ 916 h 929"/>
                  <a:gd name="T80" fmla="*/ 1477 w 2166"/>
                  <a:gd name="T81" fmla="*/ 926 h 929"/>
                  <a:gd name="T82" fmla="*/ 1513 w 2166"/>
                  <a:gd name="T83" fmla="*/ 929 h 929"/>
                  <a:gd name="T84" fmla="*/ 1549 w 2166"/>
                  <a:gd name="T85" fmla="*/ 923 h 929"/>
                  <a:gd name="T86" fmla="*/ 1585 w 2166"/>
                  <a:gd name="T87" fmla="*/ 441 h 929"/>
                  <a:gd name="T88" fmla="*/ 1621 w 2166"/>
                  <a:gd name="T89" fmla="*/ 140 h 929"/>
                  <a:gd name="T90" fmla="*/ 1657 w 2166"/>
                  <a:gd name="T91" fmla="*/ 27 h 929"/>
                  <a:gd name="T92" fmla="*/ 1693 w 2166"/>
                  <a:gd name="T93" fmla="*/ 16 h 929"/>
                  <a:gd name="T94" fmla="*/ 1730 w 2166"/>
                  <a:gd name="T95" fmla="*/ 112 h 929"/>
                  <a:gd name="T96" fmla="*/ 1766 w 2166"/>
                  <a:gd name="T97" fmla="*/ 209 h 929"/>
                  <a:gd name="T98" fmla="*/ 1802 w 2166"/>
                  <a:gd name="T99" fmla="*/ 323 h 929"/>
                  <a:gd name="T100" fmla="*/ 1838 w 2166"/>
                  <a:gd name="T101" fmla="*/ 433 h 929"/>
                  <a:gd name="T102" fmla="*/ 1874 w 2166"/>
                  <a:gd name="T103" fmla="*/ 544 h 929"/>
                  <a:gd name="T104" fmla="*/ 1910 w 2166"/>
                  <a:gd name="T105" fmla="*/ 616 h 929"/>
                  <a:gd name="T106" fmla="*/ 1946 w 2166"/>
                  <a:gd name="T107" fmla="*/ 673 h 929"/>
                  <a:gd name="T108" fmla="*/ 1982 w 2166"/>
                  <a:gd name="T109" fmla="*/ 744 h 929"/>
                  <a:gd name="T110" fmla="*/ 2018 w 2166"/>
                  <a:gd name="T111" fmla="*/ 789 h 929"/>
                  <a:gd name="T112" fmla="*/ 2054 w 2166"/>
                  <a:gd name="T113" fmla="*/ 817 h 929"/>
                  <a:gd name="T114" fmla="*/ 2091 w 2166"/>
                  <a:gd name="T115" fmla="*/ 841 h 929"/>
                  <a:gd name="T116" fmla="*/ 2127 w 2166"/>
                  <a:gd name="T117" fmla="*/ 863 h 929"/>
                  <a:gd name="T118" fmla="*/ 2163 w 2166"/>
                  <a:gd name="T119" fmla="*/ 854 h 9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66" h="929">
                    <a:moveTo>
                      <a:pt x="0" y="814"/>
                    </a:moveTo>
                    <a:lnTo>
                      <a:pt x="3" y="816"/>
                    </a:lnTo>
                    <a:lnTo>
                      <a:pt x="5" y="817"/>
                    </a:lnTo>
                    <a:lnTo>
                      <a:pt x="8" y="820"/>
                    </a:lnTo>
                    <a:lnTo>
                      <a:pt x="10" y="822"/>
                    </a:lnTo>
                    <a:lnTo>
                      <a:pt x="12" y="823"/>
                    </a:lnTo>
                    <a:lnTo>
                      <a:pt x="15" y="826"/>
                    </a:lnTo>
                    <a:lnTo>
                      <a:pt x="17" y="828"/>
                    </a:lnTo>
                    <a:lnTo>
                      <a:pt x="20" y="829"/>
                    </a:lnTo>
                    <a:lnTo>
                      <a:pt x="22" y="832"/>
                    </a:lnTo>
                    <a:lnTo>
                      <a:pt x="24" y="833"/>
                    </a:lnTo>
                    <a:lnTo>
                      <a:pt x="27" y="834"/>
                    </a:lnTo>
                    <a:lnTo>
                      <a:pt x="29" y="839"/>
                    </a:lnTo>
                    <a:lnTo>
                      <a:pt x="32" y="841"/>
                    </a:lnTo>
                    <a:lnTo>
                      <a:pt x="34" y="842"/>
                    </a:lnTo>
                    <a:lnTo>
                      <a:pt x="36" y="846"/>
                    </a:lnTo>
                    <a:lnTo>
                      <a:pt x="39" y="848"/>
                    </a:lnTo>
                    <a:lnTo>
                      <a:pt x="41" y="849"/>
                    </a:lnTo>
                    <a:lnTo>
                      <a:pt x="44" y="848"/>
                    </a:lnTo>
                    <a:lnTo>
                      <a:pt x="46" y="851"/>
                    </a:lnTo>
                    <a:lnTo>
                      <a:pt x="48" y="853"/>
                    </a:lnTo>
                    <a:lnTo>
                      <a:pt x="51" y="850"/>
                    </a:lnTo>
                    <a:lnTo>
                      <a:pt x="53" y="850"/>
                    </a:lnTo>
                    <a:lnTo>
                      <a:pt x="56" y="851"/>
                    </a:lnTo>
                    <a:lnTo>
                      <a:pt x="58" y="848"/>
                    </a:lnTo>
                    <a:lnTo>
                      <a:pt x="60" y="848"/>
                    </a:lnTo>
                    <a:lnTo>
                      <a:pt x="63" y="848"/>
                    </a:lnTo>
                    <a:lnTo>
                      <a:pt x="65" y="845"/>
                    </a:lnTo>
                    <a:lnTo>
                      <a:pt x="68" y="845"/>
                    </a:lnTo>
                    <a:lnTo>
                      <a:pt x="70" y="844"/>
                    </a:lnTo>
                    <a:lnTo>
                      <a:pt x="72" y="841"/>
                    </a:lnTo>
                    <a:lnTo>
                      <a:pt x="75" y="841"/>
                    </a:lnTo>
                    <a:lnTo>
                      <a:pt x="77" y="841"/>
                    </a:lnTo>
                    <a:lnTo>
                      <a:pt x="80" y="839"/>
                    </a:lnTo>
                    <a:lnTo>
                      <a:pt x="82" y="838"/>
                    </a:lnTo>
                    <a:lnTo>
                      <a:pt x="84" y="839"/>
                    </a:lnTo>
                    <a:lnTo>
                      <a:pt x="87" y="838"/>
                    </a:lnTo>
                    <a:lnTo>
                      <a:pt x="89" y="838"/>
                    </a:lnTo>
                    <a:lnTo>
                      <a:pt x="92" y="838"/>
                    </a:lnTo>
                    <a:lnTo>
                      <a:pt x="94" y="839"/>
                    </a:lnTo>
                    <a:lnTo>
                      <a:pt x="96" y="838"/>
                    </a:lnTo>
                    <a:lnTo>
                      <a:pt x="99" y="838"/>
                    </a:lnTo>
                    <a:lnTo>
                      <a:pt x="101" y="840"/>
                    </a:lnTo>
                    <a:lnTo>
                      <a:pt x="104" y="840"/>
                    </a:lnTo>
                    <a:lnTo>
                      <a:pt x="106" y="840"/>
                    </a:lnTo>
                    <a:lnTo>
                      <a:pt x="108" y="842"/>
                    </a:lnTo>
                    <a:lnTo>
                      <a:pt x="111" y="842"/>
                    </a:lnTo>
                    <a:lnTo>
                      <a:pt x="113" y="842"/>
                    </a:lnTo>
                    <a:lnTo>
                      <a:pt x="115" y="843"/>
                    </a:lnTo>
                    <a:lnTo>
                      <a:pt x="118" y="845"/>
                    </a:lnTo>
                    <a:lnTo>
                      <a:pt x="120" y="843"/>
                    </a:lnTo>
                    <a:lnTo>
                      <a:pt x="123" y="844"/>
                    </a:lnTo>
                    <a:lnTo>
                      <a:pt x="125" y="848"/>
                    </a:lnTo>
                    <a:lnTo>
                      <a:pt x="128" y="846"/>
                    </a:lnTo>
                    <a:lnTo>
                      <a:pt x="130" y="847"/>
                    </a:lnTo>
                    <a:lnTo>
                      <a:pt x="132" y="850"/>
                    </a:lnTo>
                    <a:lnTo>
                      <a:pt x="135" y="850"/>
                    </a:lnTo>
                    <a:lnTo>
                      <a:pt x="137" y="850"/>
                    </a:lnTo>
                    <a:lnTo>
                      <a:pt x="140" y="852"/>
                    </a:lnTo>
                    <a:lnTo>
                      <a:pt x="142" y="853"/>
                    </a:lnTo>
                    <a:lnTo>
                      <a:pt x="144" y="852"/>
                    </a:lnTo>
                    <a:lnTo>
                      <a:pt x="147" y="855"/>
                    </a:lnTo>
                    <a:lnTo>
                      <a:pt x="149" y="856"/>
                    </a:lnTo>
                    <a:lnTo>
                      <a:pt x="152" y="854"/>
                    </a:lnTo>
                    <a:lnTo>
                      <a:pt x="154" y="857"/>
                    </a:lnTo>
                    <a:lnTo>
                      <a:pt x="156" y="857"/>
                    </a:lnTo>
                    <a:lnTo>
                      <a:pt x="159" y="856"/>
                    </a:lnTo>
                    <a:lnTo>
                      <a:pt x="161" y="856"/>
                    </a:lnTo>
                    <a:lnTo>
                      <a:pt x="164" y="857"/>
                    </a:lnTo>
                    <a:lnTo>
                      <a:pt x="166" y="857"/>
                    </a:lnTo>
                    <a:lnTo>
                      <a:pt x="169" y="855"/>
                    </a:lnTo>
                    <a:lnTo>
                      <a:pt x="171" y="857"/>
                    </a:lnTo>
                    <a:lnTo>
                      <a:pt x="173" y="858"/>
                    </a:lnTo>
                    <a:lnTo>
                      <a:pt x="176" y="856"/>
                    </a:lnTo>
                    <a:lnTo>
                      <a:pt x="178" y="857"/>
                    </a:lnTo>
                    <a:lnTo>
                      <a:pt x="181" y="860"/>
                    </a:lnTo>
                    <a:lnTo>
                      <a:pt x="183" y="860"/>
                    </a:lnTo>
                    <a:lnTo>
                      <a:pt x="185" y="857"/>
                    </a:lnTo>
                    <a:lnTo>
                      <a:pt x="188" y="861"/>
                    </a:lnTo>
                    <a:lnTo>
                      <a:pt x="190" y="862"/>
                    </a:lnTo>
                    <a:lnTo>
                      <a:pt x="193" y="860"/>
                    </a:lnTo>
                    <a:lnTo>
                      <a:pt x="195" y="864"/>
                    </a:lnTo>
                    <a:lnTo>
                      <a:pt x="197" y="864"/>
                    </a:lnTo>
                    <a:lnTo>
                      <a:pt x="200" y="862"/>
                    </a:lnTo>
                    <a:lnTo>
                      <a:pt x="202" y="865"/>
                    </a:lnTo>
                    <a:lnTo>
                      <a:pt x="205" y="866"/>
                    </a:lnTo>
                    <a:lnTo>
                      <a:pt x="207" y="866"/>
                    </a:lnTo>
                    <a:lnTo>
                      <a:pt x="209" y="867"/>
                    </a:lnTo>
                    <a:lnTo>
                      <a:pt x="212" y="869"/>
                    </a:lnTo>
                    <a:lnTo>
                      <a:pt x="214" y="870"/>
                    </a:lnTo>
                    <a:lnTo>
                      <a:pt x="217" y="869"/>
                    </a:lnTo>
                    <a:lnTo>
                      <a:pt x="219" y="869"/>
                    </a:lnTo>
                    <a:lnTo>
                      <a:pt x="222" y="870"/>
                    </a:lnTo>
                    <a:lnTo>
                      <a:pt x="224" y="870"/>
                    </a:lnTo>
                    <a:lnTo>
                      <a:pt x="226" y="869"/>
                    </a:lnTo>
                    <a:lnTo>
                      <a:pt x="229" y="871"/>
                    </a:lnTo>
                    <a:lnTo>
                      <a:pt x="231" y="869"/>
                    </a:lnTo>
                    <a:lnTo>
                      <a:pt x="234" y="868"/>
                    </a:lnTo>
                    <a:lnTo>
                      <a:pt x="236" y="870"/>
                    </a:lnTo>
                    <a:lnTo>
                      <a:pt x="238" y="870"/>
                    </a:lnTo>
                    <a:lnTo>
                      <a:pt x="241" y="869"/>
                    </a:lnTo>
                    <a:lnTo>
                      <a:pt x="243" y="872"/>
                    </a:lnTo>
                    <a:lnTo>
                      <a:pt x="246" y="872"/>
                    </a:lnTo>
                    <a:lnTo>
                      <a:pt x="248" y="871"/>
                    </a:lnTo>
                    <a:lnTo>
                      <a:pt x="250" y="874"/>
                    </a:lnTo>
                    <a:lnTo>
                      <a:pt x="253" y="875"/>
                    </a:lnTo>
                    <a:lnTo>
                      <a:pt x="255" y="874"/>
                    </a:lnTo>
                    <a:lnTo>
                      <a:pt x="258" y="875"/>
                    </a:lnTo>
                    <a:lnTo>
                      <a:pt x="260" y="877"/>
                    </a:lnTo>
                    <a:lnTo>
                      <a:pt x="263" y="875"/>
                    </a:lnTo>
                    <a:lnTo>
                      <a:pt x="265" y="877"/>
                    </a:lnTo>
                    <a:lnTo>
                      <a:pt x="267" y="878"/>
                    </a:lnTo>
                    <a:lnTo>
                      <a:pt x="270" y="877"/>
                    </a:lnTo>
                    <a:lnTo>
                      <a:pt x="272" y="879"/>
                    </a:lnTo>
                    <a:lnTo>
                      <a:pt x="275" y="880"/>
                    </a:lnTo>
                    <a:lnTo>
                      <a:pt x="277" y="877"/>
                    </a:lnTo>
                    <a:lnTo>
                      <a:pt x="279" y="878"/>
                    </a:lnTo>
                    <a:lnTo>
                      <a:pt x="282" y="880"/>
                    </a:lnTo>
                    <a:lnTo>
                      <a:pt x="284" y="877"/>
                    </a:lnTo>
                    <a:lnTo>
                      <a:pt x="287" y="877"/>
                    </a:lnTo>
                    <a:lnTo>
                      <a:pt x="289" y="878"/>
                    </a:lnTo>
                    <a:lnTo>
                      <a:pt x="291" y="878"/>
                    </a:lnTo>
                    <a:lnTo>
                      <a:pt x="294" y="877"/>
                    </a:lnTo>
                    <a:lnTo>
                      <a:pt x="296" y="876"/>
                    </a:lnTo>
                    <a:lnTo>
                      <a:pt x="299" y="877"/>
                    </a:lnTo>
                    <a:lnTo>
                      <a:pt x="301" y="877"/>
                    </a:lnTo>
                    <a:lnTo>
                      <a:pt x="303" y="876"/>
                    </a:lnTo>
                    <a:lnTo>
                      <a:pt x="306" y="877"/>
                    </a:lnTo>
                    <a:lnTo>
                      <a:pt x="308" y="877"/>
                    </a:lnTo>
                    <a:lnTo>
                      <a:pt x="311" y="877"/>
                    </a:lnTo>
                    <a:lnTo>
                      <a:pt x="313" y="878"/>
                    </a:lnTo>
                    <a:lnTo>
                      <a:pt x="315" y="878"/>
                    </a:lnTo>
                    <a:lnTo>
                      <a:pt x="318" y="877"/>
                    </a:lnTo>
                    <a:lnTo>
                      <a:pt x="320" y="878"/>
                    </a:lnTo>
                    <a:lnTo>
                      <a:pt x="323" y="880"/>
                    </a:lnTo>
                    <a:lnTo>
                      <a:pt x="325" y="880"/>
                    </a:lnTo>
                    <a:lnTo>
                      <a:pt x="327" y="883"/>
                    </a:lnTo>
                    <a:lnTo>
                      <a:pt x="330" y="887"/>
                    </a:lnTo>
                    <a:lnTo>
                      <a:pt x="332" y="887"/>
                    </a:lnTo>
                    <a:lnTo>
                      <a:pt x="335" y="889"/>
                    </a:lnTo>
                    <a:lnTo>
                      <a:pt x="337" y="892"/>
                    </a:lnTo>
                    <a:lnTo>
                      <a:pt x="339" y="888"/>
                    </a:lnTo>
                    <a:lnTo>
                      <a:pt x="342" y="880"/>
                    </a:lnTo>
                    <a:lnTo>
                      <a:pt x="344" y="874"/>
                    </a:lnTo>
                    <a:lnTo>
                      <a:pt x="347" y="865"/>
                    </a:lnTo>
                    <a:lnTo>
                      <a:pt x="349" y="853"/>
                    </a:lnTo>
                    <a:lnTo>
                      <a:pt x="351" y="840"/>
                    </a:lnTo>
                    <a:lnTo>
                      <a:pt x="354" y="827"/>
                    </a:lnTo>
                    <a:lnTo>
                      <a:pt x="356" y="812"/>
                    </a:lnTo>
                    <a:lnTo>
                      <a:pt x="358" y="797"/>
                    </a:lnTo>
                    <a:lnTo>
                      <a:pt x="361" y="782"/>
                    </a:lnTo>
                    <a:lnTo>
                      <a:pt x="363" y="765"/>
                    </a:lnTo>
                    <a:lnTo>
                      <a:pt x="366" y="750"/>
                    </a:lnTo>
                    <a:lnTo>
                      <a:pt x="368" y="735"/>
                    </a:lnTo>
                    <a:lnTo>
                      <a:pt x="370" y="720"/>
                    </a:lnTo>
                    <a:lnTo>
                      <a:pt x="373" y="706"/>
                    </a:lnTo>
                    <a:lnTo>
                      <a:pt x="375" y="692"/>
                    </a:lnTo>
                    <a:lnTo>
                      <a:pt x="378" y="679"/>
                    </a:lnTo>
                    <a:lnTo>
                      <a:pt x="380" y="666"/>
                    </a:lnTo>
                    <a:lnTo>
                      <a:pt x="382" y="655"/>
                    </a:lnTo>
                    <a:lnTo>
                      <a:pt x="385" y="643"/>
                    </a:lnTo>
                    <a:lnTo>
                      <a:pt x="387" y="633"/>
                    </a:lnTo>
                    <a:lnTo>
                      <a:pt x="390" y="623"/>
                    </a:lnTo>
                    <a:lnTo>
                      <a:pt x="392" y="614"/>
                    </a:lnTo>
                    <a:lnTo>
                      <a:pt x="395" y="607"/>
                    </a:lnTo>
                    <a:lnTo>
                      <a:pt x="397" y="599"/>
                    </a:lnTo>
                    <a:lnTo>
                      <a:pt x="399" y="593"/>
                    </a:lnTo>
                    <a:lnTo>
                      <a:pt x="402" y="588"/>
                    </a:lnTo>
                    <a:lnTo>
                      <a:pt x="404" y="584"/>
                    </a:lnTo>
                    <a:lnTo>
                      <a:pt x="407" y="581"/>
                    </a:lnTo>
                    <a:lnTo>
                      <a:pt x="409" y="578"/>
                    </a:lnTo>
                    <a:lnTo>
                      <a:pt x="411" y="577"/>
                    </a:lnTo>
                    <a:lnTo>
                      <a:pt x="414" y="576"/>
                    </a:lnTo>
                    <a:lnTo>
                      <a:pt x="416" y="576"/>
                    </a:lnTo>
                    <a:lnTo>
                      <a:pt x="419" y="577"/>
                    </a:lnTo>
                    <a:lnTo>
                      <a:pt x="421" y="578"/>
                    </a:lnTo>
                    <a:lnTo>
                      <a:pt x="423" y="579"/>
                    </a:lnTo>
                    <a:lnTo>
                      <a:pt x="426" y="581"/>
                    </a:lnTo>
                    <a:lnTo>
                      <a:pt x="428" y="583"/>
                    </a:lnTo>
                    <a:lnTo>
                      <a:pt x="431" y="585"/>
                    </a:lnTo>
                    <a:lnTo>
                      <a:pt x="433" y="587"/>
                    </a:lnTo>
                    <a:lnTo>
                      <a:pt x="436" y="590"/>
                    </a:lnTo>
                    <a:lnTo>
                      <a:pt x="438" y="591"/>
                    </a:lnTo>
                    <a:lnTo>
                      <a:pt x="440" y="594"/>
                    </a:lnTo>
                    <a:lnTo>
                      <a:pt x="443" y="596"/>
                    </a:lnTo>
                    <a:lnTo>
                      <a:pt x="445" y="598"/>
                    </a:lnTo>
                    <a:lnTo>
                      <a:pt x="448" y="601"/>
                    </a:lnTo>
                    <a:lnTo>
                      <a:pt x="450" y="603"/>
                    </a:lnTo>
                    <a:lnTo>
                      <a:pt x="452" y="605"/>
                    </a:lnTo>
                    <a:lnTo>
                      <a:pt x="455" y="608"/>
                    </a:lnTo>
                    <a:lnTo>
                      <a:pt x="457" y="611"/>
                    </a:lnTo>
                    <a:lnTo>
                      <a:pt x="460" y="614"/>
                    </a:lnTo>
                    <a:lnTo>
                      <a:pt x="462" y="616"/>
                    </a:lnTo>
                    <a:lnTo>
                      <a:pt x="464" y="619"/>
                    </a:lnTo>
                    <a:lnTo>
                      <a:pt x="467" y="622"/>
                    </a:lnTo>
                    <a:lnTo>
                      <a:pt x="469" y="624"/>
                    </a:lnTo>
                    <a:lnTo>
                      <a:pt x="472" y="627"/>
                    </a:lnTo>
                    <a:lnTo>
                      <a:pt x="474" y="630"/>
                    </a:lnTo>
                    <a:lnTo>
                      <a:pt x="476" y="633"/>
                    </a:lnTo>
                    <a:lnTo>
                      <a:pt x="479" y="636"/>
                    </a:lnTo>
                    <a:lnTo>
                      <a:pt x="481" y="638"/>
                    </a:lnTo>
                    <a:lnTo>
                      <a:pt x="484" y="640"/>
                    </a:lnTo>
                    <a:lnTo>
                      <a:pt x="486" y="643"/>
                    </a:lnTo>
                    <a:lnTo>
                      <a:pt x="489" y="645"/>
                    </a:lnTo>
                    <a:lnTo>
                      <a:pt x="491" y="648"/>
                    </a:lnTo>
                    <a:lnTo>
                      <a:pt x="493" y="651"/>
                    </a:lnTo>
                    <a:lnTo>
                      <a:pt x="496" y="653"/>
                    </a:lnTo>
                    <a:lnTo>
                      <a:pt x="498" y="656"/>
                    </a:lnTo>
                    <a:lnTo>
                      <a:pt x="501" y="659"/>
                    </a:lnTo>
                    <a:lnTo>
                      <a:pt x="503" y="662"/>
                    </a:lnTo>
                    <a:lnTo>
                      <a:pt x="505" y="664"/>
                    </a:lnTo>
                    <a:lnTo>
                      <a:pt x="508" y="667"/>
                    </a:lnTo>
                    <a:lnTo>
                      <a:pt x="510" y="670"/>
                    </a:lnTo>
                    <a:lnTo>
                      <a:pt x="513" y="673"/>
                    </a:lnTo>
                    <a:lnTo>
                      <a:pt x="515" y="676"/>
                    </a:lnTo>
                    <a:lnTo>
                      <a:pt x="517" y="679"/>
                    </a:lnTo>
                    <a:lnTo>
                      <a:pt x="520" y="682"/>
                    </a:lnTo>
                    <a:lnTo>
                      <a:pt x="522" y="685"/>
                    </a:lnTo>
                    <a:lnTo>
                      <a:pt x="525" y="687"/>
                    </a:lnTo>
                    <a:lnTo>
                      <a:pt x="527" y="689"/>
                    </a:lnTo>
                    <a:lnTo>
                      <a:pt x="530" y="692"/>
                    </a:lnTo>
                    <a:lnTo>
                      <a:pt x="532" y="694"/>
                    </a:lnTo>
                    <a:lnTo>
                      <a:pt x="534" y="696"/>
                    </a:lnTo>
                    <a:lnTo>
                      <a:pt x="537" y="698"/>
                    </a:lnTo>
                    <a:lnTo>
                      <a:pt x="539" y="700"/>
                    </a:lnTo>
                    <a:lnTo>
                      <a:pt x="542" y="703"/>
                    </a:lnTo>
                    <a:lnTo>
                      <a:pt x="544" y="705"/>
                    </a:lnTo>
                    <a:lnTo>
                      <a:pt x="546" y="708"/>
                    </a:lnTo>
                    <a:lnTo>
                      <a:pt x="549" y="710"/>
                    </a:lnTo>
                    <a:lnTo>
                      <a:pt x="551" y="713"/>
                    </a:lnTo>
                    <a:lnTo>
                      <a:pt x="554" y="714"/>
                    </a:lnTo>
                    <a:lnTo>
                      <a:pt x="556" y="716"/>
                    </a:lnTo>
                    <a:lnTo>
                      <a:pt x="558" y="718"/>
                    </a:lnTo>
                    <a:lnTo>
                      <a:pt x="561" y="720"/>
                    </a:lnTo>
                    <a:lnTo>
                      <a:pt x="563" y="721"/>
                    </a:lnTo>
                    <a:lnTo>
                      <a:pt x="566" y="723"/>
                    </a:lnTo>
                    <a:lnTo>
                      <a:pt x="568" y="724"/>
                    </a:lnTo>
                    <a:lnTo>
                      <a:pt x="570" y="725"/>
                    </a:lnTo>
                    <a:lnTo>
                      <a:pt x="573" y="726"/>
                    </a:lnTo>
                    <a:lnTo>
                      <a:pt x="575" y="728"/>
                    </a:lnTo>
                    <a:lnTo>
                      <a:pt x="578" y="729"/>
                    </a:lnTo>
                    <a:lnTo>
                      <a:pt x="580" y="731"/>
                    </a:lnTo>
                    <a:lnTo>
                      <a:pt x="582" y="733"/>
                    </a:lnTo>
                    <a:lnTo>
                      <a:pt x="585" y="735"/>
                    </a:lnTo>
                    <a:lnTo>
                      <a:pt x="587" y="737"/>
                    </a:lnTo>
                    <a:lnTo>
                      <a:pt x="590" y="738"/>
                    </a:lnTo>
                    <a:lnTo>
                      <a:pt x="592" y="740"/>
                    </a:lnTo>
                    <a:lnTo>
                      <a:pt x="594" y="742"/>
                    </a:lnTo>
                    <a:lnTo>
                      <a:pt x="597" y="743"/>
                    </a:lnTo>
                    <a:lnTo>
                      <a:pt x="599" y="744"/>
                    </a:lnTo>
                    <a:lnTo>
                      <a:pt x="601" y="746"/>
                    </a:lnTo>
                    <a:lnTo>
                      <a:pt x="604" y="748"/>
                    </a:lnTo>
                    <a:lnTo>
                      <a:pt x="606" y="749"/>
                    </a:lnTo>
                    <a:lnTo>
                      <a:pt x="609" y="751"/>
                    </a:lnTo>
                    <a:lnTo>
                      <a:pt x="611" y="752"/>
                    </a:lnTo>
                    <a:lnTo>
                      <a:pt x="613" y="754"/>
                    </a:lnTo>
                    <a:lnTo>
                      <a:pt x="616" y="755"/>
                    </a:lnTo>
                    <a:lnTo>
                      <a:pt x="618" y="757"/>
                    </a:lnTo>
                    <a:lnTo>
                      <a:pt x="621" y="759"/>
                    </a:lnTo>
                    <a:lnTo>
                      <a:pt x="623" y="761"/>
                    </a:lnTo>
                    <a:lnTo>
                      <a:pt x="625" y="763"/>
                    </a:lnTo>
                    <a:lnTo>
                      <a:pt x="628" y="764"/>
                    </a:lnTo>
                    <a:lnTo>
                      <a:pt x="630" y="766"/>
                    </a:lnTo>
                    <a:lnTo>
                      <a:pt x="633" y="767"/>
                    </a:lnTo>
                    <a:lnTo>
                      <a:pt x="635" y="769"/>
                    </a:lnTo>
                    <a:lnTo>
                      <a:pt x="637" y="770"/>
                    </a:lnTo>
                    <a:lnTo>
                      <a:pt x="640" y="771"/>
                    </a:lnTo>
                    <a:lnTo>
                      <a:pt x="642" y="773"/>
                    </a:lnTo>
                    <a:lnTo>
                      <a:pt x="645" y="774"/>
                    </a:lnTo>
                    <a:lnTo>
                      <a:pt x="647" y="776"/>
                    </a:lnTo>
                    <a:lnTo>
                      <a:pt x="649" y="778"/>
                    </a:lnTo>
                    <a:lnTo>
                      <a:pt x="652" y="779"/>
                    </a:lnTo>
                    <a:lnTo>
                      <a:pt x="654" y="780"/>
                    </a:lnTo>
                    <a:lnTo>
                      <a:pt x="657" y="782"/>
                    </a:lnTo>
                    <a:lnTo>
                      <a:pt x="659" y="783"/>
                    </a:lnTo>
                    <a:lnTo>
                      <a:pt x="662" y="785"/>
                    </a:lnTo>
                    <a:lnTo>
                      <a:pt x="664" y="786"/>
                    </a:lnTo>
                    <a:lnTo>
                      <a:pt x="666" y="788"/>
                    </a:lnTo>
                    <a:lnTo>
                      <a:pt x="669" y="789"/>
                    </a:lnTo>
                    <a:lnTo>
                      <a:pt x="671" y="791"/>
                    </a:lnTo>
                    <a:lnTo>
                      <a:pt x="674" y="792"/>
                    </a:lnTo>
                    <a:lnTo>
                      <a:pt x="676" y="792"/>
                    </a:lnTo>
                    <a:lnTo>
                      <a:pt x="678" y="794"/>
                    </a:lnTo>
                    <a:lnTo>
                      <a:pt x="681" y="795"/>
                    </a:lnTo>
                    <a:lnTo>
                      <a:pt x="683" y="796"/>
                    </a:lnTo>
                    <a:lnTo>
                      <a:pt x="686" y="797"/>
                    </a:lnTo>
                    <a:lnTo>
                      <a:pt x="688" y="798"/>
                    </a:lnTo>
                    <a:lnTo>
                      <a:pt x="690" y="799"/>
                    </a:lnTo>
                    <a:lnTo>
                      <a:pt x="693" y="800"/>
                    </a:lnTo>
                    <a:lnTo>
                      <a:pt x="695" y="801"/>
                    </a:lnTo>
                    <a:lnTo>
                      <a:pt x="698" y="802"/>
                    </a:lnTo>
                    <a:lnTo>
                      <a:pt x="700" y="803"/>
                    </a:lnTo>
                    <a:lnTo>
                      <a:pt x="703" y="803"/>
                    </a:lnTo>
                    <a:lnTo>
                      <a:pt x="705" y="804"/>
                    </a:lnTo>
                    <a:lnTo>
                      <a:pt x="707" y="804"/>
                    </a:lnTo>
                    <a:lnTo>
                      <a:pt x="710" y="805"/>
                    </a:lnTo>
                    <a:lnTo>
                      <a:pt x="712" y="805"/>
                    </a:lnTo>
                    <a:lnTo>
                      <a:pt x="715" y="805"/>
                    </a:lnTo>
                    <a:lnTo>
                      <a:pt x="717" y="806"/>
                    </a:lnTo>
                    <a:lnTo>
                      <a:pt x="719" y="806"/>
                    </a:lnTo>
                    <a:lnTo>
                      <a:pt x="722" y="806"/>
                    </a:lnTo>
                    <a:lnTo>
                      <a:pt x="724" y="807"/>
                    </a:lnTo>
                    <a:lnTo>
                      <a:pt x="727" y="808"/>
                    </a:lnTo>
                    <a:lnTo>
                      <a:pt x="729" y="808"/>
                    </a:lnTo>
                    <a:lnTo>
                      <a:pt x="731" y="809"/>
                    </a:lnTo>
                    <a:lnTo>
                      <a:pt x="734" y="809"/>
                    </a:lnTo>
                    <a:lnTo>
                      <a:pt x="736" y="810"/>
                    </a:lnTo>
                    <a:lnTo>
                      <a:pt x="739" y="811"/>
                    </a:lnTo>
                    <a:lnTo>
                      <a:pt x="741" y="811"/>
                    </a:lnTo>
                    <a:lnTo>
                      <a:pt x="743" y="812"/>
                    </a:lnTo>
                    <a:lnTo>
                      <a:pt x="746" y="812"/>
                    </a:lnTo>
                    <a:lnTo>
                      <a:pt x="748" y="813"/>
                    </a:lnTo>
                    <a:lnTo>
                      <a:pt x="751" y="813"/>
                    </a:lnTo>
                    <a:lnTo>
                      <a:pt x="753" y="814"/>
                    </a:lnTo>
                    <a:lnTo>
                      <a:pt x="756" y="814"/>
                    </a:lnTo>
                    <a:lnTo>
                      <a:pt x="758" y="815"/>
                    </a:lnTo>
                    <a:lnTo>
                      <a:pt x="760" y="815"/>
                    </a:lnTo>
                    <a:lnTo>
                      <a:pt x="763" y="816"/>
                    </a:lnTo>
                    <a:lnTo>
                      <a:pt x="765" y="817"/>
                    </a:lnTo>
                    <a:lnTo>
                      <a:pt x="768" y="817"/>
                    </a:lnTo>
                    <a:lnTo>
                      <a:pt x="770" y="818"/>
                    </a:lnTo>
                    <a:lnTo>
                      <a:pt x="772" y="818"/>
                    </a:lnTo>
                    <a:lnTo>
                      <a:pt x="775" y="819"/>
                    </a:lnTo>
                    <a:lnTo>
                      <a:pt x="777" y="819"/>
                    </a:lnTo>
                    <a:lnTo>
                      <a:pt x="780" y="820"/>
                    </a:lnTo>
                    <a:lnTo>
                      <a:pt x="782" y="820"/>
                    </a:lnTo>
                    <a:lnTo>
                      <a:pt x="784" y="821"/>
                    </a:lnTo>
                    <a:lnTo>
                      <a:pt x="787" y="821"/>
                    </a:lnTo>
                    <a:lnTo>
                      <a:pt x="789" y="822"/>
                    </a:lnTo>
                    <a:lnTo>
                      <a:pt x="792" y="823"/>
                    </a:lnTo>
                    <a:lnTo>
                      <a:pt x="794" y="823"/>
                    </a:lnTo>
                    <a:lnTo>
                      <a:pt x="797" y="823"/>
                    </a:lnTo>
                    <a:lnTo>
                      <a:pt x="799" y="824"/>
                    </a:lnTo>
                    <a:lnTo>
                      <a:pt x="801" y="824"/>
                    </a:lnTo>
                    <a:lnTo>
                      <a:pt x="804" y="825"/>
                    </a:lnTo>
                    <a:lnTo>
                      <a:pt x="806" y="825"/>
                    </a:lnTo>
                    <a:lnTo>
                      <a:pt x="809" y="825"/>
                    </a:lnTo>
                    <a:lnTo>
                      <a:pt x="811" y="826"/>
                    </a:lnTo>
                    <a:lnTo>
                      <a:pt x="813" y="826"/>
                    </a:lnTo>
                    <a:lnTo>
                      <a:pt x="816" y="826"/>
                    </a:lnTo>
                    <a:lnTo>
                      <a:pt x="818" y="826"/>
                    </a:lnTo>
                    <a:lnTo>
                      <a:pt x="821" y="827"/>
                    </a:lnTo>
                    <a:lnTo>
                      <a:pt x="823" y="828"/>
                    </a:lnTo>
                    <a:lnTo>
                      <a:pt x="825" y="828"/>
                    </a:lnTo>
                    <a:lnTo>
                      <a:pt x="828" y="828"/>
                    </a:lnTo>
                    <a:lnTo>
                      <a:pt x="830" y="828"/>
                    </a:lnTo>
                    <a:lnTo>
                      <a:pt x="833" y="828"/>
                    </a:lnTo>
                    <a:lnTo>
                      <a:pt x="835" y="828"/>
                    </a:lnTo>
                    <a:lnTo>
                      <a:pt x="837" y="828"/>
                    </a:lnTo>
                    <a:lnTo>
                      <a:pt x="840" y="828"/>
                    </a:lnTo>
                    <a:lnTo>
                      <a:pt x="842" y="828"/>
                    </a:lnTo>
                    <a:lnTo>
                      <a:pt x="845" y="828"/>
                    </a:lnTo>
                    <a:lnTo>
                      <a:pt x="847" y="827"/>
                    </a:lnTo>
                    <a:lnTo>
                      <a:pt x="849" y="827"/>
                    </a:lnTo>
                    <a:lnTo>
                      <a:pt x="852" y="826"/>
                    </a:lnTo>
                    <a:lnTo>
                      <a:pt x="854" y="826"/>
                    </a:lnTo>
                    <a:lnTo>
                      <a:pt x="856" y="826"/>
                    </a:lnTo>
                    <a:lnTo>
                      <a:pt x="859" y="827"/>
                    </a:lnTo>
                    <a:lnTo>
                      <a:pt x="861" y="827"/>
                    </a:lnTo>
                    <a:lnTo>
                      <a:pt x="864" y="828"/>
                    </a:lnTo>
                    <a:lnTo>
                      <a:pt x="866" y="828"/>
                    </a:lnTo>
                    <a:lnTo>
                      <a:pt x="868" y="828"/>
                    </a:lnTo>
                    <a:lnTo>
                      <a:pt x="871" y="828"/>
                    </a:lnTo>
                    <a:lnTo>
                      <a:pt x="873" y="828"/>
                    </a:lnTo>
                    <a:lnTo>
                      <a:pt x="876" y="828"/>
                    </a:lnTo>
                    <a:lnTo>
                      <a:pt x="878" y="827"/>
                    </a:lnTo>
                    <a:lnTo>
                      <a:pt x="880" y="827"/>
                    </a:lnTo>
                    <a:lnTo>
                      <a:pt x="883" y="827"/>
                    </a:lnTo>
                    <a:lnTo>
                      <a:pt x="885" y="826"/>
                    </a:lnTo>
                    <a:lnTo>
                      <a:pt x="888" y="826"/>
                    </a:lnTo>
                    <a:lnTo>
                      <a:pt x="890" y="826"/>
                    </a:lnTo>
                    <a:lnTo>
                      <a:pt x="892" y="826"/>
                    </a:lnTo>
                    <a:lnTo>
                      <a:pt x="895" y="826"/>
                    </a:lnTo>
                    <a:lnTo>
                      <a:pt x="897" y="827"/>
                    </a:lnTo>
                    <a:lnTo>
                      <a:pt x="900" y="828"/>
                    </a:lnTo>
                    <a:lnTo>
                      <a:pt x="902" y="828"/>
                    </a:lnTo>
                    <a:lnTo>
                      <a:pt x="904" y="828"/>
                    </a:lnTo>
                    <a:lnTo>
                      <a:pt x="907" y="829"/>
                    </a:lnTo>
                    <a:lnTo>
                      <a:pt x="909" y="829"/>
                    </a:lnTo>
                    <a:lnTo>
                      <a:pt x="912" y="829"/>
                    </a:lnTo>
                    <a:lnTo>
                      <a:pt x="914" y="828"/>
                    </a:lnTo>
                    <a:lnTo>
                      <a:pt x="916" y="828"/>
                    </a:lnTo>
                    <a:lnTo>
                      <a:pt x="919" y="828"/>
                    </a:lnTo>
                    <a:lnTo>
                      <a:pt x="921" y="828"/>
                    </a:lnTo>
                    <a:lnTo>
                      <a:pt x="924" y="828"/>
                    </a:lnTo>
                    <a:lnTo>
                      <a:pt x="926" y="827"/>
                    </a:lnTo>
                    <a:lnTo>
                      <a:pt x="929" y="827"/>
                    </a:lnTo>
                    <a:lnTo>
                      <a:pt x="931" y="827"/>
                    </a:lnTo>
                    <a:lnTo>
                      <a:pt x="933" y="828"/>
                    </a:lnTo>
                    <a:lnTo>
                      <a:pt x="936" y="828"/>
                    </a:lnTo>
                    <a:lnTo>
                      <a:pt x="938" y="829"/>
                    </a:lnTo>
                    <a:lnTo>
                      <a:pt x="941" y="829"/>
                    </a:lnTo>
                    <a:lnTo>
                      <a:pt x="943" y="829"/>
                    </a:lnTo>
                    <a:lnTo>
                      <a:pt x="945" y="830"/>
                    </a:lnTo>
                    <a:lnTo>
                      <a:pt x="948" y="830"/>
                    </a:lnTo>
                    <a:lnTo>
                      <a:pt x="950" y="830"/>
                    </a:lnTo>
                    <a:lnTo>
                      <a:pt x="953" y="830"/>
                    </a:lnTo>
                    <a:lnTo>
                      <a:pt x="955" y="830"/>
                    </a:lnTo>
                    <a:lnTo>
                      <a:pt x="957" y="830"/>
                    </a:lnTo>
                    <a:lnTo>
                      <a:pt x="960" y="829"/>
                    </a:lnTo>
                    <a:lnTo>
                      <a:pt x="962" y="829"/>
                    </a:lnTo>
                    <a:lnTo>
                      <a:pt x="965" y="829"/>
                    </a:lnTo>
                    <a:lnTo>
                      <a:pt x="967" y="829"/>
                    </a:lnTo>
                    <a:lnTo>
                      <a:pt x="970" y="830"/>
                    </a:lnTo>
                    <a:lnTo>
                      <a:pt x="972" y="830"/>
                    </a:lnTo>
                    <a:lnTo>
                      <a:pt x="974" y="831"/>
                    </a:lnTo>
                    <a:lnTo>
                      <a:pt x="977" y="831"/>
                    </a:lnTo>
                    <a:lnTo>
                      <a:pt x="979" y="832"/>
                    </a:lnTo>
                    <a:lnTo>
                      <a:pt x="982" y="832"/>
                    </a:lnTo>
                    <a:lnTo>
                      <a:pt x="984" y="833"/>
                    </a:lnTo>
                    <a:lnTo>
                      <a:pt x="986" y="833"/>
                    </a:lnTo>
                    <a:lnTo>
                      <a:pt x="989" y="833"/>
                    </a:lnTo>
                    <a:lnTo>
                      <a:pt x="991" y="834"/>
                    </a:lnTo>
                    <a:lnTo>
                      <a:pt x="994" y="834"/>
                    </a:lnTo>
                    <a:lnTo>
                      <a:pt x="996" y="834"/>
                    </a:lnTo>
                    <a:lnTo>
                      <a:pt x="998" y="834"/>
                    </a:lnTo>
                    <a:lnTo>
                      <a:pt x="1001" y="834"/>
                    </a:lnTo>
                    <a:lnTo>
                      <a:pt x="1003" y="834"/>
                    </a:lnTo>
                    <a:lnTo>
                      <a:pt x="1006" y="835"/>
                    </a:lnTo>
                    <a:lnTo>
                      <a:pt x="1008" y="835"/>
                    </a:lnTo>
                    <a:lnTo>
                      <a:pt x="1010" y="836"/>
                    </a:lnTo>
                    <a:lnTo>
                      <a:pt x="1013" y="837"/>
                    </a:lnTo>
                    <a:lnTo>
                      <a:pt x="1015" y="837"/>
                    </a:lnTo>
                    <a:lnTo>
                      <a:pt x="1018" y="838"/>
                    </a:lnTo>
                    <a:lnTo>
                      <a:pt x="1020" y="838"/>
                    </a:lnTo>
                    <a:lnTo>
                      <a:pt x="1023" y="839"/>
                    </a:lnTo>
                    <a:lnTo>
                      <a:pt x="1025" y="839"/>
                    </a:lnTo>
                    <a:lnTo>
                      <a:pt x="1027" y="839"/>
                    </a:lnTo>
                    <a:lnTo>
                      <a:pt x="1030" y="839"/>
                    </a:lnTo>
                    <a:lnTo>
                      <a:pt x="1032" y="839"/>
                    </a:lnTo>
                    <a:lnTo>
                      <a:pt x="1035" y="840"/>
                    </a:lnTo>
                    <a:lnTo>
                      <a:pt x="1037" y="840"/>
                    </a:lnTo>
                    <a:lnTo>
                      <a:pt x="1039" y="840"/>
                    </a:lnTo>
                    <a:lnTo>
                      <a:pt x="1042" y="840"/>
                    </a:lnTo>
                    <a:lnTo>
                      <a:pt x="1044" y="841"/>
                    </a:lnTo>
                    <a:lnTo>
                      <a:pt x="1047" y="841"/>
                    </a:lnTo>
                    <a:lnTo>
                      <a:pt x="1049" y="842"/>
                    </a:lnTo>
                    <a:lnTo>
                      <a:pt x="1051" y="842"/>
                    </a:lnTo>
                    <a:lnTo>
                      <a:pt x="1054" y="843"/>
                    </a:lnTo>
                    <a:lnTo>
                      <a:pt x="1056" y="843"/>
                    </a:lnTo>
                    <a:lnTo>
                      <a:pt x="1059" y="843"/>
                    </a:lnTo>
                    <a:lnTo>
                      <a:pt x="1061" y="843"/>
                    </a:lnTo>
                    <a:lnTo>
                      <a:pt x="1064" y="844"/>
                    </a:lnTo>
                    <a:lnTo>
                      <a:pt x="1066" y="844"/>
                    </a:lnTo>
                    <a:lnTo>
                      <a:pt x="1068" y="844"/>
                    </a:lnTo>
                    <a:lnTo>
                      <a:pt x="1071" y="844"/>
                    </a:lnTo>
                    <a:lnTo>
                      <a:pt x="1073" y="845"/>
                    </a:lnTo>
                    <a:lnTo>
                      <a:pt x="1076" y="846"/>
                    </a:lnTo>
                    <a:lnTo>
                      <a:pt x="1078" y="846"/>
                    </a:lnTo>
                    <a:lnTo>
                      <a:pt x="1080" y="848"/>
                    </a:lnTo>
                    <a:lnTo>
                      <a:pt x="1083" y="848"/>
                    </a:lnTo>
                    <a:lnTo>
                      <a:pt x="1085" y="849"/>
                    </a:lnTo>
                    <a:lnTo>
                      <a:pt x="1088" y="850"/>
                    </a:lnTo>
                    <a:lnTo>
                      <a:pt x="1090" y="851"/>
                    </a:lnTo>
                    <a:lnTo>
                      <a:pt x="1092" y="851"/>
                    </a:lnTo>
                    <a:lnTo>
                      <a:pt x="1095" y="852"/>
                    </a:lnTo>
                    <a:lnTo>
                      <a:pt x="1097" y="853"/>
                    </a:lnTo>
                    <a:lnTo>
                      <a:pt x="1099" y="853"/>
                    </a:lnTo>
                    <a:lnTo>
                      <a:pt x="1102" y="854"/>
                    </a:lnTo>
                    <a:lnTo>
                      <a:pt x="1104" y="854"/>
                    </a:lnTo>
                    <a:lnTo>
                      <a:pt x="1107" y="855"/>
                    </a:lnTo>
                    <a:lnTo>
                      <a:pt x="1109" y="856"/>
                    </a:lnTo>
                    <a:lnTo>
                      <a:pt x="1111" y="857"/>
                    </a:lnTo>
                    <a:lnTo>
                      <a:pt x="1114" y="858"/>
                    </a:lnTo>
                    <a:lnTo>
                      <a:pt x="1116" y="859"/>
                    </a:lnTo>
                    <a:lnTo>
                      <a:pt x="1119" y="860"/>
                    </a:lnTo>
                    <a:lnTo>
                      <a:pt x="1121" y="861"/>
                    </a:lnTo>
                    <a:lnTo>
                      <a:pt x="1123" y="862"/>
                    </a:lnTo>
                    <a:lnTo>
                      <a:pt x="1126" y="863"/>
                    </a:lnTo>
                    <a:lnTo>
                      <a:pt x="1128" y="863"/>
                    </a:lnTo>
                    <a:lnTo>
                      <a:pt x="1131" y="864"/>
                    </a:lnTo>
                    <a:lnTo>
                      <a:pt x="1133" y="864"/>
                    </a:lnTo>
                    <a:lnTo>
                      <a:pt x="1135" y="864"/>
                    </a:lnTo>
                    <a:lnTo>
                      <a:pt x="1138" y="865"/>
                    </a:lnTo>
                    <a:lnTo>
                      <a:pt x="1140" y="865"/>
                    </a:lnTo>
                    <a:lnTo>
                      <a:pt x="1143" y="866"/>
                    </a:lnTo>
                    <a:lnTo>
                      <a:pt x="1145" y="866"/>
                    </a:lnTo>
                    <a:lnTo>
                      <a:pt x="1147" y="866"/>
                    </a:lnTo>
                    <a:lnTo>
                      <a:pt x="1150" y="867"/>
                    </a:lnTo>
                    <a:lnTo>
                      <a:pt x="1152" y="867"/>
                    </a:lnTo>
                    <a:lnTo>
                      <a:pt x="1155" y="867"/>
                    </a:lnTo>
                    <a:lnTo>
                      <a:pt x="1157" y="867"/>
                    </a:lnTo>
                    <a:lnTo>
                      <a:pt x="1159" y="868"/>
                    </a:lnTo>
                    <a:lnTo>
                      <a:pt x="1162" y="868"/>
                    </a:lnTo>
                    <a:lnTo>
                      <a:pt x="1164" y="868"/>
                    </a:lnTo>
                    <a:lnTo>
                      <a:pt x="1167" y="868"/>
                    </a:lnTo>
                    <a:lnTo>
                      <a:pt x="1169" y="868"/>
                    </a:lnTo>
                    <a:lnTo>
                      <a:pt x="1171" y="868"/>
                    </a:lnTo>
                    <a:lnTo>
                      <a:pt x="1174" y="869"/>
                    </a:lnTo>
                    <a:lnTo>
                      <a:pt x="1176" y="869"/>
                    </a:lnTo>
                    <a:lnTo>
                      <a:pt x="1179" y="869"/>
                    </a:lnTo>
                    <a:lnTo>
                      <a:pt x="1181" y="869"/>
                    </a:lnTo>
                    <a:lnTo>
                      <a:pt x="1183" y="870"/>
                    </a:lnTo>
                    <a:lnTo>
                      <a:pt x="1186" y="871"/>
                    </a:lnTo>
                    <a:lnTo>
                      <a:pt x="1188" y="871"/>
                    </a:lnTo>
                    <a:lnTo>
                      <a:pt x="1191" y="871"/>
                    </a:lnTo>
                    <a:lnTo>
                      <a:pt x="1193" y="872"/>
                    </a:lnTo>
                    <a:lnTo>
                      <a:pt x="1196" y="873"/>
                    </a:lnTo>
                    <a:lnTo>
                      <a:pt x="1198" y="874"/>
                    </a:lnTo>
                    <a:lnTo>
                      <a:pt x="1200" y="874"/>
                    </a:lnTo>
                    <a:lnTo>
                      <a:pt x="1203" y="875"/>
                    </a:lnTo>
                    <a:lnTo>
                      <a:pt x="1205" y="875"/>
                    </a:lnTo>
                    <a:lnTo>
                      <a:pt x="1208" y="876"/>
                    </a:lnTo>
                    <a:lnTo>
                      <a:pt x="1210" y="877"/>
                    </a:lnTo>
                    <a:lnTo>
                      <a:pt x="1212" y="878"/>
                    </a:lnTo>
                    <a:lnTo>
                      <a:pt x="1215" y="878"/>
                    </a:lnTo>
                    <a:lnTo>
                      <a:pt x="1217" y="879"/>
                    </a:lnTo>
                    <a:lnTo>
                      <a:pt x="1220" y="880"/>
                    </a:lnTo>
                    <a:lnTo>
                      <a:pt x="1222" y="881"/>
                    </a:lnTo>
                    <a:lnTo>
                      <a:pt x="1224" y="881"/>
                    </a:lnTo>
                    <a:lnTo>
                      <a:pt x="1227" y="882"/>
                    </a:lnTo>
                    <a:lnTo>
                      <a:pt x="1229" y="883"/>
                    </a:lnTo>
                    <a:lnTo>
                      <a:pt x="1232" y="884"/>
                    </a:lnTo>
                    <a:lnTo>
                      <a:pt x="1234" y="884"/>
                    </a:lnTo>
                    <a:lnTo>
                      <a:pt x="1237" y="885"/>
                    </a:lnTo>
                    <a:lnTo>
                      <a:pt x="1239" y="885"/>
                    </a:lnTo>
                    <a:lnTo>
                      <a:pt x="1241" y="886"/>
                    </a:lnTo>
                    <a:lnTo>
                      <a:pt x="1244" y="886"/>
                    </a:lnTo>
                    <a:lnTo>
                      <a:pt x="1246" y="886"/>
                    </a:lnTo>
                    <a:lnTo>
                      <a:pt x="1249" y="887"/>
                    </a:lnTo>
                    <a:lnTo>
                      <a:pt x="1251" y="887"/>
                    </a:lnTo>
                    <a:lnTo>
                      <a:pt x="1253" y="888"/>
                    </a:lnTo>
                    <a:lnTo>
                      <a:pt x="1256" y="888"/>
                    </a:lnTo>
                    <a:lnTo>
                      <a:pt x="1258" y="889"/>
                    </a:lnTo>
                    <a:lnTo>
                      <a:pt x="1261" y="889"/>
                    </a:lnTo>
                    <a:lnTo>
                      <a:pt x="1263" y="890"/>
                    </a:lnTo>
                    <a:lnTo>
                      <a:pt x="1265" y="890"/>
                    </a:lnTo>
                    <a:lnTo>
                      <a:pt x="1268" y="890"/>
                    </a:lnTo>
                    <a:lnTo>
                      <a:pt x="1270" y="891"/>
                    </a:lnTo>
                    <a:lnTo>
                      <a:pt x="1273" y="891"/>
                    </a:lnTo>
                    <a:lnTo>
                      <a:pt x="1275" y="892"/>
                    </a:lnTo>
                    <a:lnTo>
                      <a:pt x="1277" y="892"/>
                    </a:lnTo>
                    <a:lnTo>
                      <a:pt x="1280" y="892"/>
                    </a:lnTo>
                    <a:lnTo>
                      <a:pt x="1282" y="893"/>
                    </a:lnTo>
                    <a:lnTo>
                      <a:pt x="1285" y="894"/>
                    </a:lnTo>
                    <a:lnTo>
                      <a:pt x="1287" y="894"/>
                    </a:lnTo>
                    <a:lnTo>
                      <a:pt x="1290" y="895"/>
                    </a:lnTo>
                    <a:lnTo>
                      <a:pt x="1292" y="895"/>
                    </a:lnTo>
                    <a:lnTo>
                      <a:pt x="1294" y="896"/>
                    </a:lnTo>
                    <a:lnTo>
                      <a:pt x="1297" y="896"/>
                    </a:lnTo>
                    <a:lnTo>
                      <a:pt x="1299" y="897"/>
                    </a:lnTo>
                    <a:lnTo>
                      <a:pt x="1302" y="897"/>
                    </a:lnTo>
                    <a:lnTo>
                      <a:pt x="1304" y="898"/>
                    </a:lnTo>
                    <a:lnTo>
                      <a:pt x="1306" y="898"/>
                    </a:lnTo>
                    <a:lnTo>
                      <a:pt x="1309" y="898"/>
                    </a:lnTo>
                    <a:lnTo>
                      <a:pt x="1311" y="899"/>
                    </a:lnTo>
                    <a:lnTo>
                      <a:pt x="1314" y="899"/>
                    </a:lnTo>
                    <a:lnTo>
                      <a:pt x="1316" y="899"/>
                    </a:lnTo>
                    <a:lnTo>
                      <a:pt x="1318" y="900"/>
                    </a:lnTo>
                    <a:lnTo>
                      <a:pt x="1321" y="900"/>
                    </a:lnTo>
                    <a:lnTo>
                      <a:pt x="1323" y="901"/>
                    </a:lnTo>
                    <a:lnTo>
                      <a:pt x="1326" y="901"/>
                    </a:lnTo>
                    <a:lnTo>
                      <a:pt x="1328" y="901"/>
                    </a:lnTo>
                    <a:lnTo>
                      <a:pt x="1331" y="902"/>
                    </a:lnTo>
                    <a:lnTo>
                      <a:pt x="1333" y="902"/>
                    </a:lnTo>
                    <a:lnTo>
                      <a:pt x="1335" y="903"/>
                    </a:lnTo>
                    <a:lnTo>
                      <a:pt x="1338" y="903"/>
                    </a:lnTo>
                    <a:lnTo>
                      <a:pt x="1340" y="903"/>
                    </a:lnTo>
                    <a:lnTo>
                      <a:pt x="1342" y="903"/>
                    </a:lnTo>
                    <a:lnTo>
                      <a:pt x="1345" y="904"/>
                    </a:lnTo>
                    <a:lnTo>
                      <a:pt x="1347" y="904"/>
                    </a:lnTo>
                    <a:lnTo>
                      <a:pt x="1350" y="904"/>
                    </a:lnTo>
                    <a:lnTo>
                      <a:pt x="1352" y="904"/>
                    </a:lnTo>
                    <a:lnTo>
                      <a:pt x="1354" y="904"/>
                    </a:lnTo>
                    <a:lnTo>
                      <a:pt x="1357" y="904"/>
                    </a:lnTo>
                    <a:lnTo>
                      <a:pt x="1359" y="904"/>
                    </a:lnTo>
                    <a:lnTo>
                      <a:pt x="1362" y="904"/>
                    </a:lnTo>
                    <a:lnTo>
                      <a:pt x="1364" y="904"/>
                    </a:lnTo>
                    <a:lnTo>
                      <a:pt x="1366" y="905"/>
                    </a:lnTo>
                    <a:lnTo>
                      <a:pt x="1369" y="905"/>
                    </a:lnTo>
                    <a:lnTo>
                      <a:pt x="1371" y="904"/>
                    </a:lnTo>
                    <a:lnTo>
                      <a:pt x="1374" y="904"/>
                    </a:lnTo>
                    <a:lnTo>
                      <a:pt x="1376" y="904"/>
                    </a:lnTo>
                    <a:lnTo>
                      <a:pt x="1378" y="904"/>
                    </a:lnTo>
                    <a:lnTo>
                      <a:pt x="1381" y="904"/>
                    </a:lnTo>
                    <a:lnTo>
                      <a:pt x="1383" y="904"/>
                    </a:lnTo>
                    <a:lnTo>
                      <a:pt x="1386" y="904"/>
                    </a:lnTo>
                    <a:lnTo>
                      <a:pt x="1388" y="904"/>
                    </a:lnTo>
                    <a:lnTo>
                      <a:pt x="1390" y="905"/>
                    </a:lnTo>
                    <a:lnTo>
                      <a:pt x="1393" y="905"/>
                    </a:lnTo>
                    <a:lnTo>
                      <a:pt x="1395" y="906"/>
                    </a:lnTo>
                    <a:lnTo>
                      <a:pt x="1398" y="906"/>
                    </a:lnTo>
                    <a:lnTo>
                      <a:pt x="1400" y="906"/>
                    </a:lnTo>
                    <a:lnTo>
                      <a:pt x="1402" y="906"/>
                    </a:lnTo>
                    <a:lnTo>
                      <a:pt x="1405" y="907"/>
                    </a:lnTo>
                    <a:lnTo>
                      <a:pt x="1407" y="907"/>
                    </a:lnTo>
                    <a:lnTo>
                      <a:pt x="1410" y="907"/>
                    </a:lnTo>
                    <a:lnTo>
                      <a:pt x="1412" y="908"/>
                    </a:lnTo>
                    <a:lnTo>
                      <a:pt x="1414" y="908"/>
                    </a:lnTo>
                    <a:lnTo>
                      <a:pt x="1417" y="909"/>
                    </a:lnTo>
                    <a:lnTo>
                      <a:pt x="1419" y="909"/>
                    </a:lnTo>
                    <a:lnTo>
                      <a:pt x="1422" y="910"/>
                    </a:lnTo>
                    <a:lnTo>
                      <a:pt x="1424" y="910"/>
                    </a:lnTo>
                    <a:lnTo>
                      <a:pt x="1426" y="912"/>
                    </a:lnTo>
                    <a:lnTo>
                      <a:pt x="1429" y="912"/>
                    </a:lnTo>
                    <a:lnTo>
                      <a:pt x="1431" y="913"/>
                    </a:lnTo>
                    <a:lnTo>
                      <a:pt x="1434" y="914"/>
                    </a:lnTo>
                    <a:lnTo>
                      <a:pt x="1436" y="915"/>
                    </a:lnTo>
                    <a:lnTo>
                      <a:pt x="1438" y="915"/>
                    </a:lnTo>
                    <a:lnTo>
                      <a:pt x="1441" y="916"/>
                    </a:lnTo>
                    <a:lnTo>
                      <a:pt x="1443" y="916"/>
                    </a:lnTo>
                    <a:lnTo>
                      <a:pt x="1446" y="917"/>
                    </a:lnTo>
                    <a:lnTo>
                      <a:pt x="1448" y="917"/>
                    </a:lnTo>
                    <a:lnTo>
                      <a:pt x="1450" y="918"/>
                    </a:lnTo>
                    <a:lnTo>
                      <a:pt x="1453" y="918"/>
                    </a:lnTo>
                    <a:lnTo>
                      <a:pt x="1455" y="919"/>
                    </a:lnTo>
                    <a:lnTo>
                      <a:pt x="1458" y="920"/>
                    </a:lnTo>
                    <a:lnTo>
                      <a:pt x="1460" y="921"/>
                    </a:lnTo>
                    <a:lnTo>
                      <a:pt x="1463" y="922"/>
                    </a:lnTo>
                    <a:lnTo>
                      <a:pt x="1465" y="923"/>
                    </a:lnTo>
                    <a:lnTo>
                      <a:pt x="1467" y="924"/>
                    </a:lnTo>
                    <a:lnTo>
                      <a:pt x="1470" y="925"/>
                    </a:lnTo>
                    <a:lnTo>
                      <a:pt x="1472" y="926"/>
                    </a:lnTo>
                    <a:lnTo>
                      <a:pt x="1475" y="926"/>
                    </a:lnTo>
                    <a:lnTo>
                      <a:pt x="1477" y="926"/>
                    </a:lnTo>
                    <a:lnTo>
                      <a:pt x="1479" y="926"/>
                    </a:lnTo>
                    <a:lnTo>
                      <a:pt x="1482" y="926"/>
                    </a:lnTo>
                    <a:lnTo>
                      <a:pt x="1484" y="927"/>
                    </a:lnTo>
                    <a:lnTo>
                      <a:pt x="1487" y="927"/>
                    </a:lnTo>
                    <a:lnTo>
                      <a:pt x="1489" y="927"/>
                    </a:lnTo>
                    <a:lnTo>
                      <a:pt x="1491" y="928"/>
                    </a:lnTo>
                    <a:lnTo>
                      <a:pt x="1494" y="928"/>
                    </a:lnTo>
                    <a:lnTo>
                      <a:pt x="1496" y="929"/>
                    </a:lnTo>
                    <a:lnTo>
                      <a:pt x="1499" y="929"/>
                    </a:lnTo>
                    <a:lnTo>
                      <a:pt x="1501" y="929"/>
                    </a:lnTo>
                    <a:lnTo>
                      <a:pt x="1504" y="929"/>
                    </a:lnTo>
                    <a:lnTo>
                      <a:pt x="1506" y="929"/>
                    </a:lnTo>
                    <a:lnTo>
                      <a:pt x="1508" y="929"/>
                    </a:lnTo>
                    <a:lnTo>
                      <a:pt x="1511" y="929"/>
                    </a:lnTo>
                    <a:lnTo>
                      <a:pt x="1513" y="929"/>
                    </a:lnTo>
                    <a:lnTo>
                      <a:pt x="1516" y="928"/>
                    </a:lnTo>
                    <a:lnTo>
                      <a:pt x="1518" y="927"/>
                    </a:lnTo>
                    <a:lnTo>
                      <a:pt x="1520" y="927"/>
                    </a:lnTo>
                    <a:lnTo>
                      <a:pt x="1523" y="927"/>
                    </a:lnTo>
                    <a:lnTo>
                      <a:pt x="1525" y="927"/>
                    </a:lnTo>
                    <a:lnTo>
                      <a:pt x="1528" y="927"/>
                    </a:lnTo>
                    <a:lnTo>
                      <a:pt x="1530" y="927"/>
                    </a:lnTo>
                    <a:lnTo>
                      <a:pt x="1532" y="927"/>
                    </a:lnTo>
                    <a:lnTo>
                      <a:pt x="1535" y="927"/>
                    </a:lnTo>
                    <a:lnTo>
                      <a:pt x="1537" y="927"/>
                    </a:lnTo>
                    <a:lnTo>
                      <a:pt x="1540" y="926"/>
                    </a:lnTo>
                    <a:lnTo>
                      <a:pt x="1542" y="926"/>
                    </a:lnTo>
                    <a:lnTo>
                      <a:pt x="1544" y="926"/>
                    </a:lnTo>
                    <a:lnTo>
                      <a:pt x="1547" y="925"/>
                    </a:lnTo>
                    <a:lnTo>
                      <a:pt x="1549" y="923"/>
                    </a:lnTo>
                    <a:lnTo>
                      <a:pt x="1552" y="921"/>
                    </a:lnTo>
                    <a:lnTo>
                      <a:pt x="1554" y="910"/>
                    </a:lnTo>
                    <a:lnTo>
                      <a:pt x="1557" y="892"/>
                    </a:lnTo>
                    <a:lnTo>
                      <a:pt x="1559" y="863"/>
                    </a:lnTo>
                    <a:lnTo>
                      <a:pt x="1561" y="820"/>
                    </a:lnTo>
                    <a:lnTo>
                      <a:pt x="1564" y="774"/>
                    </a:lnTo>
                    <a:lnTo>
                      <a:pt x="1566" y="730"/>
                    </a:lnTo>
                    <a:lnTo>
                      <a:pt x="1569" y="682"/>
                    </a:lnTo>
                    <a:lnTo>
                      <a:pt x="1571" y="639"/>
                    </a:lnTo>
                    <a:lnTo>
                      <a:pt x="1573" y="603"/>
                    </a:lnTo>
                    <a:lnTo>
                      <a:pt x="1576" y="565"/>
                    </a:lnTo>
                    <a:lnTo>
                      <a:pt x="1578" y="531"/>
                    </a:lnTo>
                    <a:lnTo>
                      <a:pt x="1581" y="501"/>
                    </a:lnTo>
                    <a:lnTo>
                      <a:pt x="1583" y="470"/>
                    </a:lnTo>
                    <a:lnTo>
                      <a:pt x="1585" y="441"/>
                    </a:lnTo>
                    <a:lnTo>
                      <a:pt x="1588" y="414"/>
                    </a:lnTo>
                    <a:lnTo>
                      <a:pt x="1590" y="387"/>
                    </a:lnTo>
                    <a:lnTo>
                      <a:pt x="1593" y="362"/>
                    </a:lnTo>
                    <a:lnTo>
                      <a:pt x="1595" y="339"/>
                    </a:lnTo>
                    <a:lnTo>
                      <a:pt x="1597" y="315"/>
                    </a:lnTo>
                    <a:lnTo>
                      <a:pt x="1600" y="292"/>
                    </a:lnTo>
                    <a:lnTo>
                      <a:pt x="1602" y="269"/>
                    </a:lnTo>
                    <a:lnTo>
                      <a:pt x="1605" y="246"/>
                    </a:lnTo>
                    <a:lnTo>
                      <a:pt x="1607" y="224"/>
                    </a:lnTo>
                    <a:lnTo>
                      <a:pt x="1609" y="204"/>
                    </a:lnTo>
                    <a:lnTo>
                      <a:pt x="1612" y="185"/>
                    </a:lnTo>
                    <a:lnTo>
                      <a:pt x="1614" y="171"/>
                    </a:lnTo>
                    <a:lnTo>
                      <a:pt x="1617" y="159"/>
                    </a:lnTo>
                    <a:lnTo>
                      <a:pt x="1619" y="148"/>
                    </a:lnTo>
                    <a:lnTo>
                      <a:pt x="1621" y="140"/>
                    </a:lnTo>
                    <a:lnTo>
                      <a:pt x="1624" y="132"/>
                    </a:lnTo>
                    <a:lnTo>
                      <a:pt x="1626" y="124"/>
                    </a:lnTo>
                    <a:lnTo>
                      <a:pt x="1629" y="117"/>
                    </a:lnTo>
                    <a:lnTo>
                      <a:pt x="1631" y="109"/>
                    </a:lnTo>
                    <a:lnTo>
                      <a:pt x="1633" y="102"/>
                    </a:lnTo>
                    <a:lnTo>
                      <a:pt x="1636" y="95"/>
                    </a:lnTo>
                    <a:lnTo>
                      <a:pt x="1638" y="88"/>
                    </a:lnTo>
                    <a:lnTo>
                      <a:pt x="1641" y="80"/>
                    </a:lnTo>
                    <a:lnTo>
                      <a:pt x="1643" y="73"/>
                    </a:lnTo>
                    <a:lnTo>
                      <a:pt x="1645" y="64"/>
                    </a:lnTo>
                    <a:lnTo>
                      <a:pt x="1648" y="56"/>
                    </a:lnTo>
                    <a:lnTo>
                      <a:pt x="1650" y="49"/>
                    </a:lnTo>
                    <a:lnTo>
                      <a:pt x="1653" y="41"/>
                    </a:lnTo>
                    <a:lnTo>
                      <a:pt x="1655" y="33"/>
                    </a:lnTo>
                    <a:lnTo>
                      <a:pt x="1657" y="27"/>
                    </a:lnTo>
                    <a:lnTo>
                      <a:pt x="1660" y="20"/>
                    </a:lnTo>
                    <a:lnTo>
                      <a:pt x="1662" y="14"/>
                    </a:lnTo>
                    <a:lnTo>
                      <a:pt x="1665" y="11"/>
                    </a:lnTo>
                    <a:lnTo>
                      <a:pt x="1667" y="7"/>
                    </a:lnTo>
                    <a:lnTo>
                      <a:pt x="1669" y="4"/>
                    </a:lnTo>
                    <a:lnTo>
                      <a:pt x="1672" y="4"/>
                    </a:lnTo>
                    <a:lnTo>
                      <a:pt x="1674" y="2"/>
                    </a:lnTo>
                    <a:lnTo>
                      <a:pt x="1677" y="0"/>
                    </a:lnTo>
                    <a:lnTo>
                      <a:pt x="1679" y="3"/>
                    </a:lnTo>
                    <a:lnTo>
                      <a:pt x="1681" y="2"/>
                    </a:lnTo>
                    <a:lnTo>
                      <a:pt x="1684" y="3"/>
                    </a:lnTo>
                    <a:lnTo>
                      <a:pt x="1686" y="7"/>
                    </a:lnTo>
                    <a:lnTo>
                      <a:pt x="1689" y="7"/>
                    </a:lnTo>
                    <a:lnTo>
                      <a:pt x="1691" y="10"/>
                    </a:lnTo>
                    <a:lnTo>
                      <a:pt x="1693" y="16"/>
                    </a:lnTo>
                    <a:lnTo>
                      <a:pt x="1696" y="18"/>
                    </a:lnTo>
                    <a:lnTo>
                      <a:pt x="1698" y="23"/>
                    </a:lnTo>
                    <a:lnTo>
                      <a:pt x="1701" y="30"/>
                    </a:lnTo>
                    <a:lnTo>
                      <a:pt x="1703" y="34"/>
                    </a:lnTo>
                    <a:lnTo>
                      <a:pt x="1705" y="40"/>
                    </a:lnTo>
                    <a:lnTo>
                      <a:pt x="1708" y="49"/>
                    </a:lnTo>
                    <a:lnTo>
                      <a:pt x="1710" y="54"/>
                    </a:lnTo>
                    <a:lnTo>
                      <a:pt x="1713" y="62"/>
                    </a:lnTo>
                    <a:lnTo>
                      <a:pt x="1715" y="71"/>
                    </a:lnTo>
                    <a:lnTo>
                      <a:pt x="1717" y="77"/>
                    </a:lnTo>
                    <a:lnTo>
                      <a:pt x="1720" y="85"/>
                    </a:lnTo>
                    <a:lnTo>
                      <a:pt x="1722" y="93"/>
                    </a:lnTo>
                    <a:lnTo>
                      <a:pt x="1725" y="98"/>
                    </a:lnTo>
                    <a:lnTo>
                      <a:pt x="1727" y="106"/>
                    </a:lnTo>
                    <a:lnTo>
                      <a:pt x="1730" y="112"/>
                    </a:lnTo>
                    <a:lnTo>
                      <a:pt x="1732" y="117"/>
                    </a:lnTo>
                    <a:lnTo>
                      <a:pt x="1734" y="125"/>
                    </a:lnTo>
                    <a:lnTo>
                      <a:pt x="1737" y="130"/>
                    </a:lnTo>
                    <a:lnTo>
                      <a:pt x="1739" y="135"/>
                    </a:lnTo>
                    <a:lnTo>
                      <a:pt x="1742" y="142"/>
                    </a:lnTo>
                    <a:lnTo>
                      <a:pt x="1744" y="148"/>
                    </a:lnTo>
                    <a:lnTo>
                      <a:pt x="1746" y="153"/>
                    </a:lnTo>
                    <a:lnTo>
                      <a:pt x="1749" y="161"/>
                    </a:lnTo>
                    <a:lnTo>
                      <a:pt x="1751" y="168"/>
                    </a:lnTo>
                    <a:lnTo>
                      <a:pt x="1754" y="174"/>
                    </a:lnTo>
                    <a:lnTo>
                      <a:pt x="1756" y="183"/>
                    </a:lnTo>
                    <a:lnTo>
                      <a:pt x="1758" y="188"/>
                    </a:lnTo>
                    <a:lnTo>
                      <a:pt x="1761" y="195"/>
                    </a:lnTo>
                    <a:lnTo>
                      <a:pt x="1763" y="203"/>
                    </a:lnTo>
                    <a:lnTo>
                      <a:pt x="1766" y="209"/>
                    </a:lnTo>
                    <a:lnTo>
                      <a:pt x="1768" y="216"/>
                    </a:lnTo>
                    <a:lnTo>
                      <a:pt x="1771" y="223"/>
                    </a:lnTo>
                    <a:lnTo>
                      <a:pt x="1773" y="229"/>
                    </a:lnTo>
                    <a:lnTo>
                      <a:pt x="1775" y="237"/>
                    </a:lnTo>
                    <a:lnTo>
                      <a:pt x="1778" y="244"/>
                    </a:lnTo>
                    <a:lnTo>
                      <a:pt x="1780" y="250"/>
                    </a:lnTo>
                    <a:lnTo>
                      <a:pt x="1783" y="258"/>
                    </a:lnTo>
                    <a:lnTo>
                      <a:pt x="1785" y="266"/>
                    </a:lnTo>
                    <a:lnTo>
                      <a:pt x="1787" y="273"/>
                    </a:lnTo>
                    <a:lnTo>
                      <a:pt x="1790" y="282"/>
                    </a:lnTo>
                    <a:lnTo>
                      <a:pt x="1792" y="290"/>
                    </a:lnTo>
                    <a:lnTo>
                      <a:pt x="1795" y="298"/>
                    </a:lnTo>
                    <a:lnTo>
                      <a:pt x="1797" y="306"/>
                    </a:lnTo>
                    <a:lnTo>
                      <a:pt x="1799" y="314"/>
                    </a:lnTo>
                    <a:lnTo>
                      <a:pt x="1802" y="323"/>
                    </a:lnTo>
                    <a:lnTo>
                      <a:pt x="1804" y="329"/>
                    </a:lnTo>
                    <a:lnTo>
                      <a:pt x="1807" y="337"/>
                    </a:lnTo>
                    <a:lnTo>
                      <a:pt x="1809" y="345"/>
                    </a:lnTo>
                    <a:lnTo>
                      <a:pt x="1811" y="350"/>
                    </a:lnTo>
                    <a:lnTo>
                      <a:pt x="1814" y="357"/>
                    </a:lnTo>
                    <a:lnTo>
                      <a:pt x="1816" y="365"/>
                    </a:lnTo>
                    <a:lnTo>
                      <a:pt x="1819" y="371"/>
                    </a:lnTo>
                    <a:lnTo>
                      <a:pt x="1821" y="378"/>
                    </a:lnTo>
                    <a:lnTo>
                      <a:pt x="1824" y="385"/>
                    </a:lnTo>
                    <a:lnTo>
                      <a:pt x="1826" y="392"/>
                    </a:lnTo>
                    <a:lnTo>
                      <a:pt x="1828" y="401"/>
                    </a:lnTo>
                    <a:lnTo>
                      <a:pt x="1831" y="408"/>
                    </a:lnTo>
                    <a:lnTo>
                      <a:pt x="1833" y="415"/>
                    </a:lnTo>
                    <a:lnTo>
                      <a:pt x="1836" y="424"/>
                    </a:lnTo>
                    <a:lnTo>
                      <a:pt x="1838" y="433"/>
                    </a:lnTo>
                    <a:lnTo>
                      <a:pt x="1840" y="438"/>
                    </a:lnTo>
                    <a:lnTo>
                      <a:pt x="1843" y="446"/>
                    </a:lnTo>
                    <a:lnTo>
                      <a:pt x="1845" y="455"/>
                    </a:lnTo>
                    <a:lnTo>
                      <a:pt x="1848" y="461"/>
                    </a:lnTo>
                    <a:lnTo>
                      <a:pt x="1850" y="469"/>
                    </a:lnTo>
                    <a:lnTo>
                      <a:pt x="1852" y="476"/>
                    </a:lnTo>
                    <a:lnTo>
                      <a:pt x="1855" y="484"/>
                    </a:lnTo>
                    <a:lnTo>
                      <a:pt x="1857" y="491"/>
                    </a:lnTo>
                    <a:lnTo>
                      <a:pt x="1860" y="498"/>
                    </a:lnTo>
                    <a:lnTo>
                      <a:pt x="1862" y="506"/>
                    </a:lnTo>
                    <a:lnTo>
                      <a:pt x="1864" y="513"/>
                    </a:lnTo>
                    <a:lnTo>
                      <a:pt x="1867" y="520"/>
                    </a:lnTo>
                    <a:lnTo>
                      <a:pt x="1869" y="530"/>
                    </a:lnTo>
                    <a:lnTo>
                      <a:pt x="1872" y="537"/>
                    </a:lnTo>
                    <a:lnTo>
                      <a:pt x="1874" y="544"/>
                    </a:lnTo>
                    <a:lnTo>
                      <a:pt x="1876" y="551"/>
                    </a:lnTo>
                    <a:lnTo>
                      <a:pt x="1879" y="558"/>
                    </a:lnTo>
                    <a:lnTo>
                      <a:pt x="1881" y="564"/>
                    </a:lnTo>
                    <a:lnTo>
                      <a:pt x="1884" y="570"/>
                    </a:lnTo>
                    <a:lnTo>
                      <a:pt x="1886" y="575"/>
                    </a:lnTo>
                    <a:lnTo>
                      <a:pt x="1888" y="580"/>
                    </a:lnTo>
                    <a:lnTo>
                      <a:pt x="1891" y="584"/>
                    </a:lnTo>
                    <a:lnTo>
                      <a:pt x="1893" y="590"/>
                    </a:lnTo>
                    <a:lnTo>
                      <a:pt x="1896" y="594"/>
                    </a:lnTo>
                    <a:lnTo>
                      <a:pt x="1898" y="597"/>
                    </a:lnTo>
                    <a:lnTo>
                      <a:pt x="1900" y="601"/>
                    </a:lnTo>
                    <a:lnTo>
                      <a:pt x="1903" y="606"/>
                    </a:lnTo>
                    <a:lnTo>
                      <a:pt x="1905" y="609"/>
                    </a:lnTo>
                    <a:lnTo>
                      <a:pt x="1908" y="611"/>
                    </a:lnTo>
                    <a:lnTo>
                      <a:pt x="1910" y="616"/>
                    </a:lnTo>
                    <a:lnTo>
                      <a:pt x="1912" y="619"/>
                    </a:lnTo>
                    <a:lnTo>
                      <a:pt x="1915" y="620"/>
                    </a:lnTo>
                    <a:lnTo>
                      <a:pt x="1917" y="625"/>
                    </a:lnTo>
                    <a:lnTo>
                      <a:pt x="1920" y="627"/>
                    </a:lnTo>
                    <a:lnTo>
                      <a:pt x="1922" y="628"/>
                    </a:lnTo>
                    <a:lnTo>
                      <a:pt x="1924" y="632"/>
                    </a:lnTo>
                    <a:lnTo>
                      <a:pt x="1927" y="636"/>
                    </a:lnTo>
                    <a:lnTo>
                      <a:pt x="1929" y="637"/>
                    </a:lnTo>
                    <a:lnTo>
                      <a:pt x="1932" y="643"/>
                    </a:lnTo>
                    <a:lnTo>
                      <a:pt x="1934" y="647"/>
                    </a:lnTo>
                    <a:lnTo>
                      <a:pt x="1936" y="650"/>
                    </a:lnTo>
                    <a:lnTo>
                      <a:pt x="1939" y="657"/>
                    </a:lnTo>
                    <a:lnTo>
                      <a:pt x="1941" y="661"/>
                    </a:lnTo>
                    <a:lnTo>
                      <a:pt x="1944" y="666"/>
                    </a:lnTo>
                    <a:lnTo>
                      <a:pt x="1946" y="673"/>
                    </a:lnTo>
                    <a:lnTo>
                      <a:pt x="1948" y="675"/>
                    </a:lnTo>
                    <a:lnTo>
                      <a:pt x="1951" y="681"/>
                    </a:lnTo>
                    <a:lnTo>
                      <a:pt x="1953" y="687"/>
                    </a:lnTo>
                    <a:lnTo>
                      <a:pt x="1956" y="689"/>
                    </a:lnTo>
                    <a:lnTo>
                      <a:pt x="1958" y="693"/>
                    </a:lnTo>
                    <a:lnTo>
                      <a:pt x="1960" y="700"/>
                    </a:lnTo>
                    <a:lnTo>
                      <a:pt x="1963" y="703"/>
                    </a:lnTo>
                    <a:lnTo>
                      <a:pt x="1965" y="706"/>
                    </a:lnTo>
                    <a:lnTo>
                      <a:pt x="1968" y="714"/>
                    </a:lnTo>
                    <a:lnTo>
                      <a:pt x="1970" y="718"/>
                    </a:lnTo>
                    <a:lnTo>
                      <a:pt x="1972" y="722"/>
                    </a:lnTo>
                    <a:lnTo>
                      <a:pt x="1975" y="730"/>
                    </a:lnTo>
                    <a:lnTo>
                      <a:pt x="1977" y="734"/>
                    </a:lnTo>
                    <a:lnTo>
                      <a:pt x="1980" y="738"/>
                    </a:lnTo>
                    <a:lnTo>
                      <a:pt x="1982" y="744"/>
                    </a:lnTo>
                    <a:lnTo>
                      <a:pt x="1984" y="749"/>
                    </a:lnTo>
                    <a:lnTo>
                      <a:pt x="1987" y="752"/>
                    </a:lnTo>
                    <a:lnTo>
                      <a:pt x="1989" y="756"/>
                    </a:lnTo>
                    <a:lnTo>
                      <a:pt x="1992" y="760"/>
                    </a:lnTo>
                    <a:lnTo>
                      <a:pt x="1994" y="762"/>
                    </a:lnTo>
                    <a:lnTo>
                      <a:pt x="1997" y="765"/>
                    </a:lnTo>
                    <a:lnTo>
                      <a:pt x="1999" y="768"/>
                    </a:lnTo>
                    <a:lnTo>
                      <a:pt x="2001" y="770"/>
                    </a:lnTo>
                    <a:lnTo>
                      <a:pt x="2004" y="772"/>
                    </a:lnTo>
                    <a:lnTo>
                      <a:pt x="2006" y="776"/>
                    </a:lnTo>
                    <a:lnTo>
                      <a:pt x="2009" y="778"/>
                    </a:lnTo>
                    <a:lnTo>
                      <a:pt x="2011" y="781"/>
                    </a:lnTo>
                    <a:lnTo>
                      <a:pt x="2013" y="785"/>
                    </a:lnTo>
                    <a:lnTo>
                      <a:pt x="2016" y="786"/>
                    </a:lnTo>
                    <a:lnTo>
                      <a:pt x="2018" y="789"/>
                    </a:lnTo>
                    <a:lnTo>
                      <a:pt x="2021" y="792"/>
                    </a:lnTo>
                    <a:lnTo>
                      <a:pt x="2023" y="794"/>
                    </a:lnTo>
                    <a:lnTo>
                      <a:pt x="2025" y="797"/>
                    </a:lnTo>
                    <a:lnTo>
                      <a:pt x="2028" y="800"/>
                    </a:lnTo>
                    <a:lnTo>
                      <a:pt x="2030" y="800"/>
                    </a:lnTo>
                    <a:lnTo>
                      <a:pt x="2033" y="803"/>
                    </a:lnTo>
                    <a:lnTo>
                      <a:pt x="2035" y="807"/>
                    </a:lnTo>
                    <a:lnTo>
                      <a:pt x="2038" y="806"/>
                    </a:lnTo>
                    <a:lnTo>
                      <a:pt x="2040" y="809"/>
                    </a:lnTo>
                    <a:lnTo>
                      <a:pt x="2042" y="813"/>
                    </a:lnTo>
                    <a:lnTo>
                      <a:pt x="2045" y="812"/>
                    </a:lnTo>
                    <a:lnTo>
                      <a:pt x="2047" y="813"/>
                    </a:lnTo>
                    <a:lnTo>
                      <a:pt x="2050" y="818"/>
                    </a:lnTo>
                    <a:lnTo>
                      <a:pt x="2052" y="817"/>
                    </a:lnTo>
                    <a:lnTo>
                      <a:pt x="2054" y="817"/>
                    </a:lnTo>
                    <a:lnTo>
                      <a:pt x="2057" y="822"/>
                    </a:lnTo>
                    <a:lnTo>
                      <a:pt x="2059" y="821"/>
                    </a:lnTo>
                    <a:lnTo>
                      <a:pt x="2062" y="822"/>
                    </a:lnTo>
                    <a:lnTo>
                      <a:pt x="2064" y="825"/>
                    </a:lnTo>
                    <a:lnTo>
                      <a:pt x="2066" y="824"/>
                    </a:lnTo>
                    <a:lnTo>
                      <a:pt x="2069" y="827"/>
                    </a:lnTo>
                    <a:lnTo>
                      <a:pt x="2071" y="830"/>
                    </a:lnTo>
                    <a:lnTo>
                      <a:pt x="2074" y="829"/>
                    </a:lnTo>
                    <a:lnTo>
                      <a:pt x="2076" y="833"/>
                    </a:lnTo>
                    <a:lnTo>
                      <a:pt x="2078" y="835"/>
                    </a:lnTo>
                    <a:lnTo>
                      <a:pt x="2081" y="834"/>
                    </a:lnTo>
                    <a:lnTo>
                      <a:pt x="2083" y="838"/>
                    </a:lnTo>
                    <a:lnTo>
                      <a:pt x="2086" y="839"/>
                    </a:lnTo>
                    <a:lnTo>
                      <a:pt x="2088" y="838"/>
                    </a:lnTo>
                    <a:lnTo>
                      <a:pt x="2091" y="841"/>
                    </a:lnTo>
                    <a:lnTo>
                      <a:pt x="2093" y="843"/>
                    </a:lnTo>
                    <a:lnTo>
                      <a:pt x="2095" y="842"/>
                    </a:lnTo>
                    <a:lnTo>
                      <a:pt x="2098" y="845"/>
                    </a:lnTo>
                    <a:lnTo>
                      <a:pt x="2100" y="847"/>
                    </a:lnTo>
                    <a:lnTo>
                      <a:pt x="2103" y="846"/>
                    </a:lnTo>
                    <a:lnTo>
                      <a:pt x="2105" y="851"/>
                    </a:lnTo>
                    <a:lnTo>
                      <a:pt x="2107" y="852"/>
                    </a:lnTo>
                    <a:lnTo>
                      <a:pt x="2110" y="852"/>
                    </a:lnTo>
                    <a:lnTo>
                      <a:pt x="2112" y="857"/>
                    </a:lnTo>
                    <a:lnTo>
                      <a:pt x="2115" y="858"/>
                    </a:lnTo>
                    <a:lnTo>
                      <a:pt x="2117" y="857"/>
                    </a:lnTo>
                    <a:lnTo>
                      <a:pt x="2119" y="861"/>
                    </a:lnTo>
                    <a:lnTo>
                      <a:pt x="2122" y="861"/>
                    </a:lnTo>
                    <a:lnTo>
                      <a:pt x="2124" y="860"/>
                    </a:lnTo>
                    <a:lnTo>
                      <a:pt x="2127" y="863"/>
                    </a:lnTo>
                    <a:lnTo>
                      <a:pt x="2129" y="864"/>
                    </a:lnTo>
                    <a:lnTo>
                      <a:pt x="2131" y="862"/>
                    </a:lnTo>
                    <a:lnTo>
                      <a:pt x="2134" y="864"/>
                    </a:lnTo>
                    <a:lnTo>
                      <a:pt x="2136" y="864"/>
                    </a:lnTo>
                    <a:lnTo>
                      <a:pt x="2139" y="863"/>
                    </a:lnTo>
                    <a:lnTo>
                      <a:pt x="2141" y="864"/>
                    </a:lnTo>
                    <a:lnTo>
                      <a:pt x="2143" y="862"/>
                    </a:lnTo>
                    <a:lnTo>
                      <a:pt x="2146" y="861"/>
                    </a:lnTo>
                    <a:lnTo>
                      <a:pt x="2148" y="863"/>
                    </a:lnTo>
                    <a:lnTo>
                      <a:pt x="2151" y="861"/>
                    </a:lnTo>
                    <a:lnTo>
                      <a:pt x="2153" y="858"/>
                    </a:lnTo>
                    <a:lnTo>
                      <a:pt x="2155" y="860"/>
                    </a:lnTo>
                    <a:lnTo>
                      <a:pt x="2158" y="857"/>
                    </a:lnTo>
                    <a:lnTo>
                      <a:pt x="2160" y="855"/>
                    </a:lnTo>
                    <a:lnTo>
                      <a:pt x="2163" y="854"/>
                    </a:lnTo>
                    <a:lnTo>
                      <a:pt x="2165" y="851"/>
                    </a:lnTo>
                    <a:lnTo>
                      <a:pt x="2166" y="851"/>
                    </a:lnTo>
                  </a:path>
                </a:pathLst>
              </a:custGeom>
              <a:noFill/>
              <a:ln w="17526" cap="flat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289" name="Freeform 358">
                <a:extLst>
                  <a:ext uri="{FF2B5EF4-FFF2-40B4-BE49-F238E27FC236}">
                    <a16:creationId xmlns:a16="http://schemas.microsoft.com/office/drawing/2014/main" id="{BAD6CF8F-97F3-4EDA-9CA2-258B714E3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2229" y="3872346"/>
                <a:ext cx="3438525" cy="1687513"/>
              </a:xfrm>
              <a:custGeom>
                <a:avLst/>
                <a:gdLst>
                  <a:gd name="T0" fmla="*/ 104 w 2166"/>
                  <a:gd name="T1" fmla="*/ 1021 h 1063"/>
                  <a:gd name="T2" fmla="*/ 173 w 2166"/>
                  <a:gd name="T3" fmla="*/ 987 h 1063"/>
                  <a:gd name="T4" fmla="*/ 243 w 2166"/>
                  <a:gd name="T5" fmla="*/ 981 h 1063"/>
                  <a:gd name="T6" fmla="*/ 313 w 2166"/>
                  <a:gd name="T7" fmla="*/ 1003 h 1063"/>
                  <a:gd name="T8" fmla="*/ 382 w 2166"/>
                  <a:gd name="T9" fmla="*/ 804 h 1063"/>
                  <a:gd name="T10" fmla="*/ 452 w 2166"/>
                  <a:gd name="T11" fmla="*/ 732 h 1063"/>
                  <a:gd name="T12" fmla="*/ 522 w 2166"/>
                  <a:gd name="T13" fmla="*/ 826 h 1063"/>
                  <a:gd name="T14" fmla="*/ 592 w 2166"/>
                  <a:gd name="T15" fmla="*/ 884 h 1063"/>
                  <a:gd name="T16" fmla="*/ 662 w 2166"/>
                  <a:gd name="T17" fmla="*/ 922 h 1063"/>
                  <a:gd name="T18" fmla="*/ 731 w 2166"/>
                  <a:gd name="T19" fmla="*/ 948 h 1063"/>
                  <a:gd name="T20" fmla="*/ 801 w 2166"/>
                  <a:gd name="T21" fmla="*/ 953 h 1063"/>
                  <a:gd name="T22" fmla="*/ 871 w 2166"/>
                  <a:gd name="T23" fmla="*/ 946 h 1063"/>
                  <a:gd name="T24" fmla="*/ 941 w 2166"/>
                  <a:gd name="T25" fmla="*/ 935 h 1063"/>
                  <a:gd name="T26" fmla="*/ 1010 w 2166"/>
                  <a:gd name="T27" fmla="*/ 966 h 1063"/>
                  <a:gd name="T28" fmla="*/ 1080 w 2166"/>
                  <a:gd name="T29" fmla="*/ 985 h 1063"/>
                  <a:gd name="T30" fmla="*/ 1150 w 2166"/>
                  <a:gd name="T31" fmla="*/ 1009 h 1063"/>
                  <a:gd name="T32" fmla="*/ 1220 w 2166"/>
                  <a:gd name="T33" fmla="*/ 1022 h 1063"/>
                  <a:gd name="T34" fmla="*/ 1290 w 2166"/>
                  <a:gd name="T35" fmla="*/ 1038 h 1063"/>
                  <a:gd name="T36" fmla="*/ 1359 w 2166"/>
                  <a:gd name="T37" fmla="*/ 1052 h 1063"/>
                  <a:gd name="T38" fmla="*/ 1429 w 2166"/>
                  <a:gd name="T39" fmla="*/ 1062 h 1063"/>
                  <a:gd name="T40" fmla="*/ 1499 w 2166"/>
                  <a:gd name="T41" fmla="*/ 1062 h 1063"/>
                  <a:gd name="T42" fmla="*/ 1569 w 2166"/>
                  <a:gd name="T43" fmla="*/ 849 h 1063"/>
                  <a:gd name="T44" fmla="*/ 1638 w 2166"/>
                  <a:gd name="T45" fmla="*/ 331 h 1063"/>
                  <a:gd name="T46" fmla="*/ 1708 w 2166"/>
                  <a:gd name="T47" fmla="*/ 262 h 1063"/>
                  <a:gd name="T48" fmla="*/ 1778 w 2166"/>
                  <a:gd name="T49" fmla="*/ 442 h 1063"/>
                  <a:gd name="T50" fmla="*/ 1848 w 2166"/>
                  <a:gd name="T51" fmla="*/ 700 h 1063"/>
                  <a:gd name="T52" fmla="*/ 1917 w 2166"/>
                  <a:gd name="T53" fmla="*/ 839 h 1063"/>
                  <a:gd name="T54" fmla="*/ 1987 w 2166"/>
                  <a:gd name="T55" fmla="*/ 935 h 1063"/>
                  <a:gd name="T56" fmla="*/ 2057 w 2166"/>
                  <a:gd name="T57" fmla="*/ 973 h 1063"/>
                  <a:gd name="T58" fmla="*/ 2127 w 2166"/>
                  <a:gd name="T59" fmla="*/ 998 h 1063"/>
                  <a:gd name="T60" fmla="*/ 2143 w 2166"/>
                  <a:gd name="T61" fmla="*/ 943 h 1063"/>
                  <a:gd name="T62" fmla="*/ 2074 w 2166"/>
                  <a:gd name="T63" fmla="*/ 891 h 1063"/>
                  <a:gd name="T64" fmla="*/ 2004 w 2166"/>
                  <a:gd name="T65" fmla="*/ 805 h 1063"/>
                  <a:gd name="T66" fmla="*/ 1934 w 2166"/>
                  <a:gd name="T67" fmla="*/ 638 h 1063"/>
                  <a:gd name="T68" fmla="*/ 1864 w 2166"/>
                  <a:gd name="T69" fmla="*/ 483 h 1063"/>
                  <a:gd name="T70" fmla="*/ 1795 w 2166"/>
                  <a:gd name="T71" fmla="*/ 296 h 1063"/>
                  <a:gd name="T72" fmla="*/ 1725 w 2166"/>
                  <a:gd name="T73" fmla="*/ 78 h 1063"/>
                  <a:gd name="T74" fmla="*/ 1655 w 2166"/>
                  <a:gd name="T75" fmla="*/ 15 h 1063"/>
                  <a:gd name="T76" fmla="*/ 1585 w 2166"/>
                  <a:gd name="T77" fmla="*/ 433 h 1063"/>
                  <a:gd name="T78" fmla="*/ 1516 w 2166"/>
                  <a:gd name="T79" fmla="*/ 999 h 1063"/>
                  <a:gd name="T80" fmla="*/ 1446 w 2166"/>
                  <a:gd name="T81" fmla="*/ 975 h 1063"/>
                  <a:gd name="T82" fmla="*/ 1376 w 2166"/>
                  <a:gd name="T83" fmla="*/ 957 h 1063"/>
                  <a:gd name="T84" fmla="*/ 1306 w 2166"/>
                  <a:gd name="T85" fmla="*/ 957 h 1063"/>
                  <a:gd name="T86" fmla="*/ 1237 w 2166"/>
                  <a:gd name="T87" fmla="*/ 949 h 1063"/>
                  <a:gd name="T88" fmla="*/ 1167 w 2166"/>
                  <a:gd name="T89" fmla="*/ 931 h 1063"/>
                  <a:gd name="T90" fmla="*/ 1097 w 2166"/>
                  <a:gd name="T91" fmla="*/ 921 h 1063"/>
                  <a:gd name="T92" fmla="*/ 1027 w 2166"/>
                  <a:gd name="T93" fmla="*/ 907 h 1063"/>
                  <a:gd name="T94" fmla="*/ 957 w 2166"/>
                  <a:gd name="T95" fmla="*/ 925 h 1063"/>
                  <a:gd name="T96" fmla="*/ 888 w 2166"/>
                  <a:gd name="T97" fmla="*/ 917 h 1063"/>
                  <a:gd name="T98" fmla="*/ 818 w 2166"/>
                  <a:gd name="T99" fmla="*/ 904 h 1063"/>
                  <a:gd name="T100" fmla="*/ 748 w 2166"/>
                  <a:gd name="T101" fmla="*/ 877 h 1063"/>
                  <a:gd name="T102" fmla="*/ 678 w 2166"/>
                  <a:gd name="T103" fmla="*/ 862 h 1063"/>
                  <a:gd name="T104" fmla="*/ 609 w 2166"/>
                  <a:gd name="T105" fmla="*/ 813 h 1063"/>
                  <a:gd name="T106" fmla="*/ 539 w 2166"/>
                  <a:gd name="T107" fmla="*/ 756 h 1063"/>
                  <a:gd name="T108" fmla="*/ 469 w 2166"/>
                  <a:gd name="T109" fmla="*/ 699 h 1063"/>
                  <a:gd name="T110" fmla="*/ 399 w 2166"/>
                  <a:gd name="T111" fmla="*/ 666 h 1063"/>
                  <a:gd name="T112" fmla="*/ 330 w 2166"/>
                  <a:gd name="T113" fmla="*/ 968 h 1063"/>
                  <a:gd name="T114" fmla="*/ 260 w 2166"/>
                  <a:gd name="T115" fmla="*/ 970 h 1063"/>
                  <a:gd name="T116" fmla="*/ 190 w 2166"/>
                  <a:gd name="T117" fmla="*/ 954 h 1063"/>
                  <a:gd name="T118" fmla="*/ 120 w 2166"/>
                  <a:gd name="T119" fmla="*/ 891 h 1063"/>
                  <a:gd name="T120" fmla="*/ 51 w 2166"/>
                  <a:gd name="T121" fmla="*/ 900 h 1063"/>
                  <a:gd name="T122" fmla="*/ 17 w 2166"/>
                  <a:gd name="T123" fmla="*/ 997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166" h="1063">
                    <a:moveTo>
                      <a:pt x="36" y="998"/>
                    </a:moveTo>
                    <a:lnTo>
                      <a:pt x="39" y="1000"/>
                    </a:lnTo>
                    <a:lnTo>
                      <a:pt x="41" y="995"/>
                    </a:lnTo>
                    <a:lnTo>
                      <a:pt x="44" y="997"/>
                    </a:lnTo>
                    <a:lnTo>
                      <a:pt x="46" y="1003"/>
                    </a:lnTo>
                    <a:lnTo>
                      <a:pt x="48" y="1003"/>
                    </a:lnTo>
                    <a:lnTo>
                      <a:pt x="51" y="1003"/>
                    </a:lnTo>
                    <a:lnTo>
                      <a:pt x="53" y="1006"/>
                    </a:lnTo>
                    <a:lnTo>
                      <a:pt x="56" y="1008"/>
                    </a:lnTo>
                    <a:lnTo>
                      <a:pt x="58" y="1009"/>
                    </a:lnTo>
                    <a:lnTo>
                      <a:pt x="60" y="1011"/>
                    </a:lnTo>
                    <a:lnTo>
                      <a:pt x="63" y="1011"/>
                    </a:lnTo>
                    <a:lnTo>
                      <a:pt x="65" y="1013"/>
                    </a:lnTo>
                    <a:lnTo>
                      <a:pt x="68" y="1015"/>
                    </a:lnTo>
                    <a:lnTo>
                      <a:pt x="70" y="1015"/>
                    </a:lnTo>
                    <a:lnTo>
                      <a:pt x="72" y="1015"/>
                    </a:lnTo>
                    <a:lnTo>
                      <a:pt x="75" y="1016"/>
                    </a:lnTo>
                    <a:lnTo>
                      <a:pt x="77" y="1019"/>
                    </a:lnTo>
                    <a:lnTo>
                      <a:pt x="80" y="1019"/>
                    </a:lnTo>
                    <a:lnTo>
                      <a:pt x="82" y="1017"/>
                    </a:lnTo>
                    <a:lnTo>
                      <a:pt x="84" y="1022"/>
                    </a:lnTo>
                    <a:lnTo>
                      <a:pt x="87" y="1023"/>
                    </a:lnTo>
                    <a:lnTo>
                      <a:pt x="89" y="1020"/>
                    </a:lnTo>
                    <a:lnTo>
                      <a:pt x="92" y="1024"/>
                    </a:lnTo>
                    <a:lnTo>
                      <a:pt x="94" y="1026"/>
                    </a:lnTo>
                    <a:lnTo>
                      <a:pt x="96" y="1023"/>
                    </a:lnTo>
                    <a:lnTo>
                      <a:pt x="99" y="1024"/>
                    </a:lnTo>
                    <a:lnTo>
                      <a:pt x="101" y="1025"/>
                    </a:lnTo>
                    <a:lnTo>
                      <a:pt x="104" y="1021"/>
                    </a:lnTo>
                    <a:lnTo>
                      <a:pt x="106" y="1020"/>
                    </a:lnTo>
                    <a:lnTo>
                      <a:pt x="108" y="1019"/>
                    </a:lnTo>
                    <a:lnTo>
                      <a:pt x="111" y="1014"/>
                    </a:lnTo>
                    <a:lnTo>
                      <a:pt x="113" y="1011"/>
                    </a:lnTo>
                    <a:lnTo>
                      <a:pt x="115" y="1010"/>
                    </a:lnTo>
                    <a:lnTo>
                      <a:pt x="118" y="1005"/>
                    </a:lnTo>
                    <a:lnTo>
                      <a:pt x="120" y="1000"/>
                    </a:lnTo>
                    <a:lnTo>
                      <a:pt x="123" y="998"/>
                    </a:lnTo>
                    <a:lnTo>
                      <a:pt x="125" y="996"/>
                    </a:lnTo>
                    <a:lnTo>
                      <a:pt x="128" y="991"/>
                    </a:lnTo>
                    <a:lnTo>
                      <a:pt x="130" y="988"/>
                    </a:lnTo>
                    <a:lnTo>
                      <a:pt x="132" y="989"/>
                    </a:lnTo>
                    <a:lnTo>
                      <a:pt x="135" y="986"/>
                    </a:lnTo>
                    <a:lnTo>
                      <a:pt x="137" y="983"/>
                    </a:lnTo>
                    <a:lnTo>
                      <a:pt x="140" y="986"/>
                    </a:lnTo>
                    <a:lnTo>
                      <a:pt x="142" y="984"/>
                    </a:lnTo>
                    <a:lnTo>
                      <a:pt x="144" y="983"/>
                    </a:lnTo>
                    <a:lnTo>
                      <a:pt x="147" y="986"/>
                    </a:lnTo>
                    <a:lnTo>
                      <a:pt x="149" y="986"/>
                    </a:lnTo>
                    <a:lnTo>
                      <a:pt x="152" y="986"/>
                    </a:lnTo>
                    <a:lnTo>
                      <a:pt x="154" y="988"/>
                    </a:lnTo>
                    <a:lnTo>
                      <a:pt x="156" y="987"/>
                    </a:lnTo>
                    <a:lnTo>
                      <a:pt x="159" y="987"/>
                    </a:lnTo>
                    <a:lnTo>
                      <a:pt x="161" y="989"/>
                    </a:lnTo>
                    <a:lnTo>
                      <a:pt x="164" y="988"/>
                    </a:lnTo>
                    <a:lnTo>
                      <a:pt x="166" y="988"/>
                    </a:lnTo>
                    <a:lnTo>
                      <a:pt x="169" y="988"/>
                    </a:lnTo>
                    <a:lnTo>
                      <a:pt x="171" y="987"/>
                    </a:lnTo>
                    <a:lnTo>
                      <a:pt x="173" y="987"/>
                    </a:lnTo>
                    <a:lnTo>
                      <a:pt x="176" y="985"/>
                    </a:lnTo>
                    <a:lnTo>
                      <a:pt x="178" y="982"/>
                    </a:lnTo>
                    <a:lnTo>
                      <a:pt x="181" y="982"/>
                    </a:lnTo>
                    <a:lnTo>
                      <a:pt x="183" y="981"/>
                    </a:lnTo>
                    <a:lnTo>
                      <a:pt x="185" y="973"/>
                    </a:lnTo>
                    <a:lnTo>
                      <a:pt x="188" y="975"/>
                    </a:lnTo>
                    <a:lnTo>
                      <a:pt x="190" y="973"/>
                    </a:lnTo>
                    <a:lnTo>
                      <a:pt x="193" y="968"/>
                    </a:lnTo>
                    <a:lnTo>
                      <a:pt x="195" y="973"/>
                    </a:lnTo>
                    <a:lnTo>
                      <a:pt x="197" y="974"/>
                    </a:lnTo>
                    <a:lnTo>
                      <a:pt x="200" y="977"/>
                    </a:lnTo>
                    <a:lnTo>
                      <a:pt x="202" y="981"/>
                    </a:lnTo>
                    <a:lnTo>
                      <a:pt x="205" y="983"/>
                    </a:lnTo>
                    <a:lnTo>
                      <a:pt x="207" y="988"/>
                    </a:lnTo>
                    <a:lnTo>
                      <a:pt x="209" y="986"/>
                    </a:lnTo>
                    <a:lnTo>
                      <a:pt x="212" y="989"/>
                    </a:lnTo>
                    <a:lnTo>
                      <a:pt x="214" y="993"/>
                    </a:lnTo>
                    <a:lnTo>
                      <a:pt x="217" y="991"/>
                    </a:lnTo>
                    <a:lnTo>
                      <a:pt x="219" y="989"/>
                    </a:lnTo>
                    <a:lnTo>
                      <a:pt x="222" y="991"/>
                    </a:lnTo>
                    <a:lnTo>
                      <a:pt x="224" y="991"/>
                    </a:lnTo>
                    <a:lnTo>
                      <a:pt x="226" y="989"/>
                    </a:lnTo>
                    <a:lnTo>
                      <a:pt x="229" y="988"/>
                    </a:lnTo>
                    <a:lnTo>
                      <a:pt x="231" y="989"/>
                    </a:lnTo>
                    <a:lnTo>
                      <a:pt x="234" y="985"/>
                    </a:lnTo>
                    <a:lnTo>
                      <a:pt x="236" y="983"/>
                    </a:lnTo>
                    <a:lnTo>
                      <a:pt x="238" y="983"/>
                    </a:lnTo>
                    <a:lnTo>
                      <a:pt x="241" y="981"/>
                    </a:lnTo>
                    <a:lnTo>
                      <a:pt x="243" y="981"/>
                    </a:lnTo>
                    <a:lnTo>
                      <a:pt x="246" y="981"/>
                    </a:lnTo>
                    <a:lnTo>
                      <a:pt x="248" y="979"/>
                    </a:lnTo>
                    <a:lnTo>
                      <a:pt x="250" y="983"/>
                    </a:lnTo>
                    <a:lnTo>
                      <a:pt x="253" y="984"/>
                    </a:lnTo>
                    <a:lnTo>
                      <a:pt x="255" y="982"/>
                    </a:lnTo>
                    <a:lnTo>
                      <a:pt x="258" y="986"/>
                    </a:lnTo>
                    <a:lnTo>
                      <a:pt x="260" y="988"/>
                    </a:lnTo>
                    <a:lnTo>
                      <a:pt x="263" y="985"/>
                    </a:lnTo>
                    <a:lnTo>
                      <a:pt x="265" y="987"/>
                    </a:lnTo>
                    <a:lnTo>
                      <a:pt x="267" y="989"/>
                    </a:lnTo>
                    <a:lnTo>
                      <a:pt x="270" y="986"/>
                    </a:lnTo>
                    <a:lnTo>
                      <a:pt x="272" y="985"/>
                    </a:lnTo>
                    <a:lnTo>
                      <a:pt x="275" y="988"/>
                    </a:lnTo>
                    <a:lnTo>
                      <a:pt x="277" y="986"/>
                    </a:lnTo>
                    <a:lnTo>
                      <a:pt x="279" y="989"/>
                    </a:lnTo>
                    <a:lnTo>
                      <a:pt x="282" y="991"/>
                    </a:lnTo>
                    <a:lnTo>
                      <a:pt x="284" y="994"/>
                    </a:lnTo>
                    <a:lnTo>
                      <a:pt x="287" y="999"/>
                    </a:lnTo>
                    <a:lnTo>
                      <a:pt x="289" y="999"/>
                    </a:lnTo>
                    <a:lnTo>
                      <a:pt x="291" y="1000"/>
                    </a:lnTo>
                    <a:lnTo>
                      <a:pt x="294" y="1003"/>
                    </a:lnTo>
                    <a:lnTo>
                      <a:pt x="296" y="1002"/>
                    </a:lnTo>
                    <a:lnTo>
                      <a:pt x="299" y="1002"/>
                    </a:lnTo>
                    <a:lnTo>
                      <a:pt x="301" y="1002"/>
                    </a:lnTo>
                    <a:lnTo>
                      <a:pt x="303" y="1002"/>
                    </a:lnTo>
                    <a:lnTo>
                      <a:pt x="306" y="1002"/>
                    </a:lnTo>
                    <a:lnTo>
                      <a:pt x="308" y="1002"/>
                    </a:lnTo>
                    <a:lnTo>
                      <a:pt x="311" y="1002"/>
                    </a:lnTo>
                    <a:lnTo>
                      <a:pt x="313" y="1003"/>
                    </a:lnTo>
                    <a:lnTo>
                      <a:pt x="315" y="1002"/>
                    </a:lnTo>
                    <a:lnTo>
                      <a:pt x="318" y="1002"/>
                    </a:lnTo>
                    <a:lnTo>
                      <a:pt x="320" y="1005"/>
                    </a:lnTo>
                    <a:lnTo>
                      <a:pt x="323" y="1005"/>
                    </a:lnTo>
                    <a:lnTo>
                      <a:pt x="325" y="1005"/>
                    </a:lnTo>
                    <a:lnTo>
                      <a:pt x="327" y="1008"/>
                    </a:lnTo>
                    <a:lnTo>
                      <a:pt x="330" y="1009"/>
                    </a:lnTo>
                    <a:lnTo>
                      <a:pt x="332" y="1009"/>
                    </a:lnTo>
                    <a:lnTo>
                      <a:pt x="335" y="1011"/>
                    </a:lnTo>
                    <a:lnTo>
                      <a:pt x="337" y="1006"/>
                    </a:lnTo>
                    <a:lnTo>
                      <a:pt x="339" y="997"/>
                    </a:lnTo>
                    <a:lnTo>
                      <a:pt x="342" y="983"/>
                    </a:lnTo>
                    <a:lnTo>
                      <a:pt x="344" y="989"/>
                    </a:lnTo>
                    <a:lnTo>
                      <a:pt x="347" y="993"/>
                    </a:lnTo>
                    <a:lnTo>
                      <a:pt x="349" y="990"/>
                    </a:lnTo>
                    <a:lnTo>
                      <a:pt x="351" y="983"/>
                    </a:lnTo>
                    <a:lnTo>
                      <a:pt x="354" y="976"/>
                    </a:lnTo>
                    <a:lnTo>
                      <a:pt x="356" y="965"/>
                    </a:lnTo>
                    <a:lnTo>
                      <a:pt x="358" y="952"/>
                    </a:lnTo>
                    <a:lnTo>
                      <a:pt x="361" y="937"/>
                    </a:lnTo>
                    <a:lnTo>
                      <a:pt x="363" y="921"/>
                    </a:lnTo>
                    <a:lnTo>
                      <a:pt x="366" y="905"/>
                    </a:lnTo>
                    <a:lnTo>
                      <a:pt x="368" y="890"/>
                    </a:lnTo>
                    <a:lnTo>
                      <a:pt x="370" y="874"/>
                    </a:lnTo>
                    <a:lnTo>
                      <a:pt x="373" y="859"/>
                    </a:lnTo>
                    <a:lnTo>
                      <a:pt x="375" y="844"/>
                    </a:lnTo>
                    <a:lnTo>
                      <a:pt x="378" y="831"/>
                    </a:lnTo>
                    <a:lnTo>
                      <a:pt x="380" y="817"/>
                    </a:lnTo>
                    <a:lnTo>
                      <a:pt x="382" y="804"/>
                    </a:lnTo>
                    <a:lnTo>
                      <a:pt x="385" y="791"/>
                    </a:lnTo>
                    <a:lnTo>
                      <a:pt x="387" y="779"/>
                    </a:lnTo>
                    <a:lnTo>
                      <a:pt x="390" y="768"/>
                    </a:lnTo>
                    <a:lnTo>
                      <a:pt x="392" y="756"/>
                    </a:lnTo>
                    <a:lnTo>
                      <a:pt x="395" y="745"/>
                    </a:lnTo>
                    <a:lnTo>
                      <a:pt x="397" y="735"/>
                    </a:lnTo>
                    <a:lnTo>
                      <a:pt x="399" y="724"/>
                    </a:lnTo>
                    <a:lnTo>
                      <a:pt x="402" y="716"/>
                    </a:lnTo>
                    <a:lnTo>
                      <a:pt x="404" y="708"/>
                    </a:lnTo>
                    <a:lnTo>
                      <a:pt x="407" y="701"/>
                    </a:lnTo>
                    <a:lnTo>
                      <a:pt x="409" y="696"/>
                    </a:lnTo>
                    <a:lnTo>
                      <a:pt x="411" y="692"/>
                    </a:lnTo>
                    <a:lnTo>
                      <a:pt x="414" y="689"/>
                    </a:lnTo>
                    <a:lnTo>
                      <a:pt x="416" y="687"/>
                    </a:lnTo>
                    <a:lnTo>
                      <a:pt x="419" y="687"/>
                    </a:lnTo>
                    <a:lnTo>
                      <a:pt x="421" y="687"/>
                    </a:lnTo>
                    <a:lnTo>
                      <a:pt x="423" y="689"/>
                    </a:lnTo>
                    <a:lnTo>
                      <a:pt x="426" y="692"/>
                    </a:lnTo>
                    <a:lnTo>
                      <a:pt x="428" y="696"/>
                    </a:lnTo>
                    <a:lnTo>
                      <a:pt x="431" y="701"/>
                    </a:lnTo>
                    <a:lnTo>
                      <a:pt x="433" y="705"/>
                    </a:lnTo>
                    <a:lnTo>
                      <a:pt x="436" y="709"/>
                    </a:lnTo>
                    <a:lnTo>
                      <a:pt x="438" y="713"/>
                    </a:lnTo>
                    <a:lnTo>
                      <a:pt x="440" y="716"/>
                    </a:lnTo>
                    <a:lnTo>
                      <a:pt x="443" y="720"/>
                    </a:lnTo>
                    <a:lnTo>
                      <a:pt x="445" y="723"/>
                    </a:lnTo>
                    <a:lnTo>
                      <a:pt x="448" y="726"/>
                    </a:lnTo>
                    <a:lnTo>
                      <a:pt x="450" y="729"/>
                    </a:lnTo>
                    <a:lnTo>
                      <a:pt x="452" y="732"/>
                    </a:lnTo>
                    <a:lnTo>
                      <a:pt x="455" y="736"/>
                    </a:lnTo>
                    <a:lnTo>
                      <a:pt x="457" y="739"/>
                    </a:lnTo>
                    <a:lnTo>
                      <a:pt x="460" y="742"/>
                    </a:lnTo>
                    <a:lnTo>
                      <a:pt x="462" y="745"/>
                    </a:lnTo>
                    <a:lnTo>
                      <a:pt x="464" y="748"/>
                    </a:lnTo>
                    <a:lnTo>
                      <a:pt x="467" y="751"/>
                    </a:lnTo>
                    <a:lnTo>
                      <a:pt x="469" y="754"/>
                    </a:lnTo>
                    <a:lnTo>
                      <a:pt x="472" y="757"/>
                    </a:lnTo>
                    <a:lnTo>
                      <a:pt x="474" y="760"/>
                    </a:lnTo>
                    <a:lnTo>
                      <a:pt x="476" y="764"/>
                    </a:lnTo>
                    <a:lnTo>
                      <a:pt x="479" y="767"/>
                    </a:lnTo>
                    <a:lnTo>
                      <a:pt x="481" y="769"/>
                    </a:lnTo>
                    <a:lnTo>
                      <a:pt x="484" y="772"/>
                    </a:lnTo>
                    <a:lnTo>
                      <a:pt x="486" y="774"/>
                    </a:lnTo>
                    <a:lnTo>
                      <a:pt x="489" y="776"/>
                    </a:lnTo>
                    <a:lnTo>
                      <a:pt x="491" y="779"/>
                    </a:lnTo>
                    <a:lnTo>
                      <a:pt x="493" y="782"/>
                    </a:lnTo>
                    <a:lnTo>
                      <a:pt x="496" y="785"/>
                    </a:lnTo>
                    <a:lnTo>
                      <a:pt x="498" y="789"/>
                    </a:lnTo>
                    <a:lnTo>
                      <a:pt x="501" y="792"/>
                    </a:lnTo>
                    <a:lnTo>
                      <a:pt x="503" y="796"/>
                    </a:lnTo>
                    <a:lnTo>
                      <a:pt x="505" y="799"/>
                    </a:lnTo>
                    <a:lnTo>
                      <a:pt x="508" y="803"/>
                    </a:lnTo>
                    <a:lnTo>
                      <a:pt x="510" y="807"/>
                    </a:lnTo>
                    <a:lnTo>
                      <a:pt x="513" y="811"/>
                    </a:lnTo>
                    <a:lnTo>
                      <a:pt x="515" y="815"/>
                    </a:lnTo>
                    <a:lnTo>
                      <a:pt x="517" y="818"/>
                    </a:lnTo>
                    <a:lnTo>
                      <a:pt x="520" y="822"/>
                    </a:lnTo>
                    <a:lnTo>
                      <a:pt x="522" y="826"/>
                    </a:lnTo>
                    <a:lnTo>
                      <a:pt x="525" y="830"/>
                    </a:lnTo>
                    <a:lnTo>
                      <a:pt x="527" y="833"/>
                    </a:lnTo>
                    <a:lnTo>
                      <a:pt x="530" y="836"/>
                    </a:lnTo>
                    <a:lnTo>
                      <a:pt x="532" y="839"/>
                    </a:lnTo>
                    <a:lnTo>
                      <a:pt x="534" y="842"/>
                    </a:lnTo>
                    <a:lnTo>
                      <a:pt x="537" y="845"/>
                    </a:lnTo>
                    <a:lnTo>
                      <a:pt x="539" y="848"/>
                    </a:lnTo>
                    <a:lnTo>
                      <a:pt x="542" y="851"/>
                    </a:lnTo>
                    <a:lnTo>
                      <a:pt x="544" y="855"/>
                    </a:lnTo>
                    <a:lnTo>
                      <a:pt x="546" y="858"/>
                    </a:lnTo>
                    <a:lnTo>
                      <a:pt x="549" y="861"/>
                    </a:lnTo>
                    <a:lnTo>
                      <a:pt x="551" y="864"/>
                    </a:lnTo>
                    <a:lnTo>
                      <a:pt x="554" y="866"/>
                    </a:lnTo>
                    <a:lnTo>
                      <a:pt x="556" y="867"/>
                    </a:lnTo>
                    <a:lnTo>
                      <a:pt x="558" y="868"/>
                    </a:lnTo>
                    <a:lnTo>
                      <a:pt x="561" y="869"/>
                    </a:lnTo>
                    <a:lnTo>
                      <a:pt x="563" y="870"/>
                    </a:lnTo>
                    <a:lnTo>
                      <a:pt x="566" y="871"/>
                    </a:lnTo>
                    <a:lnTo>
                      <a:pt x="568" y="872"/>
                    </a:lnTo>
                    <a:lnTo>
                      <a:pt x="570" y="873"/>
                    </a:lnTo>
                    <a:lnTo>
                      <a:pt x="573" y="874"/>
                    </a:lnTo>
                    <a:lnTo>
                      <a:pt x="575" y="874"/>
                    </a:lnTo>
                    <a:lnTo>
                      <a:pt x="578" y="875"/>
                    </a:lnTo>
                    <a:lnTo>
                      <a:pt x="580" y="876"/>
                    </a:lnTo>
                    <a:lnTo>
                      <a:pt x="582" y="878"/>
                    </a:lnTo>
                    <a:lnTo>
                      <a:pt x="585" y="879"/>
                    </a:lnTo>
                    <a:lnTo>
                      <a:pt x="587" y="881"/>
                    </a:lnTo>
                    <a:lnTo>
                      <a:pt x="590" y="883"/>
                    </a:lnTo>
                    <a:lnTo>
                      <a:pt x="592" y="884"/>
                    </a:lnTo>
                    <a:lnTo>
                      <a:pt x="594" y="885"/>
                    </a:lnTo>
                    <a:lnTo>
                      <a:pt x="597" y="887"/>
                    </a:lnTo>
                    <a:lnTo>
                      <a:pt x="599" y="888"/>
                    </a:lnTo>
                    <a:lnTo>
                      <a:pt x="601" y="889"/>
                    </a:lnTo>
                    <a:lnTo>
                      <a:pt x="604" y="890"/>
                    </a:lnTo>
                    <a:lnTo>
                      <a:pt x="606" y="891"/>
                    </a:lnTo>
                    <a:lnTo>
                      <a:pt x="609" y="893"/>
                    </a:lnTo>
                    <a:lnTo>
                      <a:pt x="611" y="894"/>
                    </a:lnTo>
                    <a:lnTo>
                      <a:pt x="613" y="895"/>
                    </a:lnTo>
                    <a:lnTo>
                      <a:pt x="616" y="897"/>
                    </a:lnTo>
                    <a:lnTo>
                      <a:pt x="618" y="898"/>
                    </a:lnTo>
                    <a:lnTo>
                      <a:pt x="621" y="900"/>
                    </a:lnTo>
                    <a:lnTo>
                      <a:pt x="623" y="902"/>
                    </a:lnTo>
                    <a:lnTo>
                      <a:pt x="625" y="904"/>
                    </a:lnTo>
                    <a:lnTo>
                      <a:pt x="628" y="906"/>
                    </a:lnTo>
                    <a:lnTo>
                      <a:pt x="630" y="907"/>
                    </a:lnTo>
                    <a:lnTo>
                      <a:pt x="633" y="908"/>
                    </a:lnTo>
                    <a:lnTo>
                      <a:pt x="635" y="909"/>
                    </a:lnTo>
                    <a:lnTo>
                      <a:pt x="637" y="910"/>
                    </a:lnTo>
                    <a:lnTo>
                      <a:pt x="640" y="911"/>
                    </a:lnTo>
                    <a:lnTo>
                      <a:pt x="642" y="912"/>
                    </a:lnTo>
                    <a:lnTo>
                      <a:pt x="645" y="913"/>
                    </a:lnTo>
                    <a:lnTo>
                      <a:pt x="647" y="914"/>
                    </a:lnTo>
                    <a:lnTo>
                      <a:pt x="649" y="915"/>
                    </a:lnTo>
                    <a:lnTo>
                      <a:pt x="652" y="916"/>
                    </a:lnTo>
                    <a:lnTo>
                      <a:pt x="654" y="917"/>
                    </a:lnTo>
                    <a:lnTo>
                      <a:pt x="657" y="919"/>
                    </a:lnTo>
                    <a:lnTo>
                      <a:pt x="659" y="920"/>
                    </a:lnTo>
                    <a:lnTo>
                      <a:pt x="662" y="922"/>
                    </a:lnTo>
                    <a:lnTo>
                      <a:pt x="664" y="923"/>
                    </a:lnTo>
                    <a:lnTo>
                      <a:pt x="666" y="925"/>
                    </a:lnTo>
                    <a:lnTo>
                      <a:pt x="669" y="926"/>
                    </a:lnTo>
                    <a:lnTo>
                      <a:pt x="671" y="927"/>
                    </a:lnTo>
                    <a:lnTo>
                      <a:pt x="674" y="928"/>
                    </a:lnTo>
                    <a:lnTo>
                      <a:pt x="676" y="928"/>
                    </a:lnTo>
                    <a:lnTo>
                      <a:pt x="678" y="929"/>
                    </a:lnTo>
                    <a:lnTo>
                      <a:pt x="681" y="930"/>
                    </a:lnTo>
                    <a:lnTo>
                      <a:pt x="683" y="931"/>
                    </a:lnTo>
                    <a:lnTo>
                      <a:pt x="686" y="932"/>
                    </a:lnTo>
                    <a:lnTo>
                      <a:pt x="688" y="933"/>
                    </a:lnTo>
                    <a:lnTo>
                      <a:pt x="690" y="934"/>
                    </a:lnTo>
                    <a:lnTo>
                      <a:pt x="693" y="934"/>
                    </a:lnTo>
                    <a:lnTo>
                      <a:pt x="695" y="936"/>
                    </a:lnTo>
                    <a:lnTo>
                      <a:pt x="698" y="937"/>
                    </a:lnTo>
                    <a:lnTo>
                      <a:pt x="700" y="938"/>
                    </a:lnTo>
                    <a:lnTo>
                      <a:pt x="703" y="939"/>
                    </a:lnTo>
                    <a:lnTo>
                      <a:pt x="705" y="940"/>
                    </a:lnTo>
                    <a:lnTo>
                      <a:pt x="707" y="941"/>
                    </a:lnTo>
                    <a:lnTo>
                      <a:pt x="710" y="942"/>
                    </a:lnTo>
                    <a:lnTo>
                      <a:pt x="712" y="942"/>
                    </a:lnTo>
                    <a:lnTo>
                      <a:pt x="715" y="942"/>
                    </a:lnTo>
                    <a:lnTo>
                      <a:pt x="717" y="943"/>
                    </a:lnTo>
                    <a:lnTo>
                      <a:pt x="719" y="943"/>
                    </a:lnTo>
                    <a:lnTo>
                      <a:pt x="722" y="945"/>
                    </a:lnTo>
                    <a:lnTo>
                      <a:pt x="724" y="945"/>
                    </a:lnTo>
                    <a:lnTo>
                      <a:pt x="727" y="946"/>
                    </a:lnTo>
                    <a:lnTo>
                      <a:pt x="729" y="947"/>
                    </a:lnTo>
                    <a:lnTo>
                      <a:pt x="731" y="948"/>
                    </a:lnTo>
                    <a:lnTo>
                      <a:pt x="734" y="949"/>
                    </a:lnTo>
                    <a:lnTo>
                      <a:pt x="736" y="950"/>
                    </a:lnTo>
                    <a:lnTo>
                      <a:pt x="739" y="950"/>
                    </a:lnTo>
                    <a:lnTo>
                      <a:pt x="741" y="951"/>
                    </a:lnTo>
                    <a:lnTo>
                      <a:pt x="743" y="952"/>
                    </a:lnTo>
                    <a:lnTo>
                      <a:pt x="746" y="952"/>
                    </a:lnTo>
                    <a:lnTo>
                      <a:pt x="748" y="953"/>
                    </a:lnTo>
                    <a:lnTo>
                      <a:pt x="751" y="953"/>
                    </a:lnTo>
                    <a:lnTo>
                      <a:pt x="753" y="953"/>
                    </a:lnTo>
                    <a:lnTo>
                      <a:pt x="756" y="953"/>
                    </a:lnTo>
                    <a:lnTo>
                      <a:pt x="758" y="954"/>
                    </a:lnTo>
                    <a:lnTo>
                      <a:pt x="760" y="954"/>
                    </a:lnTo>
                    <a:lnTo>
                      <a:pt x="763" y="954"/>
                    </a:lnTo>
                    <a:lnTo>
                      <a:pt x="765" y="954"/>
                    </a:lnTo>
                    <a:lnTo>
                      <a:pt x="768" y="954"/>
                    </a:lnTo>
                    <a:lnTo>
                      <a:pt x="770" y="954"/>
                    </a:lnTo>
                    <a:lnTo>
                      <a:pt x="772" y="953"/>
                    </a:lnTo>
                    <a:lnTo>
                      <a:pt x="775" y="953"/>
                    </a:lnTo>
                    <a:lnTo>
                      <a:pt x="777" y="952"/>
                    </a:lnTo>
                    <a:lnTo>
                      <a:pt x="780" y="951"/>
                    </a:lnTo>
                    <a:lnTo>
                      <a:pt x="782" y="951"/>
                    </a:lnTo>
                    <a:lnTo>
                      <a:pt x="784" y="951"/>
                    </a:lnTo>
                    <a:lnTo>
                      <a:pt x="787" y="952"/>
                    </a:lnTo>
                    <a:lnTo>
                      <a:pt x="789" y="952"/>
                    </a:lnTo>
                    <a:lnTo>
                      <a:pt x="792" y="953"/>
                    </a:lnTo>
                    <a:lnTo>
                      <a:pt x="794" y="953"/>
                    </a:lnTo>
                    <a:lnTo>
                      <a:pt x="797" y="953"/>
                    </a:lnTo>
                    <a:lnTo>
                      <a:pt x="799" y="953"/>
                    </a:lnTo>
                    <a:lnTo>
                      <a:pt x="801" y="953"/>
                    </a:lnTo>
                    <a:lnTo>
                      <a:pt x="804" y="953"/>
                    </a:lnTo>
                    <a:lnTo>
                      <a:pt x="806" y="953"/>
                    </a:lnTo>
                    <a:lnTo>
                      <a:pt x="809" y="953"/>
                    </a:lnTo>
                    <a:lnTo>
                      <a:pt x="811" y="953"/>
                    </a:lnTo>
                    <a:lnTo>
                      <a:pt x="813" y="952"/>
                    </a:lnTo>
                    <a:lnTo>
                      <a:pt x="816" y="953"/>
                    </a:lnTo>
                    <a:lnTo>
                      <a:pt x="818" y="953"/>
                    </a:lnTo>
                    <a:lnTo>
                      <a:pt x="821" y="953"/>
                    </a:lnTo>
                    <a:lnTo>
                      <a:pt x="823" y="954"/>
                    </a:lnTo>
                    <a:lnTo>
                      <a:pt x="825" y="954"/>
                    </a:lnTo>
                    <a:lnTo>
                      <a:pt x="828" y="955"/>
                    </a:lnTo>
                    <a:lnTo>
                      <a:pt x="830" y="956"/>
                    </a:lnTo>
                    <a:lnTo>
                      <a:pt x="833" y="956"/>
                    </a:lnTo>
                    <a:lnTo>
                      <a:pt x="835" y="955"/>
                    </a:lnTo>
                    <a:lnTo>
                      <a:pt x="837" y="954"/>
                    </a:lnTo>
                    <a:lnTo>
                      <a:pt x="840" y="953"/>
                    </a:lnTo>
                    <a:lnTo>
                      <a:pt x="842" y="953"/>
                    </a:lnTo>
                    <a:lnTo>
                      <a:pt x="845" y="951"/>
                    </a:lnTo>
                    <a:lnTo>
                      <a:pt x="847" y="951"/>
                    </a:lnTo>
                    <a:lnTo>
                      <a:pt x="849" y="950"/>
                    </a:lnTo>
                    <a:lnTo>
                      <a:pt x="852" y="948"/>
                    </a:lnTo>
                    <a:lnTo>
                      <a:pt x="854" y="948"/>
                    </a:lnTo>
                    <a:lnTo>
                      <a:pt x="856" y="947"/>
                    </a:lnTo>
                    <a:lnTo>
                      <a:pt x="859" y="947"/>
                    </a:lnTo>
                    <a:lnTo>
                      <a:pt x="861" y="947"/>
                    </a:lnTo>
                    <a:lnTo>
                      <a:pt x="864" y="947"/>
                    </a:lnTo>
                    <a:lnTo>
                      <a:pt x="866" y="947"/>
                    </a:lnTo>
                    <a:lnTo>
                      <a:pt x="868" y="946"/>
                    </a:lnTo>
                    <a:lnTo>
                      <a:pt x="871" y="946"/>
                    </a:lnTo>
                    <a:lnTo>
                      <a:pt x="873" y="945"/>
                    </a:lnTo>
                    <a:lnTo>
                      <a:pt x="876" y="945"/>
                    </a:lnTo>
                    <a:lnTo>
                      <a:pt x="878" y="943"/>
                    </a:lnTo>
                    <a:lnTo>
                      <a:pt x="880" y="943"/>
                    </a:lnTo>
                    <a:lnTo>
                      <a:pt x="883" y="942"/>
                    </a:lnTo>
                    <a:lnTo>
                      <a:pt x="885" y="941"/>
                    </a:lnTo>
                    <a:lnTo>
                      <a:pt x="888" y="940"/>
                    </a:lnTo>
                    <a:lnTo>
                      <a:pt x="890" y="939"/>
                    </a:lnTo>
                    <a:lnTo>
                      <a:pt x="892" y="939"/>
                    </a:lnTo>
                    <a:lnTo>
                      <a:pt x="895" y="939"/>
                    </a:lnTo>
                    <a:lnTo>
                      <a:pt x="897" y="939"/>
                    </a:lnTo>
                    <a:lnTo>
                      <a:pt x="900" y="939"/>
                    </a:lnTo>
                    <a:lnTo>
                      <a:pt x="902" y="939"/>
                    </a:lnTo>
                    <a:lnTo>
                      <a:pt x="904" y="940"/>
                    </a:lnTo>
                    <a:lnTo>
                      <a:pt x="907" y="940"/>
                    </a:lnTo>
                    <a:lnTo>
                      <a:pt x="909" y="940"/>
                    </a:lnTo>
                    <a:lnTo>
                      <a:pt x="912" y="939"/>
                    </a:lnTo>
                    <a:lnTo>
                      <a:pt x="914" y="939"/>
                    </a:lnTo>
                    <a:lnTo>
                      <a:pt x="916" y="937"/>
                    </a:lnTo>
                    <a:lnTo>
                      <a:pt x="919" y="937"/>
                    </a:lnTo>
                    <a:lnTo>
                      <a:pt x="921" y="936"/>
                    </a:lnTo>
                    <a:lnTo>
                      <a:pt x="924" y="936"/>
                    </a:lnTo>
                    <a:lnTo>
                      <a:pt x="926" y="935"/>
                    </a:lnTo>
                    <a:lnTo>
                      <a:pt x="929" y="934"/>
                    </a:lnTo>
                    <a:lnTo>
                      <a:pt x="931" y="934"/>
                    </a:lnTo>
                    <a:lnTo>
                      <a:pt x="933" y="934"/>
                    </a:lnTo>
                    <a:lnTo>
                      <a:pt x="936" y="934"/>
                    </a:lnTo>
                    <a:lnTo>
                      <a:pt x="938" y="934"/>
                    </a:lnTo>
                    <a:lnTo>
                      <a:pt x="941" y="935"/>
                    </a:lnTo>
                    <a:lnTo>
                      <a:pt x="943" y="936"/>
                    </a:lnTo>
                    <a:lnTo>
                      <a:pt x="945" y="936"/>
                    </a:lnTo>
                    <a:lnTo>
                      <a:pt x="948" y="936"/>
                    </a:lnTo>
                    <a:lnTo>
                      <a:pt x="950" y="937"/>
                    </a:lnTo>
                    <a:lnTo>
                      <a:pt x="953" y="937"/>
                    </a:lnTo>
                    <a:lnTo>
                      <a:pt x="955" y="938"/>
                    </a:lnTo>
                    <a:lnTo>
                      <a:pt x="957" y="939"/>
                    </a:lnTo>
                    <a:lnTo>
                      <a:pt x="960" y="939"/>
                    </a:lnTo>
                    <a:lnTo>
                      <a:pt x="962" y="940"/>
                    </a:lnTo>
                    <a:lnTo>
                      <a:pt x="965" y="940"/>
                    </a:lnTo>
                    <a:lnTo>
                      <a:pt x="967" y="942"/>
                    </a:lnTo>
                    <a:lnTo>
                      <a:pt x="970" y="943"/>
                    </a:lnTo>
                    <a:lnTo>
                      <a:pt x="972" y="944"/>
                    </a:lnTo>
                    <a:lnTo>
                      <a:pt x="974" y="945"/>
                    </a:lnTo>
                    <a:lnTo>
                      <a:pt x="977" y="947"/>
                    </a:lnTo>
                    <a:lnTo>
                      <a:pt x="979" y="948"/>
                    </a:lnTo>
                    <a:lnTo>
                      <a:pt x="982" y="950"/>
                    </a:lnTo>
                    <a:lnTo>
                      <a:pt x="984" y="952"/>
                    </a:lnTo>
                    <a:lnTo>
                      <a:pt x="986" y="954"/>
                    </a:lnTo>
                    <a:lnTo>
                      <a:pt x="989" y="956"/>
                    </a:lnTo>
                    <a:lnTo>
                      <a:pt x="991" y="957"/>
                    </a:lnTo>
                    <a:lnTo>
                      <a:pt x="994" y="959"/>
                    </a:lnTo>
                    <a:lnTo>
                      <a:pt x="996" y="960"/>
                    </a:lnTo>
                    <a:lnTo>
                      <a:pt x="998" y="961"/>
                    </a:lnTo>
                    <a:lnTo>
                      <a:pt x="1001" y="962"/>
                    </a:lnTo>
                    <a:lnTo>
                      <a:pt x="1003" y="963"/>
                    </a:lnTo>
                    <a:lnTo>
                      <a:pt x="1006" y="964"/>
                    </a:lnTo>
                    <a:lnTo>
                      <a:pt x="1008" y="965"/>
                    </a:lnTo>
                    <a:lnTo>
                      <a:pt x="1010" y="966"/>
                    </a:lnTo>
                    <a:lnTo>
                      <a:pt x="1013" y="968"/>
                    </a:lnTo>
                    <a:lnTo>
                      <a:pt x="1015" y="969"/>
                    </a:lnTo>
                    <a:lnTo>
                      <a:pt x="1018" y="970"/>
                    </a:lnTo>
                    <a:lnTo>
                      <a:pt x="1020" y="971"/>
                    </a:lnTo>
                    <a:lnTo>
                      <a:pt x="1023" y="973"/>
                    </a:lnTo>
                    <a:lnTo>
                      <a:pt x="1025" y="974"/>
                    </a:lnTo>
                    <a:lnTo>
                      <a:pt x="1027" y="975"/>
                    </a:lnTo>
                    <a:lnTo>
                      <a:pt x="1030" y="976"/>
                    </a:lnTo>
                    <a:lnTo>
                      <a:pt x="1032" y="977"/>
                    </a:lnTo>
                    <a:lnTo>
                      <a:pt x="1035" y="978"/>
                    </a:lnTo>
                    <a:lnTo>
                      <a:pt x="1037" y="979"/>
                    </a:lnTo>
                    <a:lnTo>
                      <a:pt x="1039" y="979"/>
                    </a:lnTo>
                    <a:lnTo>
                      <a:pt x="1042" y="980"/>
                    </a:lnTo>
                    <a:lnTo>
                      <a:pt x="1044" y="980"/>
                    </a:lnTo>
                    <a:lnTo>
                      <a:pt x="1047" y="980"/>
                    </a:lnTo>
                    <a:lnTo>
                      <a:pt x="1049" y="980"/>
                    </a:lnTo>
                    <a:lnTo>
                      <a:pt x="1051" y="980"/>
                    </a:lnTo>
                    <a:lnTo>
                      <a:pt x="1054" y="981"/>
                    </a:lnTo>
                    <a:lnTo>
                      <a:pt x="1056" y="981"/>
                    </a:lnTo>
                    <a:lnTo>
                      <a:pt x="1059" y="981"/>
                    </a:lnTo>
                    <a:lnTo>
                      <a:pt x="1061" y="982"/>
                    </a:lnTo>
                    <a:lnTo>
                      <a:pt x="1064" y="982"/>
                    </a:lnTo>
                    <a:lnTo>
                      <a:pt x="1066" y="982"/>
                    </a:lnTo>
                    <a:lnTo>
                      <a:pt x="1068" y="983"/>
                    </a:lnTo>
                    <a:lnTo>
                      <a:pt x="1071" y="983"/>
                    </a:lnTo>
                    <a:lnTo>
                      <a:pt x="1073" y="983"/>
                    </a:lnTo>
                    <a:lnTo>
                      <a:pt x="1076" y="984"/>
                    </a:lnTo>
                    <a:lnTo>
                      <a:pt x="1078" y="985"/>
                    </a:lnTo>
                    <a:lnTo>
                      <a:pt x="1080" y="985"/>
                    </a:lnTo>
                    <a:lnTo>
                      <a:pt x="1083" y="985"/>
                    </a:lnTo>
                    <a:lnTo>
                      <a:pt x="1085" y="986"/>
                    </a:lnTo>
                    <a:lnTo>
                      <a:pt x="1088" y="986"/>
                    </a:lnTo>
                    <a:lnTo>
                      <a:pt x="1090" y="986"/>
                    </a:lnTo>
                    <a:lnTo>
                      <a:pt x="1092" y="986"/>
                    </a:lnTo>
                    <a:lnTo>
                      <a:pt x="1095" y="987"/>
                    </a:lnTo>
                    <a:lnTo>
                      <a:pt x="1097" y="988"/>
                    </a:lnTo>
                    <a:lnTo>
                      <a:pt x="1099" y="989"/>
                    </a:lnTo>
                    <a:lnTo>
                      <a:pt x="1102" y="990"/>
                    </a:lnTo>
                    <a:lnTo>
                      <a:pt x="1104" y="991"/>
                    </a:lnTo>
                    <a:lnTo>
                      <a:pt x="1107" y="992"/>
                    </a:lnTo>
                    <a:lnTo>
                      <a:pt x="1109" y="994"/>
                    </a:lnTo>
                    <a:lnTo>
                      <a:pt x="1111" y="995"/>
                    </a:lnTo>
                    <a:lnTo>
                      <a:pt x="1114" y="996"/>
                    </a:lnTo>
                    <a:lnTo>
                      <a:pt x="1116" y="998"/>
                    </a:lnTo>
                    <a:lnTo>
                      <a:pt x="1119" y="999"/>
                    </a:lnTo>
                    <a:lnTo>
                      <a:pt x="1121" y="1000"/>
                    </a:lnTo>
                    <a:lnTo>
                      <a:pt x="1123" y="1001"/>
                    </a:lnTo>
                    <a:lnTo>
                      <a:pt x="1126" y="1002"/>
                    </a:lnTo>
                    <a:lnTo>
                      <a:pt x="1128" y="1003"/>
                    </a:lnTo>
                    <a:lnTo>
                      <a:pt x="1131" y="1003"/>
                    </a:lnTo>
                    <a:lnTo>
                      <a:pt x="1133" y="1004"/>
                    </a:lnTo>
                    <a:lnTo>
                      <a:pt x="1135" y="1005"/>
                    </a:lnTo>
                    <a:lnTo>
                      <a:pt x="1138" y="1006"/>
                    </a:lnTo>
                    <a:lnTo>
                      <a:pt x="1140" y="1006"/>
                    </a:lnTo>
                    <a:lnTo>
                      <a:pt x="1143" y="1007"/>
                    </a:lnTo>
                    <a:lnTo>
                      <a:pt x="1145" y="1008"/>
                    </a:lnTo>
                    <a:lnTo>
                      <a:pt x="1147" y="1008"/>
                    </a:lnTo>
                    <a:lnTo>
                      <a:pt x="1150" y="1009"/>
                    </a:lnTo>
                    <a:lnTo>
                      <a:pt x="1152" y="1009"/>
                    </a:lnTo>
                    <a:lnTo>
                      <a:pt x="1155" y="1009"/>
                    </a:lnTo>
                    <a:lnTo>
                      <a:pt x="1157" y="1009"/>
                    </a:lnTo>
                    <a:lnTo>
                      <a:pt x="1159" y="1010"/>
                    </a:lnTo>
                    <a:lnTo>
                      <a:pt x="1162" y="1009"/>
                    </a:lnTo>
                    <a:lnTo>
                      <a:pt x="1164" y="1009"/>
                    </a:lnTo>
                    <a:lnTo>
                      <a:pt x="1167" y="1009"/>
                    </a:lnTo>
                    <a:lnTo>
                      <a:pt x="1169" y="1009"/>
                    </a:lnTo>
                    <a:lnTo>
                      <a:pt x="1171" y="1010"/>
                    </a:lnTo>
                    <a:lnTo>
                      <a:pt x="1174" y="1011"/>
                    </a:lnTo>
                    <a:lnTo>
                      <a:pt x="1176" y="1011"/>
                    </a:lnTo>
                    <a:lnTo>
                      <a:pt x="1179" y="1012"/>
                    </a:lnTo>
                    <a:lnTo>
                      <a:pt x="1181" y="1012"/>
                    </a:lnTo>
                    <a:lnTo>
                      <a:pt x="1183" y="1012"/>
                    </a:lnTo>
                    <a:lnTo>
                      <a:pt x="1186" y="1013"/>
                    </a:lnTo>
                    <a:lnTo>
                      <a:pt x="1188" y="1013"/>
                    </a:lnTo>
                    <a:lnTo>
                      <a:pt x="1191" y="1014"/>
                    </a:lnTo>
                    <a:lnTo>
                      <a:pt x="1193" y="1014"/>
                    </a:lnTo>
                    <a:lnTo>
                      <a:pt x="1196" y="1014"/>
                    </a:lnTo>
                    <a:lnTo>
                      <a:pt x="1198" y="1015"/>
                    </a:lnTo>
                    <a:lnTo>
                      <a:pt x="1200" y="1015"/>
                    </a:lnTo>
                    <a:lnTo>
                      <a:pt x="1203" y="1015"/>
                    </a:lnTo>
                    <a:lnTo>
                      <a:pt x="1205" y="1016"/>
                    </a:lnTo>
                    <a:lnTo>
                      <a:pt x="1208" y="1017"/>
                    </a:lnTo>
                    <a:lnTo>
                      <a:pt x="1210" y="1018"/>
                    </a:lnTo>
                    <a:lnTo>
                      <a:pt x="1212" y="1019"/>
                    </a:lnTo>
                    <a:lnTo>
                      <a:pt x="1215" y="1020"/>
                    </a:lnTo>
                    <a:lnTo>
                      <a:pt x="1217" y="1021"/>
                    </a:lnTo>
                    <a:lnTo>
                      <a:pt x="1220" y="1022"/>
                    </a:lnTo>
                    <a:lnTo>
                      <a:pt x="1222" y="1023"/>
                    </a:lnTo>
                    <a:lnTo>
                      <a:pt x="1224" y="1023"/>
                    </a:lnTo>
                    <a:lnTo>
                      <a:pt x="1227" y="1024"/>
                    </a:lnTo>
                    <a:lnTo>
                      <a:pt x="1229" y="1024"/>
                    </a:lnTo>
                    <a:lnTo>
                      <a:pt x="1232" y="1024"/>
                    </a:lnTo>
                    <a:lnTo>
                      <a:pt x="1234" y="1025"/>
                    </a:lnTo>
                    <a:lnTo>
                      <a:pt x="1237" y="1025"/>
                    </a:lnTo>
                    <a:lnTo>
                      <a:pt x="1239" y="1025"/>
                    </a:lnTo>
                    <a:lnTo>
                      <a:pt x="1241" y="1026"/>
                    </a:lnTo>
                    <a:lnTo>
                      <a:pt x="1244" y="1026"/>
                    </a:lnTo>
                    <a:lnTo>
                      <a:pt x="1246" y="1027"/>
                    </a:lnTo>
                    <a:lnTo>
                      <a:pt x="1249" y="1028"/>
                    </a:lnTo>
                    <a:lnTo>
                      <a:pt x="1251" y="1028"/>
                    </a:lnTo>
                    <a:lnTo>
                      <a:pt x="1253" y="1029"/>
                    </a:lnTo>
                    <a:lnTo>
                      <a:pt x="1256" y="1029"/>
                    </a:lnTo>
                    <a:lnTo>
                      <a:pt x="1258" y="1030"/>
                    </a:lnTo>
                    <a:lnTo>
                      <a:pt x="1261" y="1031"/>
                    </a:lnTo>
                    <a:lnTo>
                      <a:pt x="1263" y="1031"/>
                    </a:lnTo>
                    <a:lnTo>
                      <a:pt x="1265" y="1031"/>
                    </a:lnTo>
                    <a:lnTo>
                      <a:pt x="1268" y="1032"/>
                    </a:lnTo>
                    <a:lnTo>
                      <a:pt x="1270" y="1032"/>
                    </a:lnTo>
                    <a:lnTo>
                      <a:pt x="1273" y="1032"/>
                    </a:lnTo>
                    <a:lnTo>
                      <a:pt x="1275" y="1033"/>
                    </a:lnTo>
                    <a:lnTo>
                      <a:pt x="1277" y="1034"/>
                    </a:lnTo>
                    <a:lnTo>
                      <a:pt x="1280" y="1034"/>
                    </a:lnTo>
                    <a:lnTo>
                      <a:pt x="1282" y="1035"/>
                    </a:lnTo>
                    <a:lnTo>
                      <a:pt x="1285" y="1036"/>
                    </a:lnTo>
                    <a:lnTo>
                      <a:pt x="1287" y="1037"/>
                    </a:lnTo>
                    <a:lnTo>
                      <a:pt x="1290" y="1038"/>
                    </a:lnTo>
                    <a:lnTo>
                      <a:pt x="1292" y="1039"/>
                    </a:lnTo>
                    <a:lnTo>
                      <a:pt x="1294" y="1040"/>
                    </a:lnTo>
                    <a:lnTo>
                      <a:pt x="1297" y="1041"/>
                    </a:lnTo>
                    <a:lnTo>
                      <a:pt x="1299" y="1042"/>
                    </a:lnTo>
                    <a:lnTo>
                      <a:pt x="1302" y="1043"/>
                    </a:lnTo>
                    <a:lnTo>
                      <a:pt x="1304" y="1043"/>
                    </a:lnTo>
                    <a:lnTo>
                      <a:pt x="1306" y="1043"/>
                    </a:lnTo>
                    <a:lnTo>
                      <a:pt x="1309" y="1043"/>
                    </a:lnTo>
                    <a:lnTo>
                      <a:pt x="1311" y="1044"/>
                    </a:lnTo>
                    <a:lnTo>
                      <a:pt x="1314" y="1044"/>
                    </a:lnTo>
                    <a:lnTo>
                      <a:pt x="1316" y="1044"/>
                    </a:lnTo>
                    <a:lnTo>
                      <a:pt x="1318" y="1045"/>
                    </a:lnTo>
                    <a:lnTo>
                      <a:pt x="1321" y="1045"/>
                    </a:lnTo>
                    <a:lnTo>
                      <a:pt x="1323" y="1045"/>
                    </a:lnTo>
                    <a:lnTo>
                      <a:pt x="1326" y="1046"/>
                    </a:lnTo>
                    <a:lnTo>
                      <a:pt x="1328" y="1046"/>
                    </a:lnTo>
                    <a:lnTo>
                      <a:pt x="1331" y="1046"/>
                    </a:lnTo>
                    <a:lnTo>
                      <a:pt x="1333" y="1047"/>
                    </a:lnTo>
                    <a:lnTo>
                      <a:pt x="1335" y="1048"/>
                    </a:lnTo>
                    <a:lnTo>
                      <a:pt x="1338" y="1048"/>
                    </a:lnTo>
                    <a:lnTo>
                      <a:pt x="1340" y="1049"/>
                    </a:lnTo>
                    <a:lnTo>
                      <a:pt x="1342" y="1049"/>
                    </a:lnTo>
                    <a:lnTo>
                      <a:pt x="1345" y="1049"/>
                    </a:lnTo>
                    <a:lnTo>
                      <a:pt x="1347" y="1049"/>
                    </a:lnTo>
                    <a:lnTo>
                      <a:pt x="1350" y="1050"/>
                    </a:lnTo>
                    <a:lnTo>
                      <a:pt x="1352" y="1050"/>
                    </a:lnTo>
                    <a:lnTo>
                      <a:pt x="1354" y="1051"/>
                    </a:lnTo>
                    <a:lnTo>
                      <a:pt x="1357" y="1051"/>
                    </a:lnTo>
                    <a:lnTo>
                      <a:pt x="1359" y="1052"/>
                    </a:lnTo>
                    <a:lnTo>
                      <a:pt x="1362" y="1053"/>
                    </a:lnTo>
                    <a:lnTo>
                      <a:pt x="1364" y="1054"/>
                    </a:lnTo>
                    <a:lnTo>
                      <a:pt x="1366" y="1054"/>
                    </a:lnTo>
                    <a:lnTo>
                      <a:pt x="1369" y="1055"/>
                    </a:lnTo>
                    <a:lnTo>
                      <a:pt x="1371" y="1055"/>
                    </a:lnTo>
                    <a:lnTo>
                      <a:pt x="1374" y="1055"/>
                    </a:lnTo>
                    <a:lnTo>
                      <a:pt x="1376" y="1056"/>
                    </a:lnTo>
                    <a:lnTo>
                      <a:pt x="1378" y="1056"/>
                    </a:lnTo>
                    <a:lnTo>
                      <a:pt x="1381" y="1056"/>
                    </a:lnTo>
                    <a:lnTo>
                      <a:pt x="1383" y="1057"/>
                    </a:lnTo>
                    <a:lnTo>
                      <a:pt x="1386" y="1057"/>
                    </a:lnTo>
                    <a:lnTo>
                      <a:pt x="1388" y="1057"/>
                    </a:lnTo>
                    <a:lnTo>
                      <a:pt x="1390" y="1057"/>
                    </a:lnTo>
                    <a:lnTo>
                      <a:pt x="1393" y="1057"/>
                    </a:lnTo>
                    <a:lnTo>
                      <a:pt x="1395" y="1058"/>
                    </a:lnTo>
                    <a:lnTo>
                      <a:pt x="1398" y="1058"/>
                    </a:lnTo>
                    <a:lnTo>
                      <a:pt x="1400" y="1058"/>
                    </a:lnTo>
                    <a:lnTo>
                      <a:pt x="1402" y="1059"/>
                    </a:lnTo>
                    <a:lnTo>
                      <a:pt x="1405" y="1059"/>
                    </a:lnTo>
                    <a:lnTo>
                      <a:pt x="1407" y="1059"/>
                    </a:lnTo>
                    <a:lnTo>
                      <a:pt x="1410" y="1059"/>
                    </a:lnTo>
                    <a:lnTo>
                      <a:pt x="1412" y="1060"/>
                    </a:lnTo>
                    <a:lnTo>
                      <a:pt x="1414" y="1060"/>
                    </a:lnTo>
                    <a:lnTo>
                      <a:pt x="1417" y="1060"/>
                    </a:lnTo>
                    <a:lnTo>
                      <a:pt x="1419" y="1060"/>
                    </a:lnTo>
                    <a:lnTo>
                      <a:pt x="1422" y="1061"/>
                    </a:lnTo>
                    <a:lnTo>
                      <a:pt x="1424" y="1061"/>
                    </a:lnTo>
                    <a:lnTo>
                      <a:pt x="1426" y="1062"/>
                    </a:lnTo>
                    <a:lnTo>
                      <a:pt x="1429" y="1062"/>
                    </a:lnTo>
                    <a:lnTo>
                      <a:pt x="1431" y="1062"/>
                    </a:lnTo>
                    <a:lnTo>
                      <a:pt x="1434" y="1062"/>
                    </a:lnTo>
                    <a:lnTo>
                      <a:pt x="1436" y="1063"/>
                    </a:lnTo>
                    <a:lnTo>
                      <a:pt x="1438" y="1063"/>
                    </a:lnTo>
                    <a:lnTo>
                      <a:pt x="1441" y="1063"/>
                    </a:lnTo>
                    <a:lnTo>
                      <a:pt x="1443" y="1063"/>
                    </a:lnTo>
                    <a:lnTo>
                      <a:pt x="1446" y="1063"/>
                    </a:lnTo>
                    <a:lnTo>
                      <a:pt x="1448" y="1063"/>
                    </a:lnTo>
                    <a:lnTo>
                      <a:pt x="1450" y="1063"/>
                    </a:lnTo>
                    <a:lnTo>
                      <a:pt x="1453" y="1063"/>
                    </a:lnTo>
                    <a:lnTo>
                      <a:pt x="1455" y="1063"/>
                    </a:lnTo>
                    <a:lnTo>
                      <a:pt x="1458" y="1063"/>
                    </a:lnTo>
                    <a:lnTo>
                      <a:pt x="1460" y="1063"/>
                    </a:lnTo>
                    <a:lnTo>
                      <a:pt x="1463" y="1063"/>
                    </a:lnTo>
                    <a:lnTo>
                      <a:pt x="1465" y="1063"/>
                    </a:lnTo>
                    <a:lnTo>
                      <a:pt x="1467" y="1063"/>
                    </a:lnTo>
                    <a:lnTo>
                      <a:pt x="1470" y="1063"/>
                    </a:lnTo>
                    <a:lnTo>
                      <a:pt x="1472" y="1063"/>
                    </a:lnTo>
                    <a:lnTo>
                      <a:pt x="1475" y="1063"/>
                    </a:lnTo>
                    <a:lnTo>
                      <a:pt x="1477" y="1063"/>
                    </a:lnTo>
                    <a:lnTo>
                      <a:pt x="1479" y="1062"/>
                    </a:lnTo>
                    <a:lnTo>
                      <a:pt x="1482" y="1062"/>
                    </a:lnTo>
                    <a:lnTo>
                      <a:pt x="1484" y="1062"/>
                    </a:lnTo>
                    <a:lnTo>
                      <a:pt x="1487" y="1061"/>
                    </a:lnTo>
                    <a:lnTo>
                      <a:pt x="1489" y="1062"/>
                    </a:lnTo>
                    <a:lnTo>
                      <a:pt x="1491" y="1062"/>
                    </a:lnTo>
                    <a:lnTo>
                      <a:pt x="1494" y="1062"/>
                    </a:lnTo>
                    <a:lnTo>
                      <a:pt x="1496" y="1062"/>
                    </a:lnTo>
                    <a:lnTo>
                      <a:pt x="1499" y="1062"/>
                    </a:lnTo>
                    <a:lnTo>
                      <a:pt x="1501" y="1061"/>
                    </a:lnTo>
                    <a:lnTo>
                      <a:pt x="1504" y="1061"/>
                    </a:lnTo>
                    <a:lnTo>
                      <a:pt x="1506" y="1061"/>
                    </a:lnTo>
                    <a:lnTo>
                      <a:pt x="1508" y="1061"/>
                    </a:lnTo>
                    <a:lnTo>
                      <a:pt x="1511" y="1061"/>
                    </a:lnTo>
                    <a:lnTo>
                      <a:pt x="1513" y="1061"/>
                    </a:lnTo>
                    <a:lnTo>
                      <a:pt x="1516" y="1060"/>
                    </a:lnTo>
                    <a:lnTo>
                      <a:pt x="1518" y="1060"/>
                    </a:lnTo>
                    <a:lnTo>
                      <a:pt x="1520" y="1060"/>
                    </a:lnTo>
                    <a:lnTo>
                      <a:pt x="1523" y="1059"/>
                    </a:lnTo>
                    <a:lnTo>
                      <a:pt x="1525" y="1059"/>
                    </a:lnTo>
                    <a:lnTo>
                      <a:pt x="1528" y="1059"/>
                    </a:lnTo>
                    <a:lnTo>
                      <a:pt x="1530" y="1059"/>
                    </a:lnTo>
                    <a:lnTo>
                      <a:pt x="1532" y="1059"/>
                    </a:lnTo>
                    <a:lnTo>
                      <a:pt x="1535" y="1059"/>
                    </a:lnTo>
                    <a:lnTo>
                      <a:pt x="1537" y="1059"/>
                    </a:lnTo>
                    <a:lnTo>
                      <a:pt x="1540" y="1059"/>
                    </a:lnTo>
                    <a:lnTo>
                      <a:pt x="1542" y="1058"/>
                    </a:lnTo>
                    <a:lnTo>
                      <a:pt x="1544" y="1058"/>
                    </a:lnTo>
                    <a:lnTo>
                      <a:pt x="1547" y="1057"/>
                    </a:lnTo>
                    <a:lnTo>
                      <a:pt x="1549" y="1054"/>
                    </a:lnTo>
                    <a:lnTo>
                      <a:pt x="1552" y="1048"/>
                    </a:lnTo>
                    <a:lnTo>
                      <a:pt x="1554" y="1026"/>
                    </a:lnTo>
                    <a:lnTo>
                      <a:pt x="1557" y="1016"/>
                    </a:lnTo>
                    <a:lnTo>
                      <a:pt x="1559" y="999"/>
                    </a:lnTo>
                    <a:lnTo>
                      <a:pt x="1561" y="969"/>
                    </a:lnTo>
                    <a:lnTo>
                      <a:pt x="1564" y="934"/>
                    </a:lnTo>
                    <a:lnTo>
                      <a:pt x="1566" y="894"/>
                    </a:lnTo>
                    <a:lnTo>
                      <a:pt x="1569" y="849"/>
                    </a:lnTo>
                    <a:lnTo>
                      <a:pt x="1571" y="812"/>
                    </a:lnTo>
                    <a:lnTo>
                      <a:pt x="1573" y="778"/>
                    </a:lnTo>
                    <a:lnTo>
                      <a:pt x="1576" y="746"/>
                    </a:lnTo>
                    <a:lnTo>
                      <a:pt x="1578" y="719"/>
                    </a:lnTo>
                    <a:lnTo>
                      <a:pt x="1581" y="695"/>
                    </a:lnTo>
                    <a:lnTo>
                      <a:pt x="1583" y="673"/>
                    </a:lnTo>
                    <a:lnTo>
                      <a:pt x="1585" y="653"/>
                    </a:lnTo>
                    <a:lnTo>
                      <a:pt x="1588" y="633"/>
                    </a:lnTo>
                    <a:lnTo>
                      <a:pt x="1590" y="614"/>
                    </a:lnTo>
                    <a:lnTo>
                      <a:pt x="1593" y="597"/>
                    </a:lnTo>
                    <a:lnTo>
                      <a:pt x="1595" y="577"/>
                    </a:lnTo>
                    <a:lnTo>
                      <a:pt x="1597" y="557"/>
                    </a:lnTo>
                    <a:lnTo>
                      <a:pt x="1600" y="539"/>
                    </a:lnTo>
                    <a:lnTo>
                      <a:pt x="1602" y="520"/>
                    </a:lnTo>
                    <a:lnTo>
                      <a:pt x="1605" y="501"/>
                    </a:lnTo>
                    <a:lnTo>
                      <a:pt x="1607" y="482"/>
                    </a:lnTo>
                    <a:lnTo>
                      <a:pt x="1609" y="463"/>
                    </a:lnTo>
                    <a:lnTo>
                      <a:pt x="1612" y="447"/>
                    </a:lnTo>
                    <a:lnTo>
                      <a:pt x="1614" y="432"/>
                    </a:lnTo>
                    <a:lnTo>
                      <a:pt x="1617" y="420"/>
                    </a:lnTo>
                    <a:lnTo>
                      <a:pt x="1619" y="412"/>
                    </a:lnTo>
                    <a:lnTo>
                      <a:pt x="1621" y="403"/>
                    </a:lnTo>
                    <a:lnTo>
                      <a:pt x="1624" y="394"/>
                    </a:lnTo>
                    <a:lnTo>
                      <a:pt x="1626" y="388"/>
                    </a:lnTo>
                    <a:lnTo>
                      <a:pt x="1629" y="377"/>
                    </a:lnTo>
                    <a:lnTo>
                      <a:pt x="1631" y="366"/>
                    </a:lnTo>
                    <a:lnTo>
                      <a:pt x="1633" y="357"/>
                    </a:lnTo>
                    <a:lnTo>
                      <a:pt x="1636" y="345"/>
                    </a:lnTo>
                    <a:lnTo>
                      <a:pt x="1638" y="331"/>
                    </a:lnTo>
                    <a:lnTo>
                      <a:pt x="1641" y="321"/>
                    </a:lnTo>
                    <a:lnTo>
                      <a:pt x="1643" y="308"/>
                    </a:lnTo>
                    <a:lnTo>
                      <a:pt x="1645" y="296"/>
                    </a:lnTo>
                    <a:lnTo>
                      <a:pt x="1648" y="286"/>
                    </a:lnTo>
                    <a:lnTo>
                      <a:pt x="1650" y="274"/>
                    </a:lnTo>
                    <a:lnTo>
                      <a:pt x="1653" y="265"/>
                    </a:lnTo>
                    <a:lnTo>
                      <a:pt x="1655" y="254"/>
                    </a:lnTo>
                    <a:lnTo>
                      <a:pt x="1657" y="244"/>
                    </a:lnTo>
                    <a:lnTo>
                      <a:pt x="1660" y="238"/>
                    </a:lnTo>
                    <a:lnTo>
                      <a:pt x="1662" y="228"/>
                    </a:lnTo>
                    <a:lnTo>
                      <a:pt x="1665" y="220"/>
                    </a:lnTo>
                    <a:lnTo>
                      <a:pt x="1667" y="216"/>
                    </a:lnTo>
                    <a:lnTo>
                      <a:pt x="1669" y="210"/>
                    </a:lnTo>
                    <a:lnTo>
                      <a:pt x="1672" y="206"/>
                    </a:lnTo>
                    <a:lnTo>
                      <a:pt x="1674" y="207"/>
                    </a:lnTo>
                    <a:lnTo>
                      <a:pt x="1677" y="204"/>
                    </a:lnTo>
                    <a:lnTo>
                      <a:pt x="1679" y="205"/>
                    </a:lnTo>
                    <a:lnTo>
                      <a:pt x="1681" y="209"/>
                    </a:lnTo>
                    <a:lnTo>
                      <a:pt x="1684" y="208"/>
                    </a:lnTo>
                    <a:lnTo>
                      <a:pt x="1686" y="212"/>
                    </a:lnTo>
                    <a:lnTo>
                      <a:pt x="1689" y="218"/>
                    </a:lnTo>
                    <a:lnTo>
                      <a:pt x="1691" y="218"/>
                    </a:lnTo>
                    <a:lnTo>
                      <a:pt x="1693" y="225"/>
                    </a:lnTo>
                    <a:lnTo>
                      <a:pt x="1696" y="231"/>
                    </a:lnTo>
                    <a:lnTo>
                      <a:pt x="1698" y="232"/>
                    </a:lnTo>
                    <a:lnTo>
                      <a:pt x="1701" y="241"/>
                    </a:lnTo>
                    <a:lnTo>
                      <a:pt x="1703" y="248"/>
                    </a:lnTo>
                    <a:lnTo>
                      <a:pt x="1705" y="251"/>
                    </a:lnTo>
                    <a:lnTo>
                      <a:pt x="1708" y="262"/>
                    </a:lnTo>
                    <a:lnTo>
                      <a:pt x="1710" y="271"/>
                    </a:lnTo>
                    <a:lnTo>
                      <a:pt x="1713" y="276"/>
                    </a:lnTo>
                    <a:lnTo>
                      <a:pt x="1715" y="287"/>
                    </a:lnTo>
                    <a:lnTo>
                      <a:pt x="1717" y="297"/>
                    </a:lnTo>
                    <a:lnTo>
                      <a:pt x="1720" y="303"/>
                    </a:lnTo>
                    <a:lnTo>
                      <a:pt x="1722" y="314"/>
                    </a:lnTo>
                    <a:lnTo>
                      <a:pt x="1725" y="323"/>
                    </a:lnTo>
                    <a:lnTo>
                      <a:pt x="1727" y="327"/>
                    </a:lnTo>
                    <a:lnTo>
                      <a:pt x="1730" y="336"/>
                    </a:lnTo>
                    <a:lnTo>
                      <a:pt x="1732" y="342"/>
                    </a:lnTo>
                    <a:lnTo>
                      <a:pt x="1734" y="345"/>
                    </a:lnTo>
                    <a:lnTo>
                      <a:pt x="1737" y="351"/>
                    </a:lnTo>
                    <a:lnTo>
                      <a:pt x="1739" y="355"/>
                    </a:lnTo>
                    <a:lnTo>
                      <a:pt x="1742" y="359"/>
                    </a:lnTo>
                    <a:lnTo>
                      <a:pt x="1744" y="364"/>
                    </a:lnTo>
                    <a:lnTo>
                      <a:pt x="1746" y="369"/>
                    </a:lnTo>
                    <a:lnTo>
                      <a:pt x="1749" y="374"/>
                    </a:lnTo>
                    <a:lnTo>
                      <a:pt x="1751" y="380"/>
                    </a:lnTo>
                    <a:lnTo>
                      <a:pt x="1754" y="385"/>
                    </a:lnTo>
                    <a:lnTo>
                      <a:pt x="1756" y="391"/>
                    </a:lnTo>
                    <a:lnTo>
                      <a:pt x="1758" y="397"/>
                    </a:lnTo>
                    <a:lnTo>
                      <a:pt x="1761" y="403"/>
                    </a:lnTo>
                    <a:lnTo>
                      <a:pt x="1763" y="407"/>
                    </a:lnTo>
                    <a:lnTo>
                      <a:pt x="1766" y="413"/>
                    </a:lnTo>
                    <a:lnTo>
                      <a:pt x="1768" y="419"/>
                    </a:lnTo>
                    <a:lnTo>
                      <a:pt x="1771" y="423"/>
                    </a:lnTo>
                    <a:lnTo>
                      <a:pt x="1773" y="429"/>
                    </a:lnTo>
                    <a:lnTo>
                      <a:pt x="1775" y="436"/>
                    </a:lnTo>
                    <a:lnTo>
                      <a:pt x="1778" y="442"/>
                    </a:lnTo>
                    <a:lnTo>
                      <a:pt x="1780" y="449"/>
                    </a:lnTo>
                    <a:lnTo>
                      <a:pt x="1783" y="458"/>
                    </a:lnTo>
                    <a:lnTo>
                      <a:pt x="1785" y="466"/>
                    </a:lnTo>
                    <a:lnTo>
                      <a:pt x="1787" y="475"/>
                    </a:lnTo>
                    <a:lnTo>
                      <a:pt x="1790" y="483"/>
                    </a:lnTo>
                    <a:lnTo>
                      <a:pt x="1792" y="493"/>
                    </a:lnTo>
                    <a:lnTo>
                      <a:pt x="1795" y="503"/>
                    </a:lnTo>
                    <a:lnTo>
                      <a:pt x="1797" y="513"/>
                    </a:lnTo>
                    <a:lnTo>
                      <a:pt x="1799" y="521"/>
                    </a:lnTo>
                    <a:lnTo>
                      <a:pt x="1802" y="531"/>
                    </a:lnTo>
                    <a:lnTo>
                      <a:pt x="1804" y="543"/>
                    </a:lnTo>
                    <a:lnTo>
                      <a:pt x="1807" y="549"/>
                    </a:lnTo>
                    <a:lnTo>
                      <a:pt x="1809" y="559"/>
                    </a:lnTo>
                    <a:lnTo>
                      <a:pt x="1811" y="571"/>
                    </a:lnTo>
                    <a:lnTo>
                      <a:pt x="1814" y="577"/>
                    </a:lnTo>
                    <a:lnTo>
                      <a:pt x="1816" y="587"/>
                    </a:lnTo>
                    <a:lnTo>
                      <a:pt x="1819" y="597"/>
                    </a:lnTo>
                    <a:lnTo>
                      <a:pt x="1821" y="604"/>
                    </a:lnTo>
                    <a:lnTo>
                      <a:pt x="1824" y="613"/>
                    </a:lnTo>
                    <a:lnTo>
                      <a:pt x="1826" y="623"/>
                    </a:lnTo>
                    <a:lnTo>
                      <a:pt x="1828" y="632"/>
                    </a:lnTo>
                    <a:lnTo>
                      <a:pt x="1831" y="640"/>
                    </a:lnTo>
                    <a:lnTo>
                      <a:pt x="1833" y="649"/>
                    </a:lnTo>
                    <a:lnTo>
                      <a:pt x="1836" y="658"/>
                    </a:lnTo>
                    <a:lnTo>
                      <a:pt x="1838" y="667"/>
                    </a:lnTo>
                    <a:lnTo>
                      <a:pt x="1840" y="675"/>
                    </a:lnTo>
                    <a:lnTo>
                      <a:pt x="1843" y="681"/>
                    </a:lnTo>
                    <a:lnTo>
                      <a:pt x="1845" y="691"/>
                    </a:lnTo>
                    <a:lnTo>
                      <a:pt x="1848" y="700"/>
                    </a:lnTo>
                    <a:lnTo>
                      <a:pt x="1850" y="706"/>
                    </a:lnTo>
                    <a:lnTo>
                      <a:pt x="1852" y="713"/>
                    </a:lnTo>
                    <a:lnTo>
                      <a:pt x="1855" y="722"/>
                    </a:lnTo>
                    <a:lnTo>
                      <a:pt x="1857" y="728"/>
                    </a:lnTo>
                    <a:lnTo>
                      <a:pt x="1860" y="735"/>
                    </a:lnTo>
                    <a:lnTo>
                      <a:pt x="1862" y="743"/>
                    </a:lnTo>
                    <a:lnTo>
                      <a:pt x="1864" y="749"/>
                    </a:lnTo>
                    <a:lnTo>
                      <a:pt x="1867" y="754"/>
                    </a:lnTo>
                    <a:lnTo>
                      <a:pt x="1869" y="764"/>
                    </a:lnTo>
                    <a:lnTo>
                      <a:pt x="1872" y="770"/>
                    </a:lnTo>
                    <a:lnTo>
                      <a:pt x="1874" y="775"/>
                    </a:lnTo>
                    <a:lnTo>
                      <a:pt x="1876" y="786"/>
                    </a:lnTo>
                    <a:lnTo>
                      <a:pt x="1879" y="788"/>
                    </a:lnTo>
                    <a:lnTo>
                      <a:pt x="1881" y="792"/>
                    </a:lnTo>
                    <a:lnTo>
                      <a:pt x="1884" y="803"/>
                    </a:lnTo>
                    <a:lnTo>
                      <a:pt x="1886" y="807"/>
                    </a:lnTo>
                    <a:lnTo>
                      <a:pt x="1888" y="808"/>
                    </a:lnTo>
                    <a:lnTo>
                      <a:pt x="1891" y="815"/>
                    </a:lnTo>
                    <a:lnTo>
                      <a:pt x="1893" y="820"/>
                    </a:lnTo>
                    <a:lnTo>
                      <a:pt x="1896" y="823"/>
                    </a:lnTo>
                    <a:lnTo>
                      <a:pt x="1898" y="825"/>
                    </a:lnTo>
                    <a:lnTo>
                      <a:pt x="1900" y="827"/>
                    </a:lnTo>
                    <a:lnTo>
                      <a:pt x="1903" y="831"/>
                    </a:lnTo>
                    <a:lnTo>
                      <a:pt x="1905" y="834"/>
                    </a:lnTo>
                    <a:lnTo>
                      <a:pt x="1908" y="830"/>
                    </a:lnTo>
                    <a:lnTo>
                      <a:pt x="1910" y="835"/>
                    </a:lnTo>
                    <a:lnTo>
                      <a:pt x="1912" y="839"/>
                    </a:lnTo>
                    <a:lnTo>
                      <a:pt x="1915" y="835"/>
                    </a:lnTo>
                    <a:lnTo>
                      <a:pt x="1917" y="839"/>
                    </a:lnTo>
                    <a:lnTo>
                      <a:pt x="1920" y="844"/>
                    </a:lnTo>
                    <a:lnTo>
                      <a:pt x="1922" y="841"/>
                    </a:lnTo>
                    <a:lnTo>
                      <a:pt x="1924" y="846"/>
                    </a:lnTo>
                    <a:lnTo>
                      <a:pt x="1927" y="850"/>
                    </a:lnTo>
                    <a:lnTo>
                      <a:pt x="1929" y="850"/>
                    </a:lnTo>
                    <a:lnTo>
                      <a:pt x="1932" y="857"/>
                    </a:lnTo>
                    <a:lnTo>
                      <a:pt x="1934" y="860"/>
                    </a:lnTo>
                    <a:lnTo>
                      <a:pt x="1936" y="860"/>
                    </a:lnTo>
                    <a:lnTo>
                      <a:pt x="1939" y="868"/>
                    </a:lnTo>
                    <a:lnTo>
                      <a:pt x="1941" y="870"/>
                    </a:lnTo>
                    <a:lnTo>
                      <a:pt x="1944" y="871"/>
                    </a:lnTo>
                    <a:lnTo>
                      <a:pt x="1946" y="877"/>
                    </a:lnTo>
                    <a:lnTo>
                      <a:pt x="1948" y="878"/>
                    </a:lnTo>
                    <a:lnTo>
                      <a:pt x="1951" y="880"/>
                    </a:lnTo>
                    <a:lnTo>
                      <a:pt x="1953" y="886"/>
                    </a:lnTo>
                    <a:lnTo>
                      <a:pt x="1956" y="887"/>
                    </a:lnTo>
                    <a:lnTo>
                      <a:pt x="1958" y="888"/>
                    </a:lnTo>
                    <a:lnTo>
                      <a:pt x="1960" y="896"/>
                    </a:lnTo>
                    <a:lnTo>
                      <a:pt x="1963" y="898"/>
                    </a:lnTo>
                    <a:lnTo>
                      <a:pt x="1965" y="898"/>
                    </a:lnTo>
                    <a:lnTo>
                      <a:pt x="1968" y="908"/>
                    </a:lnTo>
                    <a:lnTo>
                      <a:pt x="1970" y="911"/>
                    </a:lnTo>
                    <a:lnTo>
                      <a:pt x="1972" y="910"/>
                    </a:lnTo>
                    <a:lnTo>
                      <a:pt x="1975" y="919"/>
                    </a:lnTo>
                    <a:lnTo>
                      <a:pt x="1977" y="924"/>
                    </a:lnTo>
                    <a:lnTo>
                      <a:pt x="1980" y="923"/>
                    </a:lnTo>
                    <a:lnTo>
                      <a:pt x="1982" y="926"/>
                    </a:lnTo>
                    <a:lnTo>
                      <a:pt x="1984" y="932"/>
                    </a:lnTo>
                    <a:lnTo>
                      <a:pt x="1987" y="935"/>
                    </a:lnTo>
                    <a:lnTo>
                      <a:pt x="1989" y="934"/>
                    </a:lnTo>
                    <a:lnTo>
                      <a:pt x="1992" y="936"/>
                    </a:lnTo>
                    <a:lnTo>
                      <a:pt x="1994" y="941"/>
                    </a:lnTo>
                    <a:lnTo>
                      <a:pt x="1997" y="940"/>
                    </a:lnTo>
                    <a:lnTo>
                      <a:pt x="1999" y="942"/>
                    </a:lnTo>
                    <a:lnTo>
                      <a:pt x="2001" y="946"/>
                    </a:lnTo>
                    <a:lnTo>
                      <a:pt x="2004" y="943"/>
                    </a:lnTo>
                    <a:lnTo>
                      <a:pt x="2006" y="946"/>
                    </a:lnTo>
                    <a:lnTo>
                      <a:pt x="2009" y="951"/>
                    </a:lnTo>
                    <a:lnTo>
                      <a:pt x="2011" y="948"/>
                    </a:lnTo>
                    <a:lnTo>
                      <a:pt x="2013" y="950"/>
                    </a:lnTo>
                    <a:lnTo>
                      <a:pt x="2016" y="953"/>
                    </a:lnTo>
                    <a:lnTo>
                      <a:pt x="2018" y="950"/>
                    </a:lnTo>
                    <a:lnTo>
                      <a:pt x="2021" y="951"/>
                    </a:lnTo>
                    <a:lnTo>
                      <a:pt x="2023" y="955"/>
                    </a:lnTo>
                    <a:lnTo>
                      <a:pt x="2025" y="953"/>
                    </a:lnTo>
                    <a:lnTo>
                      <a:pt x="2028" y="954"/>
                    </a:lnTo>
                    <a:lnTo>
                      <a:pt x="2030" y="957"/>
                    </a:lnTo>
                    <a:lnTo>
                      <a:pt x="2033" y="956"/>
                    </a:lnTo>
                    <a:lnTo>
                      <a:pt x="2035" y="959"/>
                    </a:lnTo>
                    <a:lnTo>
                      <a:pt x="2038" y="960"/>
                    </a:lnTo>
                    <a:lnTo>
                      <a:pt x="2040" y="958"/>
                    </a:lnTo>
                    <a:lnTo>
                      <a:pt x="2042" y="965"/>
                    </a:lnTo>
                    <a:lnTo>
                      <a:pt x="2045" y="965"/>
                    </a:lnTo>
                    <a:lnTo>
                      <a:pt x="2047" y="961"/>
                    </a:lnTo>
                    <a:lnTo>
                      <a:pt x="2050" y="970"/>
                    </a:lnTo>
                    <a:lnTo>
                      <a:pt x="2052" y="969"/>
                    </a:lnTo>
                    <a:lnTo>
                      <a:pt x="2054" y="965"/>
                    </a:lnTo>
                    <a:lnTo>
                      <a:pt x="2057" y="973"/>
                    </a:lnTo>
                    <a:lnTo>
                      <a:pt x="2059" y="971"/>
                    </a:lnTo>
                    <a:lnTo>
                      <a:pt x="2062" y="967"/>
                    </a:lnTo>
                    <a:lnTo>
                      <a:pt x="2064" y="972"/>
                    </a:lnTo>
                    <a:lnTo>
                      <a:pt x="2066" y="970"/>
                    </a:lnTo>
                    <a:lnTo>
                      <a:pt x="2069" y="969"/>
                    </a:lnTo>
                    <a:lnTo>
                      <a:pt x="2071" y="972"/>
                    </a:lnTo>
                    <a:lnTo>
                      <a:pt x="2074" y="971"/>
                    </a:lnTo>
                    <a:lnTo>
                      <a:pt x="2076" y="971"/>
                    </a:lnTo>
                    <a:lnTo>
                      <a:pt x="2078" y="973"/>
                    </a:lnTo>
                    <a:lnTo>
                      <a:pt x="2081" y="973"/>
                    </a:lnTo>
                    <a:lnTo>
                      <a:pt x="2083" y="974"/>
                    </a:lnTo>
                    <a:lnTo>
                      <a:pt x="2086" y="976"/>
                    </a:lnTo>
                    <a:lnTo>
                      <a:pt x="2088" y="976"/>
                    </a:lnTo>
                    <a:lnTo>
                      <a:pt x="2091" y="979"/>
                    </a:lnTo>
                    <a:lnTo>
                      <a:pt x="2093" y="981"/>
                    </a:lnTo>
                    <a:lnTo>
                      <a:pt x="2095" y="980"/>
                    </a:lnTo>
                    <a:lnTo>
                      <a:pt x="2098" y="983"/>
                    </a:lnTo>
                    <a:lnTo>
                      <a:pt x="2100" y="985"/>
                    </a:lnTo>
                    <a:lnTo>
                      <a:pt x="2103" y="983"/>
                    </a:lnTo>
                    <a:lnTo>
                      <a:pt x="2105" y="987"/>
                    </a:lnTo>
                    <a:lnTo>
                      <a:pt x="2107" y="991"/>
                    </a:lnTo>
                    <a:lnTo>
                      <a:pt x="2110" y="991"/>
                    </a:lnTo>
                    <a:lnTo>
                      <a:pt x="2112" y="994"/>
                    </a:lnTo>
                    <a:lnTo>
                      <a:pt x="2115" y="996"/>
                    </a:lnTo>
                    <a:lnTo>
                      <a:pt x="2117" y="996"/>
                    </a:lnTo>
                    <a:lnTo>
                      <a:pt x="2119" y="998"/>
                    </a:lnTo>
                    <a:lnTo>
                      <a:pt x="2122" y="1000"/>
                    </a:lnTo>
                    <a:lnTo>
                      <a:pt x="2124" y="997"/>
                    </a:lnTo>
                    <a:lnTo>
                      <a:pt x="2127" y="998"/>
                    </a:lnTo>
                    <a:lnTo>
                      <a:pt x="2129" y="1001"/>
                    </a:lnTo>
                    <a:lnTo>
                      <a:pt x="2131" y="994"/>
                    </a:lnTo>
                    <a:lnTo>
                      <a:pt x="2134" y="994"/>
                    </a:lnTo>
                    <a:lnTo>
                      <a:pt x="2136" y="994"/>
                    </a:lnTo>
                    <a:lnTo>
                      <a:pt x="2139" y="987"/>
                    </a:lnTo>
                    <a:lnTo>
                      <a:pt x="2141" y="985"/>
                    </a:lnTo>
                    <a:lnTo>
                      <a:pt x="2143" y="985"/>
                    </a:lnTo>
                    <a:lnTo>
                      <a:pt x="2146" y="982"/>
                    </a:lnTo>
                    <a:lnTo>
                      <a:pt x="2148" y="982"/>
                    </a:lnTo>
                    <a:lnTo>
                      <a:pt x="2151" y="983"/>
                    </a:lnTo>
                    <a:lnTo>
                      <a:pt x="2153" y="988"/>
                    </a:lnTo>
                    <a:lnTo>
                      <a:pt x="2155" y="989"/>
                    </a:lnTo>
                    <a:lnTo>
                      <a:pt x="2158" y="991"/>
                    </a:lnTo>
                    <a:lnTo>
                      <a:pt x="2160" y="998"/>
                    </a:lnTo>
                    <a:lnTo>
                      <a:pt x="2163" y="998"/>
                    </a:lnTo>
                    <a:lnTo>
                      <a:pt x="2165" y="999"/>
                    </a:lnTo>
                    <a:lnTo>
                      <a:pt x="2166" y="1003"/>
                    </a:lnTo>
                    <a:lnTo>
                      <a:pt x="2166" y="962"/>
                    </a:lnTo>
                    <a:lnTo>
                      <a:pt x="2166" y="902"/>
                    </a:lnTo>
                    <a:lnTo>
                      <a:pt x="2165" y="908"/>
                    </a:lnTo>
                    <a:lnTo>
                      <a:pt x="2163" y="914"/>
                    </a:lnTo>
                    <a:lnTo>
                      <a:pt x="2160" y="915"/>
                    </a:lnTo>
                    <a:lnTo>
                      <a:pt x="2158" y="928"/>
                    </a:lnTo>
                    <a:lnTo>
                      <a:pt x="2155" y="934"/>
                    </a:lnTo>
                    <a:lnTo>
                      <a:pt x="2153" y="933"/>
                    </a:lnTo>
                    <a:lnTo>
                      <a:pt x="2151" y="942"/>
                    </a:lnTo>
                    <a:lnTo>
                      <a:pt x="2148" y="947"/>
                    </a:lnTo>
                    <a:lnTo>
                      <a:pt x="2146" y="943"/>
                    </a:lnTo>
                    <a:lnTo>
                      <a:pt x="2143" y="943"/>
                    </a:lnTo>
                    <a:lnTo>
                      <a:pt x="2141" y="947"/>
                    </a:lnTo>
                    <a:lnTo>
                      <a:pt x="2139" y="942"/>
                    </a:lnTo>
                    <a:lnTo>
                      <a:pt x="2136" y="937"/>
                    </a:lnTo>
                    <a:lnTo>
                      <a:pt x="2134" y="939"/>
                    </a:lnTo>
                    <a:lnTo>
                      <a:pt x="2131" y="934"/>
                    </a:lnTo>
                    <a:lnTo>
                      <a:pt x="2129" y="931"/>
                    </a:lnTo>
                    <a:lnTo>
                      <a:pt x="2127" y="933"/>
                    </a:lnTo>
                    <a:lnTo>
                      <a:pt x="2124" y="928"/>
                    </a:lnTo>
                    <a:lnTo>
                      <a:pt x="2122" y="927"/>
                    </a:lnTo>
                    <a:lnTo>
                      <a:pt x="2119" y="928"/>
                    </a:lnTo>
                    <a:lnTo>
                      <a:pt x="2117" y="922"/>
                    </a:lnTo>
                    <a:lnTo>
                      <a:pt x="2115" y="923"/>
                    </a:lnTo>
                    <a:lnTo>
                      <a:pt x="2112" y="923"/>
                    </a:lnTo>
                    <a:lnTo>
                      <a:pt x="2110" y="918"/>
                    </a:lnTo>
                    <a:lnTo>
                      <a:pt x="2107" y="918"/>
                    </a:lnTo>
                    <a:lnTo>
                      <a:pt x="2105" y="918"/>
                    </a:lnTo>
                    <a:lnTo>
                      <a:pt x="2103" y="913"/>
                    </a:lnTo>
                    <a:lnTo>
                      <a:pt x="2100" y="913"/>
                    </a:lnTo>
                    <a:lnTo>
                      <a:pt x="2098" y="912"/>
                    </a:lnTo>
                    <a:lnTo>
                      <a:pt x="2095" y="908"/>
                    </a:lnTo>
                    <a:lnTo>
                      <a:pt x="2093" y="908"/>
                    </a:lnTo>
                    <a:lnTo>
                      <a:pt x="2091" y="908"/>
                    </a:lnTo>
                    <a:lnTo>
                      <a:pt x="2088" y="904"/>
                    </a:lnTo>
                    <a:lnTo>
                      <a:pt x="2086" y="906"/>
                    </a:lnTo>
                    <a:lnTo>
                      <a:pt x="2083" y="905"/>
                    </a:lnTo>
                    <a:lnTo>
                      <a:pt x="2081" y="899"/>
                    </a:lnTo>
                    <a:lnTo>
                      <a:pt x="2078" y="902"/>
                    </a:lnTo>
                    <a:lnTo>
                      <a:pt x="2076" y="899"/>
                    </a:lnTo>
                    <a:lnTo>
                      <a:pt x="2074" y="891"/>
                    </a:lnTo>
                    <a:lnTo>
                      <a:pt x="2071" y="893"/>
                    </a:lnTo>
                    <a:lnTo>
                      <a:pt x="2069" y="890"/>
                    </a:lnTo>
                    <a:lnTo>
                      <a:pt x="2066" y="882"/>
                    </a:lnTo>
                    <a:lnTo>
                      <a:pt x="2064" y="883"/>
                    </a:lnTo>
                    <a:lnTo>
                      <a:pt x="2062" y="881"/>
                    </a:lnTo>
                    <a:lnTo>
                      <a:pt x="2059" y="874"/>
                    </a:lnTo>
                    <a:lnTo>
                      <a:pt x="2057" y="875"/>
                    </a:lnTo>
                    <a:lnTo>
                      <a:pt x="2054" y="874"/>
                    </a:lnTo>
                    <a:lnTo>
                      <a:pt x="2052" y="869"/>
                    </a:lnTo>
                    <a:lnTo>
                      <a:pt x="2050" y="870"/>
                    </a:lnTo>
                    <a:lnTo>
                      <a:pt x="2047" y="868"/>
                    </a:lnTo>
                    <a:lnTo>
                      <a:pt x="2045" y="863"/>
                    </a:lnTo>
                    <a:lnTo>
                      <a:pt x="2042" y="865"/>
                    </a:lnTo>
                    <a:lnTo>
                      <a:pt x="2040" y="863"/>
                    </a:lnTo>
                    <a:lnTo>
                      <a:pt x="2038" y="856"/>
                    </a:lnTo>
                    <a:lnTo>
                      <a:pt x="2035" y="859"/>
                    </a:lnTo>
                    <a:lnTo>
                      <a:pt x="2033" y="856"/>
                    </a:lnTo>
                    <a:lnTo>
                      <a:pt x="2030" y="847"/>
                    </a:lnTo>
                    <a:lnTo>
                      <a:pt x="2028" y="850"/>
                    </a:lnTo>
                    <a:lnTo>
                      <a:pt x="2025" y="845"/>
                    </a:lnTo>
                    <a:lnTo>
                      <a:pt x="2023" y="837"/>
                    </a:lnTo>
                    <a:lnTo>
                      <a:pt x="2021" y="837"/>
                    </a:lnTo>
                    <a:lnTo>
                      <a:pt x="2018" y="832"/>
                    </a:lnTo>
                    <a:lnTo>
                      <a:pt x="2016" y="824"/>
                    </a:lnTo>
                    <a:lnTo>
                      <a:pt x="2013" y="823"/>
                    </a:lnTo>
                    <a:lnTo>
                      <a:pt x="2011" y="818"/>
                    </a:lnTo>
                    <a:lnTo>
                      <a:pt x="2009" y="810"/>
                    </a:lnTo>
                    <a:lnTo>
                      <a:pt x="2006" y="810"/>
                    </a:lnTo>
                    <a:lnTo>
                      <a:pt x="2004" y="805"/>
                    </a:lnTo>
                    <a:lnTo>
                      <a:pt x="2001" y="797"/>
                    </a:lnTo>
                    <a:lnTo>
                      <a:pt x="1999" y="799"/>
                    </a:lnTo>
                    <a:lnTo>
                      <a:pt x="1997" y="795"/>
                    </a:lnTo>
                    <a:lnTo>
                      <a:pt x="1994" y="786"/>
                    </a:lnTo>
                    <a:lnTo>
                      <a:pt x="1992" y="787"/>
                    </a:lnTo>
                    <a:lnTo>
                      <a:pt x="1989" y="782"/>
                    </a:lnTo>
                    <a:lnTo>
                      <a:pt x="1987" y="773"/>
                    </a:lnTo>
                    <a:lnTo>
                      <a:pt x="1984" y="770"/>
                    </a:lnTo>
                    <a:lnTo>
                      <a:pt x="1982" y="765"/>
                    </a:lnTo>
                    <a:lnTo>
                      <a:pt x="1980" y="758"/>
                    </a:lnTo>
                    <a:lnTo>
                      <a:pt x="1977" y="749"/>
                    </a:lnTo>
                    <a:lnTo>
                      <a:pt x="1975" y="744"/>
                    </a:lnTo>
                    <a:lnTo>
                      <a:pt x="1972" y="737"/>
                    </a:lnTo>
                    <a:lnTo>
                      <a:pt x="1970" y="729"/>
                    </a:lnTo>
                    <a:lnTo>
                      <a:pt x="1968" y="725"/>
                    </a:lnTo>
                    <a:lnTo>
                      <a:pt x="1965" y="719"/>
                    </a:lnTo>
                    <a:lnTo>
                      <a:pt x="1963" y="713"/>
                    </a:lnTo>
                    <a:lnTo>
                      <a:pt x="1960" y="709"/>
                    </a:lnTo>
                    <a:lnTo>
                      <a:pt x="1958" y="703"/>
                    </a:lnTo>
                    <a:lnTo>
                      <a:pt x="1956" y="696"/>
                    </a:lnTo>
                    <a:lnTo>
                      <a:pt x="1953" y="693"/>
                    </a:lnTo>
                    <a:lnTo>
                      <a:pt x="1951" y="686"/>
                    </a:lnTo>
                    <a:lnTo>
                      <a:pt x="1948" y="677"/>
                    </a:lnTo>
                    <a:lnTo>
                      <a:pt x="1946" y="672"/>
                    </a:lnTo>
                    <a:lnTo>
                      <a:pt x="1944" y="666"/>
                    </a:lnTo>
                    <a:lnTo>
                      <a:pt x="1941" y="656"/>
                    </a:lnTo>
                    <a:lnTo>
                      <a:pt x="1939" y="650"/>
                    </a:lnTo>
                    <a:lnTo>
                      <a:pt x="1936" y="645"/>
                    </a:lnTo>
                    <a:lnTo>
                      <a:pt x="1934" y="638"/>
                    </a:lnTo>
                    <a:lnTo>
                      <a:pt x="1932" y="633"/>
                    </a:lnTo>
                    <a:lnTo>
                      <a:pt x="1929" y="629"/>
                    </a:lnTo>
                    <a:lnTo>
                      <a:pt x="1927" y="625"/>
                    </a:lnTo>
                    <a:lnTo>
                      <a:pt x="1924" y="623"/>
                    </a:lnTo>
                    <a:lnTo>
                      <a:pt x="1922" y="619"/>
                    </a:lnTo>
                    <a:lnTo>
                      <a:pt x="1920" y="615"/>
                    </a:lnTo>
                    <a:lnTo>
                      <a:pt x="1917" y="614"/>
                    </a:lnTo>
                    <a:lnTo>
                      <a:pt x="1915" y="608"/>
                    </a:lnTo>
                    <a:lnTo>
                      <a:pt x="1912" y="602"/>
                    </a:lnTo>
                    <a:lnTo>
                      <a:pt x="1910" y="601"/>
                    </a:lnTo>
                    <a:lnTo>
                      <a:pt x="1908" y="595"/>
                    </a:lnTo>
                    <a:lnTo>
                      <a:pt x="1905" y="589"/>
                    </a:lnTo>
                    <a:lnTo>
                      <a:pt x="1903" y="584"/>
                    </a:lnTo>
                    <a:lnTo>
                      <a:pt x="1900" y="578"/>
                    </a:lnTo>
                    <a:lnTo>
                      <a:pt x="1898" y="573"/>
                    </a:lnTo>
                    <a:lnTo>
                      <a:pt x="1896" y="569"/>
                    </a:lnTo>
                    <a:lnTo>
                      <a:pt x="1893" y="563"/>
                    </a:lnTo>
                    <a:lnTo>
                      <a:pt x="1891" y="557"/>
                    </a:lnTo>
                    <a:lnTo>
                      <a:pt x="1888" y="555"/>
                    </a:lnTo>
                    <a:lnTo>
                      <a:pt x="1886" y="548"/>
                    </a:lnTo>
                    <a:lnTo>
                      <a:pt x="1884" y="541"/>
                    </a:lnTo>
                    <a:lnTo>
                      <a:pt x="1881" y="539"/>
                    </a:lnTo>
                    <a:lnTo>
                      <a:pt x="1879" y="530"/>
                    </a:lnTo>
                    <a:lnTo>
                      <a:pt x="1876" y="521"/>
                    </a:lnTo>
                    <a:lnTo>
                      <a:pt x="1874" y="517"/>
                    </a:lnTo>
                    <a:lnTo>
                      <a:pt x="1872" y="509"/>
                    </a:lnTo>
                    <a:lnTo>
                      <a:pt x="1869" y="499"/>
                    </a:lnTo>
                    <a:lnTo>
                      <a:pt x="1867" y="490"/>
                    </a:lnTo>
                    <a:lnTo>
                      <a:pt x="1864" y="483"/>
                    </a:lnTo>
                    <a:lnTo>
                      <a:pt x="1862" y="473"/>
                    </a:lnTo>
                    <a:lnTo>
                      <a:pt x="1860" y="464"/>
                    </a:lnTo>
                    <a:lnTo>
                      <a:pt x="1857" y="457"/>
                    </a:lnTo>
                    <a:lnTo>
                      <a:pt x="1855" y="448"/>
                    </a:lnTo>
                    <a:lnTo>
                      <a:pt x="1852" y="443"/>
                    </a:lnTo>
                    <a:lnTo>
                      <a:pt x="1850" y="436"/>
                    </a:lnTo>
                    <a:lnTo>
                      <a:pt x="1848" y="427"/>
                    </a:lnTo>
                    <a:lnTo>
                      <a:pt x="1845" y="424"/>
                    </a:lnTo>
                    <a:lnTo>
                      <a:pt x="1843" y="415"/>
                    </a:lnTo>
                    <a:lnTo>
                      <a:pt x="1840" y="405"/>
                    </a:lnTo>
                    <a:lnTo>
                      <a:pt x="1838" y="403"/>
                    </a:lnTo>
                    <a:lnTo>
                      <a:pt x="1836" y="395"/>
                    </a:lnTo>
                    <a:lnTo>
                      <a:pt x="1833" y="385"/>
                    </a:lnTo>
                    <a:lnTo>
                      <a:pt x="1831" y="380"/>
                    </a:lnTo>
                    <a:lnTo>
                      <a:pt x="1828" y="373"/>
                    </a:lnTo>
                    <a:lnTo>
                      <a:pt x="1826" y="366"/>
                    </a:lnTo>
                    <a:lnTo>
                      <a:pt x="1824" y="361"/>
                    </a:lnTo>
                    <a:lnTo>
                      <a:pt x="1821" y="355"/>
                    </a:lnTo>
                    <a:lnTo>
                      <a:pt x="1819" y="348"/>
                    </a:lnTo>
                    <a:lnTo>
                      <a:pt x="1816" y="348"/>
                    </a:lnTo>
                    <a:lnTo>
                      <a:pt x="1814" y="342"/>
                    </a:lnTo>
                    <a:lnTo>
                      <a:pt x="1811" y="334"/>
                    </a:lnTo>
                    <a:lnTo>
                      <a:pt x="1809" y="334"/>
                    </a:lnTo>
                    <a:lnTo>
                      <a:pt x="1807" y="328"/>
                    </a:lnTo>
                    <a:lnTo>
                      <a:pt x="1804" y="320"/>
                    </a:lnTo>
                    <a:lnTo>
                      <a:pt x="1802" y="317"/>
                    </a:lnTo>
                    <a:lnTo>
                      <a:pt x="1799" y="312"/>
                    </a:lnTo>
                    <a:lnTo>
                      <a:pt x="1797" y="304"/>
                    </a:lnTo>
                    <a:lnTo>
                      <a:pt x="1795" y="296"/>
                    </a:lnTo>
                    <a:lnTo>
                      <a:pt x="1792" y="291"/>
                    </a:lnTo>
                    <a:lnTo>
                      <a:pt x="1790" y="284"/>
                    </a:lnTo>
                    <a:lnTo>
                      <a:pt x="1787" y="276"/>
                    </a:lnTo>
                    <a:lnTo>
                      <a:pt x="1785" y="270"/>
                    </a:lnTo>
                    <a:lnTo>
                      <a:pt x="1783" y="262"/>
                    </a:lnTo>
                    <a:lnTo>
                      <a:pt x="1780" y="255"/>
                    </a:lnTo>
                    <a:lnTo>
                      <a:pt x="1778" y="250"/>
                    </a:lnTo>
                    <a:lnTo>
                      <a:pt x="1775" y="241"/>
                    </a:lnTo>
                    <a:lnTo>
                      <a:pt x="1773" y="234"/>
                    </a:lnTo>
                    <a:lnTo>
                      <a:pt x="1771" y="228"/>
                    </a:lnTo>
                    <a:lnTo>
                      <a:pt x="1768" y="217"/>
                    </a:lnTo>
                    <a:lnTo>
                      <a:pt x="1766" y="210"/>
                    </a:lnTo>
                    <a:lnTo>
                      <a:pt x="1763" y="204"/>
                    </a:lnTo>
                    <a:lnTo>
                      <a:pt x="1761" y="192"/>
                    </a:lnTo>
                    <a:lnTo>
                      <a:pt x="1758" y="184"/>
                    </a:lnTo>
                    <a:lnTo>
                      <a:pt x="1756" y="178"/>
                    </a:lnTo>
                    <a:lnTo>
                      <a:pt x="1754" y="167"/>
                    </a:lnTo>
                    <a:lnTo>
                      <a:pt x="1751" y="159"/>
                    </a:lnTo>
                    <a:lnTo>
                      <a:pt x="1749" y="152"/>
                    </a:lnTo>
                    <a:lnTo>
                      <a:pt x="1746" y="141"/>
                    </a:lnTo>
                    <a:lnTo>
                      <a:pt x="1744" y="135"/>
                    </a:lnTo>
                    <a:lnTo>
                      <a:pt x="1742" y="130"/>
                    </a:lnTo>
                    <a:lnTo>
                      <a:pt x="1739" y="118"/>
                    </a:lnTo>
                    <a:lnTo>
                      <a:pt x="1737" y="112"/>
                    </a:lnTo>
                    <a:lnTo>
                      <a:pt x="1734" y="109"/>
                    </a:lnTo>
                    <a:lnTo>
                      <a:pt x="1732" y="97"/>
                    </a:lnTo>
                    <a:lnTo>
                      <a:pt x="1730" y="92"/>
                    </a:lnTo>
                    <a:lnTo>
                      <a:pt x="1727" y="89"/>
                    </a:lnTo>
                    <a:lnTo>
                      <a:pt x="1725" y="78"/>
                    </a:lnTo>
                    <a:lnTo>
                      <a:pt x="1722" y="75"/>
                    </a:lnTo>
                    <a:lnTo>
                      <a:pt x="1720" y="71"/>
                    </a:lnTo>
                    <a:lnTo>
                      <a:pt x="1717" y="61"/>
                    </a:lnTo>
                    <a:lnTo>
                      <a:pt x="1715" y="58"/>
                    </a:lnTo>
                    <a:lnTo>
                      <a:pt x="1713" y="52"/>
                    </a:lnTo>
                    <a:lnTo>
                      <a:pt x="1710" y="42"/>
                    </a:lnTo>
                    <a:lnTo>
                      <a:pt x="1708" y="40"/>
                    </a:lnTo>
                    <a:lnTo>
                      <a:pt x="1705" y="34"/>
                    </a:lnTo>
                    <a:lnTo>
                      <a:pt x="1703" y="24"/>
                    </a:lnTo>
                    <a:lnTo>
                      <a:pt x="1701" y="23"/>
                    </a:lnTo>
                    <a:lnTo>
                      <a:pt x="1698" y="18"/>
                    </a:lnTo>
                    <a:lnTo>
                      <a:pt x="1696" y="9"/>
                    </a:lnTo>
                    <a:lnTo>
                      <a:pt x="1693" y="12"/>
                    </a:lnTo>
                    <a:lnTo>
                      <a:pt x="1691" y="6"/>
                    </a:lnTo>
                    <a:lnTo>
                      <a:pt x="1689" y="1"/>
                    </a:lnTo>
                    <a:lnTo>
                      <a:pt x="1686" y="6"/>
                    </a:lnTo>
                    <a:lnTo>
                      <a:pt x="1684" y="1"/>
                    </a:lnTo>
                    <a:lnTo>
                      <a:pt x="1681" y="0"/>
                    </a:lnTo>
                    <a:lnTo>
                      <a:pt x="1679" y="5"/>
                    </a:lnTo>
                    <a:lnTo>
                      <a:pt x="1677" y="1"/>
                    </a:lnTo>
                    <a:lnTo>
                      <a:pt x="1674" y="0"/>
                    </a:lnTo>
                    <a:lnTo>
                      <a:pt x="1672" y="6"/>
                    </a:lnTo>
                    <a:lnTo>
                      <a:pt x="1669" y="1"/>
                    </a:lnTo>
                    <a:lnTo>
                      <a:pt x="1667" y="1"/>
                    </a:lnTo>
                    <a:lnTo>
                      <a:pt x="1665" y="7"/>
                    </a:lnTo>
                    <a:lnTo>
                      <a:pt x="1662" y="5"/>
                    </a:lnTo>
                    <a:lnTo>
                      <a:pt x="1660" y="7"/>
                    </a:lnTo>
                    <a:lnTo>
                      <a:pt x="1657" y="15"/>
                    </a:lnTo>
                    <a:lnTo>
                      <a:pt x="1655" y="15"/>
                    </a:lnTo>
                    <a:lnTo>
                      <a:pt x="1653" y="20"/>
                    </a:lnTo>
                    <a:lnTo>
                      <a:pt x="1650" y="28"/>
                    </a:lnTo>
                    <a:lnTo>
                      <a:pt x="1648" y="30"/>
                    </a:lnTo>
                    <a:lnTo>
                      <a:pt x="1645" y="37"/>
                    </a:lnTo>
                    <a:lnTo>
                      <a:pt x="1643" y="42"/>
                    </a:lnTo>
                    <a:lnTo>
                      <a:pt x="1641" y="43"/>
                    </a:lnTo>
                    <a:lnTo>
                      <a:pt x="1638" y="48"/>
                    </a:lnTo>
                    <a:lnTo>
                      <a:pt x="1636" y="49"/>
                    </a:lnTo>
                    <a:lnTo>
                      <a:pt x="1633" y="50"/>
                    </a:lnTo>
                    <a:lnTo>
                      <a:pt x="1631" y="57"/>
                    </a:lnTo>
                    <a:lnTo>
                      <a:pt x="1629" y="60"/>
                    </a:lnTo>
                    <a:lnTo>
                      <a:pt x="1626" y="64"/>
                    </a:lnTo>
                    <a:lnTo>
                      <a:pt x="1624" y="74"/>
                    </a:lnTo>
                    <a:lnTo>
                      <a:pt x="1621" y="80"/>
                    </a:lnTo>
                    <a:lnTo>
                      <a:pt x="1619" y="88"/>
                    </a:lnTo>
                    <a:lnTo>
                      <a:pt x="1617" y="101"/>
                    </a:lnTo>
                    <a:lnTo>
                      <a:pt x="1614" y="113"/>
                    </a:lnTo>
                    <a:lnTo>
                      <a:pt x="1612" y="128"/>
                    </a:lnTo>
                    <a:lnTo>
                      <a:pt x="1609" y="149"/>
                    </a:lnTo>
                    <a:lnTo>
                      <a:pt x="1607" y="170"/>
                    </a:lnTo>
                    <a:lnTo>
                      <a:pt x="1605" y="195"/>
                    </a:lnTo>
                    <a:lnTo>
                      <a:pt x="1602" y="223"/>
                    </a:lnTo>
                    <a:lnTo>
                      <a:pt x="1600" y="248"/>
                    </a:lnTo>
                    <a:lnTo>
                      <a:pt x="1597" y="276"/>
                    </a:lnTo>
                    <a:lnTo>
                      <a:pt x="1595" y="305"/>
                    </a:lnTo>
                    <a:lnTo>
                      <a:pt x="1593" y="332"/>
                    </a:lnTo>
                    <a:lnTo>
                      <a:pt x="1590" y="364"/>
                    </a:lnTo>
                    <a:lnTo>
                      <a:pt x="1588" y="399"/>
                    </a:lnTo>
                    <a:lnTo>
                      <a:pt x="1585" y="433"/>
                    </a:lnTo>
                    <a:lnTo>
                      <a:pt x="1583" y="472"/>
                    </a:lnTo>
                    <a:lnTo>
                      <a:pt x="1581" y="511"/>
                    </a:lnTo>
                    <a:lnTo>
                      <a:pt x="1578" y="547"/>
                    </a:lnTo>
                    <a:lnTo>
                      <a:pt x="1576" y="589"/>
                    </a:lnTo>
                    <a:lnTo>
                      <a:pt x="1573" y="631"/>
                    </a:lnTo>
                    <a:lnTo>
                      <a:pt x="1571" y="671"/>
                    </a:lnTo>
                    <a:lnTo>
                      <a:pt x="1569" y="718"/>
                    </a:lnTo>
                    <a:lnTo>
                      <a:pt x="1566" y="770"/>
                    </a:lnTo>
                    <a:lnTo>
                      <a:pt x="1564" y="819"/>
                    </a:lnTo>
                    <a:lnTo>
                      <a:pt x="1561" y="874"/>
                    </a:lnTo>
                    <a:lnTo>
                      <a:pt x="1559" y="931"/>
                    </a:lnTo>
                    <a:lnTo>
                      <a:pt x="1557" y="972"/>
                    </a:lnTo>
                    <a:lnTo>
                      <a:pt x="1554" y="999"/>
                    </a:lnTo>
                    <a:lnTo>
                      <a:pt x="1552" y="997"/>
                    </a:lnTo>
                    <a:lnTo>
                      <a:pt x="1549" y="997"/>
                    </a:lnTo>
                    <a:lnTo>
                      <a:pt x="1547" y="997"/>
                    </a:lnTo>
                    <a:lnTo>
                      <a:pt x="1544" y="997"/>
                    </a:lnTo>
                    <a:lnTo>
                      <a:pt x="1542" y="998"/>
                    </a:lnTo>
                    <a:lnTo>
                      <a:pt x="1540" y="998"/>
                    </a:lnTo>
                    <a:lnTo>
                      <a:pt x="1537" y="999"/>
                    </a:lnTo>
                    <a:lnTo>
                      <a:pt x="1535" y="999"/>
                    </a:lnTo>
                    <a:lnTo>
                      <a:pt x="1532" y="999"/>
                    </a:lnTo>
                    <a:lnTo>
                      <a:pt x="1530" y="999"/>
                    </a:lnTo>
                    <a:lnTo>
                      <a:pt x="1528" y="999"/>
                    </a:lnTo>
                    <a:lnTo>
                      <a:pt x="1525" y="998"/>
                    </a:lnTo>
                    <a:lnTo>
                      <a:pt x="1523" y="998"/>
                    </a:lnTo>
                    <a:lnTo>
                      <a:pt x="1520" y="999"/>
                    </a:lnTo>
                    <a:lnTo>
                      <a:pt x="1518" y="999"/>
                    </a:lnTo>
                    <a:lnTo>
                      <a:pt x="1516" y="999"/>
                    </a:lnTo>
                    <a:lnTo>
                      <a:pt x="1513" y="1000"/>
                    </a:lnTo>
                    <a:lnTo>
                      <a:pt x="1511" y="1000"/>
                    </a:lnTo>
                    <a:lnTo>
                      <a:pt x="1508" y="1001"/>
                    </a:lnTo>
                    <a:lnTo>
                      <a:pt x="1506" y="1001"/>
                    </a:lnTo>
                    <a:lnTo>
                      <a:pt x="1504" y="1001"/>
                    </a:lnTo>
                    <a:lnTo>
                      <a:pt x="1501" y="1001"/>
                    </a:lnTo>
                    <a:lnTo>
                      <a:pt x="1499" y="1000"/>
                    </a:lnTo>
                    <a:lnTo>
                      <a:pt x="1496" y="999"/>
                    </a:lnTo>
                    <a:lnTo>
                      <a:pt x="1494" y="999"/>
                    </a:lnTo>
                    <a:lnTo>
                      <a:pt x="1491" y="998"/>
                    </a:lnTo>
                    <a:lnTo>
                      <a:pt x="1489" y="997"/>
                    </a:lnTo>
                    <a:lnTo>
                      <a:pt x="1487" y="996"/>
                    </a:lnTo>
                    <a:lnTo>
                      <a:pt x="1484" y="996"/>
                    </a:lnTo>
                    <a:lnTo>
                      <a:pt x="1482" y="995"/>
                    </a:lnTo>
                    <a:lnTo>
                      <a:pt x="1479" y="995"/>
                    </a:lnTo>
                    <a:lnTo>
                      <a:pt x="1477" y="994"/>
                    </a:lnTo>
                    <a:lnTo>
                      <a:pt x="1475" y="993"/>
                    </a:lnTo>
                    <a:lnTo>
                      <a:pt x="1472" y="992"/>
                    </a:lnTo>
                    <a:lnTo>
                      <a:pt x="1470" y="991"/>
                    </a:lnTo>
                    <a:lnTo>
                      <a:pt x="1467" y="989"/>
                    </a:lnTo>
                    <a:lnTo>
                      <a:pt x="1465" y="987"/>
                    </a:lnTo>
                    <a:lnTo>
                      <a:pt x="1463" y="985"/>
                    </a:lnTo>
                    <a:lnTo>
                      <a:pt x="1460" y="983"/>
                    </a:lnTo>
                    <a:lnTo>
                      <a:pt x="1458" y="981"/>
                    </a:lnTo>
                    <a:lnTo>
                      <a:pt x="1455" y="979"/>
                    </a:lnTo>
                    <a:lnTo>
                      <a:pt x="1453" y="978"/>
                    </a:lnTo>
                    <a:lnTo>
                      <a:pt x="1450" y="977"/>
                    </a:lnTo>
                    <a:lnTo>
                      <a:pt x="1448" y="976"/>
                    </a:lnTo>
                    <a:lnTo>
                      <a:pt x="1446" y="975"/>
                    </a:lnTo>
                    <a:lnTo>
                      <a:pt x="1443" y="974"/>
                    </a:lnTo>
                    <a:lnTo>
                      <a:pt x="1441" y="973"/>
                    </a:lnTo>
                    <a:lnTo>
                      <a:pt x="1438" y="972"/>
                    </a:lnTo>
                    <a:lnTo>
                      <a:pt x="1436" y="971"/>
                    </a:lnTo>
                    <a:lnTo>
                      <a:pt x="1434" y="970"/>
                    </a:lnTo>
                    <a:lnTo>
                      <a:pt x="1431" y="968"/>
                    </a:lnTo>
                    <a:lnTo>
                      <a:pt x="1429" y="967"/>
                    </a:lnTo>
                    <a:lnTo>
                      <a:pt x="1426" y="965"/>
                    </a:lnTo>
                    <a:lnTo>
                      <a:pt x="1424" y="963"/>
                    </a:lnTo>
                    <a:lnTo>
                      <a:pt x="1422" y="962"/>
                    </a:lnTo>
                    <a:lnTo>
                      <a:pt x="1419" y="962"/>
                    </a:lnTo>
                    <a:lnTo>
                      <a:pt x="1417" y="961"/>
                    </a:lnTo>
                    <a:lnTo>
                      <a:pt x="1414" y="960"/>
                    </a:lnTo>
                    <a:lnTo>
                      <a:pt x="1412" y="960"/>
                    </a:lnTo>
                    <a:lnTo>
                      <a:pt x="1410" y="959"/>
                    </a:lnTo>
                    <a:lnTo>
                      <a:pt x="1407" y="959"/>
                    </a:lnTo>
                    <a:lnTo>
                      <a:pt x="1405" y="958"/>
                    </a:lnTo>
                    <a:lnTo>
                      <a:pt x="1402" y="958"/>
                    </a:lnTo>
                    <a:lnTo>
                      <a:pt x="1400" y="957"/>
                    </a:lnTo>
                    <a:lnTo>
                      <a:pt x="1398" y="957"/>
                    </a:lnTo>
                    <a:lnTo>
                      <a:pt x="1395" y="957"/>
                    </a:lnTo>
                    <a:lnTo>
                      <a:pt x="1393" y="957"/>
                    </a:lnTo>
                    <a:lnTo>
                      <a:pt x="1390" y="957"/>
                    </a:lnTo>
                    <a:lnTo>
                      <a:pt x="1388" y="956"/>
                    </a:lnTo>
                    <a:lnTo>
                      <a:pt x="1386" y="956"/>
                    </a:lnTo>
                    <a:lnTo>
                      <a:pt x="1383" y="956"/>
                    </a:lnTo>
                    <a:lnTo>
                      <a:pt x="1381" y="956"/>
                    </a:lnTo>
                    <a:lnTo>
                      <a:pt x="1378" y="956"/>
                    </a:lnTo>
                    <a:lnTo>
                      <a:pt x="1376" y="957"/>
                    </a:lnTo>
                    <a:lnTo>
                      <a:pt x="1374" y="957"/>
                    </a:lnTo>
                    <a:lnTo>
                      <a:pt x="1371" y="958"/>
                    </a:lnTo>
                    <a:lnTo>
                      <a:pt x="1369" y="959"/>
                    </a:lnTo>
                    <a:lnTo>
                      <a:pt x="1366" y="959"/>
                    </a:lnTo>
                    <a:lnTo>
                      <a:pt x="1364" y="960"/>
                    </a:lnTo>
                    <a:lnTo>
                      <a:pt x="1362" y="960"/>
                    </a:lnTo>
                    <a:lnTo>
                      <a:pt x="1359" y="961"/>
                    </a:lnTo>
                    <a:lnTo>
                      <a:pt x="1357" y="962"/>
                    </a:lnTo>
                    <a:lnTo>
                      <a:pt x="1354" y="962"/>
                    </a:lnTo>
                    <a:lnTo>
                      <a:pt x="1352" y="962"/>
                    </a:lnTo>
                    <a:lnTo>
                      <a:pt x="1350" y="962"/>
                    </a:lnTo>
                    <a:lnTo>
                      <a:pt x="1347" y="962"/>
                    </a:lnTo>
                    <a:lnTo>
                      <a:pt x="1345" y="962"/>
                    </a:lnTo>
                    <a:lnTo>
                      <a:pt x="1342" y="962"/>
                    </a:lnTo>
                    <a:lnTo>
                      <a:pt x="1340" y="961"/>
                    </a:lnTo>
                    <a:lnTo>
                      <a:pt x="1338" y="961"/>
                    </a:lnTo>
                    <a:lnTo>
                      <a:pt x="1335" y="961"/>
                    </a:lnTo>
                    <a:lnTo>
                      <a:pt x="1333" y="961"/>
                    </a:lnTo>
                    <a:lnTo>
                      <a:pt x="1331" y="961"/>
                    </a:lnTo>
                    <a:lnTo>
                      <a:pt x="1328" y="961"/>
                    </a:lnTo>
                    <a:lnTo>
                      <a:pt x="1326" y="961"/>
                    </a:lnTo>
                    <a:lnTo>
                      <a:pt x="1323" y="960"/>
                    </a:lnTo>
                    <a:lnTo>
                      <a:pt x="1321" y="960"/>
                    </a:lnTo>
                    <a:lnTo>
                      <a:pt x="1318" y="959"/>
                    </a:lnTo>
                    <a:lnTo>
                      <a:pt x="1316" y="959"/>
                    </a:lnTo>
                    <a:lnTo>
                      <a:pt x="1314" y="958"/>
                    </a:lnTo>
                    <a:lnTo>
                      <a:pt x="1311" y="958"/>
                    </a:lnTo>
                    <a:lnTo>
                      <a:pt x="1309" y="957"/>
                    </a:lnTo>
                    <a:lnTo>
                      <a:pt x="1306" y="957"/>
                    </a:lnTo>
                    <a:lnTo>
                      <a:pt x="1304" y="956"/>
                    </a:lnTo>
                    <a:lnTo>
                      <a:pt x="1302" y="956"/>
                    </a:lnTo>
                    <a:lnTo>
                      <a:pt x="1299" y="956"/>
                    </a:lnTo>
                    <a:lnTo>
                      <a:pt x="1297" y="956"/>
                    </a:lnTo>
                    <a:lnTo>
                      <a:pt x="1294" y="955"/>
                    </a:lnTo>
                    <a:lnTo>
                      <a:pt x="1292" y="955"/>
                    </a:lnTo>
                    <a:lnTo>
                      <a:pt x="1290" y="955"/>
                    </a:lnTo>
                    <a:lnTo>
                      <a:pt x="1287" y="955"/>
                    </a:lnTo>
                    <a:lnTo>
                      <a:pt x="1285" y="955"/>
                    </a:lnTo>
                    <a:lnTo>
                      <a:pt x="1282" y="954"/>
                    </a:lnTo>
                    <a:lnTo>
                      <a:pt x="1280" y="954"/>
                    </a:lnTo>
                    <a:lnTo>
                      <a:pt x="1277" y="954"/>
                    </a:lnTo>
                    <a:lnTo>
                      <a:pt x="1275" y="954"/>
                    </a:lnTo>
                    <a:lnTo>
                      <a:pt x="1273" y="954"/>
                    </a:lnTo>
                    <a:lnTo>
                      <a:pt x="1270" y="954"/>
                    </a:lnTo>
                    <a:lnTo>
                      <a:pt x="1268" y="954"/>
                    </a:lnTo>
                    <a:lnTo>
                      <a:pt x="1265" y="953"/>
                    </a:lnTo>
                    <a:lnTo>
                      <a:pt x="1263" y="953"/>
                    </a:lnTo>
                    <a:lnTo>
                      <a:pt x="1261" y="952"/>
                    </a:lnTo>
                    <a:lnTo>
                      <a:pt x="1258" y="951"/>
                    </a:lnTo>
                    <a:lnTo>
                      <a:pt x="1256" y="951"/>
                    </a:lnTo>
                    <a:lnTo>
                      <a:pt x="1253" y="951"/>
                    </a:lnTo>
                    <a:lnTo>
                      <a:pt x="1251" y="951"/>
                    </a:lnTo>
                    <a:lnTo>
                      <a:pt x="1249" y="950"/>
                    </a:lnTo>
                    <a:lnTo>
                      <a:pt x="1246" y="950"/>
                    </a:lnTo>
                    <a:lnTo>
                      <a:pt x="1244" y="950"/>
                    </a:lnTo>
                    <a:lnTo>
                      <a:pt x="1241" y="949"/>
                    </a:lnTo>
                    <a:lnTo>
                      <a:pt x="1239" y="949"/>
                    </a:lnTo>
                    <a:lnTo>
                      <a:pt x="1237" y="949"/>
                    </a:lnTo>
                    <a:lnTo>
                      <a:pt x="1234" y="948"/>
                    </a:lnTo>
                    <a:lnTo>
                      <a:pt x="1232" y="947"/>
                    </a:lnTo>
                    <a:lnTo>
                      <a:pt x="1229" y="946"/>
                    </a:lnTo>
                    <a:lnTo>
                      <a:pt x="1227" y="945"/>
                    </a:lnTo>
                    <a:lnTo>
                      <a:pt x="1224" y="943"/>
                    </a:lnTo>
                    <a:lnTo>
                      <a:pt x="1222" y="942"/>
                    </a:lnTo>
                    <a:lnTo>
                      <a:pt x="1220" y="942"/>
                    </a:lnTo>
                    <a:lnTo>
                      <a:pt x="1217" y="941"/>
                    </a:lnTo>
                    <a:lnTo>
                      <a:pt x="1215" y="940"/>
                    </a:lnTo>
                    <a:lnTo>
                      <a:pt x="1212" y="940"/>
                    </a:lnTo>
                    <a:lnTo>
                      <a:pt x="1210" y="940"/>
                    </a:lnTo>
                    <a:lnTo>
                      <a:pt x="1208" y="939"/>
                    </a:lnTo>
                    <a:lnTo>
                      <a:pt x="1205" y="938"/>
                    </a:lnTo>
                    <a:lnTo>
                      <a:pt x="1203" y="937"/>
                    </a:lnTo>
                    <a:lnTo>
                      <a:pt x="1200" y="937"/>
                    </a:lnTo>
                    <a:lnTo>
                      <a:pt x="1198" y="936"/>
                    </a:lnTo>
                    <a:lnTo>
                      <a:pt x="1196" y="935"/>
                    </a:lnTo>
                    <a:lnTo>
                      <a:pt x="1193" y="934"/>
                    </a:lnTo>
                    <a:lnTo>
                      <a:pt x="1191" y="933"/>
                    </a:lnTo>
                    <a:lnTo>
                      <a:pt x="1188" y="932"/>
                    </a:lnTo>
                    <a:lnTo>
                      <a:pt x="1186" y="931"/>
                    </a:lnTo>
                    <a:lnTo>
                      <a:pt x="1183" y="931"/>
                    </a:lnTo>
                    <a:lnTo>
                      <a:pt x="1181" y="931"/>
                    </a:lnTo>
                    <a:lnTo>
                      <a:pt x="1179" y="930"/>
                    </a:lnTo>
                    <a:lnTo>
                      <a:pt x="1176" y="931"/>
                    </a:lnTo>
                    <a:lnTo>
                      <a:pt x="1174" y="931"/>
                    </a:lnTo>
                    <a:lnTo>
                      <a:pt x="1171" y="931"/>
                    </a:lnTo>
                    <a:lnTo>
                      <a:pt x="1169" y="931"/>
                    </a:lnTo>
                    <a:lnTo>
                      <a:pt x="1167" y="931"/>
                    </a:lnTo>
                    <a:lnTo>
                      <a:pt x="1164" y="931"/>
                    </a:lnTo>
                    <a:lnTo>
                      <a:pt x="1162" y="931"/>
                    </a:lnTo>
                    <a:lnTo>
                      <a:pt x="1159" y="930"/>
                    </a:lnTo>
                    <a:lnTo>
                      <a:pt x="1157" y="930"/>
                    </a:lnTo>
                    <a:lnTo>
                      <a:pt x="1155" y="929"/>
                    </a:lnTo>
                    <a:lnTo>
                      <a:pt x="1152" y="929"/>
                    </a:lnTo>
                    <a:lnTo>
                      <a:pt x="1150" y="928"/>
                    </a:lnTo>
                    <a:lnTo>
                      <a:pt x="1147" y="928"/>
                    </a:lnTo>
                    <a:lnTo>
                      <a:pt x="1145" y="928"/>
                    </a:lnTo>
                    <a:lnTo>
                      <a:pt x="1143" y="928"/>
                    </a:lnTo>
                    <a:lnTo>
                      <a:pt x="1140" y="928"/>
                    </a:lnTo>
                    <a:lnTo>
                      <a:pt x="1138" y="928"/>
                    </a:lnTo>
                    <a:lnTo>
                      <a:pt x="1135" y="928"/>
                    </a:lnTo>
                    <a:lnTo>
                      <a:pt x="1133" y="928"/>
                    </a:lnTo>
                    <a:lnTo>
                      <a:pt x="1131" y="928"/>
                    </a:lnTo>
                    <a:lnTo>
                      <a:pt x="1128" y="928"/>
                    </a:lnTo>
                    <a:lnTo>
                      <a:pt x="1126" y="927"/>
                    </a:lnTo>
                    <a:lnTo>
                      <a:pt x="1123" y="926"/>
                    </a:lnTo>
                    <a:lnTo>
                      <a:pt x="1121" y="926"/>
                    </a:lnTo>
                    <a:lnTo>
                      <a:pt x="1119" y="925"/>
                    </a:lnTo>
                    <a:lnTo>
                      <a:pt x="1116" y="924"/>
                    </a:lnTo>
                    <a:lnTo>
                      <a:pt x="1114" y="923"/>
                    </a:lnTo>
                    <a:lnTo>
                      <a:pt x="1111" y="923"/>
                    </a:lnTo>
                    <a:lnTo>
                      <a:pt x="1109" y="922"/>
                    </a:lnTo>
                    <a:lnTo>
                      <a:pt x="1107" y="922"/>
                    </a:lnTo>
                    <a:lnTo>
                      <a:pt x="1104" y="922"/>
                    </a:lnTo>
                    <a:lnTo>
                      <a:pt x="1102" y="922"/>
                    </a:lnTo>
                    <a:lnTo>
                      <a:pt x="1099" y="922"/>
                    </a:lnTo>
                    <a:lnTo>
                      <a:pt x="1097" y="921"/>
                    </a:lnTo>
                    <a:lnTo>
                      <a:pt x="1095" y="921"/>
                    </a:lnTo>
                    <a:lnTo>
                      <a:pt x="1092" y="920"/>
                    </a:lnTo>
                    <a:lnTo>
                      <a:pt x="1090" y="919"/>
                    </a:lnTo>
                    <a:lnTo>
                      <a:pt x="1088" y="918"/>
                    </a:lnTo>
                    <a:lnTo>
                      <a:pt x="1085" y="917"/>
                    </a:lnTo>
                    <a:lnTo>
                      <a:pt x="1083" y="915"/>
                    </a:lnTo>
                    <a:lnTo>
                      <a:pt x="1080" y="914"/>
                    </a:lnTo>
                    <a:lnTo>
                      <a:pt x="1078" y="913"/>
                    </a:lnTo>
                    <a:lnTo>
                      <a:pt x="1076" y="912"/>
                    </a:lnTo>
                    <a:lnTo>
                      <a:pt x="1073" y="911"/>
                    </a:lnTo>
                    <a:lnTo>
                      <a:pt x="1071" y="910"/>
                    </a:lnTo>
                    <a:lnTo>
                      <a:pt x="1068" y="910"/>
                    </a:lnTo>
                    <a:lnTo>
                      <a:pt x="1066" y="910"/>
                    </a:lnTo>
                    <a:lnTo>
                      <a:pt x="1064" y="909"/>
                    </a:lnTo>
                    <a:lnTo>
                      <a:pt x="1061" y="909"/>
                    </a:lnTo>
                    <a:lnTo>
                      <a:pt x="1059" y="909"/>
                    </a:lnTo>
                    <a:lnTo>
                      <a:pt x="1056" y="909"/>
                    </a:lnTo>
                    <a:lnTo>
                      <a:pt x="1054" y="909"/>
                    </a:lnTo>
                    <a:lnTo>
                      <a:pt x="1051" y="908"/>
                    </a:lnTo>
                    <a:lnTo>
                      <a:pt x="1049" y="907"/>
                    </a:lnTo>
                    <a:lnTo>
                      <a:pt x="1047" y="907"/>
                    </a:lnTo>
                    <a:lnTo>
                      <a:pt x="1044" y="905"/>
                    </a:lnTo>
                    <a:lnTo>
                      <a:pt x="1042" y="905"/>
                    </a:lnTo>
                    <a:lnTo>
                      <a:pt x="1039" y="905"/>
                    </a:lnTo>
                    <a:lnTo>
                      <a:pt x="1037" y="905"/>
                    </a:lnTo>
                    <a:lnTo>
                      <a:pt x="1035" y="905"/>
                    </a:lnTo>
                    <a:lnTo>
                      <a:pt x="1032" y="906"/>
                    </a:lnTo>
                    <a:lnTo>
                      <a:pt x="1030" y="907"/>
                    </a:lnTo>
                    <a:lnTo>
                      <a:pt x="1027" y="907"/>
                    </a:lnTo>
                    <a:lnTo>
                      <a:pt x="1025" y="908"/>
                    </a:lnTo>
                    <a:lnTo>
                      <a:pt x="1023" y="909"/>
                    </a:lnTo>
                    <a:lnTo>
                      <a:pt x="1020" y="910"/>
                    </a:lnTo>
                    <a:lnTo>
                      <a:pt x="1018" y="910"/>
                    </a:lnTo>
                    <a:lnTo>
                      <a:pt x="1015" y="910"/>
                    </a:lnTo>
                    <a:lnTo>
                      <a:pt x="1013" y="910"/>
                    </a:lnTo>
                    <a:lnTo>
                      <a:pt x="1010" y="910"/>
                    </a:lnTo>
                    <a:lnTo>
                      <a:pt x="1008" y="909"/>
                    </a:lnTo>
                    <a:lnTo>
                      <a:pt x="1006" y="909"/>
                    </a:lnTo>
                    <a:lnTo>
                      <a:pt x="1003" y="910"/>
                    </a:lnTo>
                    <a:lnTo>
                      <a:pt x="1001" y="910"/>
                    </a:lnTo>
                    <a:lnTo>
                      <a:pt x="998" y="911"/>
                    </a:lnTo>
                    <a:lnTo>
                      <a:pt x="996" y="911"/>
                    </a:lnTo>
                    <a:lnTo>
                      <a:pt x="994" y="913"/>
                    </a:lnTo>
                    <a:lnTo>
                      <a:pt x="991" y="914"/>
                    </a:lnTo>
                    <a:lnTo>
                      <a:pt x="989" y="915"/>
                    </a:lnTo>
                    <a:lnTo>
                      <a:pt x="986" y="916"/>
                    </a:lnTo>
                    <a:lnTo>
                      <a:pt x="984" y="917"/>
                    </a:lnTo>
                    <a:lnTo>
                      <a:pt x="982" y="919"/>
                    </a:lnTo>
                    <a:lnTo>
                      <a:pt x="979" y="919"/>
                    </a:lnTo>
                    <a:lnTo>
                      <a:pt x="977" y="920"/>
                    </a:lnTo>
                    <a:lnTo>
                      <a:pt x="974" y="920"/>
                    </a:lnTo>
                    <a:lnTo>
                      <a:pt x="972" y="920"/>
                    </a:lnTo>
                    <a:lnTo>
                      <a:pt x="970" y="921"/>
                    </a:lnTo>
                    <a:lnTo>
                      <a:pt x="967" y="922"/>
                    </a:lnTo>
                    <a:lnTo>
                      <a:pt x="965" y="922"/>
                    </a:lnTo>
                    <a:lnTo>
                      <a:pt x="962" y="923"/>
                    </a:lnTo>
                    <a:lnTo>
                      <a:pt x="960" y="924"/>
                    </a:lnTo>
                    <a:lnTo>
                      <a:pt x="957" y="925"/>
                    </a:lnTo>
                    <a:lnTo>
                      <a:pt x="955" y="926"/>
                    </a:lnTo>
                    <a:lnTo>
                      <a:pt x="953" y="926"/>
                    </a:lnTo>
                    <a:lnTo>
                      <a:pt x="950" y="927"/>
                    </a:lnTo>
                    <a:lnTo>
                      <a:pt x="948" y="927"/>
                    </a:lnTo>
                    <a:lnTo>
                      <a:pt x="945" y="927"/>
                    </a:lnTo>
                    <a:lnTo>
                      <a:pt x="943" y="927"/>
                    </a:lnTo>
                    <a:lnTo>
                      <a:pt x="941" y="927"/>
                    </a:lnTo>
                    <a:lnTo>
                      <a:pt x="938" y="926"/>
                    </a:lnTo>
                    <a:lnTo>
                      <a:pt x="936" y="926"/>
                    </a:lnTo>
                    <a:lnTo>
                      <a:pt x="933" y="925"/>
                    </a:lnTo>
                    <a:lnTo>
                      <a:pt x="931" y="925"/>
                    </a:lnTo>
                    <a:lnTo>
                      <a:pt x="929" y="924"/>
                    </a:lnTo>
                    <a:lnTo>
                      <a:pt x="926" y="923"/>
                    </a:lnTo>
                    <a:lnTo>
                      <a:pt x="924" y="923"/>
                    </a:lnTo>
                    <a:lnTo>
                      <a:pt x="921" y="923"/>
                    </a:lnTo>
                    <a:lnTo>
                      <a:pt x="919" y="922"/>
                    </a:lnTo>
                    <a:lnTo>
                      <a:pt x="916" y="922"/>
                    </a:lnTo>
                    <a:lnTo>
                      <a:pt x="914" y="922"/>
                    </a:lnTo>
                    <a:lnTo>
                      <a:pt x="912" y="922"/>
                    </a:lnTo>
                    <a:lnTo>
                      <a:pt x="909" y="922"/>
                    </a:lnTo>
                    <a:lnTo>
                      <a:pt x="907" y="922"/>
                    </a:lnTo>
                    <a:lnTo>
                      <a:pt x="904" y="921"/>
                    </a:lnTo>
                    <a:lnTo>
                      <a:pt x="902" y="920"/>
                    </a:lnTo>
                    <a:lnTo>
                      <a:pt x="900" y="920"/>
                    </a:lnTo>
                    <a:lnTo>
                      <a:pt x="897" y="919"/>
                    </a:lnTo>
                    <a:lnTo>
                      <a:pt x="895" y="919"/>
                    </a:lnTo>
                    <a:lnTo>
                      <a:pt x="892" y="918"/>
                    </a:lnTo>
                    <a:lnTo>
                      <a:pt x="890" y="917"/>
                    </a:lnTo>
                    <a:lnTo>
                      <a:pt x="888" y="917"/>
                    </a:lnTo>
                    <a:lnTo>
                      <a:pt x="885" y="916"/>
                    </a:lnTo>
                    <a:lnTo>
                      <a:pt x="883" y="916"/>
                    </a:lnTo>
                    <a:lnTo>
                      <a:pt x="880" y="915"/>
                    </a:lnTo>
                    <a:lnTo>
                      <a:pt x="878" y="915"/>
                    </a:lnTo>
                    <a:lnTo>
                      <a:pt x="876" y="914"/>
                    </a:lnTo>
                    <a:lnTo>
                      <a:pt x="873" y="914"/>
                    </a:lnTo>
                    <a:lnTo>
                      <a:pt x="871" y="914"/>
                    </a:lnTo>
                    <a:lnTo>
                      <a:pt x="868" y="914"/>
                    </a:lnTo>
                    <a:lnTo>
                      <a:pt x="866" y="913"/>
                    </a:lnTo>
                    <a:lnTo>
                      <a:pt x="864" y="912"/>
                    </a:lnTo>
                    <a:lnTo>
                      <a:pt x="861" y="911"/>
                    </a:lnTo>
                    <a:lnTo>
                      <a:pt x="859" y="911"/>
                    </a:lnTo>
                    <a:lnTo>
                      <a:pt x="856" y="910"/>
                    </a:lnTo>
                    <a:lnTo>
                      <a:pt x="854" y="909"/>
                    </a:lnTo>
                    <a:lnTo>
                      <a:pt x="852" y="908"/>
                    </a:lnTo>
                    <a:lnTo>
                      <a:pt x="849" y="908"/>
                    </a:lnTo>
                    <a:lnTo>
                      <a:pt x="847" y="908"/>
                    </a:lnTo>
                    <a:lnTo>
                      <a:pt x="845" y="907"/>
                    </a:lnTo>
                    <a:lnTo>
                      <a:pt x="842" y="907"/>
                    </a:lnTo>
                    <a:lnTo>
                      <a:pt x="840" y="906"/>
                    </a:lnTo>
                    <a:lnTo>
                      <a:pt x="837" y="906"/>
                    </a:lnTo>
                    <a:lnTo>
                      <a:pt x="835" y="905"/>
                    </a:lnTo>
                    <a:lnTo>
                      <a:pt x="833" y="905"/>
                    </a:lnTo>
                    <a:lnTo>
                      <a:pt x="830" y="905"/>
                    </a:lnTo>
                    <a:lnTo>
                      <a:pt x="828" y="905"/>
                    </a:lnTo>
                    <a:lnTo>
                      <a:pt x="825" y="905"/>
                    </a:lnTo>
                    <a:lnTo>
                      <a:pt x="823" y="905"/>
                    </a:lnTo>
                    <a:lnTo>
                      <a:pt x="821" y="905"/>
                    </a:lnTo>
                    <a:lnTo>
                      <a:pt x="818" y="904"/>
                    </a:lnTo>
                    <a:lnTo>
                      <a:pt x="816" y="904"/>
                    </a:lnTo>
                    <a:lnTo>
                      <a:pt x="813" y="903"/>
                    </a:lnTo>
                    <a:lnTo>
                      <a:pt x="811" y="902"/>
                    </a:lnTo>
                    <a:lnTo>
                      <a:pt x="809" y="902"/>
                    </a:lnTo>
                    <a:lnTo>
                      <a:pt x="806" y="901"/>
                    </a:lnTo>
                    <a:lnTo>
                      <a:pt x="804" y="900"/>
                    </a:lnTo>
                    <a:lnTo>
                      <a:pt x="801" y="900"/>
                    </a:lnTo>
                    <a:lnTo>
                      <a:pt x="799" y="899"/>
                    </a:lnTo>
                    <a:lnTo>
                      <a:pt x="797" y="898"/>
                    </a:lnTo>
                    <a:lnTo>
                      <a:pt x="794" y="897"/>
                    </a:lnTo>
                    <a:lnTo>
                      <a:pt x="792" y="897"/>
                    </a:lnTo>
                    <a:lnTo>
                      <a:pt x="789" y="896"/>
                    </a:lnTo>
                    <a:lnTo>
                      <a:pt x="787" y="895"/>
                    </a:lnTo>
                    <a:lnTo>
                      <a:pt x="784" y="894"/>
                    </a:lnTo>
                    <a:lnTo>
                      <a:pt x="782" y="893"/>
                    </a:lnTo>
                    <a:lnTo>
                      <a:pt x="780" y="892"/>
                    </a:lnTo>
                    <a:lnTo>
                      <a:pt x="777" y="891"/>
                    </a:lnTo>
                    <a:lnTo>
                      <a:pt x="775" y="889"/>
                    </a:lnTo>
                    <a:lnTo>
                      <a:pt x="772" y="887"/>
                    </a:lnTo>
                    <a:lnTo>
                      <a:pt x="770" y="885"/>
                    </a:lnTo>
                    <a:lnTo>
                      <a:pt x="768" y="884"/>
                    </a:lnTo>
                    <a:lnTo>
                      <a:pt x="765" y="883"/>
                    </a:lnTo>
                    <a:lnTo>
                      <a:pt x="763" y="882"/>
                    </a:lnTo>
                    <a:lnTo>
                      <a:pt x="760" y="881"/>
                    </a:lnTo>
                    <a:lnTo>
                      <a:pt x="758" y="880"/>
                    </a:lnTo>
                    <a:lnTo>
                      <a:pt x="756" y="879"/>
                    </a:lnTo>
                    <a:lnTo>
                      <a:pt x="753" y="878"/>
                    </a:lnTo>
                    <a:lnTo>
                      <a:pt x="751" y="877"/>
                    </a:lnTo>
                    <a:lnTo>
                      <a:pt x="748" y="877"/>
                    </a:lnTo>
                    <a:lnTo>
                      <a:pt x="746" y="876"/>
                    </a:lnTo>
                    <a:lnTo>
                      <a:pt x="743" y="876"/>
                    </a:lnTo>
                    <a:lnTo>
                      <a:pt x="741" y="876"/>
                    </a:lnTo>
                    <a:lnTo>
                      <a:pt x="739" y="875"/>
                    </a:lnTo>
                    <a:lnTo>
                      <a:pt x="736" y="875"/>
                    </a:lnTo>
                    <a:lnTo>
                      <a:pt x="734" y="874"/>
                    </a:lnTo>
                    <a:lnTo>
                      <a:pt x="731" y="874"/>
                    </a:lnTo>
                    <a:lnTo>
                      <a:pt x="729" y="873"/>
                    </a:lnTo>
                    <a:lnTo>
                      <a:pt x="727" y="873"/>
                    </a:lnTo>
                    <a:lnTo>
                      <a:pt x="724" y="872"/>
                    </a:lnTo>
                    <a:lnTo>
                      <a:pt x="722" y="872"/>
                    </a:lnTo>
                    <a:lnTo>
                      <a:pt x="719" y="872"/>
                    </a:lnTo>
                    <a:lnTo>
                      <a:pt x="717" y="872"/>
                    </a:lnTo>
                    <a:lnTo>
                      <a:pt x="715" y="872"/>
                    </a:lnTo>
                    <a:lnTo>
                      <a:pt x="712" y="872"/>
                    </a:lnTo>
                    <a:lnTo>
                      <a:pt x="710" y="872"/>
                    </a:lnTo>
                    <a:lnTo>
                      <a:pt x="707" y="871"/>
                    </a:lnTo>
                    <a:lnTo>
                      <a:pt x="705" y="871"/>
                    </a:lnTo>
                    <a:lnTo>
                      <a:pt x="703" y="871"/>
                    </a:lnTo>
                    <a:lnTo>
                      <a:pt x="700" y="871"/>
                    </a:lnTo>
                    <a:lnTo>
                      <a:pt x="698" y="871"/>
                    </a:lnTo>
                    <a:lnTo>
                      <a:pt x="695" y="871"/>
                    </a:lnTo>
                    <a:lnTo>
                      <a:pt x="693" y="870"/>
                    </a:lnTo>
                    <a:lnTo>
                      <a:pt x="690" y="869"/>
                    </a:lnTo>
                    <a:lnTo>
                      <a:pt x="688" y="868"/>
                    </a:lnTo>
                    <a:lnTo>
                      <a:pt x="686" y="866"/>
                    </a:lnTo>
                    <a:lnTo>
                      <a:pt x="683" y="865"/>
                    </a:lnTo>
                    <a:lnTo>
                      <a:pt x="681" y="863"/>
                    </a:lnTo>
                    <a:lnTo>
                      <a:pt x="678" y="862"/>
                    </a:lnTo>
                    <a:lnTo>
                      <a:pt x="676" y="861"/>
                    </a:lnTo>
                    <a:lnTo>
                      <a:pt x="674" y="859"/>
                    </a:lnTo>
                    <a:lnTo>
                      <a:pt x="671" y="858"/>
                    </a:lnTo>
                    <a:lnTo>
                      <a:pt x="669" y="857"/>
                    </a:lnTo>
                    <a:lnTo>
                      <a:pt x="666" y="855"/>
                    </a:lnTo>
                    <a:lnTo>
                      <a:pt x="664" y="854"/>
                    </a:lnTo>
                    <a:lnTo>
                      <a:pt x="662" y="852"/>
                    </a:lnTo>
                    <a:lnTo>
                      <a:pt x="659" y="851"/>
                    </a:lnTo>
                    <a:lnTo>
                      <a:pt x="657" y="849"/>
                    </a:lnTo>
                    <a:lnTo>
                      <a:pt x="654" y="848"/>
                    </a:lnTo>
                    <a:lnTo>
                      <a:pt x="652" y="846"/>
                    </a:lnTo>
                    <a:lnTo>
                      <a:pt x="649" y="844"/>
                    </a:lnTo>
                    <a:lnTo>
                      <a:pt x="647" y="842"/>
                    </a:lnTo>
                    <a:lnTo>
                      <a:pt x="645" y="840"/>
                    </a:lnTo>
                    <a:lnTo>
                      <a:pt x="642" y="838"/>
                    </a:lnTo>
                    <a:lnTo>
                      <a:pt x="640" y="836"/>
                    </a:lnTo>
                    <a:lnTo>
                      <a:pt x="637" y="834"/>
                    </a:lnTo>
                    <a:lnTo>
                      <a:pt x="635" y="832"/>
                    </a:lnTo>
                    <a:lnTo>
                      <a:pt x="633" y="830"/>
                    </a:lnTo>
                    <a:lnTo>
                      <a:pt x="630" y="828"/>
                    </a:lnTo>
                    <a:lnTo>
                      <a:pt x="628" y="827"/>
                    </a:lnTo>
                    <a:lnTo>
                      <a:pt x="625" y="825"/>
                    </a:lnTo>
                    <a:lnTo>
                      <a:pt x="623" y="824"/>
                    </a:lnTo>
                    <a:lnTo>
                      <a:pt x="621" y="822"/>
                    </a:lnTo>
                    <a:lnTo>
                      <a:pt x="618" y="820"/>
                    </a:lnTo>
                    <a:lnTo>
                      <a:pt x="616" y="818"/>
                    </a:lnTo>
                    <a:lnTo>
                      <a:pt x="613" y="816"/>
                    </a:lnTo>
                    <a:lnTo>
                      <a:pt x="611" y="815"/>
                    </a:lnTo>
                    <a:lnTo>
                      <a:pt x="609" y="813"/>
                    </a:lnTo>
                    <a:lnTo>
                      <a:pt x="606" y="811"/>
                    </a:lnTo>
                    <a:lnTo>
                      <a:pt x="604" y="809"/>
                    </a:lnTo>
                    <a:lnTo>
                      <a:pt x="601" y="807"/>
                    </a:lnTo>
                    <a:lnTo>
                      <a:pt x="599" y="805"/>
                    </a:lnTo>
                    <a:lnTo>
                      <a:pt x="597" y="803"/>
                    </a:lnTo>
                    <a:lnTo>
                      <a:pt x="594" y="801"/>
                    </a:lnTo>
                    <a:lnTo>
                      <a:pt x="592" y="799"/>
                    </a:lnTo>
                    <a:lnTo>
                      <a:pt x="590" y="798"/>
                    </a:lnTo>
                    <a:lnTo>
                      <a:pt x="587" y="796"/>
                    </a:lnTo>
                    <a:lnTo>
                      <a:pt x="585" y="794"/>
                    </a:lnTo>
                    <a:lnTo>
                      <a:pt x="582" y="792"/>
                    </a:lnTo>
                    <a:lnTo>
                      <a:pt x="580" y="790"/>
                    </a:lnTo>
                    <a:lnTo>
                      <a:pt x="578" y="788"/>
                    </a:lnTo>
                    <a:lnTo>
                      <a:pt x="575" y="786"/>
                    </a:lnTo>
                    <a:lnTo>
                      <a:pt x="573" y="784"/>
                    </a:lnTo>
                    <a:lnTo>
                      <a:pt x="570" y="782"/>
                    </a:lnTo>
                    <a:lnTo>
                      <a:pt x="568" y="780"/>
                    </a:lnTo>
                    <a:lnTo>
                      <a:pt x="566" y="778"/>
                    </a:lnTo>
                    <a:lnTo>
                      <a:pt x="563" y="776"/>
                    </a:lnTo>
                    <a:lnTo>
                      <a:pt x="561" y="774"/>
                    </a:lnTo>
                    <a:lnTo>
                      <a:pt x="558" y="772"/>
                    </a:lnTo>
                    <a:lnTo>
                      <a:pt x="556" y="770"/>
                    </a:lnTo>
                    <a:lnTo>
                      <a:pt x="554" y="767"/>
                    </a:lnTo>
                    <a:lnTo>
                      <a:pt x="551" y="765"/>
                    </a:lnTo>
                    <a:lnTo>
                      <a:pt x="549" y="763"/>
                    </a:lnTo>
                    <a:lnTo>
                      <a:pt x="546" y="761"/>
                    </a:lnTo>
                    <a:lnTo>
                      <a:pt x="544" y="759"/>
                    </a:lnTo>
                    <a:lnTo>
                      <a:pt x="542" y="758"/>
                    </a:lnTo>
                    <a:lnTo>
                      <a:pt x="539" y="756"/>
                    </a:lnTo>
                    <a:lnTo>
                      <a:pt x="537" y="755"/>
                    </a:lnTo>
                    <a:lnTo>
                      <a:pt x="534" y="754"/>
                    </a:lnTo>
                    <a:lnTo>
                      <a:pt x="532" y="752"/>
                    </a:lnTo>
                    <a:lnTo>
                      <a:pt x="530" y="751"/>
                    </a:lnTo>
                    <a:lnTo>
                      <a:pt x="527" y="750"/>
                    </a:lnTo>
                    <a:lnTo>
                      <a:pt x="525" y="749"/>
                    </a:lnTo>
                    <a:lnTo>
                      <a:pt x="522" y="747"/>
                    </a:lnTo>
                    <a:lnTo>
                      <a:pt x="520" y="746"/>
                    </a:lnTo>
                    <a:lnTo>
                      <a:pt x="517" y="744"/>
                    </a:lnTo>
                    <a:lnTo>
                      <a:pt x="515" y="742"/>
                    </a:lnTo>
                    <a:lnTo>
                      <a:pt x="513" y="740"/>
                    </a:lnTo>
                    <a:lnTo>
                      <a:pt x="510" y="738"/>
                    </a:lnTo>
                    <a:lnTo>
                      <a:pt x="508" y="735"/>
                    </a:lnTo>
                    <a:lnTo>
                      <a:pt x="505" y="733"/>
                    </a:lnTo>
                    <a:lnTo>
                      <a:pt x="503" y="732"/>
                    </a:lnTo>
                    <a:lnTo>
                      <a:pt x="501" y="729"/>
                    </a:lnTo>
                    <a:lnTo>
                      <a:pt x="498" y="727"/>
                    </a:lnTo>
                    <a:lnTo>
                      <a:pt x="496" y="725"/>
                    </a:lnTo>
                    <a:lnTo>
                      <a:pt x="493" y="723"/>
                    </a:lnTo>
                    <a:lnTo>
                      <a:pt x="491" y="721"/>
                    </a:lnTo>
                    <a:lnTo>
                      <a:pt x="489" y="718"/>
                    </a:lnTo>
                    <a:lnTo>
                      <a:pt x="486" y="716"/>
                    </a:lnTo>
                    <a:lnTo>
                      <a:pt x="484" y="713"/>
                    </a:lnTo>
                    <a:lnTo>
                      <a:pt x="481" y="711"/>
                    </a:lnTo>
                    <a:lnTo>
                      <a:pt x="479" y="709"/>
                    </a:lnTo>
                    <a:lnTo>
                      <a:pt x="476" y="706"/>
                    </a:lnTo>
                    <a:lnTo>
                      <a:pt x="474" y="704"/>
                    </a:lnTo>
                    <a:lnTo>
                      <a:pt x="472" y="701"/>
                    </a:lnTo>
                    <a:lnTo>
                      <a:pt x="469" y="699"/>
                    </a:lnTo>
                    <a:lnTo>
                      <a:pt x="467" y="696"/>
                    </a:lnTo>
                    <a:lnTo>
                      <a:pt x="464" y="694"/>
                    </a:lnTo>
                    <a:lnTo>
                      <a:pt x="462" y="692"/>
                    </a:lnTo>
                    <a:lnTo>
                      <a:pt x="460" y="690"/>
                    </a:lnTo>
                    <a:lnTo>
                      <a:pt x="457" y="687"/>
                    </a:lnTo>
                    <a:lnTo>
                      <a:pt x="455" y="685"/>
                    </a:lnTo>
                    <a:lnTo>
                      <a:pt x="452" y="683"/>
                    </a:lnTo>
                    <a:lnTo>
                      <a:pt x="450" y="681"/>
                    </a:lnTo>
                    <a:lnTo>
                      <a:pt x="448" y="679"/>
                    </a:lnTo>
                    <a:lnTo>
                      <a:pt x="445" y="677"/>
                    </a:lnTo>
                    <a:lnTo>
                      <a:pt x="443" y="676"/>
                    </a:lnTo>
                    <a:lnTo>
                      <a:pt x="440" y="675"/>
                    </a:lnTo>
                    <a:lnTo>
                      <a:pt x="438" y="674"/>
                    </a:lnTo>
                    <a:lnTo>
                      <a:pt x="436" y="673"/>
                    </a:lnTo>
                    <a:lnTo>
                      <a:pt x="433" y="673"/>
                    </a:lnTo>
                    <a:lnTo>
                      <a:pt x="431" y="673"/>
                    </a:lnTo>
                    <a:lnTo>
                      <a:pt x="428" y="673"/>
                    </a:lnTo>
                    <a:lnTo>
                      <a:pt x="426" y="673"/>
                    </a:lnTo>
                    <a:lnTo>
                      <a:pt x="423" y="672"/>
                    </a:lnTo>
                    <a:lnTo>
                      <a:pt x="421" y="672"/>
                    </a:lnTo>
                    <a:lnTo>
                      <a:pt x="419" y="670"/>
                    </a:lnTo>
                    <a:lnTo>
                      <a:pt x="416" y="669"/>
                    </a:lnTo>
                    <a:lnTo>
                      <a:pt x="414" y="667"/>
                    </a:lnTo>
                    <a:lnTo>
                      <a:pt x="411" y="666"/>
                    </a:lnTo>
                    <a:lnTo>
                      <a:pt x="409" y="664"/>
                    </a:lnTo>
                    <a:lnTo>
                      <a:pt x="407" y="664"/>
                    </a:lnTo>
                    <a:lnTo>
                      <a:pt x="404" y="664"/>
                    </a:lnTo>
                    <a:lnTo>
                      <a:pt x="402" y="665"/>
                    </a:lnTo>
                    <a:lnTo>
                      <a:pt x="399" y="666"/>
                    </a:lnTo>
                    <a:lnTo>
                      <a:pt x="397" y="669"/>
                    </a:lnTo>
                    <a:lnTo>
                      <a:pt x="395" y="672"/>
                    </a:lnTo>
                    <a:lnTo>
                      <a:pt x="392" y="676"/>
                    </a:lnTo>
                    <a:lnTo>
                      <a:pt x="390" y="683"/>
                    </a:lnTo>
                    <a:lnTo>
                      <a:pt x="387" y="690"/>
                    </a:lnTo>
                    <a:lnTo>
                      <a:pt x="385" y="699"/>
                    </a:lnTo>
                    <a:lnTo>
                      <a:pt x="382" y="710"/>
                    </a:lnTo>
                    <a:lnTo>
                      <a:pt x="380" y="721"/>
                    </a:lnTo>
                    <a:lnTo>
                      <a:pt x="378" y="732"/>
                    </a:lnTo>
                    <a:lnTo>
                      <a:pt x="375" y="744"/>
                    </a:lnTo>
                    <a:lnTo>
                      <a:pt x="373" y="758"/>
                    </a:lnTo>
                    <a:lnTo>
                      <a:pt x="370" y="771"/>
                    </a:lnTo>
                    <a:lnTo>
                      <a:pt x="368" y="785"/>
                    </a:lnTo>
                    <a:lnTo>
                      <a:pt x="366" y="799"/>
                    </a:lnTo>
                    <a:lnTo>
                      <a:pt x="363" y="814"/>
                    </a:lnTo>
                    <a:lnTo>
                      <a:pt x="361" y="830"/>
                    </a:lnTo>
                    <a:lnTo>
                      <a:pt x="358" y="846"/>
                    </a:lnTo>
                    <a:lnTo>
                      <a:pt x="356" y="864"/>
                    </a:lnTo>
                    <a:lnTo>
                      <a:pt x="354" y="881"/>
                    </a:lnTo>
                    <a:lnTo>
                      <a:pt x="351" y="900"/>
                    </a:lnTo>
                    <a:lnTo>
                      <a:pt x="349" y="920"/>
                    </a:lnTo>
                    <a:lnTo>
                      <a:pt x="347" y="941"/>
                    </a:lnTo>
                    <a:lnTo>
                      <a:pt x="344" y="963"/>
                    </a:lnTo>
                    <a:lnTo>
                      <a:pt x="342" y="981"/>
                    </a:lnTo>
                    <a:lnTo>
                      <a:pt x="339" y="983"/>
                    </a:lnTo>
                    <a:lnTo>
                      <a:pt x="337" y="981"/>
                    </a:lnTo>
                    <a:lnTo>
                      <a:pt x="335" y="971"/>
                    </a:lnTo>
                    <a:lnTo>
                      <a:pt x="332" y="969"/>
                    </a:lnTo>
                    <a:lnTo>
                      <a:pt x="330" y="968"/>
                    </a:lnTo>
                    <a:lnTo>
                      <a:pt x="327" y="961"/>
                    </a:lnTo>
                    <a:lnTo>
                      <a:pt x="325" y="959"/>
                    </a:lnTo>
                    <a:lnTo>
                      <a:pt x="323" y="960"/>
                    </a:lnTo>
                    <a:lnTo>
                      <a:pt x="320" y="956"/>
                    </a:lnTo>
                    <a:lnTo>
                      <a:pt x="318" y="955"/>
                    </a:lnTo>
                    <a:lnTo>
                      <a:pt x="315" y="957"/>
                    </a:lnTo>
                    <a:lnTo>
                      <a:pt x="313" y="956"/>
                    </a:lnTo>
                    <a:lnTo>
                      <a:pt x="311" y="955"/>
                    </a:lnTo>
                    <a:lnTo>
                      <a:pt x="308" y="956"/>
                    </a:lnTo>
                    <a:lnTo>
                      <a:pt x="306" y="956"/>
                    </a:lnTo>
                    <a:lnTo>
                      <a:pt x="303" y="954"/>
                    </a:lnTo>
                    <a:lnTo>
                      <a:pt x="301" y="956"/>
                    </a:lnTo>
                    <a:lnTo>
                      <a:pt x="299" y="956"/>
                    </a:lnTo>
                    <a:lnTo>
                      <a:pt x="296" y="954"/>
                    </a:lnTo>
                    <a:lnTo>
                      <a:pt x="294" y="954"/>
                    </a:lnTo>
                    <a:lnTo>
                      <a:pt x="291" y="960"/>
                    </a:lnTo>
                    <a:lnTo>
                      <a:pt x="289" y="960"/>
                    </a:lnTo>
                    <a:lnTo>
                      <a:pt x="287" y="960"/>
                    </a:lnTo>
                    <a:lnTo>
                      <a:pt x="284" y="963"/>
                    </a:lnTo>
                    <a:lnTo>
                      <a:pt x="282" y="973"/>
                    </a:lnTo>
                    <a:lnTo>
                      <a:pt x="279" y="971"/>
                    </a:lnTo>
                    <a:lnTo>
                      <a:pt x="277" y="972"/>
                    </a:lnTo>
                    <a:lnTo>
                      <a:pt x="275" y="976"/>
                    </a:lnTo>
                    <a:lnTo>
                      <a:pt x="272" y="976"/>
                    </a:lnTo>
                    <a:lnTo>
                      <a:pt x="270" y="973"/>
                    </a:lnTo>
                    <a:lnTo>
                      <a:pt x="267" y="971"/>
                    </a:lnTo>
                    <a:lnTo>
                      <a:pt x="265" y="970"/>
                    </a:lnTo>
                    <a:lnTo>
                      <a:pt x="263" y="970"/>
                    </a:lnTo>
                    <a:lnTo>
                      <a:pt x="260" y="970"/>
                    </a:lnTo>
                    <a:lnTo>
                      <a:pt x="258" y="968"/>
                    </a:lnTo>
                    <a:lnTo>
                      <a:pt x="255" y="969"/>
                    </a:lnTo>
                    <a:lnTo>
                      <a:pt x="253" y="971"/>
                    </a:lnTo>
                    <a:lnTo>
                      <a:pt x="250" y="969"/>
                    </a:lnTo>
                    <a:lnTo>
                      <a:pt x="248" y="967"/>
                    </a:lnTo>
                    <a:lnTo>
                      <a:pt x="246" y="967"/>
                    </a:lnTo>
                    <a:lnTo>
                      <a:pt x="243" y="966"/>
                    </a:lnTo>
                    <a:lnTo>
                      <a:pt x="241" y="962"/>
                    </a:lnTo>
                    <a:lnTo>
                      <a:pt x="238" y="961"/>
                    </a:lnTo>
                    <a:lnTo>
                      <a:pt x="236" y="961"/>
                    </a:lnTo>
                    <a:lnTo>
                      <a:pt x="234" y="955"/>
                    </a:lnTo>
                    <a:lnTo>
                      <a:pt x="231" y="954"/>
                    </a:lnTo>
                    <a:lnTo>
                      <a:pt x="229" y="957"/>
                    </a:lnTo>
                    <a:lnTo>
                      <a:pt x="226" y="953"/>
                    </a:lnTo>
                    <a:lnTo>
                      <a:pt x="224" y="952"/>
                    </a:lnTo>
                    <a:lnTo>
                      <a:pt x="222" y="953"/>
                    </a:lnTo>
                    <a:lnTo>
                      <a:pt x="219" y="953"/>
                    </a:lnTo>
                    <a:lnTo>
                      <a:pt x="217" y="951"/>
                    </a:lnTo>
                    <a:lnTo>
                      <a:pt x="214" y="950"/>
                    </a:lnTo>
                    <a:lnTo>
                      <a:pt x="212" y="953"/>
                    </a:lnTo>
                    <a:lnTo>
                      <a:pt x="209" y="951"/>
                    </a:lnTo>
                    <a:lnTo>
                      <a:pt x="207" y="949"/>
                    </a:lnTo>
                    <a:lnTo>
                      <a:pt x="205" y="953"/>
                    </a:lnTo>
                    <a:lnTo>
                      <a:pt x="202" y="954"/>
                    </a:lnTo>
                    <a:lnTo>
                      <a:pt x="200" y="952"/>
                    </a:lnTo>
                    <a:lnTo>
                      <a:pt x="197" y="958"/>
                    </a:lnTo>
                    <a:lnTo>
                      <a:pt x="195" y="959"/>
                    </a:lnTo>
                    <a:lnTo>
                      <a:pt x="193" y="955"/>
                    </a:lnTo>
                    <a:lnTo>
                      <a:pt x="190" y="954"/>
                    </a:lnTo>
                    <a:lnTo>
                      <a:pt x="188" y="951"/>
                    </a:lnTo>
                    <a:lnTo>
                      <a:pt x="185" y="945"/>
                    </a:lnTo>
                    <a:lnTo>
                      <a:pt x="183" y="942"/>
                    </a:lnTo>
                    <a:lnTo>
                      <a:pt x="181" y="940"/>
                    </a:lnTo>
                    <a:lnTo>
                      <a:pt x="178" y="934"/>
                    </a:lnTo>
                    <a:lnTo>
                      <a:pt x="176" y="932"/>
                    </a:lnTo>
                    <a:lnTo>
                      <a:pt x="173" y="933"/>
                    </a:lnTo>
                    <a:lnTo>
                      <a:pt x="171" y="930"/>
                    </a:lnTo>
                    <a:lnTo>
                      <a:pt x="169" y="926"/>
                    </a:lnTo>
                    <a:lnTo>
                      <a:pt x="166" y="930"/>
                    </a:lnTo>
                    <a:lnTo>
                      <a:pt x="164" y="929"/>
                    </a:lnTo>
                    <a:lnTo>
                      <a:pt x="161" y="927"/>
                    </a:lnTo>
                    <a:lnTo>
                      <a:pt x="159" y="929"/>
                    </a:lnTo>
                    <a:lnTo>
                      <a:pt x="156" y="930"/>
                    </a:lnTo>
                    <a:lnTo>
                      <a:pt x="154" y="929"/>
                    </a:lnTo>
                    <a:lnTo>
                      <a:pt x="152" y="927"/>
                    </a:lnTo>
                    <a:lnTo>
                      <a:pt x="149" y="930"/>
                    </a:lnTo>
                    <a:lnTo>
                      <a:pt x="147" y="927"/>
                    </a:lnTo>
                    <a:lnTo>
                      <a:pt x="144" y="925"/>
                    </a:lnTo>
                    <a:lnTo>
                      <a:pt x="142" y="926"/>
                    </a:lnTo>
                    <a:lnTo>
                      <a:pt x="140" y="923"/>
                    </a:lnTo>
                    <a:lnTo>
                      <a:pt x="137" y="920"/>
                    </a:lnTo>
                    <a:lnTo>
                      <a:pt x="135" y="918"/>
                    </a:lnTo>
                    <a:lnTo>
                      <a:pt x="132" y="915"/>
                    </a:lnTo>
                    <a:lnTo>
                      <a:pt x="130" y="910"/>
                    </a:lnTo>
                    <a:lnTo>
                      <a:pt x="128" y="906"/>
                    </a:lnTo>
                    <a:lnTo>
                      <a:pt x="125" y="902"/>
                    </a:lnTo>
                    <a:lnTo>
                      <a:pt x="123" y="895"/>
                    </a:lnTo>
                    <a:lnTo>
                      <a:pt x="120" y="891"/>
                    </a:lnTo>
                    <a:lnTo>
                      <a:pt x="118" y="888"/>
                    </a:lnTo>
                    <a:lnTo>
                      <a:pt x="115" y="881"/>
                    </a:lnTo>
                    <a:lnTo>
                      <a:pt x="113" y="877"/>
                    </a:lnTo>
                    <a:lnTo>
                      <a:pt x="111" y="874"/>
                    </a:lnTo>
                    <a:lnTo>
                      <a:pt x="108" y="868"/>
                    </a:lnTo>
                    <a:lnTo>
                      <a:pt x="106" y="865"/>
                    </a:lnTo>
                    <a:lnTo>
                      <a:pt x="104" y="863"/>
                    </a:lnTo>
                    <a:lnTo>
                      <a:pt x="101" y="859"/>
                    </a:lnTo>
                    <a:lnTo>
                      <a:pt x="99" y="857"/>
                    </a:lnTo>
                    <a:lnTo>
                      <a:pt x="96" y="858"/>
                    </a:lnTo>
                    <a:lnTo>
                      <a:pt x="94" y="856"/>
                    </a:lnTo>
                    <a:lnTo>
                      <a:pt x="92" y="855"/>
                    </a:lnTo>
                    <a:lnTo>
                      <a:pt x="89" y="859"/>
                    </a:lnTo>
                    <a:lnTo>
                      <a:pt x="87" y="858"/>
                    </a:lnTo>
                    <a:lnTo>
                      <a:pt x="84" y="859"/>
                    </a:lnTo>
                    <a:lnTo>
                      <a:pt x="82" y="864"/>
                    </a:lnTo>
                    <a:lnTo>
                      <a:pt x="80" y="862"/>
                    </a:lnTo>
                    <a:lnTo>
                      <a:pt x="77" y="867"/>
                    </a:lnTo>
                    <a:lnTo>
                      <a:pt x="75" y="871"/>
                    </a:lnTo>
                    <a:lnTo>
                      <a:pt x="72" y="870"/>
                    </a:lnTo>
                    <a:lnTo>
                      <a:pt x="70" y="877"/>
                    </a:lnTo>
                    <a:lnTo>
                      <a:pt x="68" y="879"/>
                    </a:lnTo>
                    <a:lnTo>
                      <a:pt x="65" y="880"/>
                    </a:lnTo>
                    <a:lnTo>
                      <a:pt x="63" y="888"/>
                    </a:lnTo>
                    <a:lnTo>
                      <a:pt x="60" y="889"/>
                    </a:lnTo>
                    <a:lnTo>
                      <a:pt x="58" y="891"/>
                    </a:lnTo>
                    <a:lnTo>
                      <a:pt x="56" y="898"/>
                    </a:lnTo>
                    <a:lnTo>
                      <a:pt x="53" y="897"/>
                    </a:lnTo>
                    <a:lnTo>
                      <a:pt x="51" y="900"/>
                    </a:lnTo>
                    <a:lnTo>
                      <a:pt x="48" y="907"/>
                    </a:lnTo>
                    <a:lnTo>
                      <a:pt x="46" y="903"/>
                    </a:lnTo>
                    <a:lnTo>
                      <a:pt x="44" y="903"/>
                    </a:lnTo>
                    <a:lnTo>
                      <a:pt x="41" y="907"/>
                    </a:lnTo>
                    <a:lnTo>
                      <a:pt x="39" y="900"/>
                    </a:lnTo>
                    <a:lnTo>
                      <a:pt x="36" y="898"/>
                    </a:lnTo>
                    <a:lnTo>
                      <a:pt x="34" y="897"/>
                    </a:lnTo>
                    <a:lnTo>
                      <a:pt x="32" y="889"/>
                    </a:lnTo>
                    <a:lnTo>
                      <a:pt x="29" y="887"/>
                    </a:lnTo>
                    <a:lnTo>
                      <a:pt x="27" y="883"/>
                    </a:lnTo>
                    <a:lnTo>
                      <a:pt x="24" y="874"/>
                    </a:lnTo>
                    <a:lnTo>
                      <a:pt x="22" y="874"/>
                    </a:lnTo>
                    <a:lnTo>
                      <a:pt x="20" y="870"/>
                    </a:lnTo>
                    <a:lnTo>
                      <a:pt x="17" y="862"/>
                    </a:lnTo>
                    <a:lnTo>
                      <a:pt x="15" y="862"/>
                    </a:lnTo>
                    <a:lnTo>
                      <a:pt x="12" y="856"/>
                    </a:lnTo>
                    <a:lnTo>
                      <a:pt x="10" y="848"/>
                    </a:lnTo>
                    <a:lnTo>
                      <a:pt x="8" y="848"/>
                    </a:lnTo>
                    <a:lnTo>
                      <a:pt x="5" y="843"/>
                    </a:lnTo>
                    <a:lnTo>
                      <a:pt x="3" y="837"/>
                    </a:lnTo>
                    <a:lnTo>
                      <a:pt x="0" y="838"/>
                    </a:lnTo>
                    <a:lnTo>
                      <a:pt x="0" y="994"/>
                    </a:lnTo>
                    <a:lnTo>
                      <a:pt x="3" y="1000"/>
                    </a:lnTo>
                    <a:lnTo>
                      <a:pt x="5" y="995"/>
                    </a:lnTo>
                    <a:lnTo>
                      <a:pt x="8" y="996"/>
                    </a:lnTo>
                    <a:lnTo>
                      <a:pt x="10" y="1000"/>
                    </a:lnTo>
                    <a:lnTo>
                      <a:pt x="12" y="995"/>
                    </a:lnTo>
                    <a:lnTo>
                      <a:pt x="15" y="995"/>
                    </a:lnTo>
                    <a:lnTo>
                      <a:pt x="17" y="997"/>
                    </a:lnTo>
                    <a:lnTo>
                      <a:pt x="20" y="992"/>
                    </a:lnTo>
                    <a:lnTo>
                      <a:pt x="22" y="994"/>
                    </a:lnTo>
                    <a:lnTo>
                      <a:pt x="24" y="995"/>
                    </a:lnTo>
                    <a:lnTo>
                      <a:pt x="27" y="990"/>
                    </a:lnTo>
                    <a:lnTo>
                      <a:pt x="29" y="995"/>
                    </a:lnTo>
                    <a:lnTo>
                      <a:pt x="32" y="997"/>
                    </a:lnTo>
                    <a:lnTo>
                      <a:pt x="34" y="991"/>
                    </a:lnTo>
                    <a:lnTo>
                      <a:pt x="36" y="998"/>
                    </a:lnTo>
                    <a:close/>
                  </a:path>
                </a:pathLst>
              </a:custGeom>
              <a:solidFill>
                <a:srgbClr val="FF0000">
                  <a:alpha val="2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D5077318-07BB-45A7-B668-99811E8644A3}"/>
                </a:ext>
              </a:extLst>
            </p:cNvPr>
            <p:cNvGrpSpPr/>
            <p:nvPr/>
          </p:nvGrpSpPr>
          <p:grpSpPr>
            <a:xfrm>
              <a:off x="5581667" y="614708"/>
              <a:ext cx="5917497" cy="2703081"/>
              <a:chOff x="5581667" y="614708"/>
              <a:chExt cx="5917497" cy="2703081"/>
            </a:xfrm>
          </p:grpSpPr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223DA380-F101-4C82-9312-77B93D544238}"/>
                  </a:ext>
                </a:extLst>
              </p:cNvPr>
              <p:cNvGrpSpPr/>
              <p:nvPr/>
            </p:nvGrpSpPr>
            <p:grpSpPr>
              <a:xfrm>
                <a:off x="5581667" y="614708"/>
                <a:ext cx="4153884" cy="2703081"/>
                <a:chOff x="778895" y="3434080"/>
                <a:chExt cx="4153884" cy="2703081"/>
              </a:xfrm>
            </p:grpSpPr>
            <p:grpSp>
              <p:nvGrpSpPr>
                <p:cNvPr id="248" name="그룹 247">
                  <a:extLst>
                    <a:ext uri="{FF2B5EF4-FFF2-40B4-BE49-F238E27FC236}">
                      <a16:creationId xmlns:a16="http://schemas.microsoft.com/office/drawing/2014/main" id="{F5451E1C-02D7-4CF2-A474-07AE472EF5D5}"/>
                    </a:ext>
                  </a:extLst>
                </p:cNvPr>
                <p:cNvGrpSpPr/>
                <p:nvPr/>
              </p:nvGrpSpPr>
              <p:grpSpPr>
                <a:xfrm>
                  <a:off x="1147912" y="4047750"/>
                  <a:ext cx="3784867" cy="2089411"/>
                  <a:chOff x="1147912" y="4047750"/>
                  <a:chExt cx="3784867" cy="2089411"/>
                </a:xfrm>
              </p:grpSpPr>
              <p:grpSp>
                <p:nvGrpSpPr>
                  <p:cNvPr id="258" name="그룹 257">
                    <a:extLst>
                      <a:ext uri="{FF2B5EF4-FFF2-40B4-BE49-F238E27FC236}">
                        <a16:creationId xmlns:a16="http://schemas.microsoft.com/office/drawing/2014/main" id="{738BCBC9-43BB-4B2F-A185-991CEC61111A}"/>
                      </a:ext>
                    </a:extLst>
                  </p:cNvPr>
                  <p:cNvGrpSpPr/>
                  <p:nvPr/>
                </p:nvGrpSpPr>
                <p:grpSpPr>
                  <a:xfrm>
                    <a:off x="1317929" y="4139478"/>
                    <a:ext cx="3614850" cy="1997683"/>
                    <a:chOff x="6690599" y="3866038"/>
                    <a:chExt cx="3614850" cy="1997683"/>
                  </a:xfrm>
                </p:grpSpPr>
                <p:grpSp>
                  <p:nvGrpSpPr>
                    <p:cNvPr id="269" name="그룹 268">
                      <a:extLst>
                        <a:ext uri="{FF2B5EF4-FFF2-40B4-BE49-F238E27FC236}">
                          <a16:creationId xmlns:a16="http://schemas.microsoft.com/office/drawing/2014/main" id="{653D4345-75AD-41D8-BF3B-C673D7E357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90599" y="5573998"/>
                      <a:ext cx="3614850" cy="289723"/>
                      <a:chOff x="2454781" y="3788742"/>
                      <a:chExt cx="3614850" cy="289723"/>
                    </a:xfrm>
                  </p:grpSpPr>
                  <p:sp>
                    <p:nvSpPr>
                      <p:cNvPr id="271" name="Line 59">
                        <a:extLst>
                          <a:ext uri="{FF2B5EF4-FFF2-40B4-BE49-F238E27FC236}">
                            <a16:creationId xmlns:a16="http://schemas.microsoft.com/office/drawing/2014/main" id="{01BEC993-48B4-41E6-9F3D-10CA280D162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492881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2" name="Line 60">
                        <a:extLst>
                          <a:ext uri="{FF2B5EF4-FFF2-40B4-BE49-F238E27FC236}">
                            <a16:creationId xmlns:a16="http://schemas.microsoft.com/office/drawing/2014/main" id="{E455F37B-0D57-4335-994F-B6126BFA4E4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981566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3" name="Line 61">
                        <a:extLst>
                          <a:ext uri="{FF2B5EF4-FFF2-40B4-BE49-F238E27FC236}">
                            <a16:creationId xmlns:a16="http://schemas.microsoft.com/office/drawing/2014/main" id="{EB18A18D-F981-4DCD-896C-D0AB33D4438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72116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4" name="Line 62">
                        <a:extLst>
                          <a:ext uri="{FF2B5EF4-FFF2-40B4-BE49-F238E27FC236}">
                            <a16:creationId xmlns:a16="http://schemas.microsoft.com/office/drawing/2014/main" id="{55996C05-EA47-4317-82ED-290586B4A1F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960801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5" name="Line 63">
                        <a:extLst>
                          <a:ext uri="{FF2B5EF4-FFF2-40B4-BE49-F238E27FC236}">
                            <a16:creationId xmlns:a16="http://schemas.microsoft.com/office/drawing/2014/main" id="{B4244114-34DB-4F08-B4BF-95F302A00C5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451353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6" name="Line 64">
                        <a:extLst>
                          <a:ext uri="{FF2B5EF4-FFF2-40B4-BE49-F238E27FC236}">
                            <a16:creationId xmlns:a16="http://schemas.microsoft.com/office/drawing/2014/main" id="{2D4F06A3-624A-48AE-BC9F-EA3111E7DB3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940038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7" name="Line 65">
                        <a:extLst>
                          <a:ext uri="{FF2B5EF4-FFF2-40B4-BE49-F238E27FC236}">
                            <a16:creationId xmlns:a16="http://schemas.microsoft.com/office/drawing/2014/main" id="{99626C75-B53F-4E6A-AFEF-CEF49DB9586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430588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8" name="Line 58">
                        <a:extLst>
                          <a:ext uri="{FF2B5EF4-FFF2-40B4-BE49-F238E27FC236}">
                            <a16:creationId xmlns:a16="http://schemas.microsoft.com/office/drawing/2014/main" id="{79C3D76D-5C6F-4680-8E64-C7C5D71F178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2881" y="3788742"/>
                        <a:ext cx="3426392" cy="0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chemeClr val="tx1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9" name="Line 65">
                        <a:extLst>
                          <a:ext uri="{FF2B5EF4-FFF2-40B4-BE49-F238E27FC236}">
                            <a16:creationId xmlns:a16="http://schemas.microsoft.com/office/drawing/2014/main" id="{9462C39B-5D55-4769-8365-E30F42F1827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5919273" y="3793034"/>
                        <a:ext cx="0" cy="39836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non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0" name="Rectangle 67">
                        <a:extLst>
                          <a:ext uri="{FF2B5EF4-FFF2-40B4-BE49-F238E27FC236}">
                            <a16:creationId xmlns:a16="http://schemas.microsoft.com/office/drawing/2014/main" id="{AA90A775-6514-47C6-9475-0C2616B0A8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54781" y="3883026"/>
                        <a:ext cx="91372" cy="195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1" name="Rectangle 68">
                        <a:extLst>
                          <a:ext uri="{FF2B5EF4-FFF2-40B4-BE49-F238E27FC236}">
                            <a16:creationId xmlns:a16="http://schemas.microsoft.com/office/drawing/2014/main" id="{60A09361-EBAE-4213-8B56-BF221CDB6F0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04298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0.5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2" name="Rectangle 69">
                        <a:extLst>
                          <a:ext uri="{FF2B5EF4-FFF2-40B4-BE49-F238E27FC236}">
                            <a16:creationId xmlns:a16="http://schemas.microsoft.com/office/drawing/2014/main" id="{54EC7175-9706-463E-B358-B269266FF74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34018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3" name="Rectangle 70">
                        <a:extLst>
                          <a:ext uri="{FF2B5EF4-FFF2-40B4-BE49-F238E27FC236}">
                            <a16:creationId xmlns:a16="http://schemas.microsoft.com/office/drawing/2014/main" id="{05C94DC2-5924-4489-9C92-1FE2D84C80C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83533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1.5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4" name="Rectangle 71">
                        <a:extLst>
                          <a:ext uri="{FF2B5EF4-FFF2-40B4-BE49-F238E27FC236}">
                            <a16:creationId xmlns:a16="http://schemas.microsoft.com/office/drawing/2014/main" id="{E0C57F4B-0E89-4EFA-9638-78FD9B8CE8A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13253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5" name="Rectangle 72">
                        <a:extLst>
                          <a:ext uri="{FF2B5EF4-FFF2-40B4-BE49-F238E27FC236}">
                            <a16:creationId xmlns:a16="http://schemas.microsoft.com/office/drawing/2014/main" id="{C32C1A17-674B-4AA5-B061-63C16BD73FA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62769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2.5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6" name="Rectangle 73">
                        <a:extLst>
                          <a:ext uri="{FF2B5EF4-FFF2-40B4-BE49-F238E27FC236}">
                            <a16:creationId xmlns:a16="http://schemas.microsoft.com/office/drawing/2014/main" id="{859B1052-C5CE-46E0-8E17-46A08C1681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392489" y="3883026"/>
                        <a:ext cx="91372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7" name="Rectangle 74">
                        <a:extLst>
                          <a:ext uri="{FF2B5EF4-FFF2-40B4-BE49-F238E27FC236}">
                            <a16:creationId xmlns:a16="http://schemas.microsoft.com/office/drawing/2014/main" id="{F2A31F53-2C65-4BA7-953A-0634922020E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842005" y="3883026"/>
                        <a:ext cx="227626" cy="1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none" lIns="0" tIns="0" rIns="0" bIns="0" numCol="1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defTabSz="829544" latinLnBrk="0"/>
                        <a:r>
                          <a:rPr lang="ko-KR" altLang="ko-KR" sz="1270" dirty="0">
                            <a:solidFill>
                              <a:srgbClr val="262626"/>
                            </a:solidFill>
                            <a:cs typeface="Arial" panose="020B0604020202020204" pitchFamily="34" charset="0"/>
                          </a:rPr>
                          <a:t>3.5</a:t>
                        </a:r>
                        <a:endParaRPr lang="ko-KR" altLang="ko-KR" sz="1270" dirty="0"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270" name="Line 22">
                      <a:extLst>
                        <a:ext uri="{FF2B5EF4-FFF2-40B4-BE49-F238E27FC236}">
                          <a16:creationId xmlns:a16="http://schemas.microsoft.com/office/drawing/2014/main" id="{4B13CBEB-E2D4-42BF-B333-8A387B0C2AB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6730848" y="3866038"/>
                      <a:ext cx="0" cy="1701610"/>
                    </a:xfrm>
                    <a:prstGeom prst="line">
                      <a:avLst/>
                    </a:prstGeom>
                    <a:noFill/>
                    <a:ln w="15875" cap="rnd">
                      <a:solidFill>
                        <a:srgbClr val="262626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vert="horz" wrap="square" lIns="82951" tIns="41475" rIns="82951" bIns="41475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 sz="127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59" name="Line 33">
                    <a:extLst>
                      <a:ext uri="{FF2B5EF4-FFF2-40B4-BE49-F238E27FC236}">
                        <a16:creationId xmlns:a16="http://schemas.microsoft.com/office/drawing/2014/main" id="{96445F04-B859-4C0F-B254-7228AA46C5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7071" y="4137778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0" name="Rectangle 92">
                    <a:extLst>
                      <a:ext uri="{FF2B5EF4-FFF2-40B4-BE49-F238E27FC236}">
                        <a16:creationId xmlns:a16="http://schemas.microsoft.com/office/drawing/2014/main" id="{CD888BFA-F72A-4D8E-A86E-2A84303DA7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1209" y="4047750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8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1" name="Line 33">
                    <a:extLst>
                      <a:ext uri="{FF2B5EF4-FFF2-40B4-BE49-F238E27FC236}">
                        <a16:creationId xmlns:a16="http://schemas.microsoft.com/office/drawing/2014/main" id="{0CCD5E39-E3F3-4A00-B2A0-9D8F51077F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93436" y="5848766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2" name="Rectangle 92">
                    <a:extLst>
                      <a:ext uri="{FF2B5EF4-FFF2-40B4-BE49-F238E27FC236}">
                        <a16:creationId xmlns:a16="http://schemas.microsoft.com/office/drawing/2014/main" id="{DD3AA2CA-D855-4A41-8B10-CECC91E216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62739" y="5749719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ko-KR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0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3" name="Line 33">
                    <a:extLst>
                      <a:ext uri="{FF2B5EF4-FFF2-40B4-BE49-F238E27FC236}">
                        <a16:creationId xmlns:a16="http://schemas.microsoft.com/office/drawing/2014/main" id="{49C896CC-1D68-4BC4-84E3-F21FBCB844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7071" y="45648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4" name="Line 33">
                    <a:extLst>
                      <a:ext uri="{FF2B5EF4-FFF2-40B4-BE49-F238E27FC236}">
                        <a16:creationId xmlns:a16="http://schemas.microsoft.com/office/drawing/2014/main" id="{CF0D2753-D453-41F2-93A4-75553E4123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8800" y="49932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5" name="Line 33">
                    <a:extLst>
                      <a:ext uri="{FF2B5EF4-FFF2-40B4-BE49-F238E27FC236}">
                        <a16:creationId xmlns:a16="http://schemas.microsoft.com/office/drawing/2014/main" id="{D82C4495-6ABB-4E6D-A4FD-DF235F2D24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88800" y="5421600"/>
                    <a:ext cx="63447" cy="0"/>
                  </a:xfrm>
                  <a:prstGeom prst="line">
                    <a:avLst/>
                  </a:prstGeom>
                  <a:noFill/>
                  <a:ln w="15875" cap="rnd">
                    <a:solidFill>
                      <a:srgbClr val="262626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none" lIns="82951" tIns="41475" rIns="82951" bIns="41475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 sz="127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" name="Rectangle 92">
                    <a:extLst>
                      <a:ext uri="{FF2B5EF4-FFF2-40B4-BE49-F238E27FC236}">
                        <a16:creationId xmlns:a16="http://schemas.microsoft.com/office/drawing/2014/main" id="{DB004B75-D0DD-4812-B147-505C8C9556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7392" y="4474758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6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7" name="Rectangle 92">
                    <a:extLst>
                      <a:ext uri="{FF2B5EF4-FFF2-40B4-BE49-F238E27FC236}">
                        <a16:creationId xmlns:a16="http://schemas.microsoft.com/office/drawing/2014/main" id="{F7866560-0CE6-499C-96E0-A0EAA0E81D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57392" y="4892564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4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8" name="Rectangle 92">
                    <a:extLst>
                      <a:ext uri="{FF2B5EF4-FFF2-40B4-BE49-F238E27FC236}">
                        <a16:creationId xmlns:a16="http://schemas.microsoft.com/office/drawing/2014/main" id="{42A94EE7-FDB8-4C72-84FA-48789E50E3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47912" y="5319539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2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49" name="직사각형 248">
                  <a:extLst>
                    <a:ext uri="{FF2B5EF4-FFF2-40B4-BE49-F238E27FC236}">
                      <a16:creationId xmlns:a16="http://schemas.microsoft.com/office/drawing/2014/main" id="{16ED9EEA-D3ED-4A7A-B9F5-14DB299E1E7F}"/>
                    </a:ext>
                  </a:extLst>
                </p:cNvPr>
                <p:cNvSpPr/>
                <p:nvPr/>
              </p:nvSpPr>
              <p:spPr>
                <a:xfrm rot="16200000">
                  <a:off x="618114" y="4909986"/>
                  <a:ext cx="545021" cy="2234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ct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PI [%]</a:t>
                  </a:r>
                </a:p>
              </p:txBody>
            </p:sp>
            <p:sp>
              <p:nvSpPr>
                <p:cNvPr id="250" name="오른쪽 중괄호 249">
                  <a:extLst>
                    <a:ext uri="{FF2B5EF4-FFF2-40B4-BE49-F238E27FC236}">
                      <a16:creationId xmlns:a16="http://schemas.microsoft.com/office/drawing/2014/main" id="{404059A0-BEB7-4D1D-A0D8-827F2367977B}"/>
                    </a:ext>
                  </a:extLst>
                </p:cNvPr>
                <p:cNvSpPr/>
                <p:nvPr/>
              </p:nvSpPr>
              <p:spPr>
                <a:xfrm rot="16200000">
                  <a:off x="1481886" y="3661309"/>
                  <a:ext cx="242368" cy="487298"/>
                </a:xfrm>
                <a:prstGeom prst="rightBrace">
                  <a:avLst>
                    <a:gd name="adj1" fmla="val 23075"/>
                    <a:gd name="adj2" fmla="val 46149"/>
                  </a:avLst>
                </a:prstGeom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33" dirty="0"/>
                </a:p>
              </p:txBody>
            </p:sp>
            <p:sp>
              <p:nvSpPr>
                <p:cNvPr id="251" name="오른쪽 중괄호 250">
                  <a:extLst>
                    <a:ext uri="{FF2B5EF4-FFF2-40B4-BE49-F238E27FC236}">
                      <a16:creationId xmlns:a16="http://schemas.microsoft.com/office/drawing/2014/main" id="{048763BE-E6A4-46A3-BEA1-8ED8E9261F16}"/>
                    </a:ext>
                  </a:extLst>
                </p:cNvPr>
                <p:cNvSpPr/>
                <p:nvPr/>
              </p:nvSpPr>
              <p:spPr>
                <a:xfrm rot="16200000">
                  <a:off x="2709746" y="2924505"/>
                  <a:ext cx="242368" cy="1960904"/>
                </a:xfrm>
                <a:prstGeom prst="rightBrace">
                  <a:avLst>
                    <a:gd name="adj1" fmla="val 23075"/>
                    <a:gd name="adj2" fmla="val 46149"/>
                  </a:avLst>
                </a:prstGeom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33" dirty="0"/>
                </a:p>
              </p:txBody>
            </p:sp>
            <p:sp>
              <p:nvSpPr>
                <p:cNvPr id="252" name="오른쪽 중괄호 251">
                  <a:extLst>
                    <a:ext uri="{FF2B5EF4-FFF2-40B4-BE49-F238E27FC236}">
                      <a16:creationId xmlns:a16="http://schemas.microsoft.com/office/drawing/2014/main" id="{329765D0-F892-40AA-99E5-0CB552E2AC5B}"/>
                    </a:ext>
                  </a:extLst>
                </p:cNvPr>
                <p:cNvSpPr/>
                <p:nvPr/>
              </p:nvSpPr>
              <p:spPr>
                <a:xfrm rot="16200000">
                  <a:off x="4178319" y="3414406"/>
                  <a:ext cx="242368" cy="981102"/>
                </a:xfrm>
                <a:prstGeom prst="rightBrace">
                  <a:avLst>
                    <a:gd name="adj1" fmla="val 23075"/>
                    <a:gd name="adj2" fmla="val 46149"/>
                  </a:avLst>
                </a:prstGeom>
                <a:ln w="158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33" dirty="0"/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6FD3D25F-FBFE-480A-9E9B-4D07C35615EB}"/>
                    </a:ext>
                  </a:extLst>
                </p:cNvPr>
                <p:cNvSpPr txBox="1"/>
                <p:nvPr/>
              </p:nvSpPr>
              <p:spPr>
                <a:xfrm>
                  <a:off x="2354240" y="3434080"/>
                  <a:ext cx="819135" cy="2234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Occlusion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32FB3923-72DD-4C99-BAF0-E500FD467514}"/>
                    </a:ext>
                  </a:extLst>
                </p:cNvPr>
                <p:cNvSpPr txBox="1"/>
                <p:nvPr/>
              </p:nvSpPr>
              <p:spPr>
                <a:xfrm>
                  <a:off x="3880324" y="3434080"/>
                  <a:ext cx="686085" cy="2234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Release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E8474C66-3D85-4423-8A0A-4BC0EAD91C86}"/>
                    </a:ext>
                  </a:extLst>
                </p:cNvPr>
                <p:cNvSpPr txBox="1"/>
                <p:nvPr/>
              </p:nvSpPr>
              <p:spPr>
                <a:xfrm>
                  <a:off x="1235257" y="3434080"/>
                  <a:ext cx="716543" cy="223459"/>
                </a:xfrm>
                <a:prstGeom prst="rect">
                  <a:avLst/>
                </a:prstGeom>
                <a:noFill/>
                <a:scene3d>
                  <a:camera prst="orthographicFront">
                    <a:rot lat="0" lon="0" rev="0"/>
                  </a:camera>
                  <a:lightRig rig="threePt" dir="t"/>
                </a:scene3d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1452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Baseline</a:t>
                  </a:r>
                </a:p>
              </p:txBody>
            </p:sp>
            <p:cxnSp>
              <p:nvCxnSpPr>
                <p:cNvPr id="256" name="직선 연결선 255">
                  <a:extLst>
                    <a:ext uri="{FF2B5EF4-FFF2-40B4-BE49-F238E27FC236}">
                      <a16:creationId xmlns:a16="http://schemas.microsoft.com/office/drawing/2014/main" id="{CC873FF0-A742-471F-9E58-D78468FFFF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50281" y="4040513"/>
                  <a:ext cx="2538" cy="181080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50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직선 연결선 256">
                  <a:extLst>
                    <a:ext uri="{FF2B5EF4-FFF2-40B4-BE49-F238E27FC236}">
                      <a16:creationId xmlns:a16="http://schemas.microsoft.com/office/drawing/2014/main" id="{F9107FA1-5284-4843-8CD2-991D694FC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05564" y="4042248"/>
                  <a:ext cx="2538" cy="181080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50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9EBAB216-F72D-447A-AC7D-81A7F687659F}"/>
                  </a:ext>
                </a:extLst>
              </p:cNvPr>
              <p:cNvGrpSpPr/>
              <p:nvPr/>
            </p:nvGrpSpPr>
            <p:grpSpPr>
              <a:xfrm>
                <a:off x="9735991" y="1022300"/>
                <a:ext cx="1763173" cy="293628"/>
                <a:chOff x="10364667" y="876204"/>
                <a:chExt cx="1763173" cy="293628"/>
              </a:xfrm>
            </p:grpSpPr>
            <p:cxnSp>
              <p:nvCxnSpPr>
                <p:cNvPr id="244" name="직선 연결선 243">
                  <a:extLst>
                    <a:ext uri="{FF2B5EF4-FFF2-40B4-BE49-F238E27FC236}">
                      <a16:creationId xmlns:a16="http://schemas.microsoft.com/office/drawing/2014/main" id="{B5AA33D9-6E91-400B-846D-F5BE3E88DB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64686" y="946953"/>
                  <a:ext cx="195359" cy="0"/>
                </a:xfrm>
                <a:prstGeom prst="line">
                  <a:avLst/>
                </a:prstGeom>
                <a:ln w="19050" cap="rnd">
                  <a:solidFill>
                    <a:srgbClr val="FF0000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직사각형 244">
                  <a:extLst>
                    <a:ext uri="{FF2B5EF4-FFF2-40B4-BE49-F238E27FC236}">
                      <a16:creationId xmlns:a16="http://schemas.microsoft.com/office/drawing/2014/main" id="{CAD2E812-8408-463F-9271-F392ADEB0757}"/>
                    </a:ext>
                  </a:extLst>
                </p:cNvPr>
                <p:cNvSpPr/>
                <p:nvPr/>
              </p:nvSpPr>
              <p:spPr>
                <a:xfrm>
                  <a:off x="10613002" y="876204"/>
                  <a:ext cx="1176604" cy="1535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998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AC(rms) / DC(mean)</a:t>
                  </a:r>
                </a:p>
              </p:txBody>
            </p:sp>
            <p:cxnSp>
              <p:nvCxnSpPr>
                <p:cNvPr id="246" name="직선 연결선 245">
                  <a:extLst>
                    <a:ext uri="{FF2B5EF4-FFF2-40B4-BE49-F238E27FC236}">
                      <a16:creationId xmlns:a16="http://schemas.microsoft.com/office/drawing/2014/main" id="{04D0FEE0-3ABA-413F-8D3A-0FAB736744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64667" y="1093048"/>
                  <a:ext cx="195359" cy="0"/>
                </a:xfrm>
                <a:prstGeom prst="line">
                  <a:avLst/>
                </a:prstGeom>
                <a:ln w="19050" cap="rnd">
                  <a:solidFill>
                    <a:srgbClr val="007F00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7" name="직사각형 246">
                  <a:extLst>
                    <a:ext uri="{FF2B5EF4-FFF2-40B4-BE49-F238E27FC236}">
                      <a16:creationId xmlns:a16="http://schemas.microsoft.com/office/drawing/2014/main" id="{64A0BC72-7D53-414B-BBF5-8EE5245C2490}"/>
                    </a:ext>
                  </a:extLst>
                </p:cNvPr>
                <p:cNvSpPr/>
                <p:nvPr/>
              </p:nvSpPr>
              <p:spPr>
                <a:xfrm>
                  <a:off x="10613002" y="1016264"/>
                  <a:ext cx="1514838" cy="1535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998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AC(amplitude) / DC(mean)</a:t>
                  </a:r>
                  <a:endParaRPr lang="en-US" altLang="ko-KR" sz="998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441780DB-14A8-4686-8ABA-B7D8C0E0845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176345" y="1388255"/>
                <a:ext cx="3408242" cy="1614430"/>
                <a:chOff x="6480175" y="3849688"/>
                <a:chExt cx="3438526" cy="1628775"/>
              </a:xfrm>
            </p:grpSpPr>
            <p:sp>
              <p:nvSpPr>
                <p:cNvPr id="242" name="Freeform 339">
                  <a:extLst>
                    <a:ext uri="{FF2B5EF4-FFF2-40B4-BE49-F238E27FC236}">
                      <a16:creationId xmlns:a16="http://schemas.microsoft.com/office/drawing/2014/main" id="{81DBD7FB-E594-448F-AF1E-64B4FD1FD4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80175" y="3849688"/>
                  <a:ext cx="3438525" cy="1628775"/>
                </a:xfrm>
                <a:custGeom>
                  <a:avLst/>
                  <a:gdLst>
                    <a:gd name="T0" fmla="*/ 149 w 2166"/>
                    <a:gd name="T1" fmla="*/ 801 h 1026"/>
                    <a:gd name="T2" fmla="*/ 219 w 2166"/>
                    <a:gd name="T3" fmla="*/ 713 h 1026"/>
                    <a:gd name="T4" fmla="*/ 289 w 2166"/>
                    <a:gd name="T5" fmla="*/ 792 h 1026"/>
                    <a:gd name="T6" fmla="*/ 358 w 2166"/>
                    <a:gd name="T7" fmla="*/ 631 h 1026"/>
                    <a:gd name="T8" fmla="*/ 428 w 2166"/>
                    <a:gd name="T9" fmla="*/ 1021 h 1026"/>
                    <a:gd name="T10" fmla="*/ 498 w 2166"/>
                    <a:gd name="T11" fmla="*/ 1005 h 1026"/>
                    <a:gd name="T12" fmla="*/ 568 w 2166"/>
                    <a:gd name="T13" fmla="*/ 1005 h 1026"/>
                    <a:gd name="T14" fmla="*/ 637 w 2166"/>
                    <a:gd name="T15" fmla="*/ 1007 h 1026"/>
                    <a:gd name="T16" fmla="*/ 707 w 2166"/>
                    <a:gd name="T17" fmla="*/ 1021 h 1026"/>
                    <a:gd name="T18" fmla="*/ 777 w 2166"/>
                    <a:gd name="T19" fmla="*/ 1019 h 1026"/>
                    <a:gd name="T20" fmla="*/ 847 w 2166"/>
                    <a:gd name="T21" fmla="*/ 1020 h 1026"/>
                    <a:gd name="T22" fmla="*/ 916 w 2166"/>
                    <a:gd name="T23" fmla="*/ 1022 h 1026"/>
                    <a:gd name="T24" fmla="*/ 986 w 2166"/>
                    <a:gd name="T25" fmla="*/ 1014 h 1026"/>
                    <a:gd name="T26" fmla="*/ 1056 w 2166"/>
                    <a:gd name="T27" fmla="*/ 1012 h 1026"/>
                    <a:gd name="T28" fmla="*/ 1126 w 2166"/>
                    <a:gd name="T29" fmla="*/ 1016 h 1026"/>
                    <a:gd name="T30" fmla="*/ 1196 w 2166"/>
                    <a:gd name="T31" fmla="*/ 1016 h 1026"/>
                    <a:gd name="T32" fmla="*/ 1265 w 2166"/>
                    <a:gd name="T33" fmla="*/ 1020 h 1026"/>
                    <a:gd name="T34" fmla="*/ 1335 w 2166"/>
                    <a:gd name="T35" fmla="*/ 1020 h 1026"/>
                    <a:gd name="T36" fmla="*/ 1405 w 2166"/>
                    <a:gd name="T37" fmla="*/ 1014 h 1026"/>
                    <a:gd name="T38" fmla="*/ 1475 w 2166"/>
                    <a:gd name="T39" fmla="*/ 1023 h 1026"/>
                    <a:gd name="T40" fmla="*/ 1544 w 2166"/>
                    <a:gd name="T41" fmla="*/ 1019 h 1026"/>
                    <a:gd name="T42" fmla="*/ 1614 w 2166"/>
                    <a:gd name="T43" fmla="*/ 723 h 1026"/>
                    <a:gd name="T44" fmla="*/ 1684 w 2166"/>
                    <a:gd name="T45" fmla="*/ 796 h 1026"/>
                    <a:gd name="T46" fmla="*/ 1754 w 2166"/>
                    <a:gd name="T47" fmla="*/ 714 h 1026"/>
                    <a:gd name="T48" fmla="*/ 1824 w 2166"/>
                    <a:gd name="T49" fmla="*/ 646 h 1026"/>
                    <a:gd name="T50" fmla="*/ 1893 w 2166"/>
                    <a:gd name="T51" fmla="*/ 726 h 1026"/>
                    <a:gd name="T52" fmla="*/ 1963 w 2166"/>
                    <a:gd name="T53" fmla="*/ 695 h 1026"/>
                    <a:gd name="T54" fmla="*/ 2033 w 2166"/>
                    <a:gd name="T55" fmla="*/ 721 h 1026"/>
                    <a:gd name="T56" fmla="*/ 2103 w 2166"/>
                    <a:gd name="T57" fmla="*/ 718 h 1026"/>
                    <a:gd name="T58" fmla="*/ 2166 w 2166"/>
                    <a:gd name="T59" fmla="*/ 694 h 1026"/>
                    <a:gd name="T60" fmla="*/ 2107 w 2166"/>
                    <a:gd name="T61" fmla="*/ 680 h 1026"/>
                    <a:gd name="T62" fmla="*/ 2038 w 2166"/>
                    <a:gd name="T63" fmla="*/ 647 h 1026"/>
                    <a:gd name="T64" fmla="*/ 1968 w 2166"/>
                    <a:gd name="T65" fmla="*/ 622 h 1026"/>
                    <a:gd name="T66" fmla="*/ 1898 w 2166"/>
                    <a:gd name="T67" fmla="*/ 631 h 1026"/>
                    <a:gd name="T68" fmla="*/ 1828 w 2166"/>
                    <a:gd name="T69" fmla="*/ 622 h 1026"/>
                    <a:gd name="T70" fmla="*/ 1758 w 2166"/>
                    <a:gd name="T71" fmla="*/ 581 h 1026"/>
                    <a:gd name="T72" fmla="*/ 1689 w 2166"/>
                    <a:gd name="T73" fmla="*/ 708 h 1026"/>
                    <a:gd name="T74" fmla="*/ 1619 w 2166"/>
                    <a:gd name="T75" fmla="*/ 766 h 1026"/>
                    <a:gd name="T76" fmla="*/ 1549 w 2166"/>
                    <a:gd name="T77" fmla="*/ 985 h 1026"/>
                    <a:gd name="T78" fmla="*/ 1479 w 2166"/>
                    <a:gd name="T79" fmla="*/ 1005 h 1026"/>
                    <a:gd name="T80" fmla="*/ 1410 w 2166"/>
                    <a:gd name="T81" fmla="*/ 1005 h 1026"/>
                    <a:gd name="T82" fmla="*/ 1340 w 2166"/>
                    <a:gd name="T83" fmla="*/ 1009 h 1026"/>
                    <a:gd name="T84" fmla="*/ 1270 w 2166"/>
                    <a:gd name="T85" fmla="*/ 1011 h 1026"/>
                    <a:gd name="T86" fmla="*/ 1200 w 2166"/>
                    <a:gd name="T87" fmla="*/ 1008 h 1026"/>
                    <a:gd name="T88" fmla="*/ 1131 w 2166"/>
                    <a:gd name="T89" fmla="*/ 1013 h 1026"/>
                    <a:gd name="T90" fmla="*/ 1061 w 2166"/>
                    <a:gd name="T91" fmla="*/ 1009 h 1026"/>
                    <a:gd name="T92" fmla="*/ 991 w 2166"/>
                    <a:gd name="T93" fmla="*/ 991 h 1026"/>
                    <a:gd name="T94" fmla="*/ 921 w 2166"/>
                    <a:gd name="T95" fmla="*/ 1011 h 1026"/>
                    <a:gd name="T96" fmla="*/ 852 w 2166"/>
                    <a:gd name="T97" fmla="*/ 1004 h 1026"/>
                    <a:gd name="T98" fmla="*/ 782 w 2166"/>
                    <a:gd name="T99" fmla="*/ 1004 h 1026"/>
                    <a:gd name="T100" fmla="*/ 712 w 2166"/>
                    <a:gd name="T101" fmla="*/ 1008 h 1026"/>
                    <a:gd name="T102" fmla="*/ 642 w 2166"/>
                    <a:gd name="T103" fmla="*/ 990 h 1026"/>
                    <a:gd name="T104" fmla="*/ 573 w 2166"/>
                    <a:gd name="T105" fmla="*/ 976 h 1026"/>
                    <a:gd name="T106" fmla="*/ 503 w 2166"/>
                    <a:gd name="T107" fmla="*/ 949 h 1026"/>
                    <a:gd name="T108" fmla="*/ 433 w 2166"/>
                    <a:gd name="T109" fmla="*/ 922 h 1026"/>
                    <a:gd name="T110" fmla="*/ 363 w 2166"/>
                    <a:gd name="T111" fmla="*/ 515 h 1026"/>
                    <a:gd name="T112" fmla="*/ 294 w 2166"/>
                    <a:gd name="T113" fmla="*/ 645 h 1026"/>
                    <a:gd name="T114" fmla="*/ 224 w 2166"/>
                    <a:gd name="T115" fmla="*/ 654 h 1026"/>
                    <a:gd name="T116" fmla="*/ 154 w 2166"/>
                    <a:gd name="T117" fmla="*/ 752 h 1026"/>
                    <a:gd name="T118" fmla="*/ 84 w 2166"/>
                    <a:gd name="T119" fmla="*/ 660 h 1026"/>
                    <a:gd name="T120" fmla="*/ 15 w 2166"/>
                    <a:gd name="T121" fmla="*/ 669 h 1026"/>
                    <a:gd name="T122" fmla="*/ 53 w 2166"/>
                    <a:gd name="T123" fmla="*/ 796 h 10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2166" h="1026">
                      <a:moveTo>
                        <a:pt x="82" y="812"/>
                      </a:moveTo>
                      <a:lnTo>
                        <a:pt x="84" y="815"/>
                      </a:lnTo>
                      <a:lnTo>
                        <a:pt x="87" y="814"/>
                      </a:lnTo>
                      <a:lnTo>
                        <a:pt x="89" y="814"/>
                      </a:lnTo>
                      <a:lnTo>
                        <a:pt x="92" y="832"/>
                      </a:lnTo>
                      <a:lnTo>
                        <a:pt x="94" y="827"/>
                      </a:lnTo>
                      <a:lnTo>
                        <a:pt x="96" y="825"/>
                      </a:lnTo>
                      <a:lnTo>
                        <a:pt x="99" y="817"/>
                      </a:lnTo>
                      <a:lnTo>
                        <a:pt x="101" y="807"/>
                      </a:lnTo>
                      <a:lnTo>
                        <a:pt x="104" y="797"/>
                      </a:lnTo>
                      <a:lnTo>
                        <a:pt x="106" y="768"/>
                      </a:lnTo>
                      <a:lnTo>
                        <a:pt x="108" y="773"/>
                      </a:lnTo>
                      <a:lnTo>
                        <a:pt x="111" y="740"/>
                      </a:lnTo>
                      <a:lnTo>
                        <a:pt x="113" y="732"/>
                      </a:lnTo>
                      <a:lnTo>
                        <a:pt x="115" y="734"/>
                      </a:lnTo>
                      <a:lnTo>
                        <a:pt x="118" y="730"/>
                      </a:lnTo>
                      <a:lnTo>
                        <a:pt x="120" y="716"/>
                      </a:lnTo>
                      <a:lnTo>
                        <a:pt x="123" y="723"/>
                      </a:lnTo>
                      <a:lnTo>
                        <a:pt x="125" y="723"/>
                      </a:lnTo>
                      <a:lnTo>
                        <a:pt x="128" y="710"/>
                      </a:lnTo>
                      <a:lnTo>
                        <a:pt x="130" y="729"/>
                      </a:lnTo>
                      <a:lnTo>
                        <a:pt x="132" y="727"/>
                      </a:lnTo>
                      <a:lnTo>
                        <a:pt x="135" y="727"/>
                      </a:lnTo>
                      <a:lnTo>
                        <a:pt x="137" y="747"/>
                      </a:lnTo>
                      <a:lnTo>
                        <a:pt x="140" y="748"/>
                      </a:lnTo>
                      <a:lnTo>
                        <a:pt x="142" y="749"/>
                      </a:lnTo>
                      <a:lnTo>
                        <a:pt x="144" y="767"/>
                      </a:lnTo>
                      <a:lnTo>
                        <a:pt x="147" y="768"/>
                      </a:lnTo>
                      <a:lnTo>
                        <a:pt x="149" y="801"/>
                      </a:lnTo>
                      <a:lnTo>
                        <a:pt x="152" y="801"/>
                      </a:lnTo>
                      <a:lnTo>
                        <a:pt x="154" y="796"/>
                      </a:lnTo>
                      <a:lnTo>
                        <a:pt x="156" y="804"/>
                      </a:lnTo>
                      <a:lnTo>
                        <a:pt x="159" y="804"/>
                      </a:lnTo>
                      <a:lnTo>
                        <a:pt x="161" y="801"/>
                      </a:lnTo>
                      <a:lnTo>
                        <a:pt x="164" y="801"/>
                      </a:lnTo>
                      <a:lnTo>
                        <a:pt x="166" y="798"/>
                      </a:lnTo>
                      <a:lnTo>
                        <a:pt x="169" y="804"/>
                      </a:lnTo>
                      <a:lnTo>
                        <a:pt x="171" y="804"/>
                      </a:lnTo>
                      <a:lnTo>
                        <a:pt x="173" y="799"/>
                      </a:lnTo>
                      <a:lnTo>
                        <a:pt x="176" y="804"/>
                      </a:lnTo>
                      <a:lnTo>
                        <a:pt x="178" y="806"/>
                      </a:lnTo>
                      <a:lnTo>
                        <a:pt x="181" y="799"/>
                      </a:lnTo>
                      <a:lnTo>
                        <a:pt x="183" y="763"/>
                      </a:lnTo>
                      <a:lnTo>
                        <a:pt x="185" y="763"/>
                      </a:lnTo>
                      <a:lnTo>
                        <a:pt x="188" y="752"/>
                      </a:lnTo>
                      <a:lnTo>
                        <a:pt x="190" y="731"/>
                      </a:lnTo>
                      <a:lnTo>
                        <a:pt x="193" y="729"/>
                      </a:lnTo>
                      <a:lnTo>
                        <a:pt x="195" y="723"/>
                      </a:lnTo>
                      <a:lnTo>
                        <a:pt x="197" y="723"/>
                      </a:lnTo>
                      <a:lnTo>
                        <a:pt x="200" y="733"/>
                      </a:lnTo>
                      <a:lnTo>
                        <a:pt x="202" y="731"/>
                      </a:lnTo>
                      <a:lnTo>
                        <a:pt x="205" y="731"/>
                      </a:lnTo>
                      <a:lnTo>
                        <a:pt x="207" y="740"/>
                      </a:lnTo>
                      <a:lnTo>
                        <a:pt x="209" y="721"/>
                      </a:lnTo>
                      <a:lnTo>
                        <a:pt x="212" y="721"/>
                      </a:lnTo>
                      <a:lnTo>
                        <a:pt x="214" y="722"/>
                      </a:lnTo>
                      <a:lnTo>
                        <a:pt x="217" y="715"/>
                      </a:lnTo>
                      <a:lnTo>
                        <a:pt x="219" y="713"/>
                      </a:lnTo>
                      <a:lnTo>
                        <a:pt x="222" y="714"/>
                      </a:lnTo>
                      <a:lnTo>
                        <a:pt x="224" y="689"/>
                      </a:lnTo>
                      <a:lnTo>
                        <a:pt x="226" y="697"/>
                      </a:lnTo>
                      <a:lnTo>
                        <a:pt x="229" y="697"/>
                      </a:lnTo>
                      <a:lnTo>
                        <a:pt x="231" y="688"/>
                      </a:lnTo>
                      <a:lnTo>
                        <a:pt x="234" y="716"/>
                      </a:lnTo>
                      <a:lnTo>
                        <a:pt x="236" y="716"/>
                      </a:lnTo>
                      <a:lnTo>
                        <a:pt x="238" y="715"/>
                      </a:lnTo>
                      <a:lnTo>
                        <a:pt x="241" y="733"/>
                      </a:lnTo>
                      <a:lnTo>
                        <a:pt x="243" y="733"/>
                      </a:lnTo>
                      <a:lnTo>
                        <a:pt x="246" y="732"/>
                      </a:lnTo>
                      <a:lnTo>
                        <a:pt x="248" y="759"/>
                      </a:lnTo>
                      <a:lnTo>
                        <a:pt x="250" y="759"/>
                      </a:lnTo>
                      <a:lnTo>
                        <a:pt x="253" y="754"/>
                      </a:lnTo>
                      <a:lnTo>
                        <a:pt x="255" y="764"/>
                      </a:lnTo>
                      <a:lnTo>
                        <a:pt x="258" y="763"/>
                      </a:lnTo>
                      <a:lnTo>
                        <a:pt x="260" y="753"/>
                      </a:lnTo>
                      <a:lnTo>
                        <a:pt x="263" y="760"/>
                      </a:lnTo>
                      <a:lnTo>
                        <a:pt x="265" y="759"/>
                      </a:lnTo>
                      <a:lnTo>
                        <a:pt x="267" y="757"/>
                      </a:lnTo>
                      <a:lnTo>
                        <a:pt x="270" y="777"/>
                      </a:lnTo>
                      <a:lnTo>
                        <a:pt x="272" y="783"/>
                      </a:lnTo>
                      <a:lnTo>
                        <a:pt x="275" y="783"/>
                      </a:lnTo>
                      <a:lnTo>
                        <a:pt x="277" y="795"/>
                      </a:lnTo>
                      <a:lnTo>
                        <a:pt x="279" y="785"/>
                      </a:lnTo>
                      <a:lnTo>
                        <a:pt x="282" y="785"/>
                      </a:lnTo>
                      <a:lnTo>
                        <a:pt x="284" y="792"/>
                      </a:lnTo>
                      <a:lnTo>
                        <a:pt x="287" y="795"/>
                      </a:lnTo>
                      <a:lnTo>
                        <a:pt x="289" y="792"/>
                      </a:lnTo>
                      <a:lnTo>
                        <a:pt x="291" y="792"/>
                      </a:lnTo>
                      <a:lnTo>
                        <a:pt x="294" y="810"/>
                      </a:lnTo>
                      <a:lnTo>
                        <a:pt x="296" y="801"/>
                      </a:lnTo>
                      <a:lnTo>
                        <a:pt x="299" y="793"/>
                      </a:lnTo>
                      <a:lnTo>
                        <a:pt x="301" y="783"/>
                      </a:lnTo>
                      <a:lnTo>
                        <a:pt x="303" y="779"/>
                      </a:lnTo>
                      <a:lnTo>
                        <a:pt x="306" y="776"/>
                      </a:lnTo>
                      <a:lnTo>
                        <a:pt x="308" y="783"/>
                      </a:lnTo>
                      <a:lnTo>
                        <a:pt x="311" y="786"/>
                      </a:lnTo>
                      <a:lnTo>
                        <a:pt x="313" y="786"/>
                      </a:lnTo>
                      <a:lnTo>
                        <a:pt x="315" y="786"/>
                      </a:lnTo>
                      <a:lnTo>
                        <a:pt x="318" y="772"/>
                      </a:lnTo>
                      <a:lnTo>
                        <a:pt x="320" y="772"/>
                      </a:lnTo>
                      <a:lnTo>
                        <a:pt x="323" y="772"/>
                      </a:lnTo>
                      <a:lnTo>
                        <a:pt x="325" y="772"/>
                      </a:lnTo>
                      <a:lnTo>
                        <a:pt x="327" y="777"/>
                      </a:lnTo>
                      <a:lnTo>
                        <a:pt x="330" y="777"/>
                      </a:lnTo>
                      <a:lnTo>
                        <a:pt x="332" y="777"/>
                      </a:lnTo>
                      <a:lnTo>
                        <a:pt x="335" y="790"/>
                      </a:lnTo>
                      <a:lnTo>
                        <a:pt x="337" y="779"/>
                      </a:lnTo>
                      <a:lnTo>
                        <a:pt x="339" y="730"/>
                      </a:lnTo>
                      <a:lnTo>
                        <a:pt x="342" y="678"/>
                      </a:lnTo>
                      <a:lnTo>
                        <a:pt x="344" y="707"/>
                      </a:lnTo>
                      <a:lnTo>
                        <a:pt x="347" y="723"/>
                      </a:lnTo>
                      <a:lnTo>
                        <a:pt x="349" y="722"/>
                      </a:lnTo>
                      <a:lnTo>
                        <a:pt x="351" y="709"/>
                      </a:lnTo>
                      <a:lnTo>
                        <a:pt x="354" y="681"/>
                      </a:lnTo>
                      <a:lnTo>
                        <a:pt x="356" y="667"/>
                      </a:lnTo>
                      <a:lnTo>
                        <a:pt x="358" y="631"/>
                      </a:lnTo>
                      <a:lnTo>
                        <a:pt x="361" y="600"/>
                      </a:lnTo>
                      <a:lnTo>
                        <a:pt x="363" y="600"/>
                      </a:lnTo>
                      <a:lnTo>
                        <a:pt x="366" y="587"/>
                      </a:lnTo>
                      <a:lnTo>
                        <a:pt x="368" y="575"/>
                      </a:lnTo>
                      <a:lnTo>
                        <a:pt x="370" y="619"/>
                      </a:lnTo>
                      <a:lnTo>
                        <a:pt x="373" y="611"/>
                      </a:lnTo>
                      <a:lnTo>
                        <a:pt x="375" y="608"/>
                      </a:lnTo>
                      <a:lnTo>
                        <a:pt x="378" y="608"/>
                      </a:lnTo>
                      <a:lnTo>
                        <a:pt x="380" y="637"/>
                      </a:lnTo>
                      <a:lnTo>
                        <a:pt x="382" y="683"/>
                      </a:lnTo>
                      <a:lnTo>
                        <a:pt x="385" y="734"/>
                      </a:lnTo>
                      <a:lnTo>
                        <a:pt x="387" y="787"/>
                      </a:lnTo>
                      <a:lnTo>
                        <a:pt x="390" y="852"/>
                      </a:lnTo>
                      <a:lnTo>
                        <a:pt x="392" y="900"/>
                      </a:lnTo>
                      <a:lnTo>
                        <a:pt x="395" y="935"/>
                      </a:lnTo>
                      <a:lnTo>
                        <a:pt x="397" y="956"/>
                      </a:lnTo>
                      <a:lnTo>
                        <a:pt x="399" y="977"/>
                      </a:lnTo>
                      <a:lnTo>
                        <a:pt x="402" y="993"/>
                      </a:lnTo>
                      <a:lnTo>
                        <a:pt x="404" y="990"/>
                      </a:lnTo>
                      <a:lnTo>
                        <a:pt x="407" y="993"/>
                      </a:lnTo>
                      <a:lnTo>
                        <a:pt x="409" y="988"/>
                      </a:lnTo>
                      <a:lnTo>
                        <a:pt x="411" y="982"/>
                      </a:lnTo>
                      <a:lnTo>
                        <a:pt x="414" y="984"/>
                      </a:lnTo>
                      <a:lnTo>
                        <a:pt x="416" y="991"/>
                      </a:lnTo>
                      <a:lnTo>
                        <a:pt x="419" y="1008"/>
                      </a:lnTo>
                      <a:lnTo>
                        <a:pt x="421" y="1013"/>
                      </a:lnTo>
                      <a:lnTo>
                        <a:pt x="423" y="1019"/>
                      </a:lnTo>
                      <a:lnTo>
                        <a:pt x="426" y="1020"/>
                      </a:lnTo>
                      <a:lnTo>
                        <a:pt x="428" y="1021"/>
                      </a:lnTo>
                      <a:lnTo>
                        <a:pt x="431" y="1020"/>
                      </a:lnTo>
                      <a:lnTo>
                        <a:pt x="433" y="1019"/>
                      </a:lnTo>
                      <a:lnTo>
                        <a:pt x="436" y="1014"/>
                      </a:lnTo>
                      <a:lnTo>
                        <a:pt x="438" y="1012"/>
                      </a:lnTo>
                      <a:lnTo>
                        <a:pt x="440" y="1010"/>
                      </a:lnTo>
                      <a:lnTo>
                        <a:pt x="443" y="1006"/>
                      </a:lnTo>
                      <a:lnTo>
                        <a:pt x="445" y="1005"/>
                      </a:lnTo>
                      <a:lnTo>
                        <a:pt x="448" y="1003"/>
                      </a:lnTo>
                      <a:lnTo>
                        <a:pt x="450" y="1002"/>
                      </a:lnTo>
                      <a:lnTo>
                        <a:pt x="452" y="1003"/>
                      </a:lnTo>
                      <a:lnTo>
                        <a:pt x="455" y="1004"/>
                      </a:lnTo>
                      <a:lnTo>
                        <a:pt x="457" y="1005"/>
                      </a:lnTo>
                      <a:lnTo>
                        <a:pt x="460" y="1006"/>
                      </a:lnTo>
                      <a:lnTo>
                        <a:pt x="462" y="1006"/>
                      </a:lnTo>
                      <a:lnTo>
                        <a:pt x="464" y="1000"/>
                      </a:lnTo>
                      <a:lnTo>
                        <a:pt x="467" y="995"/>
                      </a:lnTo>
                      <a:lnTo>
                        <a:pt x="469" y="992"/>
                      </a:lnTo>
                      <a:lnTo>
                        <a:pt x="472" y="985"/>
                      </a:lnTo>
                      <a:lnTo>
                        <a:pt x="474" y="989"/>
                      </a:lnTo>
                      <a:lnTo>
                        <a:pt x="476" y="994"/>
                      </a:lnTo>
                      <a:lnTo>
                        <a:pt x="479" y="999"/>
                      </a:lnTo>
                      <a:lnTo>
                        <a:pt x="481" y="1000"/>
                      </a:lnTo>
                      <a:lnTo>
                        <a:pt x="484" y="1000"/>
                      </a:lnTo>
                      <a:lnTo>
                        <a:pt x="486" y="1000"/>
                      </a:lnTo>
                      <a:lnTo>
                        <a:pt x="489" y="1002"/>
                      </a:lnTo>
                      <a:lnTo>
                        <a:pt x="491" y="1005"/>
                      </a:lnTo>
                      <a:lnTo>
                        <a:pt x="493" y="1000"/>
                      </a:lnTo>
                      <a:lnTo>
                        <a:pt x="496" y="1004"/>
                      </a:lnTo>
                      <a:lnTo>
                        <a:pt x="498" y="1005"/>
                      </a:lnTo>
                      <a:lnTo>
                        <a:pt x="501" y="1003"/>
                      </a:lnTo>
                      <a:lnTo>
                        <a:pt x="503" y="999"/>
                      </a:lnTo>
                      <a:lnTo>
                        <a:pt x="505" y="997"/>
                      </a:lnTo>
                      <a:lnTo>
                        <a:pt x="508" y="994"/>
                      </a:lnTo>
                      <a:lnTo>
                        <a:pt x="510" y="994"/>
                      </a:lnTo>
                      <a:lnTo>
                        <a:pt x="513" y="986"/>
                      </a:lnTo>
                      <a:lnTo>
                        <a:pt x="515" y="988"/>
                      </a:lnTo>
                      <a:lnTo>
                        <a:pt x="517" y="996"/>
                      </a:lnTo>
                      <a:lnTo>
                        <a:pt x="520" y="1000"/>
                      </a:lnTo>
                      <a:lnTo>
                        <a:pt x="522" y="1008"/>
                      </a:lnTo>
                      <a:lnTo>
                        <a:pt x="525" y="1010"/>
                      </a:lnTo>
                      <a:lnTo>
                        <a:pt x="527" y="1010"/>
                      </a:lnTo>
                      <a:lnTo>
                        <a:pt x="530" y="1008"/>
                      </a:lnTo>
                      <a:lnTo>
                        <a:pt x="532" y="1007"/>
                      </a:lnTo>
                      <a:lnTo>
                        <a:pt x="534" y="1008"/>
                      </a:lnTo>
                      <a:lnTo>
                        <a:pt x="537" y="1007"/>
                      </a:lnTo>
                      <a:lnTo>
                        <a:pt x="539" y="1005"/>
                      </a:lnTo>
                      <a:lnTo>
                        <a:pt x="542" y="1001"/>
                      </a:lnTo>
                      <a:lnTo>
                        <a:pt x="544" y="1000"/>
                      </a:lnTo>
                      <a:lnTo>
                        <a:pt x="546" y="996"/>
                      </a:lnTo>
                      <a:lnTo>
                        <a:pt x="549" y="989"/>
                      </a:lnTo>
                      <a:lnTo>
                        <a:pt x="551" y="984"/>
                      </a:lnTo>
                      <a:lnTo>
                        <a:pt x="554" y="990"/>
                      </a:lnTo>
                      <a:lnTo>
                        <a:pt x="556" y="997"/>
                      </a:lnTo>
                      <a:lnTo>
                        <a:pt x="558" y="1001"/>
                      </a:lnTo>
                      <a:lnTo>
                        <a:pt x="561" y="1003"/>
                      </a:lnTo>
                      <a:lnTo>
                        <a:pt x="563" y="1002"/>
                      </a:lnTo>
                      <a:lnTo>
                        <a:pt x="566" y="1002"/>
                      </a:lnTo>
                      <a:lnTo>
                        <a:pt x="568" y="1005"/>
                      </a:lnTo>
                      <a:lnTo>
                        <a:pt x="570" y="1006"/>
                      </a:lnTo>
                      <a:lnTo>
                        <a:pt x="573" y="1007"/>
                      </a:lnTo>
                      <a:lnTo>
                        <a:pt x="575" y="1005"/>
                      </a:lnTo>
                      <a:lnTo>
                        <a:pt x="578" y="1005"/>
                      </a:lnTo>
                      <a:lnTo>
                        <a:pt x="580" y="1002"/>
                      </a:lnTo>
                      <a:lnTo>
                        <a:pt x="582" y="1000"/>
                      </a:lnTo>
                      <a:lnTo>
                        <a:pt x="585" y="1000"/>
                      </a:lnTo>
                      <a:lnTo>
                        <a:pt x="587" y="1000"/>
                      </a:lnTo>
                      <a:lnTo>
                        <a:pt x="590" y="1000"/>
                      </a:lnTo>
                      <a:lnTo>
                        <a:pt x="592" y="1001"/>
                      </a:lnTo>
                      <a:lnTo>
                        <a:pt x="594" y="1006"/>
                      </a:lnTo>
                      <a:lnTo>
                        <a:pt x="597" y="1006"/>
                      </a:lnTo>
                      <a:lnTo>
                        <a:pt x="599" y="1003"/>
                      </a:lnTo>
                      <a:lnTo>
                        <a:pt x="601" y="1002"/>
                      </a:lnTo>
                      <a:lnTo>
                        <a:pt x="604" y="1002"/>
                      </a:lnTo>
                      <a:lnTo>
                        <a:pt x="606" y="1002"/>
                      </a:lnTo>
                      <a:lnTo>
                        <a:pt x="609" y="1002"/>
                      </a:lnTo>
                      <a:lnTo>
                        <a:pt x="611" y="1003"/>
                      </a:lnTo>
                      <a:lnTo>
                        <a:pt x="613" y="1005"/>
                      </a:lnTo>
                      <a:lnTo>
                        <a:pt x="616" y="1003"/>
                      </a:lnTo>
                      <a:lnTo>
                        <a:pt x="618" y="1000"/>
                      </a:lnTo>
                      <a:lnTo>
                        <a:pt x="621" y="1002"/>
                      </a:lnTo>
                      <a:lnTo>
                        <a:pt x="623" y="1003"/>
                      </a:lnTo>
                      <a:lnTo>
                        <a:pt x="625" y="1002"/>
                      </a:lnTo>
                      <a:lnTo>
                        <a:pt x="628" y="1004"/>
                      </a:lnTo>
                      <a:lnTo>
                        <a:pt x="630" y="1006"/>
                      </a:lnTo>
                      <a:lnTo>
                        <a:pt x="633" y="1010"/>
                      </a:lnTo>
                      <a:lnTo>
                        <a:pt x="635" y="1009"/>
                      </a:lnTo>
                      <a:lnTo>
                        <a:pt x="637" y="1007"/>
                      </a:lnTo>
                      <a:lnTo>
                        <a:pt x="640" y="1006"/>
                      </a:lnTo>
                      <a:lnTo>
                        <a:pt x="642" y="1006"/>
                      </a:lnTo>
                      <a:lnTo>
                        <a:pt x="645" y="1009"/>
                      </a:lnTo>
                      <a:lnTo>
                        <a:pt x="647" y="1009"/>
                      </a:lnTo>
                      <a:lnTo>
                        <a:pt x="649" y="1010"/>
                      </a:lnTo>
                      <a:lnTo>
                        <a:pt x="652" y="1013"/>
                      </a:lnTo>
                      <a:lnTo>
                        <a:pt x="654" y="1013"/>
                      </a:lnTo>
                      <a:lnTo>
                        <a:pt x="657" y="1009"/>
                      </a:lnTo>
                      <a:lnTo>
                        <a:pt x="659" y="1008"/>
                      </a:lnTo>
                      <a:lnTo>
                        <a:pt x="662" y="1006"/>
                      </a:lnTo>
                      <a:lnTo>
                        <a:pt x="664" y="1006"/>
                      </a:lnTo>
                      <a:lnTo>
                        <a:pt x="666" y="1007"/>
                      </a:lnTo>
                      <a:lnTo>
                        <a:pt x="669" y="1009"/>
                      </a:lnTo>
                      <a:lnTo>
                        <a:pt x="671" y="1011"/>
                      </a:lnTo>
                      <a:lnTo>
                        <a:pt x="674" y="1011"/>
                      </a:lnTo>
                      <a:lnTo>
                        <a:pt x="676" y="1012"/>
                      </a:lnTo>
                      <a:lnTo>
                        <a:pt x="678" y="1013"/>
                      </a:lnTo>
                      <a:lnTo>
                        <a:pt x="681" y="1013"/>
                      </a:lnTo>
                      <a:lnTo>
                        <a:pt x="683" y="1013"/>
                      </a:lnTo>
                      <a:lnTo>
                        <a:pt x="686" y="1011"/>
                      </a:lnTo>
                      <a:lnTo>
                        <a:pt x="688" y="1013"/>
                      </a:lnTo>
                      <a:lnTo>
                        <a:pt x="690" y="1017"/>
                      </a:lnTo>
                      <a:lnTo>
                        <a:pt x="693" y="1017"/>
                      </a:lnTo>
                      <a:lnTo>
                        <a:pt x="695" y="1020"/>
                      </a:lnTo>
                      <a:lnTo>
                        <a:pt x="698" y="1019"/>
                      </a:lnTo>
                      <a:lnTo>
                        <a:pt x="700" y="1017"/>
                      </a:lnTo>
                      <a:lnTo>
                        <a:pt x="703" y="1015"/>
                      </a:lnTo>
                      <a:lnTo>
                        <a:pt x="705" y="1016"/>
                      </a:lnTo>
                      <a:lnTo>
                        <a:pt x="707" y="1021"/>
                      </a:lnTo>
                      <a:lnTo>
                        <a:pt x="710" y="1020"/>
                      </a:lnTo>
                      <a:lnTo>
                        <a:pt x="712" y="1020"/>
                      </a:lnTo>
                      <a:lnTo>
                        <a:pt x="715" y="1021"/>
                      </a:lnTo>
                      <a:lnTo>
                        <a:pt x="717" y="1022"/>
                      </a:lnTo>
                      <a:lnTo>
                        <a:pt x="719" y="1023"/>
                      </a:lnTo>
                      <a:lnTo>
                        <a:pt x="722" y="1023"/>
                      </a:lnTo>
                      <a:lnTo>
                        <a:pt x="724" y="1023"/>
                      </a:lnTo>
                      <a:lnTo>
                        <a:pt x="727" y="1023"/>
                      </a:lnTo>
                      <a:lnTo>
                        <a:pt x="729" y="1023"/>
                      </a:lnTo>
                      <a:lnTo>
                        <a:pt x="731" y="1022"/>
                      </a:lnTo>
                      <a:lnTo>
                        <a:pt x="734" y="1020"/>
                      </a:lnTo>
                      <a:lnTo>
                        <a:pt x="736" y="1020"/>
                      </a:lnTo>
                      <a:lnTo>
                        <a:pt x="739" y="1020"/>
                      </a:lnTo>
                      <a:lnTo>
                        <a:pt x="741" y="1019"/>
                      </a:lnTo>
                      <a:lnTo>
                        <a:pt x="743" y="1019"/>
                      </a:lnTo>
                      <a:lnTo>
                        <a:pt x="746" y="1019"/>
                      </a:lnTo>
                      <a:lnTo>
                        <a:pt x="748" y="1019"/>
                      </a:lnTo>
                      <a:lnTo>
                        <a:pt x="751" y="1019"/>
                      </a:lnTo>
                      <a:lnTo>
                        <a:pt x="753" y="1019"/>
                      </a:lnTo>
                      <a:lnTo>
                        <a:pt x="756" y="1020"/>
                      </a:lnTo>
                      <a:lnTo>
                        <a:pt x="758" y="1020"/>
                      </a:lnTo>
                      <a:lnTo>
                        <a:pt x="760" y="1020"/>
                      </a:lnTo>
                      <a:lnTo>
                        <a:pt x="763" y="1020"/>
                      </a:lnTo>
                      <a:lnTo>
                        <a:pt x="765" y="1019"/>
                      </a:lnTo>
                      <a:lnTo>
                        <a:pt x="768" y="1022"/>
                      </a:lnTo>
                      <a:lnTo>
                        <a:pt x="770" y="1020"/>
                      </a:lnTo>
                      <a:lnTo>
                        <a:pt x="772" y="1021"/>
                      </a:lnTo>
                      <a:lnTo>
                        <a:pt x="775" y="1020"/>
                      </a:lnTo>
                      <a:lnTo>
                        <a:pt x="777" y="1019"/>
                      </a:lnTo>
                      <a:lnTo>
                        <a:pt x="780" y="1018"/>
                      </a:lnTo>
                      <a:lnTo>
                        <a:pt x="782" y="1017"/>
                      </a:lnTo>
                      <a:lnTo>
                        <a:pt x="784" y="1014"/>
                      </a:lnTo>
                      <a:lnTo>
                        <a:pt x="787" y="1014"/>
                      </a:lnTo>
                      <a:lnTo>
                        <a:pt x="789" y="1014"/>
                      </a:lnTo>
                      <a:lnTo>
                        <a:pt x="792" y="1014"/>
                      </a:lnTo>
                      <a:lnTo>
                        <a:pt x="794" y="1015"/>
                      </a:lnTo>
                      <a:lnTo>
                        <a:pt x="797" y="1015"/>
                      </a:lnTo>
                      <a:lnTo>
                        <a:pt x="799" y="1016"/>
                      </a:lnTo>
                      <a:lnTo>
                        <a:pt x="801" y="1018"/>
                      </a:lnTo>
                      <a:lnTo>
                        <a:pt x="804" y="1018"/>
                      </a:lnTo>
                      <a:lnTo>
                        <a:pt x="806" y="1018"/>
                      </a:lnTo>
                      <a:lnTo>
                        <a:pt x="809" y="1017"/>
                      </a:lnTo>
                      <a:lnTo>
                        <a:pt x="811" y="1017"/>
                      </a:lnTo>
                      <a:lnTo>
                        <a:pt x="813" y="1018"/>
                      </a:lnTo>
                      <a:lnTo>
                        <a:pt x="816" y="1017"/>
                      </a:lnTo>
                      <a:lnTo>
                        <a:pt x="818" y="1020"/>
                      </a:lnTo>
                      <a:lnTo>
                        <a:pt x="821" y="1021"/>
                      </a:lnTo>
                      <a:lnTo>
                        <a:pt x="823" y="1020"/>
                      </a:lnTo>
                      <a:lnTo>
                        <a:pt x="825" y="1020"/>
                      </a:lnTo>
                      <a:lnTo>
                        <a:pt x="828" y="1020"/>
                      </a:lnTo>
                      <a:lnTo>
                        <a:pt x="830" y="1020"/>
                      </a:lnTo>
                      <a:lnTo>
                        <a:pt x="833" y="1020"/>
                      </a:lnTo>
                      <a:lnTo>
                        <a:pt x="835" y="1020"/>
                      </a:lnTo>
                      <a:lnTo>
                        <a:pt x="837" y="1020"/>
                      </a:lnTo>
                      <a:lnTo>
                        <a:pt x="840" y="1022"/>
                      </a:lnTo>
                      <a:lnTo>
                        <a:pt x="842" y="1020"/>
                      </a:lnTo>
                      <a:lnTo>
                        <a:pt x="845" y="1020"/>
                      </a:lnTo>
                      <a:lnTo>
                        <a:pt x="847" y="1020"/>
                      </a:lnTo>
                      <a:lnTo>
                        <a:pt x="849" y="1020"/>
                      </a:lnTo>
                      <a:lnTo>
                        <a:pt x="852" y="1020"/>
                      </a:lnTo>
                      <a:lnTo>
                        <a:pt x="854" y="1019"/>
                      </a:lnTo>
                      <a:lnTo>
                        <a:pt x="856" y="1017"/>
                      </a:lnTo>
                      <a:lnTo>
                        <a:pt x="859" y="1018"/>
                      </a:lnTo>
                      <a:lnTo>
                        <a:pt x="861" y="1017"/>
                      </a:lnTo>
                      <a:lnTo>
                        <a:pt x="864" y="1018"/>
                      </a:lnTo>
                      <a:lnTo>
                        <a:pt x="866" y="1018"/>
                      </a:lnTo>
                      <a:lnTo>
                        <a:pt x="868" y="1018"/>
                      </a:lnTo>
                      <a:lnTo>
                        <a:pt x="871" y="1018"/>
                      </a:lnTo>
                      <a:lnTo>
                        <a:pt x="873" y="1018"/>
                      </a:lnTo>
                      <a:lnTo>
                        <a:pt x="876" y="1018"/>
                      </a:lnTo>
                      <a:lnTo>
                        <a:pt x="878" y="1019"/>
                      </a:lnTo>
                      <a:lnTo>
                        <a:pt x="880" y="1018"/>
                      </a:lnTo>
                      <a:lnTo>
                        <a:pt x="883" y="1018"/>
                      </a:lnTo>
                      <a:lnTo>
                        <a:pt x="885" y="1019"/>
                      </a:lnTo>
                      <a:lnTo>
                        <a:pt x="888" y="1019"/>
                      </a:lnTo>
                      <a:lnTo>
                        <a:pt x="890" y="1020"/>
                      </a:lnTo>
                      <a:lnTo>
                        <a:pt x="892" y="1020"/>
                      </a:lnTo>
                      <a:lnTo>
                        <a:pt x="895" y="1020"/>
                      </a:lnTo>
                      <a:lnTo>
                        <a:pt x="897" y="1020"/>
                      </a:lnTo>
                      <a:lnTo>
                        <a:pt x="900" y="1023"/>
                      </a:lnTo>
                      <a:lnTo>
                        <a:pt x="902" y="1023"/>
                      </a:lnTo>
                      <a:lnTo>
                        <a:pt x="904" y="1020"/>
                      </a:lnTo>
                      <a:lnTo>
                        <a:pt x="907" y="1022"/>
                      </a:lnTo>
                      <a:lnTo>
                        <a:pt x="909" y="1022"/>
                      </a:lnTo>
                      <a:lnTo>
                        <a:pt x="912" y="1021"/>
                      </a:lnTo>
                      <a:lnTo>
                        <a:pt x="914" y="1021"/>
                      </a:lnTo>
                      <a:lnTo>
                        <a:pt x="916" y="1022"/>
                      </a:lnTo>
                      <a:lnTo>
                        <a:pt x="919" y="1022"/>
                      </a:lnTo>
                      <a:lnTo>
                        <a:pt x="921" y="1021"/>
                      </a:lnTo>
                      <a:lnTo>
                        <a:pt x="924" y="1021"/>
                      </a:lnTo>
                      <a:lnTo>
                        <a:pt x="926" y="1021"/>
                      </a:lnTo>
                      <a:lnTo>
                        <a:pt x="929" y="1021"/>
                      </a:lnTo>
                      <a:lnTo>
                        <a:pt x="931" y="1022"/>
                      </a:lnTo>
                      <a:lnTo>
                        <a:pt x="933" y="1021"/>
                      </a:lnTo>
                      <a:lnTo>
                        <a:pt x="936" y="1020"/>
                      </a:lnTo>
                      <a:lnTo>
                        <a:pt x="938" y="1019"/>
                      </a:lnTo>
                      <a:lnTo>
                        <a:pt x="941" y="1015"/>
                      </a:lnTo>
                      <a:lnTo>
                        <a:pt x="943" y="1015"/>
                      </a:lnTo>
                      <a:lnTo>
                        <a:pt x="945" y="1014"/>
                      </a:lnTo>
                      <a:lnTo>
                        <a:pt x="948" y="1015"/>
                      </a:lnTo>
                      <a:lnTo>
                        <a:pt x="950" y="1015"/>
                      </a:lnTo>
                      <a:lnTo>
                        <a:pt x="953" y="1015"/>
                      </a:lnTo>
                      <a:lnTo>
                        <a:pt x="955" y="1015"/>
                      </a:lnTo>
                      <a:lnTo>
                        <a:pt x="957" y="1014"/>
                      </a:lnTo>
                      <a:lnTo>
                        <a:pt x="960" y="1013"/>
                      </a:lnTo>
                      <a:lnTo>
                        <a:pt x="962" y="1013"/>
                      </a:lnTo>
                      <a:lnTo>
                        <a:pt x="965" y="1013"/>
                      </a:lnTo>
                      <a:lnTo>
                        <a:pt x="967" y="1013"/>
                      </a:lnTo>
                      <a:lnTo>
                        <a:pt x="970" y="1013"/>
                      </a:lnTo>
                      <a:lnTo>
                        <a:pt x="972" y="1013"/>
                      </a:lnTo>
                      <a:lnTo>
                        <a:pt x="974" y="1013"/>
                      </a:lnTo>
                      <a:lnTo>
                        <a:pt x="977" y="1013"/>
                      </a:lnTo>
                      <a:lnTo>
                        <a:pt x="979" y="1013"/>
                      </a:lnTo>
                      <a:lnTo>
                        <a:pt x="982" y="1013"/>
                      </a:lnTo>
                      <a:lnTo>
                        <a:pt x="984" y="1014"/>
                      </a:lnTo>
                      <a:lnTo>
                        <a:pt x="986" y="1014"/>
                      </a:lnTo>
                      <a:lnTo>
                        <a:pt x="989" y="1020"/>
                      </a:lnTo>
                      <a:lnTo>
                        <a:pt x="991" y="1020"/>
                      </a:lnTo>
                      <a:lnTo>
                        <a:pt x="994" y="1020"/>
                      </a:lnTo>
                      <a:lnTo>
                        <a:pt x="996" y="1020"/>
                      </a:lnTo>
                      <a:lnTo>
                        <a:pt x="998" y="1020"/>
                      </a:lnTo>
                      <a:lnTo>
                        <a:pt x="1001" y="1020"/>
                      </a:lnTo>
                      <a:lnTo>
                        <a:pt x="1003" y="1020"/>
                      </a:lnTo>
                      <a:lnTo>
                        <a:pt x="1006" y="1020"/>
                      </a:lnTo>
                      <a:lnTo>
                        <a:pt x="1008" y="1020"/>
                      </a:lnTo>
                      <a:lnTo>
                        <a:pt x="1010" y="1020"/>
                      </a:lnTo>
                      <a:lnTo>
                        <a:pt x="1013" y="1020"/>
                      </a:lnTo>
                      <a:lnTo>
                        <a:pt x="1015" y="1022"/>
                      </a:lnTo>
                      <a:lnTo>
                        <a:pt x="1018" y="1022"/>
                      </a:lnTo>
                      <a:lnTo>
                        <a:pt x="1020" y="1022"/>
                      </a:lnTo>
                      <a:lnTo>
                        <a:pt x="1023" y="1022"/>
                      </a:lnTo>
                      <a:lnTo>
                        <a:pt x="1025" y="1021"/>
                      </a:lnTo>
                      <a:lnTo>
                        <a:pt x="1027" y="1020"/>
                      </a:lnTo>
                      <a:lnTo>
                        <a:pt x="1030" y="1020"/>
                      </a:lnTo>
                      <a:lnTo>
                        <a:pt x="1032" y="1020"/>
                      </a:lnTo>
                      <a:lnTo>
                        <a:pt x="1035" y="1019"/>
                      </a:lnTo>
                      <a:lnTo>
                        <a:pt x="1037" y="1016"/>
                      </a:lnTo>
                      <a:lnTo>
                        <a:pt x="1039" y="1016"/>
                      </a:lnTo>
                      <a:lnTo>
                        <a:pt x="1042" y="1013"/>
                      </a:lnTo>
                      <a:lnTo>
                        <a:pt x="1044" y="1011"/>
                      </a:lnTo>
                      <a:lnTo>
                        <a:pt x="1047" y="1011"/>
                      </a:lnTo>
                      <a:lnTo>
                        <a:pt x="1049" y="1011"/>
                      </a:lnTo>
                      <a:lnTo>
                        <a:pt x="1051" y="1011"/>
                      </a:lnTo>
                      <a:lnTo>
                        <a:pt x="1054" y="1011"/>
                      </a:lnTo>
                      <a:lnTo>
                        <a:pt x="1056" y="1012"/>
                      </a:lnTo>
                      <a:lnTo>
                        <a:pt x="1059" y="1012"/>
                      </a:lnTo>
                      <a:lnTo>
                        <a:pt x="1061" y="1013"/>
                      </a:lnTo>
                      <a:lnTo>
                        <a:pt x="1064" y="1013"/>
                      </a:lnTo>
                      <a:lnTo>
                        <a:pt x="1066" y="1013"/>
                      </a:lnTo>
                      <a:lnTo>
                        <a:pt x="1068" y="1013"/>
                      </a:lnTo>
                      <a:lnTo>
                        <a:pt x="1071" y="1013"/>
                      </a:lnTo>
                      <a:lnTo>
                        <a:pt x="1073" y="1013"/>
                      </a:lnTo>
                      <a:lnTo>
                        <a:pt x="1076" y="1013"/>
                      </a:lnTo>
                      <a:lnTo>
                        <a:pt x="1078" y="1013"/>
                      </a:lnTo>
                      <a:lnTo>
                        <a:pt x="1080" y="1013"/>
                      </a:lnTo>
                      <a:lnTo>
                        <a:pt x="1083" y="1012"/>
                      </a:lnTo>
                      <a:lnTo>
                        <a:pt x="1085" y="1012"/>
                      </a:lnTo>
                      <a:lnTo>
                        <a:pt x="1088" y="1012"/>
                      </a:lnTo>
                      <a:lnTo>
                        <a:pt x="1090" y="1013"/>
                      </a:lnTo>
                      <a:lnTo>
                        <a:pt x="1092" y="1014"/>
                      </a:lnTo>
                      <a:lnTo>
                        <a:pt x="1095" y="1014"/>
                      </a:lnTo>
                      <a:lnTo>
                        <a:pt x="1097" y="1015"/>
                      </a:lnTo>
                      <a:lnTo>
                        <a:pt x="1099" y="1015"/>
                      </a:lnTo>
                      <a:lnTo>
                        <a:pt x="1102" y="1015"/>
                      </a:lnTo>
                      <a:lnTo>
                        <a:pt x="1104" y="1015"/>
                      </a:lnTo>
                      <a:lnTo>
                        <a:pt x="1107" y="1015"/>
                      </a:lnTo>
                      <a:lnTo>
                        <a:pt x="1109" y="1015"/>
                      </a:lnTo>
                      <a:lnTo>
                        <a:pt x="1111" y="1015"/>
                      </a:lnTo>
                      <a:lnTo>
                        <a:pt x="1114" y="1015"/>
                      </a:lnTo>
                      <a:lnTo>
                        <a:pt x="1116" y="1012"/>
                      </a:lnTo>
                      <a:lnTo>
                        <a:pt x="1119" y="1013"/>
                      </a:lnTo>
                      <a:lnTo>
                        <a:pt x="1121" y="1013"/>
                      </a:lnTo>
                      <a:lnTo>
                        <a:pt x="1123" y="1016"/>
                      </a:lnTo>
                      <a:lnTo>
                        <a:pt x="1126" y="1016"/>
                      </a:lnTo>
                      <a:lnTo>
                        <a:pt x="1128" y="1016"/>
                      </a:lnTo>
                      <a:lnTo>
                        <a:pt x="1131" y="1016"/>
                      </a:lnTo>
                      <a:lnTo>
                        <a:pt x="1133" y="1016"/>
                      </a:lnTo>
                      <a:lnTo>
                        <a:pt x="1135" y="1016"/>
                      </a:lnTo>
                      <a:lnTo>
                        <a:pt x="1138" y="1017"/>
                      </a:lnTo>
                      <a:lnTo>
                        <a:pt x="1140" y="1016"/>
                      </a:lnTo>
                      <a:lnTo>
                        <a:pt x="1143" y="1017"/>
                      </a:lnTo>
                      <a:lnTo>
                        <a:pt x="1145" y="1017"/>
                      </a:lnTo>
                      <a:lnTo>
                        <a:pt x="1147" y="1017"/>
                      </a:lnTo>
                      <a:lnTo>
                        <a:pt x="1150" y="1017"/>
                      </a:lnTo>
                      <a:lnTo>
                        <a:pt x="1152" y="1019"/>
                      </a:lnTo>
                      <a:lnTo>
                        <a:pt x="1155" y="1023"/>
                      </a:lnTo>
                      <a:lnTo>
                        <a:pt x="1157" y="1023"/>
                      </a:lnTo>
                      <a:lnTo>
                        <a:pt x="1159" y="1023"/>
                      </a:lnTo>
                      <a:lnTo>
                        <a:pt x="1162" y="1023"/>
                      </a:lnTo>
                      <a:lnTo>
                        <a:pt x="1164" y="1023"/>
                      </a:lnTo>
                      <a:lnTo>
                        <a:pt x="1167" y="1023"/>
                      </a:lnTo>
                      <a:lnTo>
                        <a:pt x="1169" y="1023"/>
                      </a:lnTo>
                      <a:lnTo>
                        <a:pt x="1171" y="1019"/>
                      </a:lnTo>
                      <a:lnTo>
                        <a:pt x="1174" y="1019"/>
                      </a:lnTo>
                      <a:lnTo>
                        <a:pt x="1176" y="1019"/>
                      </a:lnTo>
                      <a:lnTo>
                        <a:pt x="1179" y="1019"/>
                      </a:lnTo>
                      <a:lnTo>
                        <a:pt x="1181" y="1018"/>
                      </a:lnTo>
                      <a:lnTo>
                        <a:pt x="1183" y="1016"/>
                      </a:lnTo>
                      <a:lnTo>
                        <a:pt x="1186" y="1016"/>
                      </a:lnTo>
                      <a:lnTo>
                        <a:pt x="1188" y="1016"/>
                      </a:lnTo>
                      <a:lnTo>
                        <a:pt x="1191" y="1016"/>
                      </a:lnTo>
                      <a:lnTo>
                        <a:pt x="1193" y="1016"/>
                      </a:lnTo>
                      <a:lnTo>
                        <a:pt x="1196" y="1016"/>
                      </a:lnTo>
                      <a:lnTo>
                        <a:pt x="1198" y="1016"/>
                      </a:lnTo>
                      <a:lnTo>
                        <a:pt x="1200" y="1012"/>
                      </a:lnTo>
                      <a:lnTo>
                        <a:pt x="1203" y="1012"/>
                      </a:lnTo>
                      <a:lnTo>
                        <a:pt x="1205" y="1013"/>
                      </a:lnTo>
                      <a:lnTo>
                        <a:pt x="1208" y="1011"/>
                      </a:lnTo>
                      <a:lnTo>
                        <a:pt x="1210" y="1013"/>
                      </a:lnTo>
                      <a:lnTo>
                        <a:pt x="1212" y="1014"/>
                      </a:lnTo>
                      <a:lnTo>
                        <a:pt x="1215" y="1016"/>
                      </a:lnTo>
                      <a:lnTo>
                        <a:pt x="1217" y="1016"/>
                      </a:lnTo>
                      <a:lnTo>
                        <a:pt x="1220" y="1015"/>
                      </a:lnTo>
                      <a:lnTo>
                        <a:pt x="1222" y="1016"/>
                      </a:lnTo>
                      <a:lnTo>
                        <a:pt x="1224" y="1016"/>
                      </a:lnTo>
                      <a:lnTo>
                        <a:pt x="1227" y="1016"/>
                      </a:lnTo>
                      <a:lnTo>
                        <a:pt x="1229" y="1018"/>
                      </a:lnTo>
                      <a:lnTo>
                        <a:pt x="1232" y="1018"/>
                      </a:lnTo>
                      <a:lnTo>
                        <a:pt x="1234" y="1020"/>
                      </a:lnTo>
                      <a:lnTo>
                        <a:pt x="1237" y="1020"/>
                      </a:lnTo>
                      <a:lnTo>
                        <a:pt x="1239" y="1020"/>
                      </a:lnTo>
                      <a:lnTo>
                        <a:pt x="1241" y="1020"/>
                      </a:lnTo>
                      <a:lnTo>
                        <a:pt x="1244" y="1019"/>
                      </a:lnTo>
                      <a:lnTo>
                        <a:pt x="1246" y="1018"/>
                      </a:lnTo>
                      <a:lnTo>
                        <a:pt x="1249" y="1020"/>
                      </a:lnTo>
                      <a:lnTo>
                        <a:pt x="1251" y="1020"/>
                      </a:lnTo>
                      <a:lnTo>
                        <a:pt x="1253" y="1020"/>
                      </a:lnTo>
                      <a:lnTo>
                        <a:pt x="1256" y="1020"/>
                      </a:lnTo>
                      <a:lnTo>
                        <a:pt x="1258" y="1020"/>
                      </a:lnTo>
                      <a:lnTo>
                        <a:pt x="1261" y="1020"/>
                      </a:lnTo>
                      <a:lnTo>
                        <a:pt x="1263" y="1020"/>
                      </a:lnTo>
                      <a:lnTo>
                        <a:pt x="1265" y="1020"/>
                      </a:lnTo>
                      <a:lnTo>
                        <a:pt x="1268" y="1023"/>
                      </a:lnTo>
                      <a:lnTo>
                        <a:pt x="1270" y="1026"/>
                      </a:lnTo>
                      <a:lnTo>
                        <a:pt x="1273" y="1025"/>
                      </a:lnTo>
                      <a:lnTo>
                        <a:pt x="1275" y="1025"/>
                      </a:lnTo>
                      <a:lnTo>
                        <a:pt x="1277" y="1024"/>
                      </a:lnTo>
                      <a:lnTo>
                        <a:pt x="1280" y="1024"/>
                      </a:lnTo>
                      <a:lnTo>
                        <a:pt x="1282" y="1022"/>
                      </a:lnTo>
                      <a:lnTo>
                        <a:pt x="1285" y="1020"/>
                      </a:lnTo>
                      <a:lnTo>
                        <a:pt x="1287" y="1021"/>
                      </a:lnTo>
                      <a:lnTo>
                        <a:pt x="1290" y="1021"/>
                      </a:lnTo>
                      <a:lnTo>
                        <a:pt x="1292" y="1022"/>
                      </a:lnTo>
                      <a:lnTo>
                        <a:pt x="1294" y="1021"/>
                      </a:lnTo>
                      <a:lnTo>
                        <a:pt x="1297" y="1021"/>
                      </a:lnTo>
                      <a:lnTo>
                        <a:pt x="1299" y="1020"/>
                      </a:lnTo>
                      <a:lnTo>
                        <a:pt x="1302" y="1017"/>
                      </a:lnTo>
                      <a:lnTo>
                        <a:pt x="1304" y="1019"/>
                      </a:lnTo>
                      <a:lnTo>
                        <a:pt x="1306" y="1020"/>
                      </a:lnTo>
                      <a:lnTo>
                        <a:pt x="1309" y="1020"/>
                      </a:lnTo>
                      <a:lnTo>
                        <a:pt x="1311" y="1020"/>
                      </a:lnTo>
                      <a:lnTo>
                        <a:pt x="1314" y="1020"/>
                      </a:lnTo>
                      <a:lnTo>
                        <a:pt x="1316" y="1020"/>
                      </a:lnTo>
                      <a:lnTo>
                        <a:pt x="1318" y="1020"/>
                      </a:lnTo>
                      <a:lnTo>
                        <a:pt x="1321" y="1021"/>
                      </a:lnTo>
                      <a:lnTo>
                        <a:pt x="1323" y="1021"/>
                      </a:lnTo>
                      <a:lnTo>
                        <a:pt x="1326" y="1019"/>
                      </a:lnTo>
                      <a:lnTo>
                        <a:pt x="1328" y="1018"/>
                      </a:lnTo>
                      <a:lnTo>
                        <a:pt x="1331" y="1016"/>
                      </a:lnTo>
                      <a:lnTo>
                        <a:pt x="1333" y="1017"/>
                      </a:lnTo>
                      <a:lnTo>
                        <a:pt x="1335" y="1020"/>
                      </a:lnTo>
                      <a:lnTo>
                        <a:pt x="1338" y="1020"/>
                      </a:lnTo>
                      <a:lnTo>
                        <a:pt x="1340" y="1019"/>
                      </a:lnTo>
                      <a:lnTo>
                        <a:pt x="1342" y="1019"/>
                      </a:lnTo>
                      <a:lnTo>
                        <a:pt x="1345" y="1018"/>
                      </a:lnTo>
                      <a:lnTo>
                        <a:pt x="1347" y="1018"/>
                      </a:lnTo>
                      <a:lnTo>
                        <a:pt x="1350" y="1017"/>
                      </a:lnTo>
                      <a:lnTo>
                        <a:pt x="1352" y="1017"/>
                      </a:lnTo>
                      <a:lnTo>
                        <a:pt x="1354" y="1018"/>
                      </a:lnTo>
                      <a:lnTo>
                        <a:pt x="1357" y="1013"/>
                      </a:lnTo>
                      <a:lnTo>
                        <a:pt x="1359" y="1014"/>
                      </a:lnTo>
                      <a:lnTo>
                        <a:pt x="1362" y="1015"/>
                      </a:lnTo>
                      <a:lnTo>
                        <a:pt x="1364" y="1013"/>
                      </a:lnTo>
                      <a:lnTo>
                        <a:pt x="1366" y="1013"/>
                      </a:lnTo>
                      <a:lnTo>
                        <a:pt x="1369" y="1015"/>
                      </a:lnTo>
                      <a:lnTo>
                        <a:pt x="1371" y="1013"/>
                      </a:lnTo>
                      <a:lnTo>
                        <a:pt x="1374" y="1015"/>
                      </a:lnTo>
                      <a:lnTo>
                        <a:pt x="1376" y="1018"/>
                      </a:lnTo>
                      <a:lnTo>
                        <a:pt x="1378" y="1018"/>
                      </a:lnTo>
                      <a:lnTo>
                        <a:pt x="1381" y="1020"/>
                      </a:lnTo>
                      <a:lnTo>
                        <a:pt x="1383" y="1019"/>
                      </a:lnTo>
                      <a:lnTo>
                        <a:pt x="1386" y="1019"/>
                      </a:lnTo>
                      <a:lnTo>
                        <a:pt x="1388" y="1017"/>
                      </a:lnTo>
                      <a:lnTo>
                        <a:pt x="1390" y="1017"/>
                      </a:lnTo>
                      <a:lnTo>
                        <a:pt x="1393" y="1018"/>
                      </a:lnTo>
                      <a:lnTo>
                        <a:pt x="1395" y="1017"/>
                      </a:lnTo>
                      <a:lnTo>
                        <a:pt x="1398" y="1014"/>
                      </a:lnTo>
                      <a:lnTo>
                        <a:pt x="1400" y="1014"/>
                      </a:lnTo>
                      <a:lnTo>
                        <a:pt x="1402" y="1014"/>
                      </a:lnTo>
                      <a:lnTo>
                        <a:pt x="1405" y="1014"/>
                      </a:lnTo>
                      <a:lnTo>
                        <a:pt x="1407" y="1014"/>
                      </a:lnTo>
                      <a:lnTo>
                        <a:pt x="1410" y="1014"/>
                      </a:lnTo>
                      <a:lnTo>
                        <a:pt x="1412" y="1014"/>
                      </a:lnTo>
                      <a:lnTo>
                        <a:pt x="1414" y="1014"/>
                      </a:lnTo>
                      <a:lnTo>
                        <a:pt x="1417" y="1014"/>
                      </a:lnTo>
                      <a:lnTo>
                        <a:pt x="1419" y="1014"/>
                      </a:lnTo>
                      <a:lnTo>
                        <a:pt x="1422" y="1014"/>
                      </a:lnTo>
                      <a:lnTo>
                        <a:pt x="1424" y="1018"/>
                      </a:lnTo>
                      <a:lnTo>
                        <a:pt x="1426" y="1021"/>
                      </a:lnTo>
                      <a:lnTo>
                        <a:pt x="1429" y="1021"/>
                      </a:lnTo>
                      <a:lnTo>
                        <a:pt x="1431" y="1021"/>
                      </a:lnTo>
                      <a:lnTo>
                        <a:pt x="1434" y="1020"/>
                      </a:lnTo>
                      <a:lnTo>
                        <a:pt x="1436" y="1021"/>
                      </a:lnTo>
                      <a:lnTo>
                        <a:pt x="1438" y="1020"/>
                      </a:lnTo>
                      <a:lnTo>
                        <a:pt x="1441" y="1019"/>
                      </a:lnTo>
                      <a:lnTo>
                        <a:pt x="1443" y="1019"/>
                      </a:lnTo>
                      <a:lnTo>
                        <a:pt x="1446" y="1018"/>
                      </a:lnTo>
                      <a:lnTo>
                        <a:pt x="1448" y="1018"/>
                      </a:lnTo>
                      <a:lnTo>
                        <a:pt x="1450" y="1019"/>
                      </a:lnTo>
                      <a:lnTo>
                        <a:pt x="1453" y="1021"/>
                      </a:lnTo>
                      <a:lnTo>
                        <a:pt x="1455" y="1022"/>
                      </a:lnTo>
                      <a:lnTo>
                        <a:pt x="1458" y="1025"/>
                      </a:lnTo>
                      <a:lnTo>
                        <a:pt x="1460" y="1025"/>
                      </a:lnTo>
                      <a:lnTo>
                        <a:pt x="1463" y="1026"/>
                      </a:lnTo>
                      <a:lnTo>
                        <a:pt x="1465" y="1026"/>
                      </a:lnTo>
                      <a:lnTo>
                        <a:pt x="1467" y="1026"/>
                      </a:lnTo>
                      <a:lnTo>
                        <a:pt x="1470" y="1024"/>
                      </a:lnTo>
                      <a:lnTo>
                        <a:pt x="1472" y="1023"/>
                      </a:lnTo>
                      <a:lnTo>
                        <a:pt x="1475" y="1023"/>
                      </a:lnTo>
                      <a:lnTo>
                        <a:pt x="1477" y="1021"/>
                      </a:lnTo>
                      <a:lnTo>
                        <a:pt x="1479" y="1019"/>
                      </a:lnTo>
                      <a:lnTo>
                        <a:pt x="1482" y="1020"/>
                      </a:lnTo>
                      <a:lnTo>
                        <a:pt x="1484" y="1020"/>
                      </a:lnTo>
                      <a:lnTo>
                        <a:pt x="1487" y="1020"/>
                      </a:lnTo>
                      <a:lnTo>
                        <a:pt x="1489" y="1022"/>
                      </a:lnTo>
                      <a:lnTo>
                        <a:pt x="1491" y="1023"/>
                      </a:lnTo>
                      <a:lnTo>
                        <a:pt x="1494" y="1024"/>
                      </a:lnTo>
                      <a:lnTo>
                        <a:pt x="1496" y="1025"/>
                      </a:lnTo>
                      <a:lnTo>
                        <a:pt x="1499" y="1025"/>
                      </a:lnTo>
                      <a:lnTo>
                        <a:pt x="1501" y="1024"/>
                      </a:lnTo>
                      <a:lnTo>
                        <a:pt x="1504" y="1024"/>
                      </a:lnTo>
                      <a:lnTo>
                        <a:pt x="1506" y="1024"/>
                      </a:lnTo>
                      <a:lnTo>
                        <a:pt x="1508" y="1022"/>
                      </a:lnTo>
                      <a:lnTo>
                        <a:pt x="1511" y="1022"/>
                      </a:lnTo>
                      <a:lnTo>
                        <a:pt x="1513" y="1019"/>
                      </a:lnTo>
                      <a:lnTo>
                        <a:pt x="1516" y="1018"/>
                      </a:lnTo>
                      <a:lnTo>
                        <a:pt x="1518" y="1018"/>
                      </a:lnTo>
                      <a:lnTo>
                        <a:pt x="1520" y="1018"/>
                      </a:lnTo>
                      <a:lnTo>
                        <a:pt x="1523" y="1018"/>
                      </a:lnTo>
                      <a:lnTo>
                        <a:pt x="1525" y="1018"/>
                      </a:lnTo>
                      <a:lnTo>
                        <a:pt x="1528" y="1018"/>
                      </a:lnTo>
                      <a:lnTo>
                        <a:pt x="1530" y="1018"/>
                      </a:lnTo>
                      <a:lnTo>
                        <a:pt x="1532" y="1018"/>
                      </a:lnTo>
                      <a:lnTo>
                        <a:pt x="1535" y="1018"/>
                      </a:lnTo>
                      <a:lnTo>
                        <a:pt x="1537" y="1018"/>
                      </a:lnTo>
                      <a:lnTo>
                        <a:pt x="1540" y="1018"/>
                      </a:lnTo>
                      <a:lnTo>
                        <a:pt x="1542" y="1019"/>
                      </a:lnTo>
                      <a:lnTo>
                        <a:pt x="1544" y="1019"/>
                      </a:lnTo>
                      <a:lnTo>
                        <a:pt x="1547" y="1017"/>
                      </a:lnTo>
                      <a:lnTo>
                        <a:pt x="1549" y="1021"/>
                      </a:lnTo>
                      <a:lnTo>
                        <a:pt x="1552" y="1006"/>
                      </a:lnTo>
                      <a:lnTo>
                        <a:pt x="1554" y="969"/>
                      </a:lnTo>
                      <a:lnTo>
                        <a:pt x="1557" y="856"/>
                      </a:lnTo>
                      <a:lnTo>
                        <a:pt x="1559" y="711"/>
                      </a:lnTo>
                      <a:lnTo>
                        <a:pt x="1561" y="573"/>
                      </a:lnTo>
                      <a:lnTo>
                        <a:pt x="1564" y="493"/>
                      </a:lnTo>
                      <a:lnTo>
                        <a:pt x="1566" y="376"/>
                      </a:lnTo>
                      <a:lnTo>
                        <a:pt x="1569" y="329"/>
                      </a:lnTo>
                      <a:lnTo>
                        <a:pt x="1571" y="325"/>
                      </a:lnTo>
                      <a:lnTo>
                        <a:pt x="1573" y="302"/>
                      </a:lnTo>
                      <a:lnTo>
                        <a:pt x="1576" y="296"/>
                      </a:lnTo>
                      <a:lnTo>
                        <a:pt x="1578" y="297"/>
                      </a:lnTo>
                      <a:lnTo>
                        <a:pt x="1581" y="297"/>
                      </a:lnTo>
                      <a:lnTo>
                        <a:pt x="1583" y="311"/>
                      </a:lnTo>
                      <a:lnTo>
                        <a:pt x="1585" y="313"/>
                      </a:lnTo>
                      <a:lnTo>
                        <a:pt x="1588" y="303"/>
                      </a:lnTo>
                      <a:lnTo>
                        <a:pt x="1590" y="304"/>
                      </a:lnTo>
                      <a:lnTo>
                        <a:pt x="1593" y="304"/>
                      </a:lnTo>
                      <a:lnTo>
                        <a:pt x="1595" y="284"/>
                      </a:lnTo>
                      <a:lnTo>
                        <a:pt x="1597" y="279"/>
                      </a:lnTo>
                      <a:lnTo>
                        <a:pt x="1600" y="278"/>
                      </a:lnTo>
                      <a:lnTo>
                        <a:pt x="1602" y="293"/>
                      </a:lnTo>
                      <a:lnTo>
                        <a:pt x="1605" y="331"/>
                      </a:lnTo>
                      <a:lnTo>
                        <a:pt x="1607" y="410"/>
                      </a:lnTo>
                      <a:lnTo>
                        <a:pt x="1609" y="585"/>
                      </a:lnTo>
                      <a:lnTo>
                        <a:pt x="1612" y="714"/>
                      </a:lnTo>
                      <a:lnTo>
                        <a:pt x="1614" y="723"/>
                      </a:lnTo>
                      <a:lnTo>
                        <a:pt x="1617" y="807"/>
                      </a:lnTo>
                      <a:lnTo>
                        <a:pt x="1619" y="813"/>
                      </a:lnTo>
                      <a:lnTo>
                        <a:pt x="1621" y="777"/>
                      </a:lnTo>
                      <a:lnTo>
                        <a:pt x="1624" y="778"/>
                      </a:lnTo>
                      <a:lnTo>
                        <a:pt x="1626" y="853"/>
                      </a:lnTo>
                      <a:lnTo>
                        <a:pt x="1629" y="850"/>
                      </a:lnTo>
                      <a:lnTo>
                        <a:pt x="1631" y="849"/>
                      </a:lnTo>
                      <a:lnTo>
                        <a:pt x="1633" y="854"/>
                      </a:lnTo>
                      <a:lnTo>
                        <a:pt x="1636" y="855"/>
                      </a:lnTo>
                      <a:lnTo>
                        <a:pt x="1638" y="861"/>
                      </a:lnTo>
                      <a:lnTo>
                        <a:pt x="1641" y="859"/>
                      </a:lnTo>
                      <a:lnTo>
                        <a:pt x="1643" y="859"/>
                      </a:lnTo>
                      <a:lnTo>
                        <a:pt x="1645" y="860"/>
                      </a:lnTo>
                      <a:lnTo>
                        <a:pt x="1648" y="852"/>
                      </a:lnTo>
                      <a:lnTo>
                        <a:pt x="1650" y="856"/>
                      </a:lnTo>
                      <a:lnTo>
                        <a:pt x="1653" y="850"/>
                      </a:lnTo>
                      <a:lnTo>
                        <a:pt x="1655" y="846"/>
                      </a:lnTo>
                      <a:lnTo>
                        <a:pt x="1657" y="850"/>
                      </a:lnTo>
                      <a:lnTo>
                        <a:pt x="1660" y="847"/>
                      </a:lnTo>
                      <a:lnTo>
                        <a:pt x="1662" y="845"/>
                      </a:lnTo>
                      <a:lnTo>
                        <a:pt x="1665" y="844"/>
                      </a:lnTo>
                      <a:lnTo>
                        <a:pt x="1667" y="839"/>
                      </a:lnTo>
                      <a:lnTo>
                        <a:pt x="1669" y="839"/>
                      </a:lnTo>
                      <a:lnTo>
                        <a:pt x="1672" y="826"/>
                      </a:lnTo>
                      <a:lnTo>
                        <a:pt x="1674" y="815"/>
                      </a:lnTo>
                      <a:lnTo>
                        <a:pt x="1677" y="815"/>
                      </a:lnTo>
                      <a:lnTo>
                        <a:pt x="1679" y="790"/>
                      </a:lnTo>
                      <a:lnTo>
                        <a:pt x="1681" y="796"/>
                      </a:lnTo>
                      <a:lnTo>
                        <a:pt x="1684" y="796"/>
                      </a:lnTo>
                      <a:lnTo>
                        <a:pt x="1686" y="768"/>
                      </a:lnTo>
                      <a:lnTo>
                        <a:pt x="1689" y="778"/>
                      </a:lnTo>
                      <a:lnTo>
                        <a:pt x="1691" y="777"/>
                      </a:lnTo>
                      <a:lnTo>
                        <a:pt x="1693" y="746"/>
                      </a:lnTo>
                      <a:lnTo>
                        <a:pt x="1696" y="749"/>
                      </a:lnTo>
                      <a:lnTo>
                        <a:pt x="1698" y="749"/>
                      </a:lnTo>
                      <a:lnTo>
                        <a:pt x="1701" y="730"/>
                      </a:lnTo>
                      <a:lnTo>
                        <a:pt x="1703" y="733"/>
                      </a:lnTo>
                      <a:lnTo>
                        <a:pt x="1705" y="734"/>
                      </a:lnTo>
                      <a:lnTo>
                        <a:pt x="1708" y="716"/>
                      </a:lnTo>
                      <a:lnTo>
                        <a:pt x="1710" y="719"/>
                      </a:lnTo>
                      <a:lnTo>
                        <a:pt x="1713" y="726"/>
                      </a:lnTo>
                      <a:lnTo>
                        <a:pt x="1715" y="708"/>
                      </a:lnTo>
                      <a:lnTo>
                        <a:pt x="1717" y="729"/>
                      </a:lnTo>
                      <a:lnTo>
                        <a:pt x="1720" y="732"/>
                      </a:lnTo>
                      <a:lnTo>
                        <a:pt x="1722" y="723"/>
                      </a:lnTo>
                      <a:lnTo>
                        <a:pt x="1725" y="742"/>
                      </a:lnTo>
                      <a:lnTo>
                        <a:pt x="1727" y="745"/>
                      </a:lnTo>
                      <a:lnTo>
                        <a:pt x="1730" y="736"/>
                      </a:lnTo>
                      <a:lnTo>
                        <a:pt x="1732" y="740"/>
                      </a:lnTo>
                      <a:lnTo>
                        <a:pt x="1734" y="751"/>
                      </a:lnTo>
                      <a:lnTo>
                        <a:pt x="1737" y="745"/>
                      </a:lnTo>
                      <a:lnTo>
                        <a:pt x="1739" y="740"/>
                      </a:lnTo>
                      <a:lnTo>
                        <a:pt x="1742" y="747"/>
                      </a:lnTo>
                      <a:lnTo>
                        <a:pt x="1744" y="740"/>
                      </a:lnTo>
                      <a:lnTo>
                        <a:pt x="1746" y="727"/>
                      </a:lnTo>
                      <a:lnTo>
                        <a:pt x="1749" y="741"/>
                      </a:lnTo>
                      <a:lnTo>
                        <a:pt x="1751" y="726"/>
                      </a:lnTo>
                      <a:lnTo>
                        <a:pt x="1754" y="714"/>
                      </a:lnTo>
                      <a:lnTo>
                        <a:pt x="1756" y="743"/>
                      </a:lnTo>
                      <a:lnTo>
                        <a:pt x="1758" y="737"/>
                      </a:lnTo>
                      <a:lnTo>
                        <a:pt x="1761" y="719"/>
                      </a:lnTo>
                      <a:lnTo>
                        <a:pt x="1763" y="729"/>
                      </a:lnTo>
                      <a:lnTo>
                        <a:pt x="1766" y="718"/>
                      </a:lnTo>
                      <a:lnTo>
                        <a:pt x="1768" y="696"/>
                      </a:lnTo>
                      <a:lnTo>
                        <a:pt x="1771" y="699"/>
                      </a:lnTo>
                      <a:lnTo>
                        <a:pt x="1773" y="698"/>
                      </a:lnTo>
                      <a:lnTo>
                        <a:pt x="1775" y="677"/>
                      </a:lnTo>
                      <a:lnTo>
                        <a:pt x="1778" y="679"/>
                      </a:lnTo>
                      <a:lnTo>
                        <a:pt x="1780" y="686"/>
                      </a:lnTo>
                      <a:lnTo>
                        <a:pt x="1783" y="657"/>
                      </a:lnTo>
                      <a:lnTo>
                        <a:pt x="1785" y="656"/>
                      </a:lnTo>
                      <a:lnTo>
                        <a:pt x="1787" y="661"/>
                      </a:lnTo>
                      <a:lnTo>
                        <a:pt x="1790" y="660"/>
                      </a:lnTo>
                      <a:lnTo>
                        <a:pt x="1792" y="664"/>
                      </a:lnTo>
                      <a:lnTo>
                        <a:pt x="1795" y="664"/>
                      </a:lnTo>
                      <a:lnTo>
                        <a:pt x="1797" y="690"/>
                      </a:lnTo>
                      <a:lnTo>
                        <a:pt x="1799" y="695"/>
                      </a:lnTo>
                      <a:lnTo>
                        <a:pt x="1802" y="675"/>
                      </a:lnTo>
                      <a:lnTo>
                        <a:pt x="1804" y="681"/>
                      </a:lnTo>
                      <a:lnTo>
                        <a:pt x="1807" y="696"/>
                      </a:lnTo>
                      <a:lnTo>
                        <a:pt x="1809" y="678"/>
                      </a:lnTo>
                      <a:lnTo>
                        <a:pt x="1811" y="672"/>
                      </a:lnTo>
                      <a:lnTo>
                        <a:pt x="1814" y="678"/>
                      </a:lnTo>
                      <a:lnTo>
                        <a:pt x="1816" y="667"/>
                      </a:lnTo>
                      <a:lnTo>
                        <a:pt x="1819" y="665"/>
                      </a:lnTo>
                      <a:lnTo>
                        <a:pt x="1821" y="665"/>
                      </a:lnTo>
                      <a:lnTo>
                        <a:pt x="1824" y="646"/>
                      </a:lnTo>
                      <a:lnTo>
                        <a:pt x="1826" y="667"/>
                      </a:lnTo>
                      <a:lnTo>
                        <a:pt x="1828" y="663"/>
                      </a:lnTo>
                      <a:lnTo>
                        <a:pt x="1831" y="643"/>
                      </a:lnTo>
                      <a:lnTo>
                        <a:pt x="1833" y="694"/>
                      </a:lnTo>
                      <a:lnTo>
                        <a:pt x="1836" y="696"/>
                      </a:lnTo>
                      <a:lnTo>
                        <a:pt x="1838" y="647"/>
                      </a:lnTo>
                      <a:lnTo>
                        <a:pt x="1840" y="693"/>
                      </a:lnTo>
                      <a:lnTo>
                        <a:pt x="1843" y="706"/>
                      </a:lnTo>
                      <a:lnTo>
                        <a:pt x="1845" y="660"/>
                      </a:lnTo>
                      <a:lnTo>
                        <a:pt x="1848" y="643"/>
                      </a:lnTo>
                      <a:lnTo>
                        <a:pt x="1850" y="654"/>
                      </a:lnTo>
                      <a:lnTo>
                        <a:pt x="1852" y="644"/>
                      </a:lnTo>
                      <a:lnTo>
                        <a:pt x="1855" y="624"/>
                      </a:lnTo>
                      <a:lnTo>
                        <a:pt x="1857" y="633"/>
                      </a:lnTo>
                      <a:lnTo>
                        <a:pt x="1860" y="623"/>
                      </a:lnTo>
                      <a:lnTo>
                        <a:pt x="1862" y="621"/>
                      </a:lnTo>
                      <a:lnTo>
                        <a:pt x="1864" y="639"/>
                      </a:lnTo>
                      <a:lnTo>
                        <a:pt x="1867" y="645"/>
                      </a:lnTo>
                      <a:lnTo>
                        <a:pt x="1869" y="645"/>
                      </a:lnTo>
                      <a:lnTo>
                        <a:pt x="1872" y="655"/>
                      </a:lnTo>
                      <a:lnTo>
                        <a:pt x="1874" y="697"/>
                      </a:lnTo>
                      <a:lnTo>
                        <a:pt x="1876" y="697"/>
                      </a:lnTo>
                      <a:lnTo>
                        <a:pt x="1879" y="698"/>
                      </a:lnTo>
                      <a:lnTo>
                        <a:pt x="1881" y="712"/>
                      </a:lnTo>
                      <a:lnTo>
                        <a:pt x="1884" y="699"/>
                      </a:lnTo>
                      <a:lnTo>
                        <a:pt x="1886" y="698"/>
                      </a:lnTo>
                      <a:lnTo>
                        <a:pt x="1888" y="698"/>
                      </a:lnTo>
                      <a:lnTo>
                        <a:pt x="1891" y="677"/>
                      </a:lnTo>
                      <a:lnTo>
                        <a:pt x="1893" y="726"/>
                      </a:lnTo>
                      <a:lnTo>
                        <a:pt x="1896" y="726"/>
                      </a:lnTo>
                      <a:lnTo>
                        <a:pt x="1898" y="722"/>
                      </a:lnTo>
                      <a:lnTo>
                        <a:pt x="1900" y="743"/>
                      </a:lnTo>
                      <a:lnTo>
                        <a:pt x="1903" y="743"/>
                      </a:lnTo>
                      <a:lnTo>
                        <a:pt x="1905" y="741"/>
                      </a:lnTo>
                      <a:lnTo>
                        <a:pt x="1908" y="753"/>
                      </a:lnTo>
                      <a:lnTo>
                        <a:pt x="1910" y="753"/>
                      </a:lnTo>
                      <a:lnTo>
                        <a:pt x="1912" y="748"/>
                      </a:lnTo>
                      <a:lnTo>
                        <a:pt x="1915" y="758"/>
                      </a:lnTo>
                      <a:lnTo>
                        <a:pt x="1917" y="753"/>
                      </a:lnTo>
                      <a:lnTo>
                        <a:pt x="1920" y="746"/>
                      </a:lnTo>
                      <a:lnTo>
                        <a:pt x="1922" y="755"/>
                      </a:lnTo>
                      <a:lnTo>
                        <a:pt x="1924" y="751"/>
                      </a:lnTo>
                      <a:lnTo>
                        <a:pt x="1927" y="748"/>
                      </a:lnTo>
                      <a:lnTo>
                        <a:pt x="1929" y="749"/>
                      </a:lnTo>
                      <a:lnTo>
                        <a:pt x="1932" y="748"/>
                      </a:lnTo>
                      <a:lnTo>
                        <a:pt x="1934" y="747"/>
                      </a:lnTo>
                      <a:lnTo>
                        <a:pt x="1936" y="747"/>
                      </a:lnTo>
                      <a:lnTo>
                        <a:pt x="1939" y="710"/>
                      </a:lnTo>
                      <a:lnTo>
                        <a:pt x="1941" y="712"/>
                      </a:lnTo>
                      <a:lnTo>
                        <a:pt x="1944" y="712"/>
                      </a:lnTo>
                      <a:lnTo>
                        <a:pt x="1946" y="703"/>
                      </a:lnTo>
                      <a:lnTo>
                        <a:pt x="1948" y="708"/>
                      </a:lnTo>
                      <a:lnTo>
                        <a:pt x="1951" y="698"/>
                      </a:lnTo>
                      <a:lnTo>
                        <a:pt x="1953" y="697"/>
                      </a:lnTo>
                      <a:lnTo>
                        <a:pt x="1956" y="697"/>
                      </a:lnTo>
                      <a:lnTo>
                        <a:pt x="1958" y="693"/>
                      </a:lnTo>
                      <a:lnTo>
                        <a:pt x="1960" y="695"/>
                      </a:lnTo>
                      <a:lnTo>
                        <a:pt x="1963" y="695"/>
                      </a:lnTo>
                      <a:lnTo>
                        <a:pt x="1965" y="678"/>
                      </a:lnTo>
                      <a:lnTo>
                        <a:pt x="1968" y="678"/>
                      </a:lnTo>
                      <a:lnTo>
                        <a:pt x="1970" y="679"/>
                      </a:lnTo>
                      <a:lnTo>
                        <a:pt x="1972" y="678"/>
                      </a:lnTo>
                      <a:lnTo>
                        <a:pt x="1975" y="681"/>
                      </a:lnTo>
                      <a:lnTo>
                        <a:pt x="1977" y="685"/>
                      </a:lnTo>
                      <a:lnTo>
                        <a:pt x="1980" y="680"/>
                      </a:lnTo>
                      <a:lnTo>
                        <a:pt x="1982" y="681"/>
                      </a:lnTo>
                      <a:lnTo>
                        <a:pt x="1984" y="708"/>
                      </a:lnTo>
                      <a:lnTo>
                        <a:pt x="1987" y="707"/>
                      </a:lnTo>
                      <a:lnTo>
                        <a:pt x="1989" y="707"/>
                      </a:lnTo>
                      <a:lnTo>
                        <a:pt x="1992" y="721"/>
                      </a:lnTo>
                      <a:lnTo>
                        <a:pt x="1994" y="721"/>
                      </a:lnTo>
                      <a:lnTo>
                        <a:pt x="1997" y="730"/>
                      </a:lnTo>
                      <a:lnTo>
                        <a:pt x="1999" y="730"/>
                      </a:lnTo>
                      <a:lnTo>
                        <a:pt x="2001" y="730"/>
                      </a:lnTo>
                      <a:lnTo>
                        <a:pt x="2004" y="730"/>
                      </a:lnTo>
                      <a:lnTo>
                        <a:pt x="2006" y="743"/>
                      </a:lnTo>
                      <a:lnTo>
                        <a:pt x="2009" y="743"/>
                      </a:lnTo>
                      <a:lnTo>
                        <a:pt x="2011" y="729"/>
                      </a:lnTo>
                      <a:lnTo>
                        <a:pt x="2013" y="754"/>
                      </a:lnTo>
                      <a:lnTo>
                        <a:pt x="2016" y="757"/>
                      </a:lnTo>
                      <a:lnTo>
                        <a:pt x="2018" y="733"/>
                      </a:lnTo>
                      <a:lnTo>
                        <a:pt x="2021" y="738"/>
                      </a:lnTo>
                      <a:lnTo>
                        <a:pt x="2023" y="743"/>
                      </a:lnTo>
                      <a:lnTo>
                        <a:pt x="2025" y="719"/>
                      </a:lnTo>
                      <a:lnTo>
                        <a:pt x="2028" y="720"/>
                      </a:lnTo>
                      <a:lnTo>
                        <a:pt x="2030" y="720"/>
                      </a:lnTo>
                      <a:lnTo>
                        <a:pt x="2033" y="721"/>
                      </a:lnTo>
                      <a:lnTo>
                        <a:pt x="2035" y="721"/>
                      </a:lnTo>
                      <a:lnTo>
                        <a:pt x="2038" y="721"/>
                      </a:lnTo>
                      <a:lnTo>
                        <a:pt x="2040" y="724"/>
                      </a:lnTo>
                      <a:lnTo>
                        <a:pt x="2042" y="724"/>
                      </a:lnTo>
                      <a:lnTo>
                        <a:pt x="2045" y="707"/>
                      </a:lnTo>
                      <a:lnTo>
                        <a:pt x="2047" y="713"/>
                      </a:lnTo>
                      <a:lnTo>
                        <a:pt x="2050" y="713"/>
                      </a:lnTo>
                      <a:lnTo>
                        <a:pt x="2052" y="712"/>
                      </a:lnTo>
                      <a:lnTo>
                        <a:pt x="2054" y="714"/>
                      </a:lnTo>
                      <a:lnTo>
                        <a:pt x="2057" y="696"/>
                      </a:lnTo>
                      <a:lnTo>
                        <a:pt x="2059" y="710"/>
                      </a:lnTo>
                      <a:lnTo>
                        <a:pt x="2062" y="710"/>
                      </a:lnTo>
                      <a:lnTo>
                        <a:pt x="2064" y="695"/>
                      </a:lnTo>
                      <a:lnTo>
                        <a:pt x="2066" y="697"/>
                      </a:lnTo>
                      <a:lnTo>
                        <a:pt x="2069" y="697"/>
                      </a:lnTo>
                      <a:lnTo>
                        <a:pt x="2071" y="728"/>
                      </a:lnTo>
                      <a:lnTo>
                        <a:pt x="2074" y="729"/>
                      </a:lnTo>
                      <a:lnTo>
                        <a:pt x="2076" y="693"/>
                      </a:lnTo>
                      <a:lnTo>
                        <a:pt x="2078" y="693"/>
                      </a:lnTo>
                      <a:lnTo>
                        <a:pt x="2081" y="699"/>
                      </a:lnTo>
                      <a:lnTo>
                        <a:pt x="2083" y="693"/>
                      </a:lnTo>
                      <a:lnTo>
                        <a:pt x="2086" y="693"/>
                      </a:lnTo>
                      <a:lnTo>
                        <a:pt x="2088" y="694"/>
                      </a:lnTo>
                      <a:lnTo>
                        <a:pt x="2091" y="694"/>
                      </a:lnTo>
                      <a:lnTo>
                        <a:pt x="2093" y="694"/>
                      </a:lnTo>
                      <a:lnTo>
                        <a:pt x="2095" y="700"/>
                      </a:lnTo>
                      <a:lnTo>
                        <a:pt x="2098" y="700"/>
                      </a:lnTo>
                      <a:lnTo>
                        <a:pt x="2100" y="700"/>
                      </a:lnTo>
                      <a:lnTo>
                        <a:pt x="2103" y="718"/>
                      </a:lnTo>
                      <a:lnTo>
                        <a:pt x="2105" y="718"/>
                      </a:lnTo>
                      <a:lnTo>
                        <a:pt x="2107" y="718"/>
                      </a:lnTo>
                      <a:lnTo>
                        <a:pt x="2110" y="717"/>
                      </a:lnTo>
                      <a:lnTo>
                        <a:pt x="2112" y="728"/>
                      </a:lnTo>
                      <a:lnTo>
                        <a:pt x="2115" y="732"/>
                      </a:lnTo>
                      <a:lnTo>
                        <a:pt x="2117" y="732"/>
                      </a:lnTo>
                      <a:lnTo>
                        <a:pt x="2119" y="750"/>
                      </a:lnTo>
                      <a:lnTo>
                        <a:pt x="2122" y="755"/>
                      </a:lnTo>
                      <a:lnTo>
                        <a:pt x="2124" y="744"/>
                      </a:lnTo>
                      <a:lnTo>
                        <a:pt x="2127" y="747"/>
                      </a:lnTo>
                      <a:lnTo>
                        <a:pt x="2129" y="752"/>
                      </a:lnTo>
                      <a:lnTo>
                        <a:pt x="2131" y="732"/>
                      </a:lnTo>
                      <a:lnTo>
                        <a:pt x="2134" y="729"/>
                      </a:lnTo>
                      <a:lnTo>
                        <a:pt x="2136" y="730"/>
                      </a:lnTo>
                      <a:lnTo>
                        <a:pt x="2139" y="725"/>
                      </a:lnTo>
                      <a:lnTo>
                        <a:pt x="2141" y="713"/>
                      </a:lnTo>
                      <a:lnTo>
                        <a:pt x="2143" y="712"/>
                      </a:lnTo>
                      <a:lnTo>
                        <a:pt x="2146" y="716"/>
                      </a:lnTo>
                      <a:lnTo>
                        <a:pt x="2148" y="715"/>
                      </a:lnTo>
                      <a:lnTo>
                        <a:pt x="2151" y="715"/>
                      </a:lnTo>
                      <a:lnTo>
                        <a:pt x="2153" y="729"/>
                      </a:lnTo>
                      <a:lnTo>
                        <a:pt x="2155" y="729"/>
                      </a:lnTo>
                      <a:lnTo>
                        <a:pt x="2158" y="729"/>
                      </a:lnTo>
                      <a:lnTo>
                        <a:pt x="2160" y="745"/>
                      </a:lnTo>
                      <a:lnTo>
                        <a:pt x="2163" y="740"/>
                      </a:lnTo>
                      <a:lnTo>
                        <a:pt x="2165" y="740"/>
                      </a:lnTo>
                      <a:lnTo>
                        <a:pt x="2166" y="747"/>
                      </a:lnTo>
                      <a:lnTo>
                        <a:pt x="2166" y="742"/>
                      </a:lnTo>
                      <a:lnTo>
                        <a:pt x="2166" y="694"/>
                      </a:lnTo>
                      <a:lnTo>
                        <a:pt x="2166" y="654"/>
                      </a:lnTo>
                      <a:lnTo>
                        <a:pt x="2166" y="553"/>
                      </a:lnTo>
                      <a:lnTo>
                        <a:pt x="2166" y="543"/>
                      </a:lnTo>
                      <a:lnTo>
                        <a:pt x="2166" y="527"/>
                      </a:lnTo>
                      <a:lnTo>
                        <a:pt x="2165" y="531"/>
                      </a:lnTo>
                      <a:lnTo>
                        <a:pt x="2163" y="531"/>
                      </a:lnTo>
                      <a:lnTo>
                        <a:pt x="2160" y="509"/>
                      </a:lnTo>
                      <a:lnTo>
                        <a:pt x="2158" y="540"/>
                      </a:lnTo>
                      <a:lnTo>
                        <a:pt x="2155" y="540"/>
                      </a:lnTo>
                      <a:lnTo>
                        <a:pt x="2153" y="539"/>
                      </a:lnTo>
                      <a:lnTo>
                        <a:pt x="2151" y="549"/>
                      </a:lnTo>
                      <a:lnTo>
                        <a:pt x="2148" y="548"/>
                      </a:lnTo>
                      <a:lnTo>
                        <a:pt x="2146" y="548"/>
                      </a:lnTo>
                      <a:lnTo>
                        <a:pt x="2143" y="557"/>
                      </a:lnTo>
                      <a:lnTo>
                        <a:pt x="2141" y="574"/>
                      </a:lnTo>
                      <a:lnTo>
                        <a:pt x="2139" y="571"/>
                      </a:lnTo>
                      <a:lnTo>
                        <a:pt x="2136" y="600"/>
                      </a:lnTo>
                      <a:lnTo>
                        <a:pt x="2134" y="620"/>
                      </a:lnTo>
                      <a:lnTo>
                        <a:pt x="2131" y="619"/>
                      </a:lnTo>
                      <a:lnTo>
                        <a:pt x="2129" y="643"/>
                      </a:lnTo>
                      <a:lnTo>
                        <a:pt x="2127" y="666"/>
                      </a:lnTo>
                      <a:lnTo>
                        <a:pt x="2124" y="664"/>
                      </a:lnTo>
                      <a:lnTo>
                        <a:pt x="2122" y="669"/>
                      </a:lnTo>
                      <a:lnTo>
                        <a:pt x="2119" y="691"/>
                      </a:lnTo>
                      <a:lnTo>
                        <a:pt x="2117" y="677"/>
                      </a:lnTo>
                      <a:lnTo>
                        <a:pt x="2115" y="677"/>
                      </a:lnTo>
                      <a:lnTo>
                        <a:pt x="2112" y="690"/>
                      </a:lnTo>
                      <a:lnTo>
                        <a:pt x="2110" y="684"/>
                      </a:lnTo>
                      <a:lnTo>
                        <a:pt x="2107" y="680"/>
                      </a:lnTo>
                      <a:lnTo>
                        <a:pt x="2105" y="676"/>
                      </a:lnTo>
                      <a:lnTo>
                        <a:pt x="2103" y="676"/>
                      </a:lnTo>
                      <a:lnTo>
                        <a:pt x="2100" y="679"/>
                      </a:lnTo>
                      <a:lnTo>
                        <a:pt x="2098" y="679"/>
                      </a:lnTo>
                      <a:lnTo>
                        <a:pt x="2095" y="679"/>
                      </a:lnTo>
                      <a:lnTo>
                        <a:pt x="2093" y="682"/>
                      </a:lnTo>
                      <a:lnTo>
                        <a:pt x="2091" y="682"/>
                      </a:lnTo>
                      <a:lnTo>
                        <a:pt x="2088" y="681"/>
                      </a:lnTo>
                      <a:lnTo>
                        <a:pt x="2086" y="689"/>
                      </a:lnTo>
                      <a:lnTo>
                        <a:pt x="2083" y="689"/>
                      </a:lnTo>
                      <a:lnTo>
                        <a:pt x="2081" y="662"/>
                      </a:lnTo>
                      <a:lnTo>
                        <a:pt x="2078" y="687"/>
                      </a:lnTo>
                      <a:lnTo>
                        <a:pt x="2076" y="687"/>
                      </a:lnTo>
                      <a:lnTo>
                        <a:pt x="2074" y="660"/>
                      </a:lnTo>
                      <a:lnTo>
                        <a:pt x="2071" y="681"/>
                      </a:lnTo>
                      <a:lnTo>
                        <a:pt x="2069" y="694"/>
                      </a:lnTo>
                      <a:lnTo>
                        <a:pt x="2066" y="694"/>
                      </a:lnTo>
                      <a:lnTo>
                        <a:pt x="2064" y="692"/>
                      </a:lnTo>
                      <a:lnTo>
                        <a:pt x="2062" y="651"/>
                      </a:lnTo>
                      <a:lnTo>
                        <a:pt x="2059" y="651"/>
                      </a:lnTo>
                      <a:lnTo>
                        <a:pt x="2057" y="649"/>
                      </a:lnTo>
                      <a:lnTo>
                        <a:pt x="2054" y="605"/>
                      </a:lnTo>
                      <a:lnTo>
                        <a:pt x="2052" y="611"/>
                      </a:lnTo>
                      <a:lnTo>
                        <a:pt x="2050" y="610"/>
                      </a:lnTo>
                      <a:lnTo>
                        <a:pt x="2047" y="609"/>
                      </a:lnTo>
                      <a:lnTo>
                        <a:pt x="2045" y="635"/>
                      </a:lnTo>
                      <a:lnTo>
                        <a:pt x="2042" y="632"/>
                      </a:lnTo>
                      <a:lnTo>
                        <a:pt x="2040" y="632"/>
                      </a:lnTo>
                      <a:lnTo>
                        <a:pt x="2038" y="647"/>
                      </a:lnTo>
                      <a:lnTo>
                        <a:pt x="2035" y="647"/>
                      </a:lnTo>
                      <a:lnTo>
                        <a:pt x="2033" y="647"/>
                      </a:lnTo>
                      <a:lnTo>
                        <a:pt x="2030" y="654"/>
                      </a:lnTo>
                      <a:lnTo>
                        <a:pt x="2028" y="654"/>
                      </a:lnTo>
                      <a:lnTo>
                        <a:pt x="2025" y="662"/>
                      </a:lnTo>
                      <a:lnTo>
                        <a:pt x="2023" y="635"/>
                      </a:lnTo>
                      <a:lnTo>
                        <a:pt x="2021" y="626"/>
                      </a:lnTo>
                      <a:lnTo>
                        <a:pt x="2018" y="631"/>
                      </a:lnTo>
                      <a:lnTo>
                        <a:pt x="2016" y="623"/>
                      </a:lnTo>
                      <a:lnTo>
                        <a:pt x="2013" y="603"/>
                      </a:lnTo>
                      <a:lnTo>
                        <a:pt x="2011" y="623"/>
                      </a:lnTo>
                      <a:lnTo>
                        <a:pt x="2009" y="622"/>
                      </a:lnTo>
                      <a:lnTo>
                        <a:pt x="2006" y="623"/>
                      </a:lnTo>
                      <a:lnTo>
                        <a:pt x="2004" y="635"/>
                      </a:lnTo>
                      <a:lnTo>
                        <a:pt x="2001" y="635"/>
                      </a:lnTo>
                      <a:lnTo>
                        <a:pt x="1999" y="635"/>
                      </a:lnTo>
                      <a:lnTo>
                        <a:pt x="1997" y="635"/>
                      </a:lnTo>
                      <a:lnTo>
                        <a:pt x="1994" y="633"/>
                      </a:lnTo>
                      <a:lnTo>
                        <a:pt x="1992" y="633"/>
                      </a:lnTo>
                      <a:lnTo>
                        <a:pt x="1989" y="660"/>
                      </a:lnTo>
                      <a:lnTo>
                        <a:pt x="1987" y="646"/>
                      </a:lnTo>
                      <a:lnTo>
                        <a:pt x="1984" y="644"/>
                      </a:lnTo>
                      <a:lnTo>
                        <a:pt x="1982" y="649"/>
                      </a:lnTo>
                      <a:lnTo>
                        <a:pt x="1980" y="655"/>
                      </a:lnTo>
                      <a:lnTo>
                        <a:pt x="1977" y="618"/>
                      </a:lnTo>
                      <a:lnTo>
                        <a:pt x="1975" y="639"/>
                      </a:lnTo>
                      <a:lnTo>
                        <a:pt x="1972" y="631"/>
                      </a:lnTo>
                      <a:lnTo>
                        <a:pt x="1970" y="616"/>
                      </a:lnTo>
                      <a:lnTo>
                        <a:pt x="1968" y="622"/>
                      </a:lnTo>
                      <a:lnTo>
                        <a:pt x="1965" y="631"/>
                      </a:lnTo>
                      <a:lnTo>
                        <a:pt x="1963" y="620"/>
                      </a:lnTo>
                      <a:lnTo>
                        <a:pt x="1960" y="620"/>
                      </a:lnTo>
                      <a:lnTo>
                        <a:pt x="1958" y="615"/>
                      </a:lnTo>
                      <a:lnTo>
                        <a:pt x="1956" y="613"/>
                      </a:lnTo>
                      <a:lnTo>
                        <a:pt x="1953" y="615"/>
                      </a:lnTo>
                      <a:lnTo>
                        <a:pt x="1951" y="610"/>
                      </a:lnTo>
                      <a:lnTo>
                        <a:pt x="1948" y="589"/>
                      </a:lnTo>
                      <a:lnTo>
                        <a:pt x="1946" y="609"/>
                      </a:lnTo>
                      <a:lnTo>
                        <a:pt x="1944" y="606"/>
                      </a:lnTo>
                      <a:lnTo>
                        <a:pt x="1941" y="592"/>
                      </a:lnTo>
                      <a:lnTo>
                        <a:pt x="1939" y="603"/>
                      </a:lnTo>
                      <a:lnTo>
                        <a:pt x="1936" y="589"/>
                      </a:lnTo>
                      <a:lnTo>
                        <a:pt x="1934" y="589"/>
                      </a:lnTo>
                      <a:lnTo>
                        <a:pt x="1932" y="624"/>
                      </a:lnTo>
                      <a:lnTo>
                        <a:pt x="1929" y="612"/>
                      </a:lnTo>
                      <a:lnTo>
                        <a:pt x="1927" y="625"/>
                      </a:lnTo>
                      <a:lnTo>
                        <a:pt x="1924" y="638"/>
                      </a:lnTo>
                      <a:lnTo>
                        <a:pt x="1922" y="616"/>
                      </a:lnTo>
                      <a:lnTo>
                        <a:pt x="1920" y="632"/>
                      </a:lnTo>
                      <a:lnTo>
                        <a:pt x="1917" y="642"/>
                      </a:lnTo>
                      <a:lnTo>
                        <a:pt x="1915" y="622"/>
                      </a:lnTo>
                      <a:lnTo>
                        <a:pt x="1912" y="624"/>
                      </a:lnTo>
                      <a:lnTo>
                        <a:pt x="1910" y="630"/>
                      </a:lnTo>
                      <a:lnTo>
                        <a:pt x="1908" y="630"/>
                      </a:lnTo>
                      <a:lnTo>
                        <a:pt x="1905" y="611"/>
                      </a:lnTo>
                      <a:lnTo>
                        <a:pt x="1903" y="639"/>
                      </a:lnTo>
                      <a:lnTo>
                        <a:pt x="1900" y="639"/>
                      </a:lnTo>
                      <a:lnTo>
                        <a:pt x="1898" y="631"/>
                      </a:lnTo>
                      <a:lnTo>
                        <a:pt x="1896" y="638"/>
                      </a:lnTo>
                      <a:lnTo>
                        <a:pt x="1893" y="639"/>
                      </a:lnTo>
                      <a:lnTo>
                        <a:pt x="1891" y="634"/>
                      </a:lnTo>
                      <a:lnTo>
                        <a:pt x="1888" y="615"/>
                      </a:lnTo>
                      <a:lnTo>
                        <a:pt x="1886" y="615"/>
                      </a:lnTo>
                      <a:lnTo>
                        <a:pt x="1884" y="607"/>
                      </a:lnTo>
                      <a:lnTo>
                        <a:pt x="1881" y="579"/>
                      </a:lnTo>
                      <a:lnTo>
                        <a:pt x="1879" y="583"/>
                      </a:lnTo>
                      <a:lnTo>
                        <a:pt x="1876" y="570"/>
                      </a:lnTo>
                      <a:lnTo>
                        <a:pt x="1874" y="560"/>
                      </a:lnTo>
                      <a:lnTo>
                        <a:pt x="1872" y="572"/>
                      </a:lnTo>
                      <a:lnTo>
                        <a:pt x="1869" y="572"/>
                      </a:lnTo>
                      <a:lnTo>
                        <a:pt x="1867" y="565"/>
                      </a:lnTo>
                      <a:lnTo>
                        <a:pt x="1864" y="568"/>
                      </a:lnTo>
                      <a:lnTo>
                        <a:pt x="1862" y="578"/>
                      </a:lnTo>
                      <a:lnTo>
                        <a:pt x="1860" y="581"/>
                      </a:lnTo>
                      <a:lnTo>
                        <a:pt x="1857" y="588"/>
                      </a:lnTo>
                      <a:lnTo>
                        <a:pt x="1855" y="596"/>
                      </a:lnTo>
                      <a:lnTo>
                        <a:pt x="1852" y="603"/>
                      </a:lnTo>
                      <a:lnTo>
                        <a:pt x="1850" y="610"/>
                      </a:lnTo>
                      <a:lnTo>
                        <a:pt x="1848" y="603"/>
                      </a:lnTo>
                      <a:lnTo>
                        <a:pt x="1845" y="596"/>
                      </a:lnTo>
                      <a:lnTo>
                        <a:pt x="1843" y="585"/>
                      </a:lnTo>
                      <a:lnTo>
                        <a:pt x="1840" y="595"/>
                      </a:lnTo>
                      <a:lnTo>
                        <a:pt x="1838" y="606"/>
                      </a:lnTo>
                      <a:lnTo>
                        <a:pt x="1836" y="609"/>
                      </a:lnTo>
                      <a:lnTo>
                        <a:pt x="1833" y="611"/>
                      </a:lnTo>
                      <a:lnTo>
                        <a:pt x="1831" y="617"/>
                      </a:lnTo>
                      <a:lnTo>
                        <a:pt x="1828" y="622"/>
                      </a:lnTo>
                      <a:lnTo>
                        <a:pt x="1826" y="608"/>
                      </a:lnTo>
                      <a:lnTo>
                        <a:pt x="1824" y="620"/>
                      </a:lnTo>
                      <a:lnTo>
                        <a:pt x="1821" y="621"/>
                      </a:lnTo>
                      <a:lnTo>
                        <a:pt x="1819" y="610"/>
                      </a:lnTo>
                      <a:lnTo>
                        <a:pt x="1816" y="604"/>
                      </a:lnTo>
                      <a:lnTo>
                        <a:pt x="1814" y="605"/>
                      </a:lnTo>
                      <a:lnTo>
                        <a:pt x="1811" y="595"/>
                      </a:lnTo>
                      <a:lnTo>
                        <a:pt x="1809" y="595"/>
                      </a:lnTo>
                      <a:lnTo>
                        <a:pt x="1807" y="602"/>
                      </a:lnTo>
                      <a:lnTo>
                        <a:pt x="1804" y="598"/>
                      </a:lnTo>
                      <a:lnTo>
                        <a:pt x="1802" y="586"/>
                      </a:lnTo>
                      <a:lnTo>
                        <a:pt x="1799" y="606"/>
                      </a:lnTo>
                      <a:lnTo>
                        <a:pt x="1797" y="591"/>
                      </a:lnTo>
                      <a:lnTo>
                        <a:pt x="1795" y="577"/>
                      </a:lnTo>
                      <a:lnTo>
                        <a:pt x="1792" y="615"/>
                      </a:lnTo>
                      <a:lnTo>
                        <a:pt x="1790" y="607"/>
                      </a:lnTo>
                      <a:lnTo>
                        <a:pt x="1787" y="568"/>
                      </a:lnTo>
                      <a:lnTo>
                        <a:pt x="1785" y="614"/>
                      </a:lnTo>
                      <a:lnTo>
                        <a:pt x="1783" y="615"/>
                      </a:lnTo>
                      <a:lnTo>
                        <a:pt x="1780" y="570"/>
                      </a:lnTo>
                      <a:lnTo>
                        <a:pt x="1778" y="597"/>
                      </a:lnTo>
                      <a:lnTo>
                        <a:pt x="1775" y="605"/>
                      </a:lnTo>
                      <a:lnTo>
                        <a:pt x="1773" y="577"/>
                      </a:lnTo>
                      <a:lnTo>
                        <a:pt x="1771" y="586"/>
                      </a:lnTo>
                      <a:lnTo>
                        <a:pt x="1768" y="599"/>
                      </a:lnTo>
                      <a:lnTo>
                        <a:pt x="1766" y="576"/>
                      </a:lnTo>
                      <a:lnTo>
                        <a:pt x="1763" y="587"/>
                      </a:lnTo>
                      <a:lnTo>
                        <a:pt x="1761" y="603"/>
                      </a:lnTo>
                      <a:lnTo>
                        <a:pt x="1758" y="581"/>
                      </a:lnTo>
                      <a:lnTo>
                        <a:pt x="1756" y="596"/>
                      </a:lnTo>
                      <a:lnTo>
                        <a:pt x="1754" y="620"/>
                      </a:lnTo>
                      <a:lnTo>
                        <a:pt x="1751" y="593"/>
                      </a:lnTo>
                      <a:lnTo>
                        <a:pt x="1749" y="619"/>
                      </a:lnTo>
                      <a:lnTo>
                        <a:pt x="1746" y="631"/>
                      </a:lnTo>
                      <a:lnTo>
                        <a:pt x="1744" y="597"/>
                      </a:lnTo>
                      <a:lnTo>
                        <a:pt x="1742" y="623"/>
                      </a:lnTo>
                      <a:lnTo>
                        <a:pt x="1739" y="634"/>
                      </a:lnTo>
                      <a:lnTo>
                        <a:pt x="1737" y="615"/>
                      </a:lnTo>
                      <a:lnTo>
                        <a:pt x="1734" y="631"/>
                      </a:lnTo>
                      <a:lnTo>
                        <a:pt x="1732" y="651"/>
                      </a:lnTo>
                      <a:lnTo>
                        <a:pt x="1730" y="640"/>
                      </a:lnTo>
                      <a:lnTo>
                        <a:pt x="1727" y="640"/>
                      </a:lnTo>
                      <a:lnTo>
                        <a:pt x="1725" y="639"/>
                      </a:lnTo>
                      <a:lnTo>
                        <a:pt x="1722" y="652"/>
                      </a:lnTo>
                      <a:lnTo>
                        <a:pt x="1720" y="639"/>
                      </a:lnTo>
                      <a:lnTo>
                        <a:pt x="1717" y="615"/>
                      </a:lnTo>
                      <a:lnTo>
                        <a:pt x="1715" y="637"/>
                      </a:lnTo>
                      <a:lnTo>
                        <a:pt x="1713" y="631"/>
                      </a:lnTo>
                      <a:lnTo>
                        <a:pt x="1710" y="618"/>
                      </a:lnTo>
                      <a:lnTo>
                        <a:pt x="1708" y="645"/>
                      </a:lnTo>
                      <a:lnTo>
                        <a:pt x="1705" y="656"/>
                      </a:lnTo>
                      <a:lnTo>
                        <a:pt x="1703" y="656"/>
                      </a:lnTo>
                      <a:lnTo>
                        <a:pt x="1701" y="678"/>
                      </a:lnTo>
                      <a:lnTo>
                        <a:pt x="1698" y="687"/>
                      </a:lnTo>
                      <a:lnTo>
                        <a:pt x="1696" y="687"/>
                      </a:lnTo>
                      <a:lnTo>
                        <a:pt x="1693" y="704"/>
                      </a:lnTo>
                      <a:lnTo>
                        <a:pt x="1691" y="708"/>
                      </a:lnTo>
                      <a:lnTo>
                        <a:pt x="1689" y="708"/>
                      </a:lnTo>
                      <a:lnTo>
                        <a:pt x="1686" y="744"/>
                      </a:lnTo>
                      <a:lnTo>
                        <a:pt x="1684" y="747"/>
                      </a:lnTo>
                      <a:lnTo>
                        <a:pt x="1681" y="747"/>
                      </a:lnTo>
                      <a:lnTo>
                        <a:pt x="1679" y="782"/>
                      </a:lnTo>
                      <a:lnTo>
                        <a:pt x="1677" y="784"/>
                      </a:lnTo>
                      <a:lnTo>
                        <a:pt x="1674" y="785"/>
                      </a:lnTo>
                      <a:lnTo>
                        <a:pt x="1672" y="771"/>
                      </a:lnTo>
                      <a:lnTo>
                        <a:pt x="1669" y="763"/>
                      </a:lnTo>
                      <a:lnTo>
                        <a:pt x="1667" y="763"/>
                      </a:lnTo>
                      <a:lnTo>
                        <a:pt x="1665" y="736"/>
                      </a:lnTo>
                      <a:lnTo>
                        <a:pt x="1662" y="720"/>
                      </a:lnTo>
                      <a:lnTo>
                        <a:pt x="1660" y="703"/>
                      </a:lnTo>
                      <a:lnTo>
                        <a:pt x="1657" y="688"/>
                      </a:lnTo>
                      <a:lnTo>
                        <a:pt x="1655" y="682"/>
                      </a:lnTo>
                      <a:lnTo>
                        <a:pt x="1653" y="659"/>
                      </a:lnTo>
                      <a:lnTo>
                        <a:pt x="1650" y="666"/>
                      </a:lnTo>
                      <a:lnTo>
                        <a:pt x="1648" y="665"/>
                      </a:lnTo>
                      <a:lnTo>
                        <a:pt x="1645" y="649"/>
                      </a:lnTo>
                      <a:lnTo>
                        <a:pt x="1643" y="671"/>
                      </a:lnTo>
                      <a:lnTo>
                        <a:pt x="1641" y="671"/>
                      </a:lnTo>
                      <a:lnTo>
                        <a:pt x="1638" y="663"/>
                      </a:lnTo>
                      <a:lnTo>
                        <a:pt x="1636" y="691"/>
                      </a:lnTo>
                      <a:lnTo>
                        <a:pt x="1633" y="689"/>
                      </a:lnTo>
                      <a:lnTo>
                        <a:pt x="1631" y="690"/>
                      </a:lnTo>
                      <a:lnTo>
                        <a:pt x="1629" y="713"/>
                      </a:lnTo>
                      <a:lnTo>
                        <a:pt x="1626" y="732"/>
                      </a:lnTo>
                      <a:lnTo>
                        <a:pt x="1624" y="753"/>
                      </a:lnTo>
                      <a:lnTo>
                        <a:pt x="1621" y="770"/>
                      </a:lnTo>
                      <a:lnTo>
                        <a:pt x="1619" y="766"/>
                      </a:lnTo>
                      <a:lnTo>
                        <a:pt x="1617" y="669"/>
                      </a:lnTo>
                      <a:lnTo>
                        <a:pt x="1614" y="669"/>
                      </a:lnTo>
                      <a:lnTo>
                        <a:pt x="1612" y="557"/>
                      </a:lnTo>
                      <a:lnTo>
                        <a:pt x="1609" y="385"/>
                      </a:lnTo>
                      <a:lnTo>
                        <a:pt x="1607" y="331"/>
                      </a:lnTo>
                      <a:lnTo>
                        <a:pt x="1605" y="183"/>
                      </a:lnTo>
                      <a:lnTo>
                        <a:pt x="1602" y="59"/>
                      </a:lnTo>
                      <a:lnTo>
                        <a:pt x="1600" y="38"/>
                      </a:lnTo>
                      <a:lnTo>
                        <a:pt x="1597" y="20"/>
                      </a:lnTo>
                      <a:lnTo>
                        <a:pt x="1595" y="3"/>
                      </a:lnTo>
                      <a:lnTo>
                        <a:pt x="1593" y="0"/>
                      </a:lnTo>
                      <a:lnTo>
                        <a:pt x="1590" y="0"/>
                      </a:lnTo>
                      <a:lnTo>
                        <a:pt x="1588" y="4"/>
                      </a:lnTo>
                      <a:lnTo>
                        <a:pt x="1585" y="3"/>
                      </a:lnTo>
                      <a:lnTo>
                        <a:pt x="1583" y="12"/>
                      </a:lnTo>
                      <a:lnTo>
                        <a:pt x="1581" y="73"/>
                      </a:lnTo>
                      <a:lnTo>
                        <a:pt x="1578" y="73"/>
                      </a:lnTo>
                      <a:lnTo>
                        <a:pt x="1576" y="79"/>
                      </a:lnTo>
                      <a:lnTo>
                        <a:pt x="1573" y="143"/>
                      </a:lnTo>
                      <a:lnTo>
                        <a:pt x="1571" y="140"/>
                      </a:lnTo>
                      <a:lnTo>
                        <a:pt x="1569" y="147"/>
                      </a:lnTo>
                      <a:lnTo>
                        <a:pt x="1566" y="260"/>
                      </a:lnTo>
                      <a:lnTo>
                        <a:pt x="1564" y="285"/>
                      </a:lnTo>
                      <a:lnTo>
                        <a:pt x="1561" y="344"/>
                      </a:lnTo>
                      <a:lnTo>
                        <a:pt x="1559" y="514"/>
                      </a:lnTo>
                      <a:lnTo>
                        <a:pt x="1557" y="621"/>
                      </a:lnTo>
                      <a:lnTo>
                        <a:pt x="1554" y="760"/>
                      </a:lnTo>
                      <a:lnTo>
                        <a:pt x="1552" y="943"/>
                      </a:lnTo>
                      <a:lnTo>
                        <a:pt x="1549" y="985"/>
                      </a:lnTo>
                      <a:lnTo>
                        <a:pt x="1547" y="1002"/>
                      </a:lnTo>
                      <a:lnTo>
                        <a:pt x="1544" y="1012"/>
                      </a:lnTo>
                      <a:lnTo>
                        <a:pt x="1542" y="1012"/>
                      </a:lnTo>
                      <a:lnTo>
                        <a:pt x="1540" y="1013"/>
                      </a:lnTo>
                      <a:lnTo>
                        <a:pt x="1537" y="1014"/>
                      </a:lnTo>
                      <a:lnTo>
                        <a:pt x="1535" y="1014"/>
                      </a:lnTo>
                      <a:lnTo>
                        <a:pt x="1532" y="1014"/>
                      </a:lnTo>
                      <a:lnTo>
                        <a:pt x="1530" y="1014"/>
                      </a:lnTo>
                      <a:lnTo>
                        <a:pt x="1528" y="1014"/>
                      </a:lnTo>
                      <a:lnTo>
                        <a:pt x="1525" y="1014"/>
                      </a:lnTo>
                      <a:lnTo>
                        <a:pt x="1523" y="1014"/>
                      </a:lnTo>
                      <a:lnTo>
                        <a:pt x="1520" y="1014"/>
                      </a:lnTo>
                      <a:lnTo>
                        <a:pt x="1518" y="1015"/>
                      </a:lnTo>
                      <a:lnTo>
                        <a:pt x="1516" y="1014"/>
                      </a:lnTo>
                      <a:lnTo>
                        <a:pt x="1513" y="1013"/>
                      </a:lnTo>
                      <a:lnTo>
                        <a:pt x="1511" y="1013"/>
                      </a:lnTo>
                      <a:lnTo>
                        <a:pt x="1508" y="1013"/>
                      </a:lnTo>
                      <a:lnTo>
                        <a:pt x="1506" y="1013"/>
                      </a:lnTo>
                      <a:lnTo>
                        <a:pt x="1504" y="1013"/>
                      </a:lnTo>
                      <a:lnTo>
                        <a:pt x="1501" y="1011"/>
                      </a:lnTo>
                      <a:lnTo>
                        <a:pt x="1499" y="1006"/>
                      </a:lnTo>
                      <a:lnTo>
                        <a:pt x="1496" y="1006"/>
                      </a:lnTo>
                      <a:lnTo>
                        <a:pt x="1494" y="1006"/>
                      </a:lnTo>
                      <a:lnTo>
                        <a:pt x="1491" y="1006"/>
                      </a:lnTo>
                      <a:lnTo>
                        <a:pt x="1489" y="1006"/>
                      </a:lnTo>
                      <a:lnTo>
                        <a:pt x="1487" y="1006"/>
                      </a:lnTo>
                      <a:lnTo>
                        <a:pt x="1484" y="1006"/>
                      </a:lnTo>
                      <a:lnTo>
                        <a:pt x="1482" y="1006"/>
                      </a:lnTo>
                      <a:lnTo>
                        <a:pt x="1479" y="1005"/>
                      </a:lnTo>
                      <a:lnTo>
                        <a:pt x="1477" y="1006"/>
                      </a:lnTo>
                      <a:lnTo>
                        <a:pt x="1475" y="1003"/>
                      </a:lnTo>
                      <a:lnTo>
                        <a:pt x="1472" y="998"/>
                      </a:lnTo>
                      <a:lnTo>
                        <a:pt x="1470" y="993"/>
                      </a:lnTo>
                      <a:lnTo>
                        <a:pt x="1467" y="985"/>
                      </a:lnTo>
                      <a:lnTo>
                        <a:pt x="1465" y="985"/>
                      </a:lnTo>
                      <a:lnTo>
                        <a:pt x="1463" y="985"/>
                      </a:lnTo>
                      <a:lnTo>
                        <a:pt x="1460" y="985"/>
                      </a:lnTo>
                      <a:lnTo>
                        <a:pt x="1458" y="988"/>
                      </a:lnTo>
                      <a:lnTo>
                        <a:pt x="1455" y="996"/>
                      </a:lnTo>
                      <a:lnTo>
                        <a:pt x="1453" y="999"/>
                      </a:lnTo>
                      <a:lnTo>
                        <a:pt x="1450" y="1000"/>
                      </a:lnTo>
                      <a:lnTo>
                        <a:pt x="1448" y="999"/>
                      </a:lnTo>
                      <a:lnTo>
                        <a:pt x="1446" y="1000"/>
                      </a:lnTo>
                      <a:lnTo>
                        <a:pt x="1443" y="1003"/>
                      </a:lnTo>
                      <a:lnTo>
                        <a:pt x="1441" y="1003"/>
                      </a:lnTo>
                      <a:lnTo>
                        <a:pt x="1438" y="1003"/>
                      </a:lnTo>
                      <a:lnTo>
                        <a:pt x="1436" y="1003"/>
                      </a:lnTo>
                      <a:lnTo>
                        <a:pt x="1434" y="1003"/>
                      </a:lnTo>
                      <a:lnTo>
                        <a:pt x="1431" y="999"/>
                      </a:lnTo>
                      <a:lnTo>
                        <a:pt x="1429" y="994"/>
                      </a:lnTo>
                      <a:lnTo>
                        <a:pt x="1426" y="994"/>
                      </a:lnTo>
                      <a:lnTo>
                        <a:pt x="1424" y="1002"/>
                      </a:lnTo>
                      <a:lnTo>
                        <a:pt x="1422" y="1006"/>
                      </a:lnTo>
                      <a:lnTo>
                        <a:pt x="1419" y="1006"/>
                      </a:lnTo>
                      <a:lnTo>
                        <a:pt x="1417" y="1006"/>
                      </a:lnTo>
                      <a:lnTo>
                        <a:pt x="1414" y="1006"/>
                      </a:lnTo>
                      <a:lnTo>
                        <a:pt x="1412" y="1006"/>
                      </a:lnTo>
                      <a:lnTo>
                        <a:pt x="1410" y="1005"/>
                      </a:lnTo>
                      <a:lnTo>
                        <a:pt x="1407" y="1006"/>
                      </a:lnTo>
                      <a:lnTo>
                        <a:pt x="1405" y="1005"/>
                      </a:lnTo>
                      <a:lnTo>
                        <a:pt x="1402" y="1004"/>
                      </a:lnTo>
                      <a:lnTo>
                        <a:pt x="1400" y="1005"/>
                      </a:lnTo>
                      <a:lnTo>
                        <a:pt x="1398" y="1006"/>
                      </a:lnTo>
                      <a:lnTo>
                        <a:pt x="1395" y="993"/>
                      </a:lnTo>
                      <a:lnTo>
                        <a:pt x="1393" y="994"/>
                      </a:lnTo>
                      <a:lnTo>
                        <a:pt x="1390" y="993"/>
                      </a:lnTo>
                      <a:lnTo>
                        <a:pt x="1388" y="993"/>
                      </a:lnTo>
                      <a:lnTo>
                        <a:pt x="1386" y="994"/>
                      </a:lnTo>
                      <a:lnTo>
                        <a:pt x="1383" y="994"/>
                      </a:lnTo>
                      <a:lnTo>
                        <a:pt x="1381" y="994"/>
                      </a:lnTo>
                      <a:lnTo>
                        <a:pt x="1378" y="994"/>
                      </a:lnTo>
                      <a:lnTo>
                        <a:pt x="1376" y="994"/>
                      </a:lnTo>
                      <a:lnTo>
                        <a:pt x="1374" y="994"/>
                      </a:lnTo>
                      <a:lnTo>
                        <a:pt x="1371" y="994"/>
                      </a:lnTo>
                      <a:lnTo>
                        <a:pt x="1369" y="996"/>
                      </a:lnTo>
                      <a:lnTo>
                        <a:pt x="1366" y="996"/>
                      </a:lnTo>
                      <a:lnTo>
                        <a:pt x="1364" y="996"/>
                      </a:lnTo>
                      <a:lnTo>
                        <a:pt x="1362" y="996"/>
                      </a:lnTo>
                      <a:lnTo>
                        <a:pt x="1359" y="997"/>
                      </a:lnTo>
                      <a:lnTo>
                        <a:pt x="1357" y="1004"/>
                      </a:lnTo>
                      <a:lnTo>
                        <a:pt x="1354" y="1005"/>
                      </a:lnTo>
                      <a:lnTo>
                        <a:pt x="1352" y="1007"/>
                      </a:lnTo>
                      <a:lnTo>
                        <a:pt x="1350" y="1007"/>
                      </a:lnTo>
                      <a:lnTo>
                        <a:pt x="1347" y="1007"/>
                      </a:lnTo>
                      <a:lnTo>
                        <a:pt x="1345" y="1007"/>
                      </a:lnTo>
                      <a:lnTo>
                        <a:pt x="1342" y="1009"/>
                      </a:lnTo>
                      <a:lnTo>
                        <a:pt x="1340" y="1009"/>
                      </a:lnTo>
                      <a:lnTo>
                        <a:pt x="1338" y="1008"/>
                      </a:lnTo>
                      <a:lnTo>
                        <a:pt x="1335" y="1008"/>
                      </a:lnTo>
                      <a:lnTo>
                        <a:pt x="1333" y="1008"/>
                      </a:lnTo>
                      <a:lnTo>
                        <a:pt x="1331" y="1008"/>
                      </a:lnTo>
                      <a:lnTo>
                        <a:pt x="1328" y="1010"/>
                      </a:lnTo>
                      <a:lnTo>
                        <a:pt x="1326" y="1006"/>
                      </a:lnTo>
                      <a:lnTo>
                        <a:pt x="1323" y="1006"/>
                      </a:lnTo>
                      <a:lnTo>
                        <a:pt x="1321" y="1006"/>
                      </a:lnTo>
                      <a:lnTo>
                        <a:pt x="1318" y="1006"/>
                      </a:lnTo>
                      <a:lnTo>
                        <a:pt x="1316" y="1006"/>
                      </a:lnTo>
                      <a:lnTo>
                        <a:pt x="1314" y="1006"/>
                      </a:lnTo>
                      <a:lnTo>
                        <a:pt x="1311" y="1006"/>
                      </a:lnTo>
                      <a:lnTo>
                        <a:pt x="1309" y="1006"/>
                      </a:lnTo>
                      <a:lnTo>
                        <a:pt x="1306" y="1010"/>
                      </a:lnTo>
                      <a:lnTo>
                        <a:pt x="1304" y="1014"/>
                      </a:lnTo>
                      <a:lnTo>
                        <a:pt x="1302" y="1012"/>
                      </a:lnTo>
                      <a:lnTo>
                        <a:pt x="1299" y="1014"/>
                      </a:lnTo>
                      <a:lnTo>
                        <a:pt x="1297" y="1006"/>
                      </a:lnTo>
                      <a:lnTo>
                        <a:pt x="1294" y="1006"/>
                      </a:lnTo>
                      <a:lnTo>
                        <a:pt x="1292" y="1006"/>
                      </a:lnTo>
                      <a:lnTo>
                        <a:pt x="1290" y="1010"/>
                      </a:lnTo>
                      <a:lnTo>
                        <a:pt x="1287" y="1011"/>
                      </a:lnTo>
                      <a:lnTo>
                        <a:pt x="1285" y="1011"/>
                      </a:lnTo>
                      <a:lnTo>
                        <a:pt x="1282" y="1009"/>
                      </a:lnTo>
                      <a:lnTo>
                        <a:pt x="1280" y="1010"/>
                      </a:lnTo>
                      <a:lnTo>
                        <a:pt x="1277" y="1010"/>
                      </a:lnTo>
                      <a:lnTo>
                        <a:pt x="1275" y="1010"/>
                      </a:lnTo>
                      <a:lnTo>
                        <a:pt x="1273" y="1010"/>
                      </a:lnTo>
                      <a:lnTo>
                        <a:pt x="1270" y="1011"/>
                      </a:lnTo>
                      <a:lnTo>
                        <a:pt x="1268" y="1010"/>
                      </a:lnTo>
                      <a:lnTo>
                        <a:pt x="1265" y="1008"/>
                      </a:lnTo>
                      <a:lnTo>
                        <a:pt x="1263" y="1008"/>
                      </a:lnTo>
                      <a:lnTo>
                        <a:pt x="1261" y="1008"/>
                      </a:lnTo>
                      <a:lnTo>
                        <a:pt x="1258" y="1008"/>
                      </a:lnTo>
                      <a:lnTo>
                        <a:pt x="1256" y="1008"/>
                      </a:lnTo>
                      <a:lnTo>
                        <a:pt x="1253" y="1011"/>
                      </a:lnTo>
                      <a:lnTo>
                        <a:pt x="1251" y="1011"/>
                      </a:lnTo>
                      <a:lnTo>
                        <a:pt x="1249" y="1011"/>
                      </a:lnTo>
                      <a:lnTo>
                        <a:pt x="1246" y="1010"/>
                      </a:lnTo>
                      <a:lnTo>
                        <a:pt x="1244" y="1010"/>
                      </a:lnTo>
                      <a:lnTo>
                        <a:pt x="1241" y="1009"/>
                      </a:lnTo>
                      <a:lnTo>
                        <a:pt x="1239" y="1008"/>
                      </a:lnTo>
                      <a:lnTo>
                        <a:pt x="1237" y="1008"/>
                      </a:lnTo>
                      <a:lnTo>
                        <a:pt x="1234" y="1008"/>
                      </a:lnTo>
                      <a:lnTo>
                        <a:pt x="1232" y="1006"/>
                      </a:lnTo>
                      <a:lnTo>
                        <a:pt x="1229" y="999"/>
                      </a:lnTo>
                      <a:lnTo>
                        <a:pt x="1227" y="999"/>
                      </a:lnTo>
                      <a:lnTo>
                        <a:pt x="1224" y="999"/>
                      </a:lnTo>
                      <a:lnTo>
                        <a:pt x="1222" y="1005"/>
                      </a:lnTo>
                      <a:lnTo>
                        <a:pt x="1220" y="1002"/>
                      </a:lnTo>
                      <a:lnTo>
                        <a:pt x="1217" y="1002"/>
                      </a:lnTo>
                      <a:lnTo>
                        <a:pt x="1215" y="1002"/>
                      </a:lnTo>
                      <a:lnTo>
                        <a:pt x="1212" y="1004"/>
                      </a:lnTo>
                      <a:lnTo>
                        <a:pt x="1210" y="1008"/>
                      </a:lnTo>
                      <a:lnTo>
                        <a:pt x="1208" y="1006"/>
                      </a:lnTo>
                      <a:lnTo>
                        <a:pt x="1205" y="1006"/>
                      </a:lnTo>
                      <a:lnTo>
                        <a:pt x="1203" y="1008"/>
                      </a:lnTo>
                      <a:lnTo>
                        <a:pt x="1200" y="1008"/>
                      </a:lnTo>
                      <a:lnTo>
                        <a:pt x="1198" y="1009"/>
                      </a:lnTo>
                      <a:lnTo>
                        <a:pt x="1196" y="1008"/>
                      </a:lnTo>
                      <a:lnTo>
                        <a:pt x="1193" y="1008"/>
                      </a:lnTo>
                      <a:lnTo>
                        <a:pt x="1191" y="1007"/>
                      </a:lnTo>
                      <a:lnTo>
                        <a:pt x="1188" y="1006"/>
                      </a:lnTo>
                      <a:lnTo>
                        <a:pt x="1186" y="1011"/>
                      </a:lnTo>
                      <a:lnTo>
                        <a:pt x="1183" y="1015"/>
                      </a:lnTo>
                      <a:lnTo>
                        <a:pt x="1181" y="1015"/>
                      </a:lnTo>
                      <a:lnTo>
                        <a:pt x="1179" y="1016"/>
                      </a:lnTo>
                      <a:lnTo>
                        <a:pt x="1176" y="1017"/>
                      </a:lnTo>
                      <a:lnTo>
                        <a:pt x="1174" y="1017"/>
                      </a:lnTo>
                      <a:lnTo>
                        <a:pt x="1171" y="1017"/>
                      </a:lnTo>
                      <a:lnTo>
                        <a:pt x="1169" y="1016"/>
                      </a:lnTo>
                      <a:lnTo>
                        <a:pt x="1167" y="1016"/>
                      </a:lnTo>
                      <a:lnTo>
                        <a:pt x="1164" y="1017"/>
                      </a:lnTo>
                      <a:lnTo>
                        <a:pt x="1162" y="1017"/>
                      </a:lnTo>
                      <a:lnTo>
                        <a:pt x="1159" y="1017"/>
                      </a:lnTo>
                      <a:lnTo>
                        <a:pt x="1157" y="1016"/>
                      </a:lnTo>
                      <a:lnTo>
                        <a:pt x="1155" y="1016"/>
                      </a:lnTo>
                      <a:lnTo>
                        <a:pt x="1152" y="1017"/>
                      </a:lnTo>
                      <a:lnTo>
                        <a:pt x="1150" y="1016"/>
                      </a:lnTo>
                      <a:lnTo>
                        <a:pt x="1147" y="1016"/>
                      </a:lnTo>
                      <a:lnTo>
                        <a:pt x="1145" y="1016"/>
                      </a:lnTo>
                      <a:lnTo>
                        <a:pt x="1143" y="1015"/>
                      </a:lnTo>
                      <a:lnTo>
                        <a:pt x="1140" y="1016"/>
                      </a:lnTo>
                      <a:lnTo>
                        <a:pt x="1138" y="1014"/>
                      </a:lnTo>
                      <a:lnTo>
                        <a:pt x="1135" y="1013"/>
                      </a:lnTo>
                      <a:lnTo>
                        <a:pt x="1133" y="1013"/>
                      </a:lnTo>
                      <a:lnTo>
                        <a:pt x="1131" y="1013"/>
                      </a:lnTo>
                      <a:lnTo>
                        <a:pt x="1128" y="1009"/>
                      </a:lnTo>
                      <a:lnTo>
                        <a:pt x="1126" y="1012"/>
                      </a:lnTo>
                      <a:lnTo>
                        <a:pt x="1123" y="1010"/>
                      </a:lnTo>
                      <a:lnTo>
                        <a:pt x="1121" y="1006"/>
                      </a:lnTo>
                      <a:lnTo>
                        <a:pt x="1119" y="1006"/>
                      </a:lnTo>
                      <a:lnTo>
                        <a:pt x="1116" y="1002"/>
                      </a:lnTo>
                      <a:lnTo>
                        <a:pt x="1114" y="1000"/>
                      </a:lnTo>
                      <a:lnTo>
                        <a:pt x="1111" y="1000"/>
                      </a:lnTo>
                      <a:lnTo>
                        <a:pt x="1109" y="1003"/>
                      </a:lnTo>
                      <a:lnTo>
                        <a:pt x="1107" y="1004"/>
                      </a:lnTo>
                      <a:lnTo>
                        <a:pt x="1104" y="1005"/>
                      </a:lnTo>
                      <a:lnTo>
                        <a:pt x="1102" y="1005"/>
                      </a:lnTo>
                      <a:lnTo>
                        <a:pt x="1099" y="1005"/>
                      </a:lnTo>
                      <a:lnTo>
                        <a:pt x="1097" y="1006"/>
                      </a:lnTo>
                      <a:lnTo>
                        <a:pt x="1095" y="1009"/>
                      </a:lnTo>
                      <a:lnTo>
                        <a:pt x="1092" y="1008"/>
                      </a:lnTo>
                      <a:lnTo>
                        <a:pt x="1090" y="1006"/>
                      </a:lnTo>
                      <a:lnTo>
                        <a:pt x="1088" y="1004"/>
                      </a:lnTo>
                      <a:lnTo>
                        <a:pt x="1085" y="1005"/>
                      </a:lnTo>
                      <a:lnTo>
                        <a:pt x="1083" y="1004"/>
                      </a:lnTo>
                      <a:lnTo>
                        <a:pt x="1080" y="1004"/>
                      </a:lnTo>
                      <a:lnTo>
                        <a:pt x="1078" y="1008"/>
                      </a:lnTo>
                      <a:lnTo>
                        <a:pt x="1076" y="1010"/>
                      </a:lnTo>
                      <a:lnTo>
                        <a:pt x="1073" y="1010"/>
                      </a:lnTo>
                      <a:lnTo>
                        <a:pt x="1071" y="1009"/>
                      </a:lnTo>
                      <a:lnTo>
                        <a:pt x="1068" y="1009"/>
                      </a:lnTo>
                      <a:lnTo>
                        <a:pt x="1066" y="1009"/>
                      </a:lnTo>
                      <a:lnTo>
                        <a:pt x="1064" y="1009"/>
                      </a:lnTo>
                      <a:lnTo>
                        <a:pt x="1061" y="1009"/>
                      </a:lnTo>
                      <a:lnTo>
                        <a:pt x="1059" y="1009"/>
                      </a:lnTo>
                      <a:lnTo>
                        <a:pt x="1056" y="1009"/>
                      </a:lnTo>
                      <a:lnTo>
                        <a:pt x="1054" y="1008"/>
                      </a:lnTo>
                      <a:lnTo>
                        <a:pt x="1051" y="1008"/>
                      </a:lnTo>
                      <a:lnTo>
                        <a:pt x="1049" y="1010"/>
                      </a:lnTo>
                      <a:lnTo>
                        <a:pt x="1047" y="1010"/>
                      </a:lnTo>
                      <a:lnTo>
                        <a:pt x="1044" y="1009"/>
                      </a:lnTo>
                      <a:lnTo>
                        <a:pt x="1042" y="1010"/>
                      </a:lnTo>
                      <a:lnTo>
                        <a:pt x="1039" y="1009"/>
                      </a:lnTo>
                      <a:lnTo>
                        <a:pt x="1037" y="1009"/>
                      </a:lnTo>
                      <a:lnTo>
                        <a:pt x="1035" y="1008"/>
                      </a:lnTo>
                      <a:lnTo>
                        <a:pt x="1032" y="1007"/>
                      </a:lnTo>
                      <a:lnTo>
                        <a:pt x="1030" y="1011"/>
                      </a:lnTo>
                      <a:lnTo>
                        <a:pt x="1027" y="1010"/>
                      </a:lnTo>
                      <a:lnTo>
                        <a:pt x="1025" y="1006"/>
                      </a:lnTo>
                      <a:lnTo>
                        <a:pt x="1023" y="1006"/>
                      </a:lnTo>
                      <a:lnTo>
                        <a:pt x="1020" y="1006"/>
                      </a:lnTo>
                      <a:lnTo>
                        <a:pt x="1018" y="1005"/>
                      </a:lnTo>
                      <a:lnTo>
                        <a:pt x="1015" y="1003"/>
                      </a:lnTo>
                      <a:lnTo>
                        <a:pt x="1013" y="1002"/>
                      </a:lnTo>
                      <a:lnTo>
                        <a:pt x="1010" y="1001"/>
                      </a:lnTo>
                      <a:lnTo>
                        <a:pt x="1008" y="1001"/>
                      </a:lnTo>
                      <a:lnTo>
                        <a:pt x="1006" y="1001"/>
                      </a:lnTo>
                      <a:lnTo>
                        <a:pt x="1003" y="1001"/>
                      </a:lnTo>
                      <a:lnTo>
                        <a:pt x="1001" y="1001"/>
                      </a:lnTo>
                      <a:lnTo>
                        <a:pt x="998" y="1001"/>
                      </a:lnTo>
                      <a:lnTo>
                        <a:pt x="996" y="998"/>
                      </a:lnTo>
                      <a:lnTo>
                        <a:pt x="994" y="994"/>
                      </a:lnTo>
                      <a:lnTo>
                        <a:pt x="991" y="991"/>
                      </a:lnTo>
                      <a:lnTo>
                        <a:pt x="989" y="989"/>
                      </a:lnTo>
                      <a:lnTo>
                        <a:pt x="986" y="985"/>
                      </a:lnTo>
                      <a:lnTo>
                        <a:pt x="984" y="985"/>
                      </a:lnTo>
                      <a:lnTo>
                        <a:pt x="982" y="992"/>
                      </a:lnTo>
                      <a:lnTo>
                        <a:pt x="979" y="993"/>
                      </a:lnTo>
                      <a:lnTo>
                        <a:pt x="977" y="993"/>
                      </a:lnTo>
                      <a:lnTo>
                        <a:pt x="974" y="994"/>
                      </a:lnTo>
                      <a:lnTo>
                        <a:pt x="972" y="994"/>
                      </a:lnTo>
                      <a:lnTo>
                        <a:pt x="970" y="996"/>
                      </a:lnTo>
                      <a:lnTo>
                        <a:pt x="967" y="997"/>
                      </a:lnTo>
                      <a:lnTo>
                        <a:pt x="965" y="997"/>
                      </a:lnTo>
                      <a:lnTo>
                        <a:pt x="962" y="997"/>
                      </a:lnTo>
                      <a:lnTo>
                        <a:pt x="960" y="999"/>
                      </a:lnTo>
                      <a:lnTo>
                        <a:pt x="957" y="998"/>
                      </a:lnTo>
                      <a:lnTo>
                        <a:pt x="955" y="1001"/>
                      </a:lnTo>
                      <a:lnTo>
                        <a:pt x="953" y="1001"/>
                      </a:lnTo>
                      <a:lnTo>
                        <a:pt x="950" y="1001"/>
                      </a:lnTo>
                      <a:lnTo>
                        <a:pt x="948" y="1002"/>
                      </a:lnTo>
                      <a:lnTo>
                        <a:pt x="945" y="1006"/>
                      </a:lnTo>
                      <a:lnTo>
                        <a:pt x="943" y="1008"/>
                      </a:lnTo>
                      <a:lnTo>
                        <a:pt x="941" y="1008"/>
                      </a:lnTo>
                      <a:lnTo>
                        <a:pt x="938" y="1008"/>
                      </a:lnTo>
                      <a:lnTo>
                        <a:pt x="936" y="1008"/>
                      </a:lnTo>
                      <a:lnTo>
                        <a:pt x="933" y="1009"/>
                      </a:lnTo>
                      <a:lnTo>
                        <a:pt x="931" y="1009"/>
                      </a:lnTo>
                      <a:lnTo>
                        <a:pt x="929" y="1009"/>
                      </a:lnTo>
                      <a:lnTo>
                        <a:pt x="926" y="1010"/>
                      </a:lnTo>
                      <a:lnTo>
                        <a:pt x="924" y="1011"/>
                      </a:lnTo>
                      <a:lnTo>
                        <a:pt x="921" y="1011"/>
                      </a:lnTo>
                      <a:lnTo>
                        <a:pt x="919" y="1009"/>
                      </a:lnTo>
                      <a:lnTo>
                        <a:pt x="916" y="1009"/>
                      </a:lnTo>
                      <a:lnTo>
                        <a:pt x="914" y="1006"/>
                      </a:lnTo>
                      <a:lnTo>
                        <a:pt x="912" y="1005"/>
                      </a:lnTo>
                      <a:lnTo>
                        <a:pt x="909" y="1005"/>
                      </a:lnTo>
                      <a:lnTo>
                        <a:pt x="907" y="1005"/>
                      </a:lnTo>
                      <a:lnTo>
                        <a:pt x="904" y="1005"/>
                      </a:lnTo>
                      <a:lnTo>
                        <a:pt x="902" y="1006"/>
                      </a:lnTo>
                      <a:lnTo>
                        <a:pt x="900" y="1006"/>
                      </a:lnTo>
                      <a:lnTo>
                        <a:pt x="897" y="1005"/>
                      </a:lnTo>
                      <a:lnTo>
                        <a:pt x="895" y="1005"/>
                      </a:lnTo>
                      <a:lnTo>
                        <a:pt x="892" y="1005"/>
                      </a:lnTo>
                      <a:lnTo>
                        <a:pt x="890" y="1005"/>
                      </a:lnTo>
                      <a:lnTo>
                        <a:pt x="888" y="1005"/>
                      </a:lnTo>
                      <a:lnTo>
                        <a:pt x="885" y="1005"/>
                      </a:lnTo>
                      <a:lnTo>
                        <a:pt x="883" y="1010"/>
                      </a:lnTo>
                      <a:lnTo>
                        <a:pt x="880" y="1009"/>
                      </a:lnTo>
                      <a:lnTo>
                        <a:pt x="878" y="1003"/>
                      </a:lnTo>
                      <a:lnTo>
                        <a:pt x="876" y="1003"/>
                      </a:lnTo>
                      <a:lnTo>
                        <a:pt x="873" y="1003"/>
                      </a:lnTo>
                      <a:lnTo>
                        <a:pt x="871" y="1003"/>
                      </a:lnTo>
                      <a:lnTo>
                        <a:pt x="868" y="1003"/>
                      </a:lnTo>
                      <a:lnTo>
                        <a:pt x="866" y="1003"/>
                      </a:lnTo>
                      <a:lnTo>
                        <a:pt x="864" y="1003"/>
                      </a:lnTo>
                      <a:lnTo>
                        <a:pt x="861" y="1003"/>
                      </a:lnTo>
                      <a:lnTo>
                        <a:pt x="859" y="1003"/>
                      </a:lnTo>
                      <a:lnTo>
                        <a:pt x="856" y="1003"/>
                      </a:lnTo>
                      <a:lnTo>
                        <a:pt x="854" y="1004"/>
                      </a:lnTo>
                      <a:lnTo>
                        <a:pt x="852" y="1004"/>
                      </a:lnTo>
                      <a:lnTo>
                        <a:pt x="849" y="1004"/>
                      </a:lnTo>
                      <a:lnTo>
                        <a:pt x="847" y="1005"/>
                      </a:lnTo>
                      <a:lnTo>
                        <a:pt x="845" y="1011"/>
                      </a:lnTo>
                      <a:lnTo>
                        <a:pt x="842" y="1011"/>
                      </a:lnTo>
                      <a:lnTo>
                        <a:pt x="840" y="1015"/>
                      </a:lnTo>
                      <a:lnTo>
                        <a:pt x="837" y="1017"/>
                      </a:lnTo>
                      <a:lnTo>
                        <a:pt x="835" y="1015"/>
                      </a:lnTo>
                      <a:lnTo>
                        <a:pt x="833" y="1015"/>
                      </a:lnTo>
                      <a:lnTo>
                        <a:pt x="830" y="1015"/>
                      </a:lnTo>
                      <a:lnTo>
                        <a:pt x="828" y="1014"/>
                      </a:lnTo>
                      <a:lnTo>
                        <a:pt x="825" y="1012"/>
                      </a:lnTo>
                      <a:lnTo>
                        <a:pt x="823" y="1012"/>
                      </a:lnTo>
                      <a:lnTo>
                        <a:pt x="821" y="1010"/>
                      </a:lnTo>
                      <a:lnTo>
                        <a:pt x="818" y="1009"/>
                      </a:lnTo>
                      <a:lnTo>
                        <a:pt x="816" y="1008"/>
                      </a:lnTo>
                      <a:lnTo>
                        <a:pt x="813" y="1009"/>
                      </a:lnTo>
                      <a:lnTo>
                        <a:pt x="811" y="1008"/>
                      </a:lnTo>
                      <a:lnTo>
                        <a:pt x="809" y="1007"/>
                      </a:lnTo>
                      <a:lnTo>
                        <a:pt x="806" y="1007"/>
                      </a:lnTo>
                      <a:lnTo>
                        <a:pt x="804" y="1006"/>
                      </a:lnTo>
                      <a:lnTo>
                        <a:pt x="801" y="1003"/>
                      </a:lnTo>
                      <a:lnTo>
                        <a:pt x="799" y="1003"/>
                      </a:lnTo>
                      <a:lnTo>
                        <a:pt x="797" y="1001"/>
                      </a:lnTo>
                      <a:lnTo>
                        <a:pt x="794" y="1000"/>
                      </a:lnTo>
                      <a:lnTo>
                        <a:pt x="792" y="1001"/>
                      </a:lnTo>
                      <a:lnTo>
                        <a:pt x="789" y="1001"/>
                      </a:lnTo>
                      <a:lnTo>
                        <a:pt x="787" y="1001"/>
                      </a:lnTo>
                      <a:lnTo>
                        <a:pt x="784" y="1001"/>
                      </a:lnTo>
                      <a:lnTo>
                        <a:pt x="782" y="1004"/>
                      </a:lnTo>
                      <a:lnTo>
                        <a:pt x="780" y="1001"/>
                      </a:lnTo>
                      <a:lnTo>
                        <a:pt x="777" y="997"/>
                      </a:lnTo>
                      <a:lnTo>
                        <a:pt x="775" y="993"/>
                      </a:lnTo>
                      <a:lnTo>
                        <a:pt x="772" y="990"/>
                      </a:lnTo>
                      <a:lnTo>
                        <a:pt x="770" y="994"/>
                      </a:lnTo>
                      <a:lnTo>
                        <a:pt x="768" y="996"/>
                      </a:lnTo>
                      <a:lnTo>
                        <a:pt x="765" y="999"/>
                      </a:lnTo>
                      <a:lnTo>
                        <a:pt x="763" y="1002"/>
                      </a:lnTo>
                      <a:lnTo>
                        <a:pt x="760" y="1000"/>
                      </a:lnTo>
                      <a:lnTo>
                        <a:pt x="758" y="1001"/>
                      </a:lnTo>
                      <a:lnTo>
                        <a:pt x="756" y="1001"/>
                      </a:lnTo>
                      <a:lnTo>
                        <a:pt x="753" y="1003"/>
                      </a:lnTo>
                      <a:lnTo>
                        <a:pt x="751" y="1003"/>
                      </a:lnTo>
                      <a:lnTo>
                        <a:pt x="748" y="1001"/>
                      </a:lnTo>
                      <a:lnTo>
                        <a:pt x="746" y="1001"/>
                      </a:lnTo>
                      <a:lnTo>
                        <a:pt x="743" y="1001"/>
                      </a:lnTo>
                      <a:lnTo>
                        <a:pt x="741" y="1001"/>
                      </a:lnTo>
                      <a:lnTo>
                        <a:pt x="739" y="997"/>
                      </a:lnTo>
                      <a:lnTo>
                        <a:pt x="736" y="993"/>
                      </a:lnTo>
                      <a:lnTo>
                        <a:pt x="734" y="993"/>
                      </a:lnTo>
                      <a:lnTo>
                        <a:pt x="731" y="990"/>
                      </a:lnTo>
                      <a:lnTo>
                        <a:pt x="729" y="988"/>
                      </a:lnTo>
                      <a:lnTo>
                        <a:pt x="727" y="988"/>
                      </a:lnTo>
                      <a:lnTo>
                        <a:pt x="724" y="988"/>
                      </a:lnTo>
                      <a:lnTo>
                        <a:pt x="722" y="992"/>
                      </a:lnTo>
                      <a:lnTo>
                        <a:pt x="719" y="997"/>
                      </a:lnTo>
                      <a:lnTo>
                        <a:pt x="717" y="1002"/>
                      </a:lnTo>
                      <a:lnTo>
                        <a:pt x="715" y="1006"/>
                      </a:lnTo>
                      <a:lnTo>
                        <a:pt x="712" y="1008"/>
                      </a:lnTo>
                      <a:lnTo>
                        <a:pt x="710" y="1009"/>
                      </a:lnTo>
                      <a:lnTo>
                        <a:pt x="707" y="1010"/>
                      </a:lnTo>
                      <a:lnTo>
                        <a:pt x="705" y="1011"/>
                      </a:lnTo>
                      <a:lnTo>
                        <a:pt x="703" y="1010"/>
                      </a:lnTo>
                      <a:lnTo>
                        <a:pt x="700" y="1006"/>
                      </a:lnTo>
                      <a:lnTo>
                        <a:pt x="698" y="1001"/>
                      </a:lnTo>
                      <a:lnTo>
                        <a:pt x="695" y="993"/>
                      </a:lnTo>
                      <a:lnTo>
                        <a:pt x="693" y="993"/>
                      </a:lnTo>
                      <a:lnTo>
                        <a:pt x="690" y="993"/>
                      </a:lnTo>
                      <a:lnTo>
                        <a:pt x="688" y="995"/>
                      </a:lnTo>
                      <a:lnTo>
                        <a:pt x="686" y="994"/>
                      </a:lnTo>
                      <a:lnTo>
                        <a:pt x="683" y="996"/>
                      </a:lnTo>
                      <a:lnTo>
                        <a:pt x="681" y="994"/>
                      </a:lnTo>
                      <a:lnTo>
                        <a:pt x="678" y="994"/>
                      </a:lnTo>
                      <a:lnTo>
                        <a:pt x="676" y="993"/>
                      </a:lnTo>
                      <a:lnTo>
                        <a:pt x="674" y="993"/>
                      </a:lnTo>
                      <a:lnTo>
                        <a:pt x="671" y="993"/>
                      </a:lnTo>
                      <a:lnTo>
                        <a:pt x="669" y="993"/>
                      </a:lnTo>
                      <a:lnTo>
                        <a:pt x="666" y="987"/>
                      </a:lnTo>
                      <a:lnTo>
                        <a:pt x="664" y="987"/>
                      </a:lnTo>
                      <a:lnTo>
                        <a:pt x="662" y="988"/>
                      </a:lnTo>
                      <a:lnTo>
                        <a:pt x="659" y="983"/>
                      </a:lnTo>
                      <a:lnTo>
                        <a:pt x="657" y="986"/>
                      </a:lnTo>
                      <a:lnTo>
                        <a:pt x="654" y="984"/>
                      </a:lnTo>
                      <a:lnTo>
                        <a:pt x="652" y="984"/>
                      </a:lnTo>
                      <a:lnTo>
                        <a:pt x="649" y="989"/>
                      </a:lnTo>
                      <a:lnTo>
                        <a:pt x="647" y="986"/>
                      </a:lnTo>
                      <a:lnTo>
                        <a:pt x="645" y="991"/>
                      </a:lnTo>
                      <a:lnTo>
                        <a:pt x="642" y="990"/>
                      </a:lnTo>
                      <a:lnTo>
                        <a:pt x="640" y="985"/>
                      </a:lnTo>
                      <a:lnTo>
                        <a:pt x="637" y="989"/>
                      </a:lnTo>
                      <a:lnTo>
                        <a:pt x="635" y="992"/>
                      </a:lnTo>
                      <a:lnTo>
                        <a:pt x="633" y="991"/>
                      </a:lnTo>
                      <a:lnTo>
                        <a:pt x="630" y="990"/>
                      </a:lnTo>
                      <a:lnTo>
                        <a:pt x="628" y="986"/>
                      </a:lnTo>
                      <a:lnTo>
                        <a:pt x="625" y="986"/>
                      </a:lnTo>
                      <a:lnTo>
                        <a:pt x="623" y="979"/>
                      </a:lnTo>
                      <a:lnTo>
                        <a:pt x="621" y="980"/>
                      </a:lnTo>
                      <a:lnTo>
                        <a:pt x="618" y="983"/>
                      </a:lnTo>
                      <a:lnTo>
                        <a:pt x="616" y="985"/>
                      </a:lnTo>
                      <a:lnTo>
                        <a:pt x="613" y="989"/>
                      </a:lnTo>
                      <a:lnTo>
                        <a:pt x="611" y="988"/>
                      </a:lnTo>
                      <a:lnTo>
                        <a:pt x="609" y="991"/>
                      </a:lnTo>
                      <a:lnTo>
                        <a:pt x="606" y="987"/>
                      </a:lnTo>
                      <a:lnTo>
                        <a:pt x="604" y="980"/>
                      </a:lnTo>
                      <a:lnTo>
                        <a:pt x="601" y="979"/>
                      </a:lnTo>
                      <a:lnTo>
                        <a:pt x="599" y="979"/>
                      </a:lnTo>
                      <a:lnTo>
                        <a:pt x="597" y="980"/>
                      </a:lnTo>
                      <a:lnTo>
                        <a:pt x="594" y="980"/>
                      </a:lnTo>
                      <a:lnTo>
                        <a:pt x="592" y="982"/>
                      </a:lnTo>
                      <a:lnTo>
                        <a:pt x="590" y="980"/>
                      </a:lnTo>
                      <a:lnTo>
                        <a:pt x="587" y="977"/>
                      </a:lnTo>
                      <a:lnTo>
                        <a:pt x="585" y="975"/>
                      </a:lnTo>
                      <a:lnTo>
                        <a:pt x="582" y="975"/>
                      </a:lnTo>
                      <a:lnTo>
                        <a:pt x="580" y="973"/>
                      </a:lnTo>
                      <a:lnTo>
                        <a:pt x="578" y="975"/>
                      </a:lnTo>
                      <a:lnTo>
                        <a:pt x="575" y="978"/>
                      </a:lnTo>
                      <a:lnTo>
                        <a:pt x="573" y="976"/>
                      </a:lnTo>
                      <a:lnTo>
                        <a:pt x="570" y="977"/>
                      </a:lnTo>
                      <a:lnTo>
                        <a:pt x="568" y="979"/>
                      </a:lnTo>
                      <a:lnTo>
                        <a:pt x="566" y="977"/>
                      </a:lnTo>
                      <a:lnTo>
                        <a:pt x="563" y="977"/>
                      </a:lnTo>
                      <a:lnTo>
                        <a:pt x="561" y="973"/>
                      </a:lnTo>
                      <a:lnTo>
                        <a:pt x="558" y="971"/>
                      </a:lnTo>
                      <a:lnTo>
                        <a:pt x="556" y="977"/>
                      </a:lnTo>
                      <a:lnTo>
                        <a:pt x="554" y="983"/>
                      </a:lnTo>
                      <a:lnTo>
                        <a:pt x="551" y="982"/>
                      </a:lnTo>
                      <a:lnTo>
                        <a:pt x="549" y="976"/>
                      </a:lnTo>
                      <a:lnTo>
                        <a:pt x="546" y="964"/>
                      </a:lnTo>
                      <a:lnTo>
                        <a:pt x="544" y="966"/>
                      </a:lnTo>
                      <a:lnTo>
                        <a:pt x="542" y="961"/>
                      </a:lnTo>
                      <a:lnTo>
                        <a:pt x="539" y="962"/>
                      </a:lnTo>
                      <a:lnTo>
                        <a:pt x="537" y="962"/>
                      </a:lnTo>
                      <a:lnTo>
                        <a:pt x="534" y="961"/>
                      </a:lnTo>
                      <a:lnTo>
                        <a:pt x="532" y="959"/>
                      </a:lnTo>
                      <a:lnTo>
                        <a:pt x="530" y="958"/>
                      </a:lnTo>
                      <a:lnTo>
                        <a:pt x="527" y="951"/>
                      </a:lnTo>
                      <a:lnTo>
                        <a:pt x="525" y="951"/>
                      </a:lnTo>
                      <a:lnTo>
                        <a:pt x="522" y="951"/>
                      </a:lnTo>
                      <a:lnTo>
                        <a:pt x="520" y="949"/>
                      </a:lnTo>
                      <a:lnTo>
                        <a:pt x="517" y="948"/>
                      </a:lnTo>
                      <a:lnTo>
                        <a:pt x="515" y="950"/>
                      </a:lnTo>
                      <a:lnTo>
                        <a:pt x="513" y="949"/>
                      </a:lnTo>
                      <a:lnTo>
                        <a:pt x="510" y="946"/>
                      </a:lnTo>
                      <a:lnTo>
                        <a:pt x="508" y="945"/>
                      </a:lnTo>
                      <a:lnTo>
                        <a:pt x="505" y="945"/>
                      </a:lnTo>
                      <a:lnTo>
                        <a:pt x="503" y="949"/>
                      </a:lnTo>
                      <a:lnTo>
                        <a:pt x="501" y="947"/>
                      </a:lnTo>
                      <a:lnTo>
                        <a:pt x="498" y="941"/>
                      </a:lnTo>
                      <a:lnTo>
                        <a:pt x="496" y="947"/>
                      </a:lnTo>
                      <a:lnTo>
                        <a:pt x="493" y="952"/>
                      </a:lnTo>
                      <a:lnTo>
                        <a:pt x="491" y="949"/>
                      </a:lnTo>
                      <a:lnTo>
                        <a:pt x="489" y="945"/>
                      </a:lnTo>
                      <a:lnTo>
                        <a:pt x="486" y="946"/>
                      </a:lnTo>
                      <a:lnTo>
                        <a:pt x="484" y="949"/>
                      </a:lnTo>
                      <a:lnTo>
                        <a:pt x="481" y="950"/>
                      </a:lnTo>
                      <a:lnTo>
                        <a:pt x="479" y="949"/>
                      </a:lnTo>
                      <a:lnTo>
                        <a:pt x="476" y="952"/>
                      </a:lnTo>
                      <a:lnTo>
                        <a:pt x="474" y="953"/>
                      </a:lnTo>
                      <a:lnTo>
                        <a:pt x="472" y="955"/>
                      </a:lnTo>
                      <a:lnTo>
                        <a:pt x="469" y="957"/>
                      </a:lnTo>
                      <a:lnTo>
                        <a:pt x="467" y="955"/>
                      </a:lnTo>
                      <a:lnTo>
                        <a:pt x="464" y="951"/>
                      </a:lnTo>
                      <a:lnTo>
                        <a:pt x="462" y="946"/>
                      </a:lnTo>
                      <a:lnTo>
                        <a:pt x="460" y="941"/>
                      </a:lnTo>
                      <a:lnTo>
                        <a:pt x="457" y="938"/>
                      </a:lnTo>
                      <a:lnTo>
                        <a:pt x="455" y="935"/>
                      </a:lnTo>
                      <a:lnTo>
                        <a:pt x="452" y="933"/>
                      </a:lnTo>
                      <a:lnTo>
                        <a:pt x="450" y="936"/>
                      </a:lnTo>
                      <a:lnTo>
                        <a:pt x="448" y="943"/>
                      </a:lnTo>
                      <a:lnTo>
                        <a:pt x="445" y="945"/>
                      </a:lnTo>
                      <a:lnTo>
                        <a:pt x="443" y="944"/>
                      </a:lnTo>
                      <a:lnTo>
                        <a:pt x="440" y="939"/>
                      </a:lnTo>
                      <a:lnTo>
                        <a:pt x="438" y="933"/>
                      </a:lnTo>
                      <a:lnTo>
                        <a:pt x="436" y="926"/>
                      </a:lnTo>
                      <a:lnTo>
                        <a:pt x="433" y="922"/>
                      </a:lnTo>
                      <a:lnTo>
                        <a:pt x="431" y="928"/>
                      </a:lnTo>
                      <a:lnTo>
                        <a:pt x="428" y="932"/>
                      </a:lnTo>
                      <a:lnTo>
                        <a:pt x="426" y="938"/>
                      </a:lnTo>
                      <a:lnTo>
                        <a:pt x="423" y="938"/>
                      </a:lnTo>
                      <a:lnTo>
                        <a:pt x="421" y="941"/>
                      </a:lnTo>
                      <a:lnTo>
                        <a:pt x="419" y="939"/>
                      </a:lnTo>
                      <a:lnTo>
                        <a:pt x="416" y="939"/>
                      </a:lnTo>
                      <a:lnTo>
                        <a:pt x="414" y="934"/>
                      </a:lnTo>
                      <a:lnTo>
                        <a:pt x="411" y="913"/>
                      </a:lnTo>
                      <a:lnTo>
                        <a:pt x="409" y="884"/>
                      </a:lnTo>
                      <a:lnTo>
                        <a:pt x="407" y="849"/>
                      </a:lnTo>
                      <a:lnTo>
                        <a:pt x="404" y="826"/>
                      </a:lnTo>
                      <a:lnTo>
                        <a:pt x="402" y="787"/>
                      </a:lnTo>
                      <a:lnTo>
                        <a:pt x="399" y="737"/>
                      </a:lnTo>
                      <a:lnTo>
                        <a:pt x="397" y="700"/>
                      </a:lnTo>
                      <a:lnTo>
                        <a:pt x="395" y="626"/>
                      </a:lnTo>
                      <a:lnTo>
                        <a:pt x="392" y="588"/>
                      </a:lnTo>
                      <a:lnTo>
                        <a:pt x="390" y="548"/>
                      </a:lnTo>
                      <a:lnTo>
                        <a:pt x="387" y="540"/>
                      </a:lnTo>
                      <a:lnTo>
                        <a:pt x="385" y="523"/>
                      </a:lnTo>
                      <a:lnTo>
                        <a:pt x="382" y="486"/>
                      </a:lnTo>
                      <a:lnTo>
                        <a:pt x="380" y="488"/>
                      </a:lnTo>
                      <a:lnTo>
                        <a:pt x="378" y="499"/>
                      </a:lnTo>
                      <a:lnTo>
                        <a:pt x="375" y="499"/>
                      </a:lnTo>
                      <a:lnTo>
                        <a:pt x="373" y="479"/>
                      </a:lnTo>
                      <a:lnTo>
                        <a:pt x="370" y="492"/>
                      </a:lnTo>
                      <a:lnTo>
                        <a:pt x="368" y="507"/>
                      </a:lnTo>
                      <a:lnTo>
                        <a:pt x="366" y="510"/>
                      </a:lnTo>
                      <a:lnTo>
                        <a:pt x="363" y="515"/>
                      </a:lnTo>
                      <a:lnTo>
                        <a:pt x="361" y="529"/>
                      </a:lnTo>
                      <a:lnTo>
                        <a:pt x="358" y="534"/>
                      </a:lnTo>
                      <a:lnTo>
                        <a:pt x="356" y="546"/>
                      </a:lnTo>
                      <a:lnTo>
                        <a:pt x="354" y="543"/>
                      </a:lnTo>
                      <a:lnTo>
                        <a:pt x="351" y="549"/>
                      </a:lnTo>
                      <a:lnTo>
                        <a:pt x="349" y="572"/>
                      </a:lnTo>
                      <a:lnTo>
                        <a:pt x="347" y="591"/>
                      </a:lnTo>
                      <a:lnTo>
                        <a:pt x="344" y="617"/>
                      </a:lnTo>
                      <a:lnTo>
                        <a:pt x="342" y="654"/>
                      </a:lnTo>
                      <a:lnTo>
                        <a:pt x="339" y="657"/>
                      </a:lnTo>
                      <a:lnTo>
                        <a:pt x="337" y="660"/>
                      </a:lnTo>
                      <a:lnTo>
                        <a:pt x="335" y="643"/>
                      </a:lnTo>
                      <a:lnTo>
                        <a:pt x="332" y="638"/>
                      </a:lnTo>
                      <a:lnTo>
                        <a:pt x="330" y="638"/>
                      </a:lnTo>
                      <a:lnTo>
                        <a:pt x="327" y="638"/>
                      </a:lnTo>
                      <a:lnTo>
                        <a:pt x="325" y="635"/>
                      </a:lnTo>
                      <a:lnTo>
                        <a:pt x="323" y="635"/>
                      </a:lnTo>
                      <a:lnTo>
                        <a:pt x="320" y="635"/>
                      </a:lnTo>
                      <a:lnTo>
                        <a:pt x="318" y="635"/>
                      </a:lnTo>
                      <a:lnTo>
                        <a:pt x="315" y="651"/>
                      </a:lnTo>
                      <a:lnTo>
                        <a:pt x="313" y="651"/>
                      </a:lnTo>
                      <a:lnTo>
                        <a:pt x="311" y="651"/>
                      </a:lnTo>
                      <a:lnTo>
                        <a:pt x="308" y="660"/>
                      </a:lnTo>
                      <a:lnTo>
                        <a:pt x="306" y="689"/>
                      </a:lnTo>
                      <a:lnTo>
                        <a:pt x="303" y="677"/>
                      </a:lnTo>
                      <a:lnTo>
                        <a:pt x="301" y="678"/>
                      </a:lnTo>
                      <a:lnTo>
                        <a:pt x="299" y="677"/>
                      </a:lnTo>
                      <a:lnTo>
                        <a:pt x="296" y="644"/>
                      </a:lnTo>
                      <a:lnTo>
                        <a:pt x="294" y="645"/>
                      </a:lnTo>
                      <a:lnTo>
                        <a:pt x="291" y="643"/>
                      </a:lnTo>
                      <a:lnTo>
                        <a:pt x="289" y="643"/>
                      </a:lnTo>
                      <a:lnTo>
                        <a:pt x="287" y="643"/>
                      </a:lnTo>
                      <a:lnTo>
                        <a:pt x="284" y="642"/>
                      </a:lnTo>
                      <a:lnTo>
                        <a:pt x="282" y="658"/>
                      </a:lnTo>
                      <a:lnTo>
                        <a:pt x="279" y="658"/>
                      </a:lnTo>
                      <a:lnTo>
                        <a:pt x="277" y="660"/>
                      </a:lnTo>
                      <a:lnTo>
                        <a:pt x="275" y="706"/>
                      </a:lnTo>
                      <a:lnTo>
                        <a:pt x="272" y="706"/>
                      </a:lnTo>
                      <a:lnTo>
                        <a:pt x="270" y="704"/>
                      </a:lnTo>
                      <a:lnTo>
                        <a:pt x="267" y="736"/>
                      </a:lnTo>
                      <a:lnTo>
                        <a:pt x="265" y="724"/>
                      </a:lnTo>
                      <a:lnTo>
                        <a:pt x="263" y="722"/>
                      </a:lnTo>
                      <a:lnTo>
                        <a:pt x="260" y="723"/>
                      </a:lnTo>
                      <a:lnTo>
                        <a:pt x="258" y="689"/>
                      </a:lnTo>
                      <a:lnTo>
                        <a:pt x="255" y="689"/>
                      </a:lnTo>
                      <a:lnTo>
                        <a:pt x="253" y="688"/>
                      </a:lnTo>
                      <a:lnTo>
                        <a:pt x="250" y="669"/>
                      </a:lnTo>
                      <a:lnTo>
                        <a:pt x="248" y="669"/>
                      </a:lnTo>
                      <a:lnTo>
                        <a:pt x="246" y="667"/>
                      </a:lnTo>
                      <a:lnTo>
                        <a:pt x="243" y="662"/>
                      </a:lnTo>
                      <a:lnTo>
                        <a:pt x="241" y="662"/>
                      </a:lnTo>
                      <a:lnTo>
                        <a:pt x="238" y="661"/>
                      </a:lnTo>
                      <a:lnTo>
                        <a:pt x="236" y="661"/>
                      </a:lnTo>
                      <a:lnTo>
                        <a:pt x="234" y="660"/>
                      </a:lnTo>
                      <a:lnTo>
                        <a:pt x="231" y="652"/>
                      </a:lnTo>
                      <a:lnTo>
                        <a:pt x="229" y="665"/>
                      </a:lnTo>
                      <a:lnTo>
                        <a:pt x="226" y="665"/>
                      </a:lnTo>
                      <a:lnTo>
                        <a:pt x="224" y="654"/>
                      </a:lnTo>
                      <a:lnTo>
                        <a:pt x="222" y="648"/>
                      </a:lnTo>
                      <a:lnTo>
                        <a:pt x="219" y="644"/>
                      </a:lnTo>
                      <a:lnTo>
                        <a:pt x="217" y="678"/>
                      </a:lnTo>
                      <a:lnTo>
                        <a:pt x="214" y="685"/>
                      </a:lnTo>
                      <a:lnTo>
                        <a:pt x="212" y="682"/>
                      </a:lnTo>
                      <a:lnTo>
                        <a:pt x="209" y="687"/>
                      </a:lnTo>
                      <a:lnTo>
                        <a:pt x="207" y="699"/>
                      </a:lnTo>
                      <a:lnTo>
                        <a:pt x="205" y="700"/>
                      </a:lnTo>
                      <a:lnTo>
                        <a:pt x="202" y="700"/>
                      </a:lnTo>
                      <a:lnTo>
                        <a:pt x="200" y="695"/>
                      </a:lnTo>
                      <a:lnTo>
                        <a:pt x="197" y="700"/>
                      </a:lnTo>
                      <a:lnTo>
                        <a:pt x="195" y="699"/>
                      </a:lnTo>
                      <a:lnTo>
                        <a:pt x="193" y="683"/>
                      </a:lnTo>
                      <a:lnTo>
                        <a:pt x="190" y="685"/>
                      </a:lnTo>
                      <a:lnTo>
                        <a:pt x="188" y="671"/>
                      </a:lnTo>
                      <a:lnTo>
                        <a:pt x="185" y="660"/>
                      </a:lnTo>
                      <a:lnTo>
                        <a:pt x="183" y="685"/>
                      </a:lnTo>
                      <a:lnTo>
                        <a:pt x="181" y="670"/>
                      </a:lnTo>
                      <a:lnTo>
                        <a:pt x="178" y="674"/>
                      </a:lnTo>
                      <a:lnTo>
                        <a:pt x="176" y="684"/>
                      </a:lnTo>
                      <a:lnTo>
                        <a:pt x="173" y="704"/>
                      </a:lnTo>
                      <a:lnTo>
                        <a:pt x="171" y="706"/>
                      </a:lnTo>
                      <a:lnTo>
                        <a:pt x="169" y="706"/>
                      </a:lnTo>
                      <a:lnTo>
                        <a:pt x="166" y="734"/>
                      </a:lnTo>
                      <a:lnTo>
                        <a:pt x="164" y="736"/>
                      </a:lnTo>
                      <a:lnTo>
                        <a:pt x="161" y="736"/>
                      </a:lnTo>
                      <a:lnTo>
                        <a:pt x="159" y="734"/>
                      </a:lnTo>
                      <a:lnTo>
                        <a:pt x="156" y="734"/>
                      </a:lnTo>
                      <a:lnTo>
                        <a:pt x="154" y="752"/>
                      </a:lnTo>
                      <a:lnTo>
                        <a:pt x="152" y="734"/>
                      </a:lnTo>
                      <a:lnTo>
                        <a:pt x="149" y="731"/>
                      </a:lnTo>
                      <a:lnTo>
                        <a:pt x="147" y="740"/>
                      </a:lnTo>
                      <a:lnTo>
                        <a:pt x="144" y="718"/>
                      </a:lnTo>
                      <a:lnTo>
                        <a:pt x="142" y="723"/>
                      </a:lnTo>
                      <a:lnTo>
                        <a:pt x="140" y="723"/>
                      </a:lnTo>
                      <a:lnTo>
                        <a:pt x="137" y="699"/>
                      </a:lnTo>
                      <a:lnTo>
                        <a:pt x="135" y="704"/>
                      </a:lnTo>
                      <a:lnTo>
                        <a:pt x="132" y="704"/>
                      </a:lnTo>
                      <a:lnTo>
                        <a:pt x="130" y="695"/>
                      </a:lnTo>
                      <a:lnTo>
                        <a:pt x="128" y="691"/>
                      </a:lnTo>
                      <a:lnTo>
                        <a:pt x="125" y="690"/>
                      </a:lnTo>
                      <a:lnTo>
                        <a:pt x="123" y="690"/>
                      </a:lnTo>
                      <a:lnTo>
                        <a:pt x="120" y="691"/>
                      </a:lnTo>
                      <a:lnTo>
                        <a:pt x="118" y="688"/>
                      </a:lnTo>
                      <a:lnTo>
                        <a:pt x="115" y="700"/>
                      </a:lnTo>
                      <a:lnTo>
                        <a:pt x="113" y="706"/>
                      </a:lnTo>
                      <a:lnTo>
                        <a:pt x="111" y="704"/>
                      </a:lnTo>
                      <a:lnTo>
                        <a:pt x="108" y="715"/>
                      </a:lnTo>
                      <a:lnTo>
                        <a:pt x="106" y="732"/>
                      </a:lnTo>
                      <a:lnTo>
                        <a:pt x="104" y="730"/>
                      </a:lnTo>
                      <a:lnTo>
                        <a:pt x="101" y="746"/>
                      </a:lnTo>
                      <a:lnTo>
                        <a:pt x="99" y="704"/>
                      </a:lnTo>
                      <a:lnTo>
                        <a:pt x="96" y="704"/>
                      </a:lnTo>
                      <a:lnTo>
                        <a:pt x="94" y="704"/>
                      </a:lnTo>
                      <a:lnTo>
                        <a:pt x="92" y="689"/>
                      </a:lnTo>
                      <a:lnTo>
                        <a:pt x="89" y="662"/>
                      </a:lnTo>
                      <a:lnTo>
                        <a:pt x="87" y="662"/>
                      </a:lnTo>
                      <a:lnTo>
                        <a:pt x="84" y="660"/>
                      </a:lnTo>
                      <a:lnTo>
                        <a:pt x="82" y="646"/>
                      </a:lnTo>
                      <a:lnTo>
                        <a:pt x="80" y="646"/>
                      </a:lnTo>
                      <a:lnTo>
                        <a:pt x="77" y="661"/>
                      </a:lnTo>
                      <a:lnTo>
                        <a:pt x="75" y="661"/>
                      </a:lnTo>
                      <a:lnTo>
                        <a:pt x="72" y="661"/>
                      </a:lnTo>
                      <a:lnTo>
                        <a:pt x="70" y="664"/>
                      </a:lnTo>
                      <a:lnTo>
                        <a:pt x="68" y="678"/>
                      </a:lnTo>
                      <a:lnTo>
                        <a:pt x="65" y="679"/>
                      </a:lnTo>
                      <a:lnTo>
                        <a:pt x="63" y="674"/>
                      </a:lnTo>
                      <a:lnTo>
                        <a:pt x="60" y="697"/>
                      </a:lnTo>
                      <a:lnTo>
                        <a:pt x="58" y="699"/>
                      </a:lnTo>
                      <a:lnTo>
                        <a:pt x="56" y="702"/>
                      </a:lnTo>
                      <a:lnTo>
                        <a:pt x="53" y="726"/>
                      </a:lnTo>
                      <a:lnTo>
                        <a:pt x="51" y="738"/>
                      </a:lnTo>
                      <a:lnTo>
                        <a:pt x="48" y="740"/>
                      </a:lnTo>
                      <a:lnTo>
                        <a:pt x="46" y="738"/>
                      </a:lnTo>
                      <a:lnTo>
                        <a:pt x="44" y="717"/>
                      </a:lnTo>
                      <a:lnTo>
                        <a:pt x="41" y="717"/>
                      </a:lnTo>
                      <a:lnTo>
                        <a:pt x="39" y="725"/>
                      </a:lnTo>
                      <a:lnTo>
                        <a:pt x="36" y="713"/>
                      </a:lnTo>
                      <a:lnTo>
                        <a:pt x="34" y="689"/>
                      </a:lnTo>
                      <a:lnTo>
                        <a:pt x="32" y="689"/>
                      </a:lnTo>
                      <a:lnTo>
                        <a:pt x="29" y="689"/>
                      </a:lnTo>
                      <a:lnTo>
                        <a:pt x="27" y="679"/>
                      </a:lnTo>
                      <a:lnTo>
                        <a:pt x="24" y="678"/>
                      </a:lnTo>
                      <a:lnTo>
                        <a:pt x="22" y="676"/>
                      </a:lnTo>
                      <a:lnTo>
                        <a:pt x="20" y="664"/>
                      </a:lnTo>
                      <a:lnTo>
                        <a:pt x="17" y="663"/>
                      </a:lnTo>
                      <a:lnTo>
                        <a:pt x="15" y="669"/>
                      </a:lnTo>
                      <a:lnTo>
                        <a:pt x="12" y="668"/>
                      </a:lnTo>
                      <a:lnTo>
                        <a:pt x="10" y="668"/>
                      </a:lnTo>
                      <a:lnTo>
                        <a:pt x="8" y="669"/>
                      </a:lnTo>
                      <a:lnTo>
                        <a:pt x="5" y="669"/>
                      </a:lnTo>
                      <a:lnTo>
                        <a:pt x="3" y="687"/>
                      </a:lnTo>
                      <a:lnTo>
                        <a:pt x="0" y="685"/>
                      </a:lnTo>
                      <a:lnTo>
                        <a:pt x="0" y="741"/>
                      </a:lnTo>
                      <a:lnTo>
                        <a:pt x="3" y="741"/>
                      </a:lnTo>
                      <a:lnTo>
                        <a:pt x="5" y="722"/>
                      </a:lnTo>
                      <a:lnTo>
                        <a:pt x="8" y="718"/>
                      </a:lnTo>
                      <a:lnTo>
                        <a:pt x="10" y="709"/>
                      </a:lnTo>
                      <a:lnTo>
                        <a:pt x="12" y="707"/>
                      </a:lnTo>
                      <a:lnTo>
                        <a:pt x="15" y="708"/>
                      </a:lnTo>
                      <a:lnTo>
                        <a:pt x="17" y="703"/>
                      </a:lnTo>
                      <a:lnTo>
                        <a:pt x="20" y="703"/>
                      </a:lnTo>
                      <a:lnTo>
                        <a:pt x="22" y="704"/>
                      </a:lnTo>
                      <a:lnTo>
                        <a:pt x="24" y="725"/>
                      </a:lnTo>
                      <a:lnTo>
                        <a:pt x="27" y="724"/>
                      </a:lnTo>
                      <a:lnTo>
                        <a:pt x="29" y="727"/>
                      </a:lnTo>
                      <a:lnTo>
                        <a:pt x="32" y="731"/>
                      </a:lnTo>
                      <a:lnTo>
                        <a:pt x="34" y="722"/>
                      </a:lnTo>
                      <a:lnTo>
                        <a:pt x="36" y="738"/>
                      </a:lnTo>
                      <a:lnTo>
                        <a:pt x="39" y="738"/>
                      </a:lnTo>
                      <a:lnTo>
                        <a:pt x="41" y="768"/>
                      </a:lnTo>
                      <a:lnTo>
                        <a:pt x="44" y="770"/>
                      </a:lnTo>
                      <a:lnTo>
                        <a:pt x="46" y="785"/>
                      </a:lnTo>
                      <a:lnTo>
                        <a:pt x="48" y="785"/>
                      </a:lnTo>
                      <a:lnTo>
                        <a:pt x="51" y="781"/>
                      </a:lnTo>
                      <a:lnTo>
                        <a:pt x="53" y="796"/>
                      </a:lnTo>
                      <a:lnTo>
                        <a:pt x="56" y="800"/>
                      </a:lnTo>
                      <a:lnTo>
                        <a:pt x="58" y="796"/>
                      </a:lnTo>
                      <a:lnTo>
                        <a:pt x="60" y="795"/>
                      </a:lnTo>
                      <a:lnTo>
                        <a:pt x="63" y="801"/>
                      </a:lnTo>
                      <a:lnTo>
                        <a:pt x="65" y="807"/>
                      </a:lnTo>
                      <a:lnTo>
                        <a:pt x="68" y="811"/>
                      </a:lnTo>
                      <a:lnTo>
                        <a:pt x="70" y="819"/>
                      </a:lnTo>
                      <a:lnTo>
                        <a:pt x="72" y="810"/>
                      </a:lnTo>
                      <a:lnTo>
                        <a:pt x="75" y="815"/>
                      </a:lnTo>
                      <a:lnTo>
                        <a:pt x="77" y="816"/>
                      </a:lnTo>
                      <a:lnTo>
                        <a:pt x="80" y="819"/>
                      </a:lnTo>
                      <a:lnTo>
                        <a:pt x="82" y="812"/>
                      </a:lnTo>
                      <a:close/>
                    </a:path>
                  </a:pathLst>
                </a:custGeom>
                <a:solidFill>
                  <a:srgbClr val="007F00">
                    <a:alpha val="2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/>
                </a:p>
              </p:txBody>
            </p:sp>
            <p:sp>
              <p:nvSpPr>
                <p:cNvPr id="243" name="Freeform 340">
                  <a:extLst>
                    <a:ext uri="{FF2B5EF4-FFF2-40B4-BE49-F238E27FC236}">
                      <a16:creationId xmlns:a16="http://schemas.microsoft.com/office/drawing/2014/main" id="{769F71D0-E7F6-4EDD-ADD7-F8E0EE1354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80176" y="4078287"/>
                  <a:ext cx="3438525" cy="1390650"/>
                </a:xfrm>
                <a:custGeom>
                  <a:avLst/>
                  <a:gdLst>
                    <a:gd name="T0" fmla="*/ 34 w 2166"/>
                    <a:gd name="T1" fmla="*/ 562 h 876"/>
                    <a:gd name="T2" fmla="*/ 70 w 2166"/>
                    <a:gd name="T3" fmla="*/ 597 h 876"/>
                    <a:gd name="T4" fmla="*/ 106 w 2166"/>
                    <a:gd name="T5" fmla="*/ 606 h 876"/>
                    <a:gd name="T6" fmla="*/ 142 w 2166"/>
                    <a:gd name="T7" fmla="*/ 592 h 876"/>
                    <a:gd name="T8" fmla="*/ 178 w 2166"/>
                    <a:gd name="T9" fmla="*/ 596 h 876"/>
                    <a:gd name="T10" fmla="*/ 214 w 2166"/>
                    <a:gd name="T11" fmla="*/ 560 h 876"/>
                    <a:gd name="T12" fmla="*/ 250 w 2166"/>
                    <a:gd name="T13" fmla="*/ 570 h 876"/>
                    <a:gd name="T14" fmla="*/ 287 w 2166"/>
                    <a:gd name="T15" fmla="*/ 575 h 876"/>
                    <a:gd name="T16" fmla="*/ 323 w 2166"/>
                    <a:gd name="T17" fmla="*/ 560 h 876"/>
                    <a:gd name="T18" fmla="*/ 358 w 2166"/>
                    <a:gd name="T19" fmla="*/ 438 h 876"/>
                    <a:gd name="T20" fmla="*/ 395 w 2166"/>
                    <a:gd name="T21" fmla="*/ 637 h 876"/>
                    <a:gd name="T22" fmla="*/ 431 w 2166"/>
                    <a:gd name="T23" fmla="*/ 830 h 876"/>
                    <a:gd name="T24" fmla="*/ 467 w 2166"/>
                    <a:gd name="T25" fmla="*/ 831 h 876"/>
                    <a:gd name="T26" fmla="*/ 503 w 2166"/>
                    <a:gd name="T27" fmla="*/ 830 h 876"/>
                    <a:gd name="T28" fmla="*/ 539 w 2166"/>
                    <a:gd name="T29" fmla="*/ 839 h 876"/>
                    <a:gd name="T30" fmla="*/ 575 w 2166"/>
                    <a:gd name="T31" fmla="*/ 847 h 876"/>
                    <a:gd name="T32" fmla="*/ 611 w 2166"/>
                    <a:gd name="T33" fmla="*/ 851 h 876"/>
                    <a:gd name="T34" fmla="*/ 647 w 2166"/>
                    <a:gd name="T35" fmla="*/ 853 h 876"/>
                    <a:gd name="T36" fmla="*/ 683 w 2166"/>
                    <a:gd name="T37" fmla="*/ 860 h 876"/>
                    <a:gd name="T38" fmla="*/ 719 w 2166"/>
                    <a:gd name="T39" fmla="*/ 866 h 876"/>
                    <a:gd name="T40" fmla="*/ 756 w 2166"/>
                    <a:gd name="T41" fmla="*/ 867 h 876"/>
                    <a:gd name="T42" fmla="*/ 792 w 2166"/>
                    <a:gd name="T43" fmla="*/ 863 h 876"/>
                    <a:gd name="T44" fmla="*/ 828 w 2166"/>
                    <a:gd name="T45" fmla="*/ 873 h 876"/>
                    <a:gd name="T46" fmla="*/ 864 w 2166"/>
                    <a:gd name="T47" fmla="*/ 867 h 876"/>
                    <a:gd name="T48" fmla="*/ 900 w 2166"/>
                    <a:gd name="T49" fmla="*/ 870 h 876"/>
                    <a:gd name="T50" fmla="*/ 936 w 2166"/>
                    <a:gd name="T51" fmla="*/ 870 h 876"/>
                    <a:gd name="T52" fmla="*/ 972 w 2166"/>
                    <a:gd name="T53" fmla="*/ 859 h 876"/>
                    <a:gd name="T54" fmla="*/ 1008 w 2166"/>
                    <a:gd name="T55" fmla="*/ 867 h 876"/>
                    <a:gd name="T56" fmla="*/ 1044 w 2166"/>
                    <a:gd name="T57" fmla="*/ 866 h 876"/>
                    <a:gd name="T58" fmla="*/ 1080 w 2166"/>
                    <a:gd name="T59" fmla="*/ 864 h 876"/>
                    <a:gd name="T60" fmla="*/ 1116 w 2166"/>
                    <a:gd name="T61" fmla="*/ 863 h 876"/>
                    <a:gd name="T62" fmla="*/ 1152 w 2166"/>
                    <a:gd name="T63" fmla="*/ 874 h 876"/>
                    <a:gd name="T64" fmla="*/ 1188 w 2166"/>
                    <a:gd name="T65" fmla="*/ 867 h 876"/>
                    <a:gd name="T66" fmla="*/ 1224 w 2166"/>
                    <a:gd name="T67" fmla="*/ 864 h 876"/>
                    <a:gd name="T68" fmla="*/ 1261 w 2166"/>
                    <a:gd name="T69" fmla="*/ 870 h 876"/>
                    <a:gd name="T70" fmla="*/ 1297 w 2166"/>
                    <a:gd name="T71" fmla="*/ 869 h 876"/>
                    <a:gd name="T72" fmla="*/ 1333 w 2166"/>
                    <a:gd name="T73" fmla="*/ 869 h 876"/>
                    <a:gd name="T74" fmla="*/ 1369 w 2166"/>
                    <a:gd name="T75" fmla="*/ 861 h 876"/>
                    <a:gd name="T76" fmla="*/ 1405 w 2166"/>
                    <a:gd name="T77" fmla="*/ 866 h 876"/>
                    <a:gd name="T78" fmla="*/ 1441 w 2166"/>
                    <a:gd name="T79" fmla="*/ 867 h 876"/>
                    <a:gd name="T80" fmla="*/ 1477 w 2166"/>
                    <a:gd name="T81" fmla="*/ 870 h 876"/>
                    <a:gd name="T82" fmla="*/ 1513 w 2166"/>
                    <a:gd name="T83" fmla="*/ 872 h 876"/>
                    <a:gd name="T84" fmla="*/ 1549 w 2166"/>
                    <a:gd name="T85" fmla="*/ 859 h 876"/>
                    <a:gd name="T86" fmla="*/ 1585 w 2166"/>
                    <a:gd name="T87" fmla="*/ 14 h 876"/>
                    <a:gd name="T88" fmla="*/ 1621 w 2166"/>
                    <a:gd name="T89" fmla="*/ 630 h 876"/>
                    <a:gd name="T90" fmla="*/ 1657 w 2166"/>
                    <a:gd name="T91" fmla="*/ 625 h 876"/>
                    <a:gd name="T92" fmla="*/ 1693 w 2166"/>
                    <a:gd name="T93" fmla="*/ 581 h 876"/>
                    <a:gd name="T94" fmla="*/ 1730 w 2166"/>
                    <a:gd name="T95" fmla="*/ 544 h 876"/>
                    <a:gd name="T96" fmla="*/ 1766 w 2166"/>
                    <a:gd name="T97" fmla="*/ 503 h 876"/>
                    <a:gd name="T98" fmla="*/ 1802 w 2166"/>
                    <a:gd name="T99" fmla="*/ 487 h 876"/>
                    <a:gd name="T100" fmla="*/ 1838 w 2166"/>
                    <a:gd name="T101" fmla="*/ 482 h 876"/>
                    <a:gd name="T102" fmla="*/ 1874 w 2166"/>
                    <a:gd name="T103" fmla="*/ 484 h 876"/>
                    <a:gd name="T104" fmla="*/ 1910 w 2166"/>
                    <a:gd name="T105" fmla="*/ 547 h 876"/>
                    <a:gd name="T106" fmla="*/ 1946 w 2166"/>
                    <a:gd name="T107" fmla="*/ 512 h 876"/>
                    <a:gd name="T108" fmla="*/ 1982 w 2166"/>
                    <a:gd name="T109" fmla="*/ 521 h 876"/>
                    <a:gd name="T110" fmla="*/ 2018 w 2166"/>
                    <a:gd name="T111" fmla="*/ 538 h 876"/>
                    <a:gd name="T112" fmla="*/ 2054 w 2166"/>
                    <a:gd name="T113" fmla="*/ 516 h 876"/>
                    <a:gd name="T114" fmla="*/ 2091 w 2166"/>
                    <a:gd name="T115" fmla="*/ 544 h 876"/>
                    <a:gd name="T116" fmla="*/ 2127 w 2166"/>
                    <a:gd name="T117" fmla="*/ 562 h 876"/>
                    <a:gd name="T118" fmla="*/ 2163 w 2166"/>
                    <a:gd name="T119" fmla="*/ 491 h 8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166" h="876">
                      <a:moveTo>
                        <a:pt x="0" y="569"/>
                      </a:moveTo>
                      <a:lnTo>
                        <a:pt x="3" y="570"/>
                      </a:lnTo>
                      <a:lnTo>
                        <a:pt x="5" y="551"/>
                      </a:lnTo>
                      <a:lnTo>
                        <a:pt x="8" y="550"/>
                      </a:lnTo>
                      <a:lnTo>
                        <a:pt x="10" y="545"/>
                      </a:lnTo>
                      <a:lnTo>
                        <a:pt x="12" y="544"/>
                      </a:lnTo>
                      <a:lnTo>
                        <a:pt x="15" y="545"/>
                      </a:lnTo>
                      <a:lnTo>
                        <a:pt x="17" y="539"/>
                      </a:lnTo>
                      <a:lnTo>
                        <a:pt x="20" y="539"/>
                      </a:lnTo>
                      <a:lnTo>
                        <a:pt x="22" y="546"/>
                      </a:lnTo>
                      <a:lnTo>
                        <a:pt x="24" y="557"/>
                      </a:lnTo>
                      <a:lnTo>
                        <a:pt x="27" y="557"/>
                      </a:lnTo>
                      <a:lnTo>
                        <a:pt x="29" y="564"/>
                      </a:lnTo>
                      <a:lnTo>
                        <a:pt x="32" y="566"/>
                      </a:lnTo>
                      <a:lnTo>
                        <a:pt x="34" y="562"/>
                      </a:lnTo>
                      <a:lnTo>
                        <a:pt x="36" y="581"/>
                      </a:lnTo>
                      <a:lnTo>
                        <a:pt x="39" y="588"/>
                      </a:lnTo>
                      <a:lnTo>
                        <a:pt x="41" y="599"/>
                      </a:lnTo>
                      <a:lnTo>
                        <a:pt x="44" y="599"/>
                      </a:lnTo>
                      <a:lnTo>
                        <a:pt x="46" y="617"/>
                      </a:lnTo>
                      <a:lnTo>
                        <a:pt x="48" y="618"/>
                      </a:lnTo>
                      <a:lnTo>
                        <a:pt x="51" y="615"/>
                      </a:lnTo>
                      <a:lnTo>
                        <a:pt x="53" y="617"/>
                      </a:lnTo>
                      <a:lnTo>
                        <a:pt x="56" y="607"/>
                      </a:lnTo>
                      <a:lnTo>
                        <a:pt x="58" y="603"/>
                      </a:lnTo>
                      <a:lnTo>
                        <a:pt x="60" y="602"/>
                      </a:lnTo>
                      <a:lnTo>
                        <a:pt x="63" y="594"/>
                      </a:lnTo>
                      <a:lnTo>
                        <a:pt x="65" y="599"/>
                      </a:lnTo>
                      <a:lnTo>
                        <a:pt x="68" y="600"/>
                      </a:lnTo>
                      <a:lnTo>
                        <a:pt x="70" y="597"/>
                      </a:lnTo>
                      <a:lnTo>
                        <a:pt x="72" y="592"/>
                      </a:lnTo>
                      <a:lnTo>
                        <a:pt x="75" y="594"/>
                      </a:lnTo>
                      <a:lnTo>
                        <a:pt x="77" y="594"/>
                      </a:lnTo>
                      <a:lnTo>
                        <a:pt x="80" y="589"/>
                      </a:lnTo>
                      <a:lnTo>
                        <a:pt x="82" y="585"/>
                      </a:lnTo>
                      <a:lnTo>
                        <a:pt x="84" y="593"/>
                      </a:lnTo>
                      <a:lnTo>
                        <a:pt x="87" y="594"/>
                      </a:lnTo>
                      <a:lnTo>
                        <a:pt x="89" y="594"/>
                      </a:lnTo>
                      <a:lnTo>
                        <a:pt x="92" y="616"/>
                      </a:lnTo>
                      <a:lnTo>
                        <a:pt x="94" y="622"/>
                      </a:lnTo>
                      <a:lnTo>
                        <a:pt x="96" y="621"/>
                      </a:lnTo>
                      <a:lnTo>
                        <a:pt x="99" y="617"/>
                      </a:lnTo>
                      <a:lnTo>
                        <a:pt x="101" y="632"/>
                      </a:lnTo>
                      <a:lnTo>
                        <a:pt x="104" y="619"/>
                      </a:lnTo>
                      <a:lnTo>
                        <a:pt x="106" y="606"/>
                      </a:lnTo>
                      <a:lnTo>
                        <a:pt x="108" y="600"/>
                      </a:lnTo>
                      <a:lnTo>
                        <a:pt x="111" y="578"/>
                      </a:lnTo>
                      <a:lnTo>
                        <a:pt x="113" y="575"/>
                      </a:lnTo>
                      <a:lnTo>
                        <a:pt x="115" y="573"/>
                      </a:lnTo>
                      <a:lnTo>
                        <a:pt x="118" y="565"/>
                      </a:lnTo>
                      <a:lnTo>
                        <a:pt x="120" y="560"/>
                      </a:lnTo>
                      <a:lnTo>
                        <a:pt x="123" y="562"/>
                      </a:lnTo>
                      <a:lnTo>
                        <a:pt x="125" y="562"/>
                      </a:lnTo>
                      <a:lnTo>
                        <a:pt x="128" y="557"/>
                      </a:lnTo>
                      <a:lnTo>
                        <a:pt x="130" y="568"/>
                      </a:lnTo>
                      <a:lnTo>
                        <a:pt x="132" y="571"/>
                      </a:lnTo>
                      <a:lnTo>
                        <a:pt x="135" y="571"/>
                      </a:lnTo>
                      <a:lnTo>
                        <a:pt x="137" y="579"/>
                      </a:lnTo>
                      <a:lnTo>
                        <a:pt x="140" y="592"/>
                      </a:lnTo>
                      <a:lnTo>
                        <a:pt x="142" y="592"/>
                      </a:lnTo>
                      <a:lnTo>
                        <a:pt x="144" y="599"/>
                      </a:lnTo>
                      <a:lnTo>
                        <a:pt x="147" y="610"/>
                      </a:lnTo>
                      <a:lnTo>
                        <a:pt x="149" y="622"/>
                      </a:lnTo>
                      <a:lnTo>
                        <a:pt x="152" y="623"/>
                      </a:lnTo>
                      <a:lnTo>
                        <a:pt x="154" y="630"/>
                      </a:lnTo>
                      <a:lnTo>
                        <a:pt x="156" y="625"/>
                      </a:lnTo>
                      <a:lnTo>
                        <a:pt x="159" y="625"/>
                      </a:lnTo>
                      <a:lnTo>
                        <a:pt x="161" y="625"/>
                      </a:lnTo>
                      <a:lnTo>
                        <a:pt x="164" y="625"/>
                      </a:lnTo>
                      <a:lnTo>
                        <a:pt x="166" y="622"/>
                      </a:lnTo>
                      <a:lnTo>
                        <a:pt x="169" y="611"/>
                      </a:lnTo>
                      <a:lnTo>
                        <a:pt x="171" y="611"/>
                      </a:lnTo>
                      <a:lnTo>
                        <a:pt x="173" y="608"/>
                      </a:lnTo>
                      <a:lnTo>
                        <a:pt x="176" y="600"/>
                      </a:lnTo>
                      <a:lnTo>
                        <a:pt x="178" y="596"/>
                      </a:lnTo>
                      <a:lnTo>
                        <a:pt x="181" y="591"/>
                      </a:lnTo>
                      <a:lnTo>
                        <a:pt x="183" y="580"/>
                      </a:lnTo>
                      <a:lnTo>
                        <a:pt x="185" y="568"/>
                      </a:lnTo>
                      <a:lnTo>
                        <a:pt x="188" y="568"/>
                      </a:lnTo>
                      <a:lnTo>
                        <a:pt x="190" y="564"/>
                      </a:lnTo>
                      <a:lnTo>
                        <a:pt x="193" y="562"/>
                      </a:lnTo>
                      <a:lnTo>
                        <a:pt x="195" y="567"/>
                      </a:lnTo>
                      <a:lnTo>
                        <a:pt x="197" y="568"/>
                      </a:lnTo>
                      <a:lnTo>
                        <a:pt x="200" y="569"/>
                      </a:lnTo>
                      <a:lnTo>
                        <a:pt x="202" y="571"/>
                      </a:lnTo>
                      <a:lnTo>
                        <a:pt x="205" y="571"/>
                      </a:lnTo>
                      <a:lnTo>
                        <a:pt x="207" y="576"/>
                      </a:lnTo>
                      <a:lnTo>
                        <a:pt x="209" y="560"/>
                      </a:lnTo>
                      <a:lnTo>
                        <a:pt x="212" y="557"/>
                      </a:lnTo>
                      <a:lnTo>
                        <a:pt x="214" y="560"/>
                      </a:lnTo>
                      <a:lnTo>
                        <a:pt x="217" y="553"/>
                      </a:lnTo>
                      <a:lnTo>
                        <a:pt x="219" y="535"/>
                      </a:lnTo>
                      <a:lnTo>
                        <a:pt x="222" y="537"/>
                      </a:lnTo>
                      <a:lnTo>
                        <a:pt x="224" y="528"/>
                      </a:lnTo>
                      <a:lnTo>
                        <a:pt x="226" y="537"/>
                      </a:lnTo>
                      <a:lnTo>
                        <a:pt x="229" y="537"/>
                      </a:lnTo>
                      <a:lnTo>
                        <a:pt x="231" y="526"/>
                      </a:lnTo>
                      <a:lnTo>
                        <a:pt x="234" y="544"/>
                      </a:lnTo>
                      <a:lnTo>
                        <a:pt x="236" y="544"/>
                      </a:lnTo>
                      <a:lnTo>
                        <a:pt x="238" y="544"/>
                      </a:lnTo>
                      <a:lnTo>
                        <a:pt x="241" y="554"/>
                      </a:lnTo>
                      <a:lnTo>
                        <a:pt x="243" y="554"/>
                      </a:lnTo>
                      <a:lnTo>
                        <a:pt x="246" y="555"/>
                      </a:lnTo>
                      <a:lnTo>
                        <a:pt x="248" y="570"/>
                      </a:lnTo>
                      <a:lnTo>
                        <a:pt x="250" y="570"/>
                      </a:lnTo>
                      <a:lnTo>
                        <a:pt x="253" y="577"/>
                      </a:lnTo>
                      <a:lnTo>
                        <a:pt x="255" y="582"/>
                      </a:lnTo>
                      <a:lnTo>
                        <a:pt x="258" y="582"/>
                      </a:lnTo>
                      <a:lnTo>
                        <a:pt x="260" y="594"/>
                      </a:lnTo>
                      <a:lnTo>
                        <a:pt x="263" y="597"/>
                      </a:lnTo>
                      <a:lnTo>
                        <a:pt x="265" y="598"/>
                      </a:lnTo>
                      <a:lnTo>
                        <a:pt x="267" y="603"/>
                      </a:lnTo>
                      <a:lnTo>
                        <a:pt x="270" y="597"/>
                      </a:lnTo>
                      <a:lnTo>
                        <a:pt x="272" y="600"/>
                      </a:lnTo>
                      <a:lnTo>
                        <a:pt x="275" y="600"/>
                      </a:lnTo>
                      <a:lnTo>
                        <a:pt x="277" y="583"/>
                      </a:lnTo>
                      <a:lnTo>
                        <a:pt x="279" y="577"/>
                      </a:lnTo>
                      <a:lnTo>
                        <a:pt x="282" y="577"/>
                      </a:lnTo>
                      <a:lnTo>
                        <a:pt x="284" y="573"/>
                      </a:lnTo>
                      <a:lnTo>
                        <a:pt x="287" y="575"/>
                      </a:lnTo>
                      <a:lnTo>
                        <a:pt x="289" y="574"/>
                      </a:lnTo>
                      <a:lnTo>
                        <a:pt x="291" y="574"/>
                      </a:lnTo>
                      <a:lnTo>
                        <a:pt x="294" y="584"/>
                      </a:lnTo>
                      <a:lnTo>
                        <a:pt x="296" y="579"/>
                      </a:lnTo>
                      <a:lnTo>
                        <a:pt x="299" y="591"/>
                      </a:lnTo>
                      <a:lnTo>
                        <a:pt x="301" y="586"/>
                      </a:lnTo>
                      <a:lnTo>
                        <a:pt x="303" y="584"/>
                      </a:lnTo>
                      <a:lnTo>
                        <a:pt x="306" y="588"/>
                      </a:lnTo>
                      <a:lnTo>
                        <a:pt x="308" y="577"/>
                      </a:lnTo>
                      <a:lnTo>
                        <a:pt x="311" y="574"/>
                      </a:lnTo>
                      <a:lnTo>
                        <a:pt x="313" y="574"/>
                      </a:lnTo>
                      <a:lnTo>
                        <a:pt x="315" y="574"/>
                      </a:lnTo>
                      <a:lnTo>
                        <a:pt x="318" y="559"/>
                      </a:lnTo>
                      <a:lnTo>
                        <a:pt x="320" y="560"/>
                      </a:lnTo>
                      <a:lnTo>
                        <a:pt x="323" y="560"/>
                      </a:lnTo>
                      <a:lnTo>
                        <a:pt x="325" y="560"/>
                      </a:lnTo>
                      <a:lnTo>
                        <a:pt x="327" y="563"/>
                      </a:lnTo>
                      <a:lnTo>
                        <a:pt x="330" y="563"/>
                      </a:lnTo>
                      <a:lnTo>
                        <a:pt x="332" y="563"/>
                      </a:lnTo>
                      <a:lnTo>
                        <a:pt x="335" y="573"/>
                      </a:lnTo>
                      <a:lnTo>
                        <a:pt x="337" y="576"/>
                      </a:lnTo>
                      <a:lnTo>
                        <a:pt x="339" y="550"/>
                      </a:lnTo>
                      <a:lnTo>
                        <a:pt x="342" y="522"/>
                      </a:lnTo>
                      <a:lnTo>
                        <a:pt x="344" y="518"/>
                      </a:lnTo>
                      <a:lnTo>
                        <a:pt x="347" y="513"/>
                      </a:lnTo>
                      <a:lnTo>
                        <a:pt x="349" y="503"/>
                      </a:lnTo>
                      <a:lnTo>
                        <a:pt x="351" y="485"/>
                      </a:lnTo>
                      <a:lnTo>
                        <a:pt x="354" y="468"/>
                      </a:lnTo>
                      <a:lnTo>
                        <a:pt x="356" y="462"/>
                      </a:lnTo>
                      <a:lnTo>
                        <a:pt x="358" y="438"/>
                      </a:lnTo>
                      <a:lnTo>
                        <a:pt x="361" y="421"/>
                      </a:lnTo>
                      <a:lnTo>
                        <a:pt x="363" y="414"/>
                      </a:lnTo>
                      <a:lnTo>
                        <a:pt x="366" y="404"/>
                      </a:lnTo>
                      <a:lnTo>
                        <a:pt x="368" y="397"/>
                      </a:lnTo>
                      <a:lnTo>
                        <a:pt x="370" y="411"/>
                      </a:lnTo>
                      <a:lnTo>
                        <a:pt x="373" y="401"/>
                      </a:lnTo>
                      <a:lnTo>
                        <a:pt x="375" y="409"/>
                      </a:lnTo>
                      <a:lnTo>
                        <a:pt x="378" y="409"/>
                      </a:lnTo>
                      <a:lnTo>
                        <a:pt x="380" y="418"/>
                      </a:lnTo>
                      <a:lnTo>
                        <a:pt x="382" y="441"/>
                      </a:lnTo>
                      <a:lnTo>
                        <a:pt x="385" y="485"/>
                      </a:lnTo>
                      <a:lnTo>
                        <a:pt x="387" y="519"/>
                      </a:lnTo>
                      <a:lnTo>
                        <a:pt x="390" y="556"/>
                      </a:lnTo>
                      <a:lnTo>
                        <a:pt x="392" y="600"/>
                      </a:lnTo>
                      <a:lnTo>
                        <a:pt x="395" y="637"/>
                      </a:lnTo>
                      <a:lnTo>
                        <a:pt x="397" y="684"/>
                      </a:lnTo>
                      <a:lnTo>
                        <a:pt x="399" y="713"/>
                      </a:lnTo>
                      <a:lnTo>
                        <a:pt x="402" y="746"/>
                      </a:lnTo>
                      <a:lnTo>
                        <a:pt x="404" y="764"/>
                      </a:lnTo>
                      <a:lnTo>
                        <a:pt x="407" y="777"/>
                      </a:lnTo>
                      <a:lnTo>
                        <a:pt x="409" y="792"/>
                      </a:lnTo>
                      <a:lnTo>
                        <a:pt x="411" y="803"/>
                      </a:lnTo>
                      <a:lnTo>
                        <a:pt x="414" y="815"/>
                      </a:lnTo>
                      <a:lnTo>
                        <a:pt x="416" y="821"/>
                      </a:lnTo>
                      <a:lnTo>
                        <a:pt x="419" y="830"/>
                      </a:lnTo>
                      <a:lnTo>
                        <a:pt x="421" y="832"/>
                      </a:lnTo>
                      <a:lnTo>
                        <a:pt x="423" y="835"/>
                      </a:lnTo>
                      <a:lnTo>
                        <a:pt x="426" y="835"/>
                      </a:lnTo>
                      <a:lnTo>
                        <a:pt x="428" y="832"/>
                      </a:lnTo>
                      <a:lnTo>
                        <a:pt x="431" y="830"/>
                      </a:lnTo>
                      <a:lnTo>
                        <a:pt x="433" y="827"/>
                      </a:lnTo>
                      <a:lnTo>
                        <a:pt x="436" y="826"/>
                      </a:lnTo>
                      <a:lnTo>
                        <a:pt x="438" y="828"/>
                      </a:lnTo>
                      <a:lnTo>
                        <a:pt x="440" y="830"/>
                      </a:lnTo>
                      <a:lnTo>
                        <a:pt x="443" y="831"/>
                      </a:lnTo>
                      <a:lnTo>
                        <a:pt x="445" y="831"/>
                      </a:lnTo>
                      <a:lnTo>
                        <a:pt x="448" y="829"/>
                      </a:lnTo>
                      <a:lnTo>
                        <a:pt x="450" y="826"/>
                      </a:lnTo>
                      <a:lnTo>
                        <a:pt x="452" y="824"/>
                      </a:lnTo>
                      <a:lnTo>
                        <a:pt x="455" y="825"/>
                      </a:lnTo>
                      <a:lnTo>
                        <a:pt x="457" y="827"/>
                      </a:lnTo>
                      <a:lnTo>
                        <a:pt x="460" y="829"/>
                      </a:lnTo>
                      <a:lnTo>
                        <a:pt x="462" y="832"/>
                      </a:lnTo>
                      <a:lnTo>
                        <a:pt x="464" y="832"/>
                      </a:lnTo>
                      <a:lnTo>
                        <a:pt x="467" y="831"/>
                      </a:lnTo>
                      <a:lnTo>
                        <a:pt x="469" y="831"/>
                      </a:lnTo>
                      <a:lnTo>
                        <a:pt x="472" y="826"/>
                      </a:lnTo>
                      <a:lnTo>
                        <a:pt x="474" y="827"/>
                      </a:lnTo>
                      <a:lnTo>
                        <a:pt x="476" y="829"/>
                      </a:lnTo>
                      <a:lnTo>
                        <a:pt x="479" y="830"/>
                      </a:lnTo>
                      <a:lnTo>
                        <a:pt x="481" y="831"/>
                      </a:lnTo>
                      <a:lnTo>
                        <a:pt x="484" y="830"/>
                      </a:lnTo>
                      <a:lnTo>
                        <a:pt x="486" y="829"/>
                      </a:lnTo>
                      <a:lnTo>
                        <a:pt x="489" y="830"/>
                      </a:lnTo>
                      <a:lnTo>
                        <a:pt x="491" y="833"/>
                      </a:lnTo>
                      <a:lnTo>
                        <a:pt x="493" y="832"/>
                      </a:lnTo>
                      <a:lnTo>
                        <a:pt x="496" y="832"/>
                      </a:lnTo>
                      <a:lnTo>
                        <a:pt x="498" y="829"/>
                      </a:lnTo>
                      <a:lnTo>
                        <a:pt x="501" y="831"/>
                      </a:lnTo>
                      <a:lnTo>
                        <a:pt x="503" y="830"/>
                      </a:lnTo>
                      <a:lnTo>
                        <a:pt x="505" y="827"/>
                      </a:lnTo>
                      <a:lnTo>
                        <a:pt x="508" y="826"/>
                      </a:lnTo>
                      <a:lnTo>
                        <a:pt x="510" y="826"/>
                      </a:lnTo>
                      <a:lnTo>
                        <a:pt x="513" y="823"/>
                      </a:lnTo>
                      <a:lnTo>
                        <a:pt x="515" y="825"/>
                      </a:lnTo>
                      <a:lnTo>
                        <a:pt x="517" y="828"/>
                      </a:lnTo>
                      <a:lnTo>
                        <a:pt x="520" y="830"/>
                      </a:lnTo>
                      <a:lnTo>
                        <a:pt x="522" y="836"/>
                      </a:lnTo>
                      <a:lnTo>
                        <a:pt x="525" y="836"/>
                      </a:lnTo>
                      <a:lnTo>
                        <a:pt x="527" y="836"/>
                      </a:lnTo>
                      <a:lnTo>
                        <a:pt x="530" y="839"/>
                      </a:lnTo>
                      <a:lnTo>
                        <a:pt x="532" y="839"/>
                      </a:lnTo>
                      <a:lnTo>
                        <a:pt x="534" y="841"/>
                      </a:lnTo>
                      <a:lnTo>
                        <a:pt x="537" y="841"/>
                      </a:lnTo>
                      <a:lnTo>
                        <a:pt x="539" y="839"/>
                      </a:lnTo>
                      <a:lnTo>
                        <a:pt x="542" y="837"/>
                      </a:lnTo>
                      <a:lnTo>
                        <a:pt x="544" y="839"/>
                      </a:lnTo>
                      <a:lnTo>
                        <a:pt x="546" y="836"/>
                      </a:lnTo>
                      <a:lnTo>
                        <a:pt x="549" y="839"/>
                      </a:lnTo>
                      <a:lnTo>
                        <a:pt x="551" y="839"/>
                      </a:lnTo>
                      <a:lnTo>
                        <a:pt x="554" y="843"/>
                      </a:lnTo>
                      <a:lnTo>
                        <a:pt x="556" y="843"/>
                      </a:lnTo>
                      <a:lnTo>
                        <a:pt x="558" y="842"/>
                      </a:lnTo>
                      <a:lnTo>
                        <a:pt x="561" y="844"/>
                      </a:lnTo>
                      <a:lnTo>
                        <a:pt x="563" y="846"/>
                      </a:lnTo>
                      <a:lnTo>
                        <a:pt x="566" y="846"/>
                      </a:lnTo>
                      <a:lnTo>
                        <a:pt x="568" y="848"/>
                      </a:lnTo>
                      <a:lnTo>
                        <a:pt x="570" y="847"/>
                      </a:lnTo>
                      <a:lnTo>
                        <a:pt x="573" y="848"/>
                      </a:lnTo>
                      <a:lnTo>
                        <a:pt x="575" y="847"/>
                      </a:lnTo>
                      <a:lnTo>
                        <a:pt x="578" y="846"/>
                      </a:lnTo>
                      <a:lnTo>
                        <a:pt x="580" y="844"/>
                      </a:lnTo>
                      <a:lnTo>
                        <a:pt x="582" y="843"/>
                      </a:lnTo>
                      <a:lnTo>
                        <a:pt x="585" y="844"/>
                      </a:lnTo>
                      <a:lnTo>
                        <a:pt x="587" y="844"/>
                      </a:lnTo>
                      <a:lnTo>
                        <a:pt x="590" y="847"/>
                      </a:lnTo>
                      <a:lnTo>
                        <a:pt x="592" y="847"/>
                      </a:lnTo>
                      <a:lnTo>
                        <a:pt x="594" y="849"/>
                      </a:lnTo>
                      <a:lnTo>
                        <a:pt x="597" y="849"/>
                      </a:lnTo>
                      <a:lnTo>
                        <a:pt x="599" y="847"/>
                      </a:lnTo>
                      <a:lnTo>
                        <a:pt x="601" y="847"/>
                      </a:lnTo>
                      <a:lnTo>
                        <a:pt x="604" y="847"/>
                      </a:lnTo>
                      <a:lnTo>
                        <a:pt x="606" y="850"/>
                      </a:lnTo>
                      <a:lnTo>
                        <a:pt x="609" y="853"/>
                      </a:lnTo>
                      <a:lnTo>
                        <a:pt x="611" y="851"/>
                      </a:lnTo>
                      <a:lnTo>
                        <a:pt x="613" y="853"/>
                      </a:lnTo>
                      <a:lnTo>
                        <a:pt x="616" y="850"/>
                      </a:lnTo>
                      <a:lnTo>
                        <a:pt x="618" y="847"/>
                      </a:lnTo>
                      <a:lnTo>
                        <a:pt x="621" y="847"/>
                      </a:lnTo>
                      <a:lnTo>
                        <a:pt x="623" y="847"/>
                      </a:lnTo>
                      <a:lnTo>
                        <a:pt x="625" y="850"/>
                      </a:lnTo>
                      <a:lnTo>
                        <a:pt x="628" y="851"/>
                      </a:lnTo>
                      <a:lnTo>
                        <a:pt x="630" y="854"/>
                      </a:lnTo>
                      <a:lnTo>
                        <a:pt x="633" y="856"/>
                      </a:lnTo>
                      <a:lnTo>
                        <a:pt x="635" y="857"/>
                      </a:lnTo>
                      <a:lnTo>
                        <a:pt x="637" y="854"/>
                      </a:lnTo>
                      <a:lnTo>
                        <a:pt x="640" y="852"/>
                      </a:lnTo>
                      <a:lnTo>
                        <a:pt x="642" y="854"/>
                      </a:lnTo>
                      <a:lnTo>
                        <a:pt x="645" y="856"/>
                      </a:lnTo>
                      <a:lnTo>
                        <a:pt x="647" y="853"/>
                      </a:lnTo>
                      <a:lnTo>
                        <a:pt x="649" y="855"/>
                      </a:lnTo>
                      <a:lnTo>
                        <a:pt x="652" y="855"/>
                      </a:lnTo>
                      <a:lnTo>
                        <a:pt x="654" y="854"/>
                      </a:lnTo>
                      <a:lnTo>
                        <a:pt x="657" y="853"/>
                      </a:lnTo>
                      <a:lnTo>
                        <a:pt x="659" y="852"/>
                      </a:lnTo>
                      <a:lnTo>
                        <a:pt x="662" y="853"/>
                      </a:lnTo>
                      <a:lnTo>
                        <a:pt x="664" y="852"/>
                      </a:lnTo>
                      <a:lnTo>
                        <a:pt x="666" y="853"/>
                      </a:lnTo>
                      <a:lnTo>
                        <a:pt x="669" y="857"/>
                      </a:lnTo>
                      <a:lnTo>
                        <a:pt x="671" y="858"/>
                      </a:lnTo>
                      <a:lnTo>
                        <a:pt x="674" y="858"/>
                      </a:lnTo>
                      <a:lnTo>
                        <a:pt x="676" y="859"/>
                      </a:lnTo>
                      <a:lnTo>
                        <a:pt x="678" y="859"/>
                      </a:lnTo>
                      <a:lnTo>
                        <a:pt x="681" y="860"/>
                      </a:lnTo>
                      <a:lnTo>
                        <a:pt x="683" y="860"/>
                      </a:lnTo>
                      <a:lnTo>
                        <a:pt x="686" y="859"/>
                      </a:lnTo>
                      <a:lnTo>
                        <a:pt x="688" y="860"/>
                      </a:lnTo>
                      <a:lnTo>
                        <a:pt x="690" y="861"/>
                      </a:lnTo>
                      <a:lnTo>
                        <a:pt x="693" y="861"/>
                      </a:lnTo>
                      <a:lnTo>
                        <a:pt x="695" y="863"/>
                      </a:lnTo>
                      <a:lnTo>
                        <a:pt x="698" y="866"/>
                      </a:lnTo>
                      <a:lnTo>
                        <a:pt x="700" y="867"/>
                      </a:lnTo>
                      <a:lnTo>
                        <a:pt x="703" y="869"/>
                      </a:lnTo>
                      <a:lnTo>
                        <a:pt x="705" y="869"/>
                      </a:lnTo>
                      <a:lnTo>
                        <a:pt x="707" y="872"/>
                      </a:lnTo>
                      <a:lnTo>
                        <a:pt x="710" y="871"/>
                      </a:lnTo>
                      <a:lnTo>
                        <a:pt x="712" y="870"/>
                      </a:lnTo>
                      <a:lnTo>
                        <a:pt x="715" y="870"/>
                      </a:lnTo>
                      <a:lnTo>
                        <a:pt x="717" y="868"/>
                      </a:lnTo>
                      <a:lnTo>
                        <a:pt x="719" y="866"/>
                      </a:lnTo>
                      <a:lnTo>
                        <a:pt x="722" y="863"/>
                      </a:lnTo>
                      <a:lnTo>
                        <a:pt x="724" y="862"/>
                      </a:lnTo>
                      <a:lnTo>
                        <a:pt x="727" y="862"/>
                      </a:lnTo>
                      <a:lnTo>
                        <a:pt x="729" y="861"/>
                      </a:lnTo>
                      <a:lnTo>
                        <a:pt x="731" y="862"/>
                      </a:lnTo>
                      <a:lnTo>
                        <a:pt x="734" y="862"/>
                      </a:lnTo>
                      <a:lnTo>
                        <a:pt x="736" y="863"/>
                      </a:lnTo>
                      <a:lnTo>
                        <a:pt x="739" y="864"/>
                      </a:lnTo>
                      <a:lnTo>
                        <a:pt x="741" y="866"/>
                      </a:lnTo>
                      <a:lnTo>
                        <a:pt x="743" y="866"/>
                      </a:lnTo>
                      <a:lnTo>
                        <a:pt x="746" y="866"/>
                      </a:lnTo>
                      <a:lnTo>
                        <a:pt x="748" y="866"/>
                      </a:lnTo>
                      <a:lnTo>
                        <a:pt x="751" y="867"/>
                      </a:lnTo>
                      <a:lnTo>
                        <a:pt x="753" y="867"/>
                      </a:lnTo>
                      <a:lnTo>
                        <a:pt x="756" y="867"/>
                      </a:lnTo>
                      <a:lnTo>
                        <a:pt x="758" y="867"/>
                      </a:lnTo>
                      <a:lnTo>
                        <a:pt x="760" y="866"/>
                      </a:lnTo>
                      <a:lnTo>
                        <a:pt x="763" y="867"/>
                      </a:lnTo>
                      <a:lnTo>
                        <a:pt x="765" y="865"/>
                      </a:lnTo>
                      <a:lnTo>
                        <a:pt x="768" y="865"/>
                      </a:lnTo>
                      <a:lnTo>
                        <a:pt x="770" y="863"/>
                      </a:lnTo>
                      <a:lnTo>
                        <a:pt x="772" y="861"/>
                      </a:lnTo>
                      <a:lnTo>
                        <a:pt x="775" y="862"/>
                      </a:lnTo>
                      <a:lnTo>
                        <a:pt x="777" y="864"/>
                      </a:lnTo>
                      <a:lnTo>
                        <a:pt x="780" y="866"/>
                      </a:lnTo>
                      <a:lnTo>
                        <a:pt x="782" y="866"/>
                      </a:lnTo>
                      <a:lnTo>
                        <a:pt x="784" y="864"/>
                      </a:lnTo>
                      <a:lnTo>
                        <a:pt x="787" y="863"/>
                      </a:lnTo>
                      <a:lnTo>
                        <a:pt x="789" y="863"/>
                      </a:lnTo>
                      <a:lnTo>
                        <a:pt x="792" y="863"/>
                      </a:lnTo>
                      <a:lnTo>
                        <a:pt x="794" y="864"/>
                      </a:lnTo>
                      <a:lnTo>
                        <a:pt x="797" y="864"/>
                      </a:lnTo>
                      <a:lnTo>
                        <a:pt x="799" y="866"/>
                      </a:lnTo>
                      <a:lnTo>
                        <a:pt x="801" y="867"/>
                      </a:lnTo>
                      <a:lnTo>
                        <a:pt x="804" y="869"/>
                      </a:lnTo>
                      <a:lnTo>
                        <a:pt x="806" y="869"/>
                      </a:lnTo>
                      <a:lnTo>
                        <a:pt x="809" y="868"/>
                      </a:lnTo>
                      <a:lnTo>
                        <a:pt x="811" y="869"/>
                      </a:lnTo>
                      <a:lnTo>
                        <a:pt x="813" y="869"/>
                      </a:lnTo>
                      <a:lnTo>
                        <a:pt x="816" y="869"/>
                      </a:lnTo>
                      <a:lnTo>
                        <a:pt x="818" y="871"/>
                      </a:lnTo>
                      <a:lnTo>
                        <a:pt x="821" y="871"/>
                      </a:lnTo>
                      <a:lnTo>
                        <a:pt x="823" y="872"/>
                      </a:lnTo>
                      <a:lnTo>
                        <a:pt x="825" y="872"/>
                      </a:lnTo>
                      <a:lnTo>
                        <a:pt x="828" y="873"/>
                      </a:lnTo>
                      <a:lnTo>
                        <a:pt x="830" y="873"/>
                      </a:lnTo>
                      <a:lnTo>
                        <a:pt x="833" y="873"/>
                      </a:lnTo>
                      <a:lnTo>
                        <a:pt x="835" y="873"/>
                      </a:lnTo>
                      <a:lnTo>
                        <a:pt x="837" y="875"/>
                      </a:lnTo>
                      <a:lnTo>
                        <a:pt x="840" y="874"/>
                      </a:lnTo>
                      <a:lnTo>
                        <a:pt x="842" y="872"/>
                      </a:lnTo>
                      <a:lnTo>
                        <a:pt x="845" y="872"/>
                      </a:lnTo>
                      <a:lnTo>
                        <a:pt x="847" y="869"/>
                      </a:lnTo>
                      <a:lnTo>
                        <a:pt x="849" y="868"/>
                      </a:lnTo>
                      <a:lnTo>
                        <a:pt x="852" y="868"/>
                      </a:lnTo>
                      <a:lnTo>
                        <a:pt x="854" y="868"/>
                      </a:lnTo>
                      <a:lnTo>
                        <a:pt x="856" y="866"/>
                      </a:lnTo>
                      <a:lnTo>
                        <a:pt x="859" y="867"/>
                      </a:lnTo>
                      <a:lnTo>
                        <a:pt x="861" y="866"/>
                      </a:lnTo>
                      <a:lnTo>
                        <a:pt x="864" y="867"/>
                      </a:lnTo>
                      <a:lnTo>
                        <a:pt x="866" y="867"/>
                      </a:lnTo>
                      <a:lnTo>
                        <a:pt x="868" y="867"/>
                      </a:lnTo>
                      <a:lnTo>
                        <a:pt x="871" y="867"/>
                      </a:lnTo>
                      <a:lnTo>
                        <a:pt x="873" y="867"/>
                      </a:lnTo>
                      <a:lnTo>
                        <a:pt x="876" y="867"/>
                      </a:lnTo>
                      <a:lnTo>
                        <a:pt x="878" y="867"/>
                      </a:lnTo>
                      <a:lnTo>
                        <a:pt x="880" y="869"/>
                      </a:lnTo>
                      <a:lnTo>
                        <a:pt x="883" y="870"/>
                      </a:lnTo>
                      <a:lnTo>
                        <a:pt x="885" y="868"/>
                      </a:lnTo>
                      <a:lnTo>
                        <a:pt x="888" y="868"/>
                      </a:lnTo>
                      <a:lnTo>
                        <a:pt x="890" y="869"/>
                      </a:lnTo>
                      <a:lnTo>
                        <a:pt x="892" y="869"/>
                      </a:lnTo>
                      <a:lnTo>
                        <a:pt x="895" y="869"/>
                      </a:lnTo>
                      <a:lnTo>
                        <a:pt x="897" y="869"/>
                      </a:lnTo>
                      <a:lnTo>
                        <a:pt x="900" y="870"/>
                      </a:lnTo>
                      <a:lnTo>
                        <a:pt x="902" y="870"/>
                      </a:lnTo>
                      <a:lnTo>
                        <a:pt x="904" y="869"/>
                      </a:lnTo>
                      <a:lnTo>
                        <a:pt x="907" y="870"/>
                      </a:lnTo>
                      <a:lnTo>
                        <a:pt x="909" y="870"/>
                      </a:lnTo>
                      <a:lnTo>
                        <a:pt x="912" y="869"/>
                      </a:lnTo>
                      <a:lnTo>
                        <a:pt x="914" y="869"/>
                      </a:lnTo>
                      <a:lnTo>
                        <a:pt x="916" y="871"/>
                      </a:lnTo>
                      <a:lnTo>
                        <a:pt x="919" y="871"/>
                      </a:lnTo>
                      <a:lnTo>
                        <a:pt x="921" y="872"/>
                      </a:lnTo>
                      <a:lnTo>
                        <a:pt x="924" y="872"/>
                      </a:lnTo>
                      <a:lnTo>
                        <a:pt x="926" y="872"/>
                      </a:lnTo>
                      <a:lnTo>
                        <a:pt x="929" y="871"/>
                      </a:lnTo>
                      <a:lnTo>
                        <a:pt x="931" y="872"/>
                      </a:lnTo>
                      <a:lnTo>
                        <a:pt x="933" y="871"/>
                      </a:lnTo>
                      <a:lnTo>
                        <a:pt x="936" y="870"/>
                      </a:lnTo>
                      <a:lnTo>
                        <a:pt x="938" y="870"/>
                      </a:lnTo>
                      <a:lnTo>
                        <a:pt x="941" y="867"/>
                      </a:lnTo>
                      <a:lnTo>
                        <a:pt x="943" y="867"/>
                      </a:lnTo>
                      <a:lnTo>
                        <a:pt x="945" y="866"/>
                      </a:lnTo>
                      <a:lnTo>
                        <a:pt x="948" y="864"/>
                      </a:lnTo>
                      <a:lnTo>
                        <a:pt x="950" y="864"/>
                      </a:lnTo>
                      <a:lnTo>
                        <a:pt x="953" y="864"/>
                      </a:lnTo>
                      <a:lnTo>
                        <a:pt x="955" y="864"/>
                      </a:lnTo>
                      <a:lnTo>
                        <a:pt x="957" y="862"/>
                      </a:lnTo>
                      <a:lnTo>
                        <a:pt x="960" y="862"/>
                      </a:lnTo>
                      <a:lnTo>
                        <a:pt x="962" y="861"/>
                      </a:lnTo>
                      <a:lnTo>
                        <a:pt x="965" y="861"/>
                      </a:lnTo>
                      <a:lnTo>
                        <a:pt x="967" y="861"/>
                      </a:lnTo>
                      <a:lnTo>
                        <a:pt x="970" y="861"/>
                      </a:lnTo>
                      <a:lnTo>
                        <a:pt x="972" y="859"/>
                      </a:lnTo>
                      <a:lnTo>
                        <a:pt x="974" y="859"/>
                      </a:lnTo>
                      <a:lnTo>
                        <a:pt x="977" y="859"/>
                      </a:lnTo>
                      <a:lnTo>
                        <a:pt x="979" y="859"/>
                      </a:lnTo>
                      <a:lnTo>
                        <a:pt x="982" y="858"/>
                      </a:lnTo>
                      <a:lnTo>
                        <a:pt x="984" y="855"/>
                      </a:lnTo>
                      <a:lnTo>
                        <a:pt x="986" y="855"/>
                      </a:lnTo>
                      <a:lnTo>
                        <a:pt x="989" y="861"/>
                      </a:lnTo>
                      <a:lnTo>
                        <a:pt x="991" y="862"/>
                      </a:lnTo>
                      <a:lnTo>
                        <a:pt x="994" y="863"/>
                      </a:lnTo>
                      <a:lnTo>
                        <a:pt x="996" y="865"/>
                      </a:lnTo>
                      <a:lnTo>
                        <a:pt x="998" y="866"/>
                      </a:lnTo>
                      <a:lnTo>
                        <a:pt x="1001" y="866"/>
                      </a:lnTo>
                      <a:lnTo>
                        <a:pt x="1003" y="867"/>
                      </a:lnTo>
                      <a:lnTo>
                        <a:pt x="1006" y="867"/>
                      </a:lnTo>
                      <a:lnTo>
                        <a:pt x="1008" y="867"/>
                      </a:lnTo>
                      <a:lnTo>
                        <a:pt x="1010" y="867"/>
                      </a:lnTo>
                      <a:lnTo>
                        <a:pt x="1013" y="867"/>
                      </a:lnTo>
                      <a:lnTo>
                        <a:pt x="1015" y="868"/>
                      </a:lnTo>
                      <a:lnTo>
                        <a:pt x="1018" y="869"/>
                      </a:lnTo>
                      <a:lnTo>
                        <a:pt x="1020" y="870"/>
                      </a:lnTo>
                      <a:lnTo>
                        <a:pt x="1023" y="870"/>
                      </a:lnTo>
                      <a:lnTo>
                        <a:pt x="1025" y="870"/>
                      </a:lnTo>
                      <a:lnTo>
                        <a:pt x="1027" y="871"/>
                      </a:lnTo>
                      <a:lnTo>
                        <a:pt x="1030" y="871"/>
                      </a:lnTo>
                      <a:lnTo>
                        <a:pt x="1032" y="869"/>
                      </a:lnTo>
                      <a:lnTo>
                        <a:pt x="1035" y="870"/>
                      </a:lnTo>
                      <a:lnTo>
                        <a:pt x="1037" y="869"/>
                      </a:lnTo>
                      <a:lnTo>
                        <a:pt x="1039" y="869"/>
                      </a:lnTo>
                      <a:lnTo>
                        <a:pt x="1042" y="867"/>
                      </a:lnTo>
                      <a:lnTo>
                        <a:pt x="1044" y="866"/>
                      </a:lnTo>
                      <a:lnTo>
                        <a:pt x="1047" y="866"/>
                      </a:lnTo>
                      <a:lnTo>
                        <a:pt x="1049" y="866"/>
                      </a:lnTo>
                      <a:lnTo>
                        <a:pt x="1051" y="866"/>
                      </a:lnTo>
                      <a:lnTo>
                        <a:pt x="1054" y="866"/>
                      </a:lnTo>
                      <a:lnTo>
                        <a:pt x="1056" y="866"/>
                      </a:lnTo>
                      <a:lnTo>
                        <a:pt x="1059" y="866"/>
                      </a:lnTo>
                      <a:lnTo>
                        <a:pt x="1061" y="867"/>
                      </a:lnTo>
                      <a:lnTo>
                        <a:pt x="1064" y="867"/>
                      </a:lnTo>
                      <a:lnTo>
                        <a:pt x="1066" y="867"/>
                      </a:lnTo>
                      <a:lnTo>
                        <a:pt x="1068" y="867"/>
                      </a:lnTo>
                      <a:lnTo>
                        <a:pt x="1071" y="867"/>
                      </a:lnTo>
                      <a:lnTo>
                        <a:pt x="1073" y="867"/>
                      </a:lnTo>
                      <a:lnTo>
                        <a:pt x="1076" y="867"/>
                      </a:lnTo>
                      <a:lnTo>
                        <a:pt x="1078" y="866"/>
                      </a:lnTo>
                      <a:lnTo>
                        <a:pt x="1080" y="864"/>
                      </a:lnTo>
                      <a:lnTo>
                        <a:pt x="1083" y="864"/>
                      </a:lnTo>
                      <a:lnTo>
                        <a:pt x="1085" y="864"/>
                      </a:lnTo>
                      <a:lnTo>
                        <a:pt x="1088" y="864"/>
                      </a:lnTo>
                      <a:lnTo>
                        <a:pt x="1090" y="865"/>
                      </a:lnTo>
                      <a:lnTo>
                        <a:pt x="1092" y="867"/>
                      </a:lnTo>
                      <a:lnTo>
                        <a:pt x="1095" y="867"/>
                      </a:lnTo>
                      <a:lnTo>
                        <a:pt x="1097" y="867"/>
                      </a:lnTo>
                      <a:lnTo>
                        <a:pt x="1099" y="866"/>
                      </a:lnTo>
                      <a:lnTo>
                        <a:pt x="1102" y="866"/>
                      </a:lnTo>
                      <a:lnTo>
                        <a:pt x="1104" y="866"/>
                      </a:lnTo>
                      <a:lnTo>
                        <a:pt x="1107" y="866"/>
                      </a:lnTo>
                      <a:lnTo>
                        <a:pt x="1109" y="865"/>
                      </a:lnTo>
                      <a:lnTo>
                        <a:pt x="1111" y="864"/>
                      </a:lnTo>
                      <a:lnTo>
                        <a:pt x="1114" y="864"/>
                      </a:lnTo>
                      <a:lnTo>
                        <a:pt x="1116" y="863"/>
                      </a:lnTo>
                      <a:lnTo>
                        <a:pt x="1119" y="865"/>
                      </a:lnTo>
                      <a:lnTo>
                        <a:pt x="1121" y="865"/>
                      </a:lnTo>
                      <a:lnTo>
                        <a:pt x="1123" y="869"/>
                      </a:lnTo>
                      <a:lnTo>
                        <a:pt x="1126" y="870"/>
                      </a:lnTo>
                      <a:lnTo>
                        <a:pt x="1128" y="869"/>
                      </a:lnTo>
                      <a:lnTo>
                        <a:pt x="1131" y="870"/>
                      </a:lnTo>
                      <a:lnTo>
                        <a:pt x="1133" y="870"/>
                      </a:lnTo>
                      <a:lnTo>
                        <a:pt x="1135" y="871"/>
                      </a:lnTo>
                      <a:lnTo>
                        <a:pt x="1138" y="871"/>
                      </a:lnTo>
                      <a:lnTo>
                        <a:pt x="1140" y="872"/>
                      </a:lnTo>
                      <a:lnTo>
                        <a:pt x="1143" y="872"/>
                      </a:lnTo>
                      <a:lnTo>
                        <a:pt x="1145" y="873"/>
                      </a:lnTo>
                      <a:lnTo>
                        <a:pt x="1147" y="873"/>
                      </a:lnTo>
                      <a:lnTo>
                        <a:pt x="1150" y="873"/>
                      </a:lnTo>
                      <a:lnTo>
                        <a:pt x="1152" y="874"/>
                      </a:lnTo>
                      <a:lnTo>
                        <a:pt x="1155" y="876"/>
                      </a:lnTo>
                      <a:lnTo>
                        <a:pt x="1157" y="876"/>
                      </a:lnTo>
                      <a:lnTo>
                        <a:pt x="1159" y="876"/>
                      </a:lnTo>
                      <a:lnTo>
                        <a:pt x="1162" y="876"/>
                      </a:lnTo>
                      <a:lnTo>
                        <a:pt x="1164" y="876"/>
                      </a:lnTo>
                      <a:lnTo>
                        <a:pt x="1167" y="875"/>
                      </a:lnTo>
                      <a:lnTo>
                        <a:pt x="1169" y="875"/>
                      </a:lnTo>
                      <a:lnTo>
                        <a:pt x="1171" y="874"/>
                      </a:lnTo>
                      <a:lnTo>
                        <a:pt x="1174" y="874"/>
                      </a:lnTo>
                      <a:lnTo>
                        <a:pt x="1176" y="874"/>
                      </a:lnTo>
                      <a:lnTo>
                        <a:pt x="1179" y="873"/>
                      </a:lnTo>
                      <a:lnTo>
                        <a:pt x="1181" y="873"/>
                      </a:lnTo>
                      <a:lnTo>
                        <a:pt x="1183" y="872"/>
                      </a:lnTo>
                      <a:lnTo>
                        <a:pt x="1186" y="869"/>
                      </a:lnTo>
                      <a:lnTo>
                        <a:pt x="1188" y="867"/>
                      </a:lnTo>
                      <a:lnTo>
                        <a:pt x="1191" y="867"/>
                      </a:lnTo>
                      <a:lnTo>
                        <a:pt x="1193" y="868"/>
                      </a:lnTo>
                      <a:lnTo>
                        <a:pt x="1196" y="868"/>
                      </a:lnTo>
                      <a:lnTo>
                        <a:pt x="1198" y="868"/>
                      </a:lnTo>
                      <a:lnTo>
                        <a:pt x="1200" y="866"/>
                      </a:lnTo>
                      <a:lnTo>
                        <a:pt x="1203" y="866"/>
                      </a:lnTo>
                      <a:lnTo>
                        <a:pt x="1205" y="865"/>
                      </a:lnTo>
                      <a:lnTo>
                        <a:pt x="1208" y="865"/>
                      </a:lnTo>
                      <a:lnTo>
                        <a:pt x="1210" y="866"/>
                      </a:lnTo>
                      <a:lnTo>
                        <a:pt x="1212" y="866"/>
                      </a:lnTo>
                      <a:lnTo>
                        <a:pt x="1215" y="865"/>
                      </a:lnTo>
                      <a:lnTo>
                        <a:pt x="1217" y="865"/>
                      </a:lnTo>
                      <a:lnTo>
                        <a:pt x="1220" y="865"/>
                      </a:lnTo>
                      <a:lnTo>
                        <a:pt x="1222" y="866"/>
                      </a:lnTo>
                      <a:lnTo>
                        <a:pt x="1224" y="864"/>
                      </a:lnTo>
                      <a:lnTo>
                        <a:pt x="1227" y="864"/>
                      </a:lnTo>
                      <a:lnTo>
                        <a:pt x="1229" y="865"/>
                      </a:lnTo>
                      <a:lnTo>
                        <a:pt x="1232" y="868"/>
                      </a:lnTo>
                      <a:lnTo>
                        <a:pt x="1234" y="870"/>
                      </a:lnTo>
                      <a:lnTo>
                        <a:pt x="1237" y="870"/>
                      </a:lnTo>
                      <a:lnTo>
                        <a:pt x="1239" y="870"/>
                      </a:lnTo>
                      <a:lnTo>
                        <a:pt x="1241" y="871"/>
                      </a:lnTo>
                      <a:lnTo>
                        <a:pt x="1244" y="870"/>
                      </a:lnTo>
                      <a:lnTo>
                        <a:pt x="1246" y="870"/>
                      </a:lnTo>
                      <a:lnTo>
                        <a:pt x="1249" y="871"/>
                      </a:lnTo>
                      <a:lnTo>
                        <a:pt x="1251" y="872"/>
                      </a:lnTo>
                      <a:lnTo>
                        <a:pt x="1253" y="872"/>
                      </a:lnTo>
                      <a:lnTo>
                        <a:pt x="1256" y="870"/>
                      </a:lnTo>
                      <a:lnTo>
                        <a:pt x="1258" y="870"/>
                      </a:lnTo>
                      <a:lnTo>
                        <a:pt x="1261" y="870"/>
                      </a:lnTo>
                      <a:lnTo>
                        <a:pt x="1263" y="870"/>
                      </a:lnTo>
                      <a:lnTo>
                        <a:pt x="1265" y="870"/>
                      </a:lnTo>
                      <a:lnTo>
                        <a:pt x="1268" y="873"/>
                      </a:lnTo>
                      <a:lnTo>
                        <a:pt x="1270" y="874"/>
                      </a:lnTo>
                      <a:lnTo>
                        <a:pt x="1273" y="873"/>
                      </a:lnTo>
                      <a:lnTo>
                        <a:pt x="1275" y="874"/>
                      </a:lnTo>
                      <a:lnTo>
                        <a:pt x="1277" y="873"/>
                      </a:lnTo>
                      <a:lnTo>
                        <a:pt x="1280" y="873"/>
                      </a:lnTo>
                      <a:lnTo>
                        <a:pt x="1282" y="872"/>
                      </a:lnTo>
                      <a:lnTo>
                        <a:pt x="1285" y="872"/>
                      </a:lnTo>
                      <a:lnTo>
                        <a:pt x="1287" y="872"/>
                      </a:lnTo>
                      <a:lnTo>
                        <a:pt x="1290" y="872"/>
                      </a:lnTo>
                      <a:lnTo>
                        <a:pt x="1292" y="870"/>
                      </a:lnTo>
                      <a:lnTo>
                        <a:pt x="1294" y="870"/>
                      </a:lnTo>
                      <a:lnTo>
                        <a:pt x="1297" y="869"/>
                      </a:lnTo>
                      <a:lnTo>
                        <a:pt x="1299" y="873"/>
                      </a:lnTo>
                      <a:lnTo>
                        <a:pt x="1302" y="871"/>
                      </a:lnTo>
                      <a:lnTo>
                        <a:pt x="1304" y="872"/>
                      </a:lnTo>
                      <a:lnTo>
                        <a:pt x="1306" y="871"/>
                      </a:lnTo>
                      <a:lnTo>
                        <a:pt x="1309" y="869"/>
                      </a:lnTo>
                      <a:lnTo>
                        <a:pt x="1311" y="869"/>
                      </a:lnTo>
                      <a:lnTo>
                        <a:pt x="1314" y="869"/>
                      </a:lnTo>
                      <a:lnTo>
                        <a:pt x="1316" y="869"/>
                      </a:lnTo>
                      <a:lnTo>
                        <a:pt x="1318" y="869"/>
                      </a:lnTo>
                      <a:lnTo>
                        <a:pt x="1321" y="870"/>
                      </a:lnTo>
                      <a:lnTo>
                        <a:pt x="1323" y="870"/>
                      </a:lnTo>
                      <a:lnTo>
                        <a:pt x="1326" y="869"/>
                      </a:lnTo>
                      <a:lnTo>
                        <a:pt x="1328" y="870"/>
                      </a:lnTo>
                      <a:lnTo>
                        <a:pt x="1331" y="868"/>
                      </a:lnTo>
                      <a:lnTo>
                        <a:pt x="1333" y="869"/>
                      </a:lnTo>
                      <a:lnTo>
                        <a:pt x="1335" y="870"/>
                      </a:lnTo>
                      <a:lnTo>
                        <a:pt x="1338" y="870"/>
                      </a:lnTo>
                      <a:lnTo>
                        <a:pt x="1340" y="870"/>
                      </a:lnTo>
                      <a:lnTo>
                        <a:pt x="1342" y="870"/>
                      </a:lnTo>
                      <a:lnTo>
                        <a:pt x="1345" y="868"/>
                      </a:lnTo>
                      <a:lnTo>
                        <a:pt x="1347" y="868"/>
                      </a:lnTo>
                      <a:lnTo>
                        <a:pt x="1350" y="868"/>
                      </a:lnTo>
                      <a:lnTo>
                        <a:pt x="1352" y="868"/>
                      </a:lnTo>
                      <a:lnTo>
                        <a:pt x="1354" y="867"/>
                      </a:lnTo>
                      <a:lnTo>
                        <a:pt x="1357" y="864"/>
                      </a:lnTo>
                      <a:lnTo>
                        <a:pt x="1359" y="862"/>
                      </a:lnTo>
                      <a:lnTo>
                        <a:pt x="1362" y="861"/>
                      </a:lnTo>
                      <a:lnTo>
                        <a:pt x="1364" y="861"/>
                      </a:lnTo>
                      <a:lnTo>
                        <a:pt x="1366" y="861"/>
                      </a:lnTo>
                      <a:lnTo>
                        <a:pt x="1369" y="861"/>
                      </a:lnTo>
                      <a:lnTo>
                        <a:pt x="1371" y="859"/>
                      </a:lnTo>
                      <a:lnTo>
                        <a:pt x="1374" y="860"/>
                      </a:lnTo>
                      <a:lnTo>
                        <a:pt x="1376" y="862"/>
                      </a:lnTo>
                      <a:lnTo>
                        <a:pt x="1378" y="862"/>
                      </a:lnTo>
                      <a:lnTo>
                        <a:pt x="1381" y="863"/>
                      </a:lnTo>
                      <a:lnTo>
                        <a:pt x="1383" y="862"/>
                      </a:lnTo>
                      <a:lnTo>
                        <a:pt x="1386" y="862"/>
                      </a:lnTo>
                      <a:lnTo>
                        <a:pt x="1388" y="861"/>
                      </a:lnTo>
                      <a:lnTo>
                        <a:pt x="1390" y="861"/>
                      </a:lnTo>
                      <a:lnTo>
                        <a:pt x="1393" y="862"/>
                      </a:lnTo>
                      <a:lnTo>
                        <a:pt x="1395" y="861"/>
                      </a:lnTo>
                      <a:lnTo>
                        <a:pt x="1398" y="866"/>
                      </a:lnTo>
                      <a:lnTo>
                        <a:pt x="1400" y="866"/>
                      </a:lnTo>
                      <a:lnTo>
                        <a:pt x="1402" y="865"/>
                      </a:lnTo>
                      <a:lnTo>
                        <a:pt x="1405" y="866"/>
                      </a:lnTo>
                      <a:lnTo>
                        <a:pt x="1407" y="866"/>
                      </a:lnTo>
                      <a:lnTo>
                        <a:pt x="1410" y="866"/>
                      </a:lnTo>
                      <a:lnTo>
                        <a:pt x="1412" y="866"/>
                      </a:lnTo>
                      <a:lnTo>
                        <a:pt x="1414" y="866"/>
                      </a:lnTo>
                      <a:lnTo>
                        <a:pt x="1417" y="866"/>
                      </a:lnTo>
                      <a:lnTo>
                        <a:pt x="1419" y="866"/>
                      </a:lnTo>
                      <a:lnTo>
                        <a:pt x="1422" y="866"/>
                      </a:lnTo>
                      <a:lnTo>
                        <a:pt x="1424" y="866"/>
                      </a:lnTo>
                      <a:lnTo>
                        <a:pt x="1426" y="864"/>
                      </a:lnTo>
                      <a:lnTo>
                        <a:pt x="1429" y="864"/>
                      </a:lnTo>
                      <a:lnTo>
                        <a:pt x="1431" y="866"/>
                      </a:lnTo>
                      <a:lnTo>
                        <a:pt x="1434" y="868"/>
                      </a:lnTo>
                      <a:lnTo>
                        <a:pt x="1436" y="868"/>
                      </a:lnTo>
                      <a:lnTo>
                        <a:pt x="1438" y="868"/>
                      </a:lnTo>
                      <a:lnTo>
                        <a:pt x="1441" y="867"/>
                      </a:lnTo>
                      <a:lnTo>
                        <a:pt x="1443" y="867"/>
                      </a:lnTo>
                      <a:lnTo>
                        <a:pt x="1446" y="865"/>
                      </a:lnTo>
                      <a:lnTo>
                        <a:pt x="1448" y="864"/>
                      </a:lnTo>
                      <a:lnTo>
                        <a:pt x="1450" y="866"/>
                      </a:lnTo>
                      <a:lnTo>
                        <a:pt x="1453" y="866"/>
                      </a:lnTo>
                      <a:lnTo>
                        <a:pt x="1455" y="865"/>
                      </a:lnTo>
                      <a:lnTo>
                        <a:pt x="1458" y="862"/>
                      </a:lnTo>
                      <a:lnTo>
                        <a:pt x="1460" y="861"/>
                      </a:lnTo>
                      <a:lnTo>
                        <a:pt x="1463" y="861"/>
                      </a:lnTo>
                      <a:lnTo>
                        <a:pt x="1465" y="861"/>
                      </a:lnTo>
                      <a:lnTo>
                        <a:pt x="1467" y="861"/>
                      </a:lnTo>
                      <a:lnTo>
                        <a:pt x="1470" y="864"/>
                      </a:lnTo>
                      <a:lnTo>
                        <a:pt x="1472" y="867"/>
                      </a:lnTo>
                      <a:lnTo>
                        <a:pt x="1475" y="869"/>
                      </a:lnTo>
                      <a:lnTo>
                        <a:pt x="1477" y="870"/>
                      </a:lnTo>
                      <a:lnTo>
                        <a:pt x="1479" y="868"/>
                      </a:lnTo>
                      <a:lnTo>
                        <a:pt x="1482" y="869"/>
                      </a:lnTo>
                      <a:lnTo>
                        <a:pt x="1484" y="869"/>
                      </a:lnTo>
                      <a:lnTo>
                        <a:pt x="1487" y="869"/>
                      </a:lnTo>
                      <a:lnTo>
                        <a:pt x="1489" y="870"/>
                      </a:lnTo>
                      <a:lnTo>
                        <a:pt x="1491" y="871"/>
                      </a:lnTo>
                      <a:lnTo>
                        <a:pt x="1494" y="872"/>
                      </a:lnTo>
                      <a:lnTo>
                        <a:pt x="1496" y="872"/>
                      </a:lnTo>
                      <a:lnTo>
                        <a:pt x="1499" y="872"/>
                      </a:lnTo>
                      <a:lnTo>
                        <a:pt x="1501" y="873"/>
                      </a:lnTo>
                      <a:lnTo>
                        <a:pt x="1504" y="874"/>
                      </a:lnTo>
                      <a:lnTo>
                        <a:pt x="1506" y="874"/>
                      </a:lnTo>
                      <a:lnTo>
                        <a:pt x="1508" y="873"/>
                      </a:lnTo>
                      <a:lnTo>
                        <a:pt x="1511" y="873"/>
                      </a:lnTo>
                      <a:lnTo>
                        <a:pt x="1513" y="872"/>
                      </a:lnTo>
                      <a:lnTo>
                        <a:pt x="1516" y="872"/>
                      </a:lnTo>
                      <a:lnTo>
                        <a:pt x="1518" y="873"/>
                      </a:lnTo>
                      <a:lnTo>
                        <a:pt x="1520" y="872"/>
                      </a:lnTo>
                      <a:lnTo>
                        <a:pt x="1523" y="872"/>
                      </a:lnTo>
                      <a:lnTo>
                        <a:pt x="1525" y="872"/>
                      </a:lnTo>
                      <a:lnTo>
                        <a:pt x="1528" y="872"/>
                      </a:lnTo>
                      <a:lnTo>
                        <a:pt x="1530" y="872"/>
                      </a:lnTo>
                      <a:lnTo>
                        <a:pt x="1532" y="872"/>
                      </a:lnTo>
                      <a:lnTo>
                        <a:pt x="1535" y="872"/>
                      </a:lnTo>
                      <a:lnTo>
                        <a:pt x="1537" y="872"/>
                      </a:lnTo>
                      <a:lnTo>
                        <a:pt x="1540" y="872"/>
                      </a:lnTo>
                      <a:lnTo>
                        <a:pt x="1542" y="871"/>
                      </a:lnTo>
                      <a:lnTo>
                        <a:pt x="1544" y="872"/>
                      </a:lnTo>
                      <a:lnTo>
                        <a:pt x="1547" y="866"/>
                      </a:lnTo>
                      <a:lnTo>
                        <a:pt x="1549" y="859"/>
                      </a:lnTo>
                      <a:lnTo>
                        <a:pt x="1552" y="831"/>
                      </a:lnTo>
                      <a:lnTo>
                        <a:pt x="1554" y="721"/>
                      </a:lnTo>
                      <a:lnTo>
                        <a:pt x="1557" y="594"/>
                      </a:lnTo>
                      <a:lnTo>
                        <a:pt x="1559" y="468"/>
                      </a:lnTo>
                      <a:lnTo>
                        <a:pt x="1561" y="315"/>
                      </a:lnTo>
                      <a:lnTo>
                        <a:pt x="1564" y="245"/>
                      </a:lnTo>
                      <a:lnTo>
                        <a:pt x="1566" y="174"/>
                      </a:lnTo>
                      <a:lnTo>
                        <a:pt x="1569" y="94"/>
                      </a:lnTo>
                      <a:lnTo>
                        <a:pt x="1571" y="88"/>
                      </a:lnTo>
                      <a:lnTo>
                        <a:pt x="1573" y="79"/>
                      </a:lnTo>
                      <a:lnTo>
                        <a:pt x="1576" y="43"/>
                      </a:lnTo>
                      <a:lnTo>
                        <a:pt x="1578" y="41"/>
                      </a:lnTo>
                      <a:lnTo>
                        <a:pt x="1581" y="41"/>
                      </a:lnTo>
                      <a:lnTo>
                        <a:pt x="1583" y="18"/>
                      </a:lnTo>
                      <a:lnTo>
                        <a:pt x="1585" y="14"/>
                      </a:lnTo>
                      <a:lnTo>
                        <a:pt x="1588" y="10"/>
                      </a:lnTo>
                      <a:lnTo>
                        <a:pt x="1590" y="8"/>
                      </a:lnTo>
                      <a:lnTo>
                        <a:pt x="1593" y="8"/>
                      </a:lnTo>
                      <a:lnTo>
                        <a:pt x="1595" y="0"/>
                      </a:lnTo>
                      <a:lnTo>
                        <a:pt x="1597" y="6"/>
                      </a:lnTo>
                      <a:lnTo>
                        <a:pt x="1600" y="14"/>
                      </a:lnTo>
                      <a:lnTo>
                        <a:pt x="1602" y="32"/>
                      </a:lnTo>
                      <a:lnTo>
                        <a:pt x="1605" y="113"/>
                      </a:lnTo>
                      <a:lnTo>
                        <a:pt x="1607" y="227"/>
                      </a:lnTo>
                      <a:lnTo>
                        <a:pt x="1609" y="341"/>
                      </a:lnTo>
                      <a:lnTo>
                        <a:pt x="1612" y="491"/>
                      </a:lnTo>
                      <a:lnTo>
                        <a:pt x="1614" y="552"/>
                      </a:lnTo>
                      <a:lnTo>
                        <a:pt x="1617" y="594"/>
                      </a:lnTo>
                      <a:lnTo>
                        <a:pt x="1619" y="645"/>
                      </a:lnTo>
                      <a:lnTo>
                        <a:pt x="1621" y="630"/>
                      </a:lnTo>
                      <a:lnTo>
                        <a:pt x="1624" y="622"/>
                      </a:lnTo>
                      <a:lnTo>
                        <a:pt x="1626" y="648"/>
                      </a:lnTo>
                      <a:lnTo>
                        <a:pt x="1629" y="637"/>
                      </a:lnTo>
                      <a:lnTo>
                        <a:pt x="1631" y="626"/>
                      </a:lnTo>
                      <a:lnTo>
                        <a:pt x="1633" y="628"/>
                      </a:lnTo>
                      <a:lnTo>
                        <a:pt x="1636" y="629"/>
                      </a:lnTo>
                      <a:lnTo>
                        <a:pt x="1638" y="618"/>
                      </a:lnTo>
                      <a:lnTo>
                        <a:pt x="1641" y="620"/>
                      </a:lnTo>
                      <a:lnTo>
                        <a:pt x="1643" y="621"/>
                      </a:lnTo>
                      <a:lnTo>
                        <a:pt x="1645" y="611"/>
                      </a:lnTo>
                      <a:lnTo>
                        <a:pt x="1648" y="614"/>
                      </a:lnTo>
                      <a:lnTo>
                        <a:pt x="1650" y="617"/>
                      </a:lnTo>
                      <a:lnTo>
                        <a:pt x="1653" y="610"/>
                      </a:lnTo>
                      <a:lnTo>
                        <a:pt x="1655" y="620"/>
                      </a:lnTo>
                      <a:lnTo>
                        <a:pt x="1657" y="625"/>
                      </a:lnTo>
                      <a:lnTo>
                        <a:pt x="1660" y="631"/>
                      </a:lnTo>
                      <a:lnTo>
                        <a:pt x="1662" y="639"/>
                      </a:lnTo>
                      <a:lnTo>
                        <a:pt x="1665" y="646"/>
                      </a:lnTo>
                      <a:lnTo>
                        <a:pt x="1667" y="657"/>
                      </a:lnTo>
                      <a:lnTo>
                        <a:pt x="1669" y="657"/>
                      </a:lnTo>
                      <a:lnTo>
                        <a:pt x="1672" y="655"/>
                      </a:lnTo>
                      <a:lnTo>
                        <a:pt x="1674" y="656"/>
                      </a:lnTo>
                      <a:lnTo>
                        <a:pt x="1677" y="655"/>
                      </a:lnTo>
                      <a:lnTo>
                        <a:pt x="1679" y="642"/>
                      </a:lnTo>
                      <a:lnTo>
                        <a:pt x="1681" y="628"/>
                      </a:lnTo>
                      <a:lnTo>
                        <a:pt x="1684" y="628"/>
                      </a:lnTo>
                      <a:lnTo>
                        <a:pt x="1686" y="612"/>
                      </a:lnTo>
                      <a:lnTo>
                        <a:pt x="1689" y="599"/>
                      </a:lnTo>
                      <a:lnTo>
                        <a:pt x="1691" y="599"/>
                      </a:lnTo>
                      <a:lnTo>
                        <a:pt x="1693" y="581"/>
                      </a:lnTo>
                      <a:lnTo>
                        <a:pt x="1696" y="574"/>
                      </a:lnTo>
                      <a:lnTo>
                        <a:pt x="1698" y="574"/>
                      </a:lnTo>
                      <a:lnTo>
                        <a:pt x="1701" y="560"/>
                      </a:lnTo>
                      <a:lnTo>
                        <a:pt x="1703" y="551"/>
                      </a:lnTo>
                      <a:lnTo>
                        <a:pt x="1705" y="551"/>
                      </a:lnTo>
                      <a:lnTo>
                        <a:pt x="1708" y="536"/>
                      </a:lnTo>
                      <a:lnTo>
                        <a:pt x="1710" y="525"/>
                      </a:lnTo>
                      <a:lnTo>
                        <a:pt x="1713" y="534"/>
                      </a:lnTo>
                      <a:lnTo>
                        <a:pt x="1715" y="528"/>
                      </a:lnTo>
                      <a:lnTo>
                        <a:pt x="1717" y="528"/>
                      </a:lnTo>
                      <a:lnTo>
                        <a:pt x="1720" y="542"/>
                      </a:lnTo>
                      <a:lnTo>
                        <a:pt x="1722" y="543"/>
                      </a:lnTo>
                      <a:lnTo>
                        <a:pt x="1725" y="546"/>
                      </a:lnTo>
                      <a:lnTo>
                        <a:pt x="1727" y="549"/>
                      </a:lnTo>
                      <a:lnTo>
                        <a:pt x="1730" y="544"/>
                      </a:lnTo>
                      <a:lnTo>
                        <a:pt x="1732" y="552"/>
                      </a:lnTo>
                      <a:lnTo>
                        <a:pt x="1734" y="547"/>
                      </a:lnTo>
                      <a:lnTo>
                        <a:pt x="1737" y="536"/>
                      </a:lnTo>
                      <a:lnTo>
                        <a:pt x="1739" y="543"/>
                      </a:lnTo>
                      <a:lnTo>
                        <a:pt x="1742" y="541"/>
                      </a:lnTo>
                      <a:lnTo>
                        <a:pt x="1744" y="525"/>
                      </a:lnTo>
                      <a:lnTo>
                        <a:pt x="1746" y="535"/>
                      </a:lnTo>
                      <a:lnTo>
                        <a:pt x="1749" y="536"/>
                      </a:lnTo>
                      <a:lnTo>
                        <a:pt x="1751" y="516"/>
                      </a:lnTo>
                      <a:lnTo>
                        <a:pt x="1754" y="523"/>
                      </a:lnTo>
                      <a:lnTo>
                        <a:pt x="1756" y="525"/>
                      </a:lnTo>
                      <a:lnTo>
                        <a:pt x="1758" y="515"/>
                      </a:lnTo>
                      <a:lnTo>
                        <a:pt x="1761" y="517"/>
                      </a:lnTo>
                      <a:lnTo>
                        <a:pt x="1763" y="514"/>
                      </a:lnTo>
                      <a:lnTo>
                        <a:pt x="1766" y="503"/>
                      </a:lnTo>
                      <a:lnTo>
                        <a:pt x="1768" y="504"/>
                      </a:lnTo>
                      <a:lnTo>
                        <a:pt x="1771" y="498"/>
                      </a:lnTo>
                      <a:lnTo>
                        <a:pt x="1773" y="493"/>
                      </a:lnTo>
                      <a:lnTo>
                        <a:pt x="1775" y="497"/>
                      </a:lnTo>
                      <a:lnTo>
                        <a:pt x="1778" y="494"/>
                      </a:lnTo>
                      <a:lnTo>
                        <a:pt x="1780" y="484"/>
                      </a:lnTo>
                      <a:lnTo>
                        <a:pt x="1783" y="491"/>
                      </a:lnTo>
                      <a:lnTo>
                        <a:pt x="1785" y="491"/>
                      </a:lnTo>
                      <a:lnTo>
                        <a:pt x="1787" y="470"/>
                      </a:lnTo>
                      <a:lnTo>
                        <a:pt x="1790" y="489"/>
                      </a:lnTo>
                      <a:lnTo>
                        <a:pt x="1792" y="495"/>
                      </a:lnTo>
                      <a:lnTo>
                        <a:pt x="1795" y="477"/>
                      </a:lnTo>
                      <a:lnTo>
                        <a:pt x="1797" y="496"/>
                      </a:lnTo>
                      <a:lnTo>
                        <a:pt x="1799" y="507"/>
                      </a:lnTo>
                      <a:lnTo>
                        <a:pt x="1802" y="487"/>
                      </a:lnTo>
                      <a:lnTo>
                        <a:pt x="1804" y="495"/>
                      </a:lnTo>
                      <a:lnTo>
                        <a:pt x="1807" y="505"/>
                      </a:lnTo>
                      <a:lnTo>
                        <a:pt x="1809" y="493"/>
                      </a:lnTo>
                      <a:lnTo>
                        <a:pt x="1811" y="490"/>
                      </a:lnTo>
                      <a:lnTo>
                        <a:pt x="1814" y="497"/>
                      </a:lnTo>
                      <a:lnTo>
                        <a:pt x="1816" y="492"/>
                      </a:lnTo>
                      <a:lnTo>
                        <a:pt x="1819" y="493"/>
                      </a:lnTo>
                      <a:lnTo>
                        <a:pt x="1821" y="499"/>
                      </a:lnTo>
                      <a:lnTo>
                        <a:pt x="1824" y="489"/>
                      </a:lnTo>
                      <a:lnTo>
                        <a:pt x="1826" y="494"/>
                      </a:lnTo>
                      <a:lnTo>
                        <a:pt x="1828" y="499"/>
                      </a:lnTo>
                      <a:lnTo>
                        <a:pt x="1831" y="486"/>
                      </a:lnTo>
                      <a:lnTo>
                        <a:pt x="1833" y="508"/>
                      </a:lnTo>
                      <a:lnTo>
                        <a:pt x="1836" y="508"/>
                      </a:lnTo>
                      <a:lnTo>
                        <a:pt x="1838" y="482"/>
                      </a:lnTo>
                      <a:lnTo>
                        <a:pt x="1840" y="500"/>
                      </a:lnTo>
                      <a:lnTo>
                        <a:pt x="1843" y="502"/>
                      </a:lnTo>
                      <a:lnTo>
                        <a:pt x="1845" y="484"/>
                      </a:lnTo>
                      <a:lnTo>
                        <a:pt x="1848" y="479"/>
                      </a:lnTo>
                      <a:lnTo>
                        <a:pt x="1850" y="488"/>
                      </a:lnTo>
                      <a:lnTo>
                        <a:pt x="1852" y="480"/>
                      </a:lnTo>
                      <a:lnTo>
                        <a:pt x="1855" y="466"/>
                      </a:lnTo>
                      <a:lnTo>
                        <a:pt x="1857" y="467"/>
                      </a:lnTo>
                      <a:lnTo>
                        <a:pt x="1860" y="457"/>
                      </a:lnTo>
                      <a:lnTo>
                        <a:pt x="1862" y="456"/>
                      </a:lnTo>
                      <a:lnTo>
                        <a:pt x="1864" y="459"/>
                      </a:lnTo>
                      <a:lnTo>
                        <a:pt x="1867" y="461"/>
                      </a:lnTo>
                      <a:lnTo>
                        <a:pt x="1869" y="465"/>
                      </a:lnTo>
                      <a:lnTo>
                        <a:pt x="1872" y="469"/>
                      </a:lnTo>
                      <a:lnTo>
                        <a:pt x="1874" y="484"/>
                      </a:lnTo>
                      <a:lnTo>
                        <a:pt x="1876" y="489"/>
                      </a:lnTo>
                      <a:lnTo>
                        <a:pt x="1879" y="497"/>
                      </a:lnTo>
                      <a:lnTo>
                        <a:pt x="1881" y="502"/>
                      </a:lnTo>
                      <a:lnTo>
                        <a:pt x="1884" y="509"/>
                      </a:lnTo>
                      <a:lnTo>
                        <a:pt x="1886" y="513"/>
                      </a:lnTo>
                      <a:lnTo>
                        <a:pt x="1888" y="513"/>
                      </a:lnTo>
                      <a:lnTo>
                        <a:pt x="1891" y="511"/>
                      </a:lnTo>
                      <a:lnTo>
                        <a:pt x="1893" y="539"/>
                      </a:lnTo>
                      <a:lnTo>
                        <a:pt x="1896" y="538"/>
                      </a:lnTo>
                      <a:lnTo>
                        <a:pt x="1898" y="533"/>
                      </a:lnTo>
                      <a:lnTo>
                        <a:pt x="1900" y="547"/>
                      </a:lnTo>
                      <a:lnTo>
                        <a:pt x="1903" y="547"/>
                      </a:lnTo>
                      <a:lnTo>
                        <a:pt x="1905" y="532"/>
                      </a:lnTo>
                      <a:lnTo>
                        <a:pt x="1908" y="547"/>
                      </a:lnTo>
                      <a:lnTo>
                        <a:pt x="1910" y="547"/>
                      </a:lnTo>
                      <a:lnTo>
                        <a:pt x="1912" y="542"/>
                      </a:lnTo>
                      <a:lnTo>
                        <a:pt x="1915" y="546"/>
                      </a:lnTo>
                      <a:lnTo>
                        <a:pt x="1917" y="554"/>
                      </a:lnTo>
                      <a:lnTo>
                        <a:pt x="1920" y="545"/>
                      </a:lnTo>
                      <a:lnTo>
                        <a:pt x="1922" y="541"/>
                      </a:lnTo>
                      <a:lnTo>
                        <a:pt x="1924" y="551"/>
                      </a:lnTo>
                      <a:lnTo>
                        <a:pt x="1927" y="543"/>
                      </a:lnTo>
                      <a:lnTo>
                        <a:pt x="1929" y="536"/>
                      </a:lnTo>
                      <a:lnTo>
                        <a:pt x="1932" y="542"/>
                      </a:lnTo>
                      <a:lnTo>
                        <a:pt x="1934" y="524"/>
                      </a:lnTo>
                      <a:lnTo>
                        <a:pt x="1936" y="524"/>
                      </a:lnTo>
                      <a:lnTo>
                        <a:pt x="1939" y="512"/>
                      </a:lnTo>
                      <a:lnTo>
                        <a:pt x="1941" y="508"/>
                      </a:lnTo>
                      <a:lnTo>
                        <a:pt x="1944" y="515"/>
                      </a:lnTo>
                      <a:lnTo>
                        <a:pt x="1946" y="512"/>
                      </a:lnTo>
                      <a:lnTo>
                        <a:pt x="1948" y="504"/>
                      </a:lnTo>
                      <a:lnTo>
                        <a:pt x="1951" y="510"/>
                      </a:lnTo>
                      <a:lnTo>
                        <a:pt x="1953" y="512"/>
                      </a:lnTo>
                      <a:lnTo>
                        <a:pt x="1956" y="511"/>
                      </a:lnTo>
                      <a:lnTo>
                        <a:pt x="1958" y="510"/>
                      </a:lnTo>
                      <a:lnTo>
                        <a:pt x="1960" y="513"/>
                      </a:lnTo>
                      <a:lnTo>
                        <a:pt x="1963" y="513"/>
                      </a:lnTo>
                      <a:lnTo>
                        <a:pt x="1965" y="511"/>
                      </a:lnTo>
                      <a:lnTo>
                        <a:pt x="1968" y="506"/>
                      </a:lnTo>
                      <a:lnTo>
                        <a:pt x="1970" y="504"/>
                      </a:lnTo>
                      <a:lnTo>
                        <a:pt x="1972" y="510"/>
                      </a:lnTo>
                      <a:lnTo>
                        <a:pt x="1975" y="516"/>
                      </a:lnTo>
                      <a:lnTo>
                        <a:pt x="1977" y="508"/>
                      </a:lnTo>
                      <a:lnTo>
                        <a:pt x="1980" y="523"/>
                      </a:lnTo>
                      <a:lnTo>
                        <a:pt x="1982" y="521"/>
                      </a:lnTo>
                      <a:lnTo>
                        <a:pt x="1984" y="532"/>
                      </a:lnTo>
                      <a:lnTo>
                        <a:pt x="1987" y="533"/>
                      </a:lnTo>
                      <a:lnTo>
                        <a:pt x="1989" y="539"/>
                      </a:lnTo>
                      <a:lnTo>
                        <a:pt x="1992" y="533"/>
                      </a:lnTo>
                      <a:lnTo>
                        <a:pt x="1994" y="533"/>
                      </a:lnTo>
                      <a:lnTo>
                        <a:pt x="1997" y="539"/>
                      </a:lnTo>
                      <a:lnTo>
                        <a:pt x="1999" y="539"/>
                      </a:lnTo>
                      <a:lnTo>
                        <a:pt x="2001" y="539"/>
                      </a:lnTo>
                      <a:lnTo>
                        <a:pt x="2004" y="539"/>
                      </a:lnTo>
                      <a:lnTo>
                        <a:pt x="2006" y="539"/>
                      </a:lnTo>
                      <a:lnTo>
                        <a:pt x="2009" y="539"/>
                      </a:lnTo>
                      <a:lnTo>
                        <a:pt x="2011" y="532"/>
                      </a:lnTo>
                      <a:lnTo>
                        <a:pt x="2013" y="534"/>
                      </a:lnTo>
                      <a:lnTo>
                        <a:pt x="2016" y="546"/>
                      </a:lnTo>
                      <a:lnTo>
                        <a:pt x="2018" y="538"/>
                      </a:lnTo>
                      <a:lnTo>
                        <a:pt x="2021" y="538"/>
                      </a:lnTo>
                      <a:lnTo>
                        <a:pt x="2023" y="545"/>
                      </a:lnTo>
                      <a:lnTo>
                        <a:pt x="2025" y="546"/>
                      </a:lnTo>
                      <a:lnTo>
                        <a:pt x="2028" y="543"/>
                      </a:lnTo>
                      <a:lnTo>
                        <a:pt x="2030" y="543"/>
                      </a:lnTo>
                      <a:lnTo>
                        <a:pt x="2033" y="540"/>
                      </a:lnTo>
                      <a:lnTo>
                        <a:pt x="2035" y="540"/>
                      </a:lnTo>
                      <a:lnTo>
                        <a:pt x="2038" y="540"/>
                      </a:lnTo>
                      <a:lnTo>
                        <a:pt x="2040" y="534"/>
                      </a:lnTo>
                      <a:lnTo>
                        <a:pt x="2042" y="534"/>
                      </a:lnTo>
                      <a:lnTo>
                        <a:pt x="2045" y="527"/>
                      </a:lnTo>
                      <a:lnTo>
                        <a:pt x="2047" y="517"/>
                      </a:lnTo>
                      <a:lnTo>
                        <a:pt x="2050" y="517"/>
                      </a:lnTo>
                      <a:lnTo>
                        <a:pt x="2052" y="518"/>
                      </a:lnTo>
                      <a:lnTo>
                        <a:pt x="2054" y="516"/>
                      </a:lnTo>
                      <a:lnTo>
                        <a:pt x="2057" y="528"/>
                      </a:lnTo>
                      <a:lnTo>
                        <a:pt x="2059" y="537"/>
                      </a:lnTo>
                      <a:lnTo>
                        <a:pt x="2062" y="537"/>
                      </a:lnTo>
                      <a:lnTo>
                        <a:pt x="2064" y="550"/>
                      </a:lnTo>
                      <a:lnTo>
                        <a:pt x="2066" y="551"/>
                      </a:lnTo>
                      <a:lnTo>
                        <a:pt x="2069" y="551"/>
                      </a:lnTo>
                      <a:lnTo>
                        <a:pt x="2071" y="560"/>
                      </a:lnTo>
                      <a:lnTo>
                        <a:pt x="2074" y="551"/>
                      </a:lnTo>
                      <a:lnTo>
                        <a:pt x="2076" y="546"/>
                      </a:lnTo>
                      <a:lnTo>
                        <a:pt x="2078" y="546"/>
                      </a:lnTo>
                      <a:lnTo>
                        <a:pt x="2081" y="537"/>
                      </a:lnTo>
                      <a:lnTo>
                        <a:pt x="2083" y="547"/>
                      </a:lnTo>
                      <a:lnTo>
                        <a:pt x="2086" y="547"/>
                      </a:lnTo>
                      <a:lnTo>
                        <a:pt x="2088" y="543"/>
                      </a:lnTo>
                      <a:lnTo>
                        <a:pt x="2091" y="544"/>
                      </a:lnTo>
                      <a:lnTo>
                        <a:pt x="2093" y="544"/>
                      </a:lnTo>
                      <a:lnTo>
                        <a:pt x="2095" y="545"/>
                      </a:lnTo>
                      <a:lnTo>
                        <a:pt x="2098" y="545"/>
                      </a:lnTo>
                      <a:lnTo>
                        <a:pt x="2100" y="545"/>
                      </a:lnTo>
                      <a:lnTo>
                        <a:pt x="2103" y="553"/>
                      </a:lnTo>
                      <a:lnTo>
                        <a:pt x="2105" y="553"/>
                      </a:lnTo>
                      <a:lnTo>
                        <a:pt x="2107" y="554"/>
                      </a:lnTo>
                      <a:lnTo>
                        <a:pt x="2110" y="556"/>
                      </a:lnTo>
                      <a:lnTo>
                        <a:pt x="2112" y="565"/>
                      </a:lnTo>
                      <a:lnTo>
                        <a:pt x="2115" y="560"/>
                      </a:lnTo>
                      <a:lnTo>
                        <a:pt x="2117" y="560"/>
                      </a:lnTo>
                      <a:lnTo>
                        <a:pt x="2119" y="576"/>
                      </a:lnTo>
                      <a:lnTo>
                        <a:pt x="2122" y="568"/>
                      </a:lnTo>
                      <a:lnTo>
                        <a:pt x="2124" y="560"/>
                      </a:lnTo>
                      <a:lnTo>
                        <a:pt x="2127" y="562"/>
                      </a:lnTo>
                      <a:lnTo>
                        <a:pt x="2129" y="553"/>
                      </a:lnTo>
                      <a:lnTo>
                        <a:pt x="2131" y="531"/>
                      </a:lnTo>
                      <a:lnTo>
                        <a:pt x="2134" y="530"/>
                      </a:lnTo>
                      <a:lnTo>
                        <a:pt x="2136" y="521"/>
                      </a:lnTo>
                      <a:lnTo>
                        <a:pt x="2139" y="504"/>
                      </a:lnTo>
                      <a:lnTo>
                        <a:pt x="2141" y="500"/>
                      </a:lnTo>
                      <a:lnTo>
                        <a:pt x="2143" y="491"/>
                      </a:lnTo>
                      <a:lnTo>
                        <a:pt x="2146" y="488"/>
                      </a:lnTo>
                      <a:lnTo>
                        <a:pt x="2148" y="488"/>
                      </a:lnTo>
                      <a:lnTo>
                        <a:pt x="2151" y="488"/>
                      </a:lnTo>
                      <a:lnTo>
                        <a:pt x="2153" y="490"/>
                      </a:lnTo>
                      <a:lnTo>
                        <a:pt x="2155" y="490"/>
                      </a:lnTo>
                      <a:lnTo>
                        <a:pt x="2158" y="490"/>
                      </a:lnTo>
                      <a:lnTo>
                        <a:pt x="2160" y="483"/>
                      </a:lnTo>
                      <a:lnTo>
                        <a:pt x="2163" y="491"/>
                      </a:lnTo>
                      <a:lnTo>
                        <a:pt x="2165" y="491"/>
                      </a:lnTo>
                      <a:lnTo>
                        <a:pt x="2166" y="493"/>
                      </a:lnTo>
                    </a:path>
                  </a:pathLst>
                </a:custGeom>
                <a:noFill/>
                <a:ln w="17526" cap="flat">
                  <a:solidFill>
                    <a:srgbClr val="007F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6560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F34BEC6-436D-4AA0-A099-77F1D9DDDBEA}"/>
              </a:ext>
            </a:extLst>
          </p:cNvPr>
          <p:cNvGrpSpPr/>
          <p:nvPr/>
        </p:nvGrpSpPr>
        <p:grpSpPr>
          <a:xfrm>
            <a:off x="507411" y="416763"/>
            <a:ext cx="4911156" cy="2530549"/>
            <a:chOff x="507411" y="416763"/>
            <a:chExt cx="4911156" cy="2530549"/>
          </a:xfrm>
        </p:grpSpPr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D9509B08-321C-4C74-9D07-C849EF0E393A}"/>
                </a:ext>
              </a:extLst>
            </p:cNvPr>
            <p:cNvGrpSpPr/>
            <p:nvPr/>
          </p:nvGrpSpPr>
          <p:grpSpPr>
            <a:xfrm>
              <a:off x="507411" y="416763"/>
              <a:ext cx="4911156" cy="2530549"/>
              <a:chOff x="294731" y="485330"/>
              <a:chExt cx="4911156" cy="2530549"/>
            </a:xfrm>
          </p:grpSpPr>
          <p:grpSp>
            <p:nvGrpSpPr>
              <p:cNvPr id="468" name="그룹 467">
                <a:extLst>
                  <a:ext uri="{FF2B5EF4-FFF2-40B4-BE49-F238E27FC236}">
                    <a16:creationId xmlns:a16="http://schemas.microsoft.com/office/drawing/2014/main" id="{D550B461-9FBA-4DC4-93BC-E7BD41AE2378}"/>
                  </a:ext>
                </a:extLst>
              </p:cNvPr>
              <p:cNvGrpSpPr/>
              <p:nvPr/>
            </p:nvGrpSpPr>
            <p:grpSpPr>
              <a:xfrm>
                <a:off x="294731" y="485330"/>
                <a:ext cx="4351421" cy="2530549"/>
                <a:chOff x="5976979" y="208858"/>
                <a:chExt cx="4351421" cy="2530549"/>
              </a:xfrm>
            </p:grpSpPr>
            <p:grpSp>
              <p:nvGrpSpPr>
                <p:cNvPr id="479" name="그룹 478">
                  <a:extLst>
                    <a:ext uri="{FF2B5EF4-FFF2-40B4-BE49-F238E27FC236}">
                      <a16:creationId xmlns:a16="http://schemas.microsoft.com/office/drawing/2014/main" id="{5EC8ED59-69E9-4084-A99E-7BD541D18A74}"/>
                    </a:ext>
                  </a:extLst>
                </p:cNvPr>
                <p:cNvGrpSpPr/>
                <p:nvPr/>
              </p:nvGrpSpPr>
              <p:grpSpPr>
                <a:xfrm>
                  <a:off x="5976979" y="208858"/>
                  <a:ext cx="4351421" cy="2530549"/>
                  <a:chOff x="5670918" y="208858"/>
                  <a:chExt cx="4351421" cy="2530549"/>
                </a:xfrm>
              </p:grpSpPr>
              <p:grpSp>
                <p:nvGrpSpPr>
                  <p:cNvPr id="491" name="그룹 490">
                    <a:extLst>
                      <a:ext uri="{FF2B5EF4-FFF2-40B4-BE49-F238E27FC236}">
                        <a16:creationId xmlns:a16="http://schemas.microsoft.com/office/drawing/2014/main" id="{135249AB-004D-407F-BAA5-F6D00FD4BB1A}"/>
                      </a:ext>
                    </a:extLst>
                  </p:cNvPr>
                  <p:cNvGrpSpPr/>
                  <p:nvPr/>
                </p:nvGrpSpPr>
                <p:grpSpPr>
                  <a:xfrm>
                    <a:off x="6049380" y="208858"/>
                    <a:ext cx="3972959" cy="2530549"/>
                    <a:chOff x="668069" y="2231029"/>
                    <a:chExt cx="3972959" cy="2530549"/>
                  </a:xfrm>
                </p:grpSpPr>
                <p:grpSp>
                  <p:nvGrpSpPr>
                    <p:cNvPr id="493" name="그룹 492">
                      <a:extLst>
                        <a:ext uri="{FF2B5EF4-FFF2-40B4-BE49-F238E27FC236}">
                          <a16:creationId xmlns:a16="http://schemas.microsoft.com/office/drawing/2014/main" id="{384D08A9-AFC6-49C0-B43E-2FD860A643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8069" y="2769141"/>
                      <a:ext cx="3972959" cy="1992437"/>
                      <a:chOff x="668069" y="2769141"/>
                      <a:chExt cx="3972959" cy="1992437"/>
                    </a:xfrm>
                  </p:grpSpPr>
                  <p:sp>
                    <p:nvSpPr>
                      <p:cNvPr id="501" name="Line 22">
                        <a:extLst>
                          <a:ext uri="{FF2B5EF4-FFF2-40B4-BE49-F238E27FC236}">
                            <a16:creationId xmlns:a16="http://schemas.microsoft.com/office/drawing/2014/main" id="{019D2912-24F9-4A32-AB2E-B2B8039491C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064013" y="2847959"/>
                        <a:ext cx="0" cy="1620000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>
                            <a:alpha val="91000"/>
                          </a:srgbClr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502" name="그룹 501">
                        <a:extLst>
                          <a:ext uri="{FF2B5EF4-FFF2-40B4-BE49-F238E27FC236}">
                            <a16:creationId xmlns:a16="http://schemas.microsoft.com/office/drawing/2014/main" id="{A599692A-5552-4438-9954-07002D47074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68069" y="2769141"/>
                        <a:ext cx="3972959" cy="1992437"/>
                        <a:chOff x="3469241" y="2552700"/>
                        <a:chExt cx="3972959" cy="1992437"/>
                      </a:xfrm>
                    </p:grpSpPr>
                    <p:grpSp>
                      <p:nvGrpSpPr>
                        <p:cNvPr id="503" name="그룹 502">
                          <a:extLst>
                            <a:ext uri="{FF2B5EF4-FFF2-40B4-BE49-F238E27FC236}">
                              <a16:creationId xmlns:a16="http://schemas.microsoft.com/office/drawing/2014/main" id="{C2096641-25E7-46CE-9068-022573C3DAB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827350" y="2604997"/>
                          <a:ext cx="3614850" cy="1940140"/>
                          <a:chOff x="4835022" y="445385"/>
                          <a:chExt cx="3614850" cy="1940140"/>
                        </a:xfrm>
                      </p:grpSpPr>
                      <p:sp>
                        <p:nvSpPr>
                          <p:cNvPr id="516" name="Line 59">
                            <a:extLst>
                              <a:ext uri="{FF2B5EF4-FFF2-40B4-BE49-F238E27FC236}">
                                <a16:creationId xmlns:a16="http://schemas.microsoft.com/office/drawing/2014/main" id="{DA3EF3C3-A586-4318-B9AE-EECC4E321A65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487312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17" name="Line 60">
                            <a:extLst>
                              <a:ext uri="{FF2B5EF4-FFF2-40B4-BE49-F238E27FC236}">
                                <a16:creationId xmlns:a16="http://schemas.microsoft.com/office/drawing/2014/main" id="{6D3E30EA-CA9E-404B-8A50-CB710C44CA5A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36180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18" name="Line 61">
                            <a:extLst>
                              <a:ext uri="{FF2B5EF4-FFF2-40B4-BE49-F238E27FC236}">
                                <a16:creationId xmlns:a16="http://schemas.microsoft.com/office/drawing/2014/main" id="{48EF28F9-647B-4993-8C30-E872189990C9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85235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19" name="Line 62">
                            <a:extLst>
                              <a:ext uri="{FF2B5EF4-FFF2-40B4-BE49-F238E27FC236}">
                                <a16:creationId xmlns:a16="http://schemas.microsoft.com/office/drawing/2014/main" id="{97E3B13E-9915-40F0-B68F-0CE55F57820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34104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0" name="Line 63">
                            <a:extLst>
                              <a:ext uri="{FF2B5EF4-FFF2-40B4-BE49-F238E27FC236}">
                                <a16:creationId xmlns:a16="http://schemas.microsoft.com/office/drawing/2014/main" id="{24658EEF-867A-4927-A4BA-F437C109737F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83159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1" name="Line 64">
                            <a:extLst>
                              <a:ext uri="{FF2B5EF4-FFF2-40B4-BE49-F238E27FC236}">
                                <a16:creationId xmlns:a16="http://schemas.microsoft.com/office/drawing/2014/main" id="{5C0C25AB-AAAA-4A95-ACD9-7C568F86C211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32027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2" name="Line 65">
                            <a:extLst>
                              <a:ext uri="{FF2B5EF4-FFF2-40B4-BE49-F238E27FC236}">
                                <a16:creationId xmlns:a16="http://schemas.microsoft.com/office/drawing/2014/main" id="{3D4A6117-5FE4-49BE-88B3-3E775BCBB281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81082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3" name="Line 58">
                            <a:extLst>
                              <a:ext uri="{FF2B5EF4-FFF2-40B4-BE49-F238E27FC236}">
                                <a16:creationId xmlns:a16="http://schemas.microsoft.com/office/drawing/2014/main" id="{2B847D88-E3C8-471C-A084-4EE119744EB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873122" y="2095802"/>
                            <a:ext cx="3426392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chemeClr val="tx1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4" name="Line 65">
                            <a:extLst>
                              <a:ext uri="{FF2B5EF4-FFF2-40B4-BE49-F238E27FC236}">
                                <a16:creationId xmlns:a16="http://schemas.microsoft.com/office/drawing/2014/main" id="{EA9DD5AD-ACC7-48B3-8E9A-8C67D16C4B9F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829951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5" name="Rectangle 67">
                            <a:extLst>
                              <a:ext uri="{FF2B5EF4-FFF2-40B4-BE49-F238E27FC236}">
                                <a16:creationId xmlns:a16="http://schemas.microsoft.com/office/drawing/2014/main" id="{6E6A15E4-C91C-4904-8229-3AE6B9A5670E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835022" y="2190086"/>
                            <a:ext cx="91372" cy="195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6" name="Rectangle 68">
                            <a:extLst>
                              <a:ext uri="{FF2B5EF4-FFF2-40B4-BE49-F238E27FC236}">
                                <a16:creationId xmlns:a16="http://schemas.microsoft.com/office/drawing/2014/main" id="{F55568AF-3EC4-4D2F-82E1-F631F9FCF966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84539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7" name="Rectangle 69">
                            <a:extLst>
                              <a:ext uri="{FF2B5EF4-FFF2-40B4-BE49-F238E27FC236}">
                                <a16:creationId xmlns:a16="http://schemas.microsoft.com/office/drawing/2014/main" id="{C760D39F-CB39-4734-A683-906EDDC11AEC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814259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8" name="Rectangle 70">
                            <a:extLst>
                              <a:ext uri="{FF2B5EF4-FFF2-40B4-BE49-F238E27FC236}">
                                <a16:creationId xmlns:a16="http://schemas.microsoft.com/office/drawing/2014/main" id="{313D262C-FAC0-4602-BC97-C37DEFE1906B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263774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29" name="Rectangle 71">
                            <a:extLst>
                              <a:ext uri="{FF2B5EF4-FFF2-40B4-BE49-F238E27FC236}">
                                <a16:creationId xmlns:a16="http://schemas.microsoft.com/office/drawing/2014/main" id="{29BEA1D8-E323-4E0F-9EBC-F63BA62CACE6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793494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30" name="Rectangle 72">
                            <a:extLst>
                              <a:ext uri="{FF2B5EF4-FFF2-40B4-BE49-F238E27FC236}">
                                <a16:creationId xmlns:a16="http://schemas.microsoft.com/office/drawing/2014/main" id="{CA51E12D-E793-4719-BC1B-387B64B3EAF1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243010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31" name="Rectangle 73">
                            <a:extLst>
                              <a:ext uri="{FF2B5EF4-FFF2-40B4-BE49-F238E27FC236}">
                                <a16:creationId xmlns:a16="http://schemas.microsoft.com/office/drawing/2014/main" id="{04DBB0DE-8A9C-42AB-8306-95CF7DF4968A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772730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532" name="Rectangle 74">
                            <a:extLst>
                              <a:ext uri="{FF2B5EF4-FFF2-40B4-BE49-F238E27FC236}">
                                <a16:creationId xmlns:a16="http://schemas.microsoft.com/office/drawing/2014/main" id="{75776BE8-4BDB-490C-A706-A066D00617E6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222246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cxnSp>
                        <p:nvCxnSpPr>
                          <p:cNvPr id="533" name="직선 연결선 532">
                            <a:extLst>
                              <a:ext uri="{FF2B5EF4-FFF2-40B4-BE49-F238E27FC236}">
                                <a16:creationId xmlns:a16="http://schemas.microsoft.com/office/drawing/2014/main" id="{BD657A8C-E388-4A0B-9999-0018CC3FAED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353341" y="446052"/>
                            <a:ext cx="4070" cy="1630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534" name="직선 연결선 533">
                            <a:extLst>
                              <a:ext uri="{FF2B5EF4-FFF2-40B4-BE49-F238E27FC236}">
                                <a16:creationId xmlns:a16="http://schemas.microsoft.com/office/drawing/2014/main" id="{9C1A7621-F147-44B8-93B4-29EF643539E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7312693" y="445385"/>
                            <a:ext cx="2538" cy="1630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504" name="Line 33">
                          <a:extLst>
                            <a:ext uri="{FF2B5EF4-FFF2-40B4-BE49-F238E27FC236}">
                              <a16:creationId xmlns:a16="http://schemas.microsoft.com/office/drawing/2014/main" id="{645BB6EA-5949-490C-9A46-2C1EFBCC5C4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3598" y="295645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05" name="Line 33">
                          <a:extLst>
                            <a:ext uri="{FF2B5EF4-FFF2-40B4-BE49-F238E27FC236}">
                              <a16:creationId xmlns:a16="http://schemas.microsoft.com/office/drawing/2014/main" id="{1B5D9457-38ED-4FF6-A166-9D96AD4AA75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6788" y="4253635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06" name="Line 33">
                          <a:extLst>
                            <a:ext uri="{FF2B5EF4-FFF2-40B4-BE49-F238E27FC236}">
                              <a16:creationId xmlns:a16="http://schemas.microsoft.com/office/drawing/2014/main" id="{2D811942-BC0B-436E-B915-B6B8AF654C1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60720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07" name="Line 33">
                          <a:extLst>
                            <a:ext uri="{FF2B5EF4-FFF2-40B4-BE49-F238E27FC236}">
                              <a16:creationId xmlns:a16="http://schemas.microsoft.com/office/drawing/2014/main" id="{D384CCCC-FF4D-44D8-B6D1-F2FADFED353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92485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08" name="Line 33">
                          <a:extLst>
                            <a:ext uri="{FF2B5EF4-FFF2-40B4-BE49-F238E27FC236}">
                              <a16:creationId xmlns:a16="http://schemas.microsoft.com/office/drawing/2014/main" id="{F7554BF1-6361-494D-84F9-914F73B00D4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328320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09" name="Line 33">
                          <a:extLst>
                            <a:ext uri="{FF2B5EF4-FFF2-40B4-BE49-F238E27FC236}">
                              <a16:creationId xmlns:a16="http://schemas.microsoft.com/office/drawing/2014/main" id="{970154E7-8083-4837-A1FA-8B2DAFA97D7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262885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10" name="Rectangle 92">
                          <a:extLst>
                            <a:ext uri="{FF2B5EF4-FFF2-40B4-BE49-F238E27FC236}">
                              <a16:creationId xmlns:a16="http://schemas.microsoft.com/office/drawing/2014/main" id="{960EF443-8DD2-4964-A137-34E9EB00708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30441" y="2836950"/>
                          <a:ext cx="227626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0.5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11" name="Rectangle 92">
                          <a:extLst>
                            <a:ext uri="{FF2B5EF4-FFF2-40B4-BE49-F238E27FC236}">
                              <a16:creationId xmlns:a16="http://schemas.microsoft.com/office/drawing/2014/main" id="{D27EBA08-039B-4F7D-A277-05C168F6ED1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27280" y="2552700"/>
                          <a:ext cx="227626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1.5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12" name="Rectangle 92">
                          <a:extLst>
                            <a:ext uri="{FF2B5EF4-FFF2-40B4-BE49-F238E27FC236}">
                              <a16:creationId xmlns:a16="http://schemas.microsoft.com/office/drawing/2014/main" id="{B1C7BCC1-7D42-4699-8B0A-4D82711AF67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69241" y="3213905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-0.5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13" name="Rectangle 92">
                          <a:extLst>
                            <a:ext uri="{FF2B5EF4-FFF2-40B4-BE49-F238E27FC236}">
                              <a16:creationId xmlns:a16="http://schemas.microsoft.com/office/drawing/2014/main" id="{C185413B-D1E5-4ADE-8721-5070B5E46D3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75938" y="3513163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-1.5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14" name="Rectangle 92">
                          <a:extLst>
                            <a:ext uri="{FF2B5EF4-FFF2-40B4-BE49-F238E27FC236}">
                              <a16:creationId xmlns:a16="http://schemas.microsoft.com/office/drawing/2014/main" id="{B6634C3F-FECA-45DB-B90B-1BD0BF049B9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69241" y="3847675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-2.5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515" name="Rectangle 92">
                          <a:extLst>
                            <a:ext uri="{FF2B5EF4-FFF2-40B4-BE49-F238E27FC236}">
                              <a16:creationId xmlns:a16="http://schemas.microsoft.com/office/drawing/2014/main" id="{7BE9F44D-78D5-4B15-A2AB-9378675C178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82150" y="4153799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-3.5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94" name="그룹 493">
                      <a:extLst>
                        <a:ext uri="{FF2B5EF4-FFF2-40B4-BE49-F238E27FC236}">
                          <a16:creationId xmlns:a16="http://schemas.microsoft.com/office/drawing/2014/main" id="{43A2C96E-2418-47A5-871B-57D73A1641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38597" y="2231029"/>
                      <a:ext cx="3554797" cy="592062"/>
                      <a:chOff x="945370" y="2238954"/>
                      <a:chExt cx="3554797" cy="592062"/>
                    </a:xfrm>
                  </p:grpSpPr>
                  <p:sp>
                    <p:nvSpPr>
                      <p:cNvPr id="495" name="오른쪽 중괄호 494">
                        <a:extLst>
                          <a:ext uri="{FF2B5EF4-FFF2-40B4-BE49-F238E27FC236}">
                            <a16:creationId xmlns:a16="http://schemas.microsoft.com/office/drawing/2014/main" id="{C1BEACC2-D0D4-4C64-B85A-D0F253A7B07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1200557" y="2471566"/>
                        <a:ext cx="242368" cy="476531"/>
                      </a:xfrm>
                      <a:prstGeom prst="rightBrace">
                        <a:avLst>
                          <a:gd name="adj1" fmla="val 23075"/>
                          <a:gd name="adj2" fmla="val 46149"/>
                        </a:avLst>
                      </a:prstGeom>
                      <a:ln w="158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33" dirty="0"/>
                      </a:p>
                    </p:txBody>
                  </p:sp>
                  <p:sp>
                    <p:nvSpPr>
                      <p:cNvPr id="496" name="오른쪽 중괄호 495">
                        <a:extLst>
                          <a:ext uri="{FF2B5EF4-FFF2-40B4-BE49-F238E27FC236}">
                            <a16:creationId xmlns:a16="http://schemas.microsoft.com/office/drawing/2014/main" id="{9A3AF2BF-F731-4D27-93C6-903A9828DAD9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423666" y="1724718"/>
                        <a:ext cx="242368" cy="1970225"/>
                      </a:xfrm>
                      <a:prstGeom prst="rightBrace">
                        <a:avLst>
                          <a:gd name="adj1" fmla="val 23075"/>
                          <a:gd name="adj2" fmla="val 46149"/>
                        </a:avLst>
                      </a:prstGeom>
                      <a:ln w="158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33" dirty="0"/>
                      </a:p>
                    </p:txBody>
                  </p:sp>
                  <p:sp>
                    <p:nvSpPr>
                      <p:cNvPr id="497" name="오른쪽 중괄호 496">
                        <a:extLst>
                          <a:ext uri="{FF2B5EF4-FFF2-40B4-BE49-F238E27FC236}">
                            <a16:creationId xmlns:a16="http://schemas.microsoft.com/office/drawing/2014/main" id="{BC847A77-4ABE-4FE5-AE73-A89CCE1799A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888432" y="2219280"/>
                        <a:ext cx="242368" cy="981102"/>
                      </a:xfrm>
                      <a:prstGeom prst="rightBrace">
                        <a:avLst>
                          <a:gd name="adj1" fmla="val 23075"/>
                          <a:gd name="adj2" fmla="val 46149"/>
                        </a:avLst>
                      </a:prstGeom>
                      <a:ln w="158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33" dirty="0"/>
                      </a:p>
                    </p:txBody>
                  </p:sp>
                  <p:sp>
                    <p:nvSpPr>
                      <p:cNvPr id="498" name="TextBox 497">
                        <a:extLst>
                          <a:ext uri="{FF2B5EF4-FFF2-40B4-BE49-F238E27FC236}">
                            <a16:creationId xmlns:a16="http://schemas.microsoft.com/office/drawing/2014/main" id="{F016084D-2D45-4A0B-8985-01A15CB0E3F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64353" y="2238954"/>
                        <a:ext cx="819135" cy="223459"/>
                      </a:xfrm>
                      <a:prstGeom prst="rect">
                        <a:avLst/>
                      </a:prstGeom>
                      <a:noFill/>
                      <a:scene3d>
                        <a:camera prst="orthographicFront">
                          <a:rot lat="0" lon="0" rev="0"/>
                        </a:camera>
                        <a:lightRig rig="threePt" dir="t"/>
                      </a:scene3d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52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Occlusion</a:t>
                        </a:r>
                      </a:p>
                    </p:txBody>
                  </p:sp>
                  <p:sp>
                    <p:nvSpPr>
                      <p:cNvPr id="499" name="TextBox 498">
                        <a:extLst>
                          <a:ext uri="{FF2B5EF4-FFF2-40B4-BE49-F238E27FC236}">
                            <a16:creationId xmlns:a16="http://schemas.microsoft.com/office/drawing/2014/main" id="{C4DFA381-E2E3-4DE9-A6D9-C19223DF200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90437" y="2238954"/>
                        <a:ext cx="686085" cy="223459"/>
                      </a:xfrm>
                      <a:prstGeom prst="rect">
                        <a:avLst/>
                      </a:prstGeom>
                      <a:noFill/>
                      <a:scene3d>
                        <a:camera prst="orthographicFront">
                          <a:rot lat="0" lon="0" rev="0"/>
                        </a:camera>
                        <a:lightRig rig="threePt" dir="t"/>
                      </a:scene3d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52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Release</a:t>
                        </a:r>
                      </a:p>
                    </p:txBody>
                  </p:sp>
                  <p:sp>
                    <p:nvSpPr>
                      <p:cNvPr id="500" name="TextBox 499">
                        <a:extLst>
                          <a:ext uri="{FF2B5EF4-FFF2-40B4-BE49-F238E27FC236}">
                            <a16:creationId xmlns:a16="http://schemas.microsoft.com/office/drawing/2014/main" id="{5C7E9D09-A988-429F-BD81-902AA3F9478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5370" y="2238954"/>
                        <a:ext cx="716543" cy="223459"/>
                      </a:xfrm>
                      <a:prstGeom prst="rect">
                        <a:avLst/>
                      </a:prstGeom>
                      <a:noFill/>
                      <a:scene3d>
                        <a:camera prst="orthographicFront">
                          <a:rot lat="0" lon="0" rev="0"/>
                        </a:camera>
                        <a:lightRig rig="threePt" dir="t"/>
                      </a:scene3d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52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Baseline</a:t>
                        </a:r>
                      </a:p>
                    </p:txBody>
                  </p:sp>
                </p:grpSp>
              </p:grpSp>
              <p:sp>
                <p:nvSpPr>
                  <p:cNvPr id="492" name="직사각형 491">
                    <a:extLst>
                      <a:ext uri="{FF2B5EF4-FFF2-40B4-BE49-F238E27FC236}">
                        <a16:creationId xmlns:a16="http://schemas.microsoft.com/office/drawing/2014/main" id="{EBD45723-56C0-460E-BB90-F1D5F7EBD3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19031" y="1503098"/>
                    <a:ext cx="1126912" cy="2231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defTabSz="829544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l-GR" altLang="ko-KR" sz="14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Δ</a:t>
                    </a:r>
                    <a:r>
                      <a:rPr lang="en-US" altLang="ko-KR" sz="14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Signal [DC]</a:t>
                    </a:r>
                  </a:p>
                </p:txBody>
              </p:sp>
            </p:grpSp>
            <p:grpSp>
              <p:nvGrpSpPr>
                <p:cNvPr id="480" name="그룹 479">
                  <a:extLst>
                    <a:ext uri="{FF2B5EF4-FFF2-40B4-BE49-F238E27FC236}">
                      <a16:creationId xmlns:a16="http://schemas.microsoft.com/office/drawing/2014/main" id="{063180EB-6B1D-49AE-BE6F-09AAC8A9B2D9}"/>
                    </a:ext>
                  </a:extLst>
                </p:cNvPr>
                <p:cNvGrpSpPr/>
                <p:nvPr/>
              </p:nvGrpSpPr>
              <p:grpSpPr>
                <a:xfrm>
                  <a:off x="6753333" y="938492"/>
                  <a:ext cx="3458846" cy="1279525"/>
                  <a:chOff x="5876274" y="2943225"/>
                  <a:chExt cx="3458846" cy="1279525"/>
                </a:xfrm>
              </p:grpSpPr>
              <p:grpSp>
                <p:nvGrpSpPr>
                  <p:cNvPr id="481" name="그룹 480">
                    <a:extLst>
                      <a:ext uri="{FF2B5EF4-FFF2-40B4-BE49-F238E27FC236}">
                        <a16:creationId xmlns:a16="http://schemas.microsoft.com/office/drawing/2014/main" id="{57FC351A-4199-4A07-AA43-57C67E4FB976}"/>
                      </a:ext>
                    </a:extLst>
                  </p:cNvPr>
                  <p:cNvGrpSpPr/>
                  <p:nvPr/>
                </p:nvGrpSpPr>
                <p:grpSpPr>
                  <a:xfrm>
                    <a:off x="5882307" y="2995612"/>
                    <a:ext cx="3452813" cy="1227138"/>
                    <a:chOff x="8330020" y="1549255"/>
                    <a:chExt cx="3452813" cy="1227138"/>
                  </a:xfrm>
                </p:grpSpPr>
                <p:grpSp>
                  <p:nvGrpSpPr>
                    <p:cNvPr id="485" name="그룹 484">
                      <a:extLst>
                        <a:ext uri="{FF2B5EF4-FFF2-40B4-BE49-F238E27FC236}">
                          <a16:creationId xmlns:a16="http://schemas.microsoft.com/office/drawing/2014/main" id="{E475776B-B658-48D0-96DE-8537EB7D70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0020" y="1637476"/>
                      <a:ext cx="3452813" cy="219075"/>
                      <a:chOff x="7425917" y="3619869"/>
                      <a:chExt cx="3452813" cy="219075"/>
                    </a:xfrm>
                  </p:grpSpPr>
                  <p:sp>
                    <p:nvSpPr>
                      <p:cNvPr id="489" name="Freeform 21">
                        <a:extLst>
                          <a:ext uri="{FF2B5EF4-FFF2-40B4-BE49-F238E27FC236}">
                            <a16:creationId xmlns:a16="http://schemas.microsoft.com/office/drawing/2014/main" id="{9C0E446E-FAF4-4B5C-BAAF-A3424DD2653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440205" y="3619869"/>
                        <a:ext cx="3438525" cy="219075"/>
                      </a:xfrm>
                      <a:custGeom>
                        <a:avLst/>
                        <a:gdLst>
                          <a:gd name="T0" fmla="*/ 99 w 2166"/>
                          <a:gd name="T1" fmla="*/ 133 h 138"/>
                          <a:gd name="T2" fmla="*/ 169 w 2166"/>
                          <a:gd name="T3" fmla="*/ 134 h 138"/>
                          <a:gd name="T4" fmla="*/ 238 w 2166"/>
                          <a:gd name="T5" fmla="*/ 136 h 138"/>
                          <a:gd name="T6" fmla="*/ 308 w 2166"/>
                          <a:gd name="T7" fmla="*/ 137 h 138"/>
                          <a:gd name="T8" fmla="*/ 378 w 2166"/>
                          <a:gd name="T9" fmla="*/ 137 h 138"/>
                          <a:gd name="T10" fmla="*/ 448 w 2166"/>
                          <a:gd name="T11" fmla="*/ 137 h 138"/>
                          <a:gd name="T12" fmla="*/ 517 w 2166"/>
                          <a:gd name="T13" fmla="*/ 133 h 138"/>
                          <a:gd name="T14" fmla="*/ 587 w 2166"/>
                          <a:gd name="T15" fmla="*/ 126 h 138"/>
                          <a:gd name="T16" fmla="*/ 657 w 2166"/>
                          <a:gd name="T17" fmla="*/ 118 h 138"/>
                          <a:gd name="T18" fmla="*/ 727 w 2166"/>
                          <a:gd name="T19" fmla="*/ 111 h 138"/>
                          <a:gd name="T20" fmla="*/ 797 w 2166"/>
                          <a:gd name="T21" fmla="*/ 104 h 138"/>
                          <a:gd name="T22" fmla="*/ 866 w 2166"/>
                          <a:gd name="T23" fmla="*/ 97 h 138"/>
                          <a:gd name="T24" fmla="*/ 936 w 2166"/>
                          <a:gd name="T25" fmla="*/ 91 h 138"/>
                          <a:gd name="T26" fmla="*/ 1006 w 2166"/>
                          <a:gd name="T27" fmla="*/ 85 h 138"/>
                          <a:gd name="T28" fmla="*/ 1076 w 2166"/>
                          <a:gd name="T29" fmla="*/ 78 h 138"/>
                          <a:gd name="T30" fmla="*/ 1145 w 2166"/>
                          <a:gd name="T31" fmla="*/ 71 h 138"/>
                          <a:gd name="T32" fmla="*/ 1215 w 2166"/>
                          <a:gd name="T33" fmla="*/ 64 h 138"/>
                          <a:gd name="T34" fmla="*/ 1285 w 2166"/>
                          <a:gd name="T35" fmla="*/ 56 h 138"/>
                          <a:gd name="T36" fmla="*/ 1354 w 2166"/>
                          <a:gd name="T37" fmla="*/ 48 h 138"/>
                          <a:gd name="T38" fmla="*/ 1424 w 2166"/>
                          <a:gd name="T39" fmla="*/ 40 h 138"/>
                          <a:gd name="T40" fmla="*/ 1494 w 2166"/>
                          <a:gd name="T41" fmla="*/ 32 h 138"/>
                          <a:gd name="T42" fmla="*/ 1564 w 2166"/>
                          <a:gd name="T43" fmla="*/ 25 h 138"/>
                          <a:gd name="T44" fmla="*/ 1633 w 2166"/>
                          <a:gd name="T45" fmla="*/ 19 h 138"/>
                          <a:gd name="T46" fmla="*/ 1703 w 2166"/>
                          <a:gd name="T47" fmla="*/ 34 h 138"/>
                          <a:gd name="T48" fmla="*/ 1773 w 2166"/>
                          <a:gd name="T49" fmla="*/ 51 h 138"/>
                          <a:gd name="T50" fmla="*/ 1843 w 2166"/>
                          <a:gd name="T51" fmla="*/ 68 h 138"/>
                          <a:gd name="T52" fmla="*/ 1912 w 2166"/>
                          <a:gd name="T53" fmla="*/ 82 h 138"/>
                          <a:gd name="T54" fmla="*/ 1982 w 2166"/>
                          <a:gd name="T55" fmla="*/ 93 h 138"/>
                          <a:gd name="T56" fmla="*/ 2052 w 2166"/>
                          <a:gd name="T57" fmla="*/ 100 h 138"/>
                          <a:gd name="T58" fmla="*/ 2122 w 2166"/>
                          <a:gd name="T59" fmla="*/ 107 h 138"/>
                          <a:gd name="T60" fmla="*/ 2148 w 2166"/>
                          <a:gd name="T61" fmla="*/ 98 h 138"/>
                          <a:gd name="T62" fmla="*/ 2078 w 2166"/>
                          <a:gd name="T63" fmla="*/ 93 h 138"/>
                          <a:gd name="T64" fmla="*/ 2009 w 2166"/>
                          <a:gd name="T65" fmla="*/ 85 h 138"/>
                          <a:gd name="T66" fmla="*/ 1939 w 2166"/>
                          <a:gd name="T67" fmla="*/ 77 h 138"/>
                          <a:gd name="T68" fmla="*/ 1869 w 2166"/>
                          <a:gd name="T69" fmla="*/ 67 h 138"/>
                          <a:gd name="T70" fmla="*/ 1799 w 2166"/>
                          <a:gd name="T71" fmla="*/ 55 h 138"/>
                          <a:gd name="T72" fmla="*/ 1730 w 2166"/>
                          <a:gd name="T73" fmla="*/ 35 h 138"/>
                          <a:gd name="T74" fmla="*/ 1660 w 2166"/>
                          <a:gd name="T75" fmla="*/ 11 h 138"/>
                          <a:gd name="T76" fmla="*/ 1590 w 2166"/>
                          <a:gd name="T77" fmla="*/ 3 h 138"/>
                          <a:gd name="T78" fmla="*/ 1520 w 2166"/>
                          <a:gd name="T79" fmla="*/ 11 h 138"/>
                          <a:gd name="T80" fmla="*/ 1450 w 2166"/>
                          <a:gd name="T81" fmla="*/ 18 h 138"/>
                          <a:gd name="T82" fmla="*/ 1381 w 2166"/>
                          <a:gd name="T83" fmla="*/ 24 h 138"/>
                          <a:gd name="T84" fmla="*/ 1311 w 2166"/>
                          <a:gd name="T85" fmla="*/ 30 h 138"/>
                          <a:gd name="T86" fmla="*/ 1241 w 2166"/>
                          <a:gd name="T87" fmla="*/ 36 h 138"/>
                          <a:gd name="T88" fmla="*/ 1171 w 2166"/>
                          <a:gd name="T89" fmla="*/ 43 h 138"/>
                          <a:gd name="T90" fmla="*/ 1102 w 2166"/>
                          <a:gd name="T91" fmla="*/ 49 h 138"/>
                          <a:gd name="T92" fmla="*/ 1032 w 2166"/>
                          <a:gd name="T93" fmla="*/ 55 h 138"/>
                          <a:gd name="T94" fmla="*/ 962 w 2166"/>
                          <a:gd name="T95" fmla="*/ 62 h 138"/>
                          <a:gd name="T96" fmla="*/ 892 w 2166"/>
                          <a:gd name="T97" fmla="*/ 69 h 138"/>
                          <a:gd name="T98" fmla="*/ 823 w 2166"/>
                          <a:gd name="T99" fmla="*/ 77 h 138"/>
                          <a:gd name="T100" fmla="*/ 753 w 2166"/>
                          <a:gd name="T101" fmla="*/ 85 h 138"/>
                          <a:gd name="T102" fmla="*/ 683 w 2166"/>
                          <a:gd name="T103" fmla="*/ 94 h 138"/>
                          <a:gd name="T104" fmla="*/ 613 w 2166"/>
                          <a:gd name="T105" fmla="*/ 104 h 138"/>
                          <a:gd name="T106" fmla="*/ 544 w 2166"/>
                          <a:gd name="T107" fmla="*/ 113 h 138"/>
                          <a:gd name="T108" fmla="*/ 474 w 2166"/>
                          <a:gd name="T109" fmla="*/ 121 h 138"/>
                          <a:gd name="T110" fmla="*/ 404 w 2166"/>
                          <a:gd name="T111" fmla="*/ 126 h 138"/>
                          <a:gd name="T112" fmla="*/ 335 w 2166"/>
                          <a:gd name="T113" fmla="*/ 127 h 138"/>
                          <a:gd name="T114" fmla="*/ 265 w 2166"/>
                          <a:gd name="T115" fmla="*/ 128 h 138"/>
                          <a:gd name="T116" fmla="*/ 195 w 2166"/>
                          <a:gd name="T117" fmla="*/ 128 h 138"/>
                          <a:gd name="T118" fmla="*/ 125 w 2166"/>
                          <a:gd name="T119" fmla="*/ 128 h 138"/>
                          <a:gd name="T120" fmla="*/ 56 w 2166"/>
                          <a:gd name="T121" fmla="*/ 126 h 138"/>
                          <a:gd name="T122" fmla="*/ 12 w 2166"/>
                          <a:gd name="T123" fmla="*/ 133 h 13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  <a:cxn ang="0">
                            <a:pos x="T122" y="T123"/>
                          </a:cxn>
                        </a:cxnLst>
                        <a:rect l="0" t="0" r="r" b="b"/>
                        <a:pathLst>
                          <a:path w="2166" h="138">
                            <a:moveTo>
                              <a:pt x="32" y="133"/>
                            </a:moveTo>
                            <a:lnTo>
                              <a:pt x="34" y="133"/>
                            </a:lnTo>
                            <a:lnTo>
                              <a:pt x="36" y="133"/>
                            </a:lnTo>
                            <a:lnTo>
                              <a:pt x="39" y="133"/>
                            </a:lnTo>
                            <a:lnTo>
                              <a:pt x="41" y="133"/>
                            </a:lnTo>
                            <a:lnTo>
                              <a:pt x="44" y="133"/>
                            </a:lnTo>
                            <a:lnTo>
                              <a:pt x="46" y="133"/>
                            </a:lnTo>
                            <a:lnTo>
                              <a:pt x="48" y="133"/>
                            </a:lnTo>
                            <a:lnTo>
                              <a:pt x="51" y="133"/>
                            </a:lnTo>
                            <a:lnTo>
                              <a:pt x="53" y="133"/>
                            </a:lnTo>
                            <a:lnTo>
                              <a:pt x="56" y="133"/>
                            </a:lnTo>
                            <a:lnTo>
                              <a:pt x="58" y="133"/>
                            </a:lnTo>
                            <a:lnTo>
                              <a:pt x="60" y="133"/>
                            </a:lnTo>
                            <a:lnTo>
                              <a:pt x="63" y="133"/>
                            </a:lnTo>
                            <a:lnTo>
                              <a:pt x="65" y="133"/>
                            </a:lnTo>
                            <a:lnTo>
                              <a:pt x="68" y="133"/>
                            </a:lnTo>
                            <a:lnTo>
                              <a:pt x="70" y="133"/>
                            </a:lnTo>
                            <a:lnTo>
                              <a:pt x="72" y="133"/>
                            </a:lnTo>
                            <a:lnTo>
                              <a:pt x="75" y="133"/>
                            </a:lnTo>
                            <a:lnTo>
                              <a:pt x="77" y="133"/>
                            </a:lnTo>
                            <a:lnTo>
                              <a:pt x="80" y="133"/>
                            </a:lnTo>
                            <a:lnTo>
                              <a:pt x="82" y="133"/>
                            </a:lnTo>
                            <a:lnTo>
                              <a:pt x="84" y="133"/>
                            </a:lnTo>
                            <a:lnTo>
                              <a:pt x="87" y="133"/>
                            </a:lnTo>
                            <a:lnTo>
                              <a:pt x="89" y="133"/>
                            </a:lnTo>
                            <a:lnTo>
                              <a:pt x="92" y="133"/>
                            </a:lnTo>
                            <a:lnTo>
                              <a:pt x="94" y="133"/>
                            </a:lnTo>
                            <a:lnTo>
                              <a:pt x="96" y="133"/>
                            </a:lnTo>
                            <a:lnTo>
                              <a:pt x="99" y="133"/>
                            </a:lnTo>
                            <a:lnTo>
                              <a:pt x="101" y="133"/>
                            </a:lnTo>
                            <a:lnTo>
                              <a:pt x="104" y="133"/>
                            </a:lnTo>
                            <a:lnTo>
                              <a:pt x="106" y="133"/>
                            </a:lnTo>
                            <a:lnTo>
                              <a:pt x="108" y="133"/>
                            </a:lnTo>
                            <a:lnTo>
                              <a:pt x="111" y="133"/>
                            </a:lnTo>
                            <a:lnTo>
                              <a:pt x="113" y="133"/>
                            </a:lnTo>
                            <a:lnTo>
                              <a:pt x="115" y="133"/>
                            </a:lnTo>
                            <a:lnTo>
                              <a:pt x="118" y="133"/>
                            </a:lnTo>
                            <a:lnTo>
                              <a:pt x="120" y="133"/>
                            </a:lnTo>
                            <a:lnTo>
                              <a:pt x="123" y="133"/>
                            </a:lnTo>
                            <a:lnTo>
                              <a:pt x="125" y="133"/>
                            </a:lnTo>
                            <a:lnTo>
                              <a:pt x="128" y="133"/>
                            </a:lnTo>
                            <a:lnTo>
                              <a:pt x="130" y="133"/>
                            </a:lnTo>
                            <a:lnTo>
                              <a:pt x="132" y="133"/>
                            </a:lnTo>
                            <a:lnTo>
                              <a:pt x="135" y="133"/>
                            </a:lnTo>
                            <a:lnTo>
                              <a:pt x="137" y="134"/>
                            </a:lnTo>
                            <a:lnTo>
                              <a:pt x="140" y="134"/>
                            </a:lnTo>
                            <a:lnTo>
                              <a:pt x="142" y="134"/>
                            </a:lnTo>
                            <a:lnTo>
                              <a:pt x="144" y="134"/>
                            </a:lnTo>
                            <a:lnTo>
                              <a:pt x="147" y="134"/>
                            </a:lnTo>
                            <a:lnTo>
                              <a:pt x="149" y="134"/>
                            </a:lnTo>
                            <a:lnTo>
                              <a:pt x="152" y="134"/>
                            </a:lnTo>
                            <a:lnTo>
                              <a:pt x="154" y="134"/>
                            </a:lnTo>
                            <a:lnTo>
                              <a:pt x="156" y="134"/>
                            </a:lnTo>
                            <a:lnTo>
                              <a:pt x="159" y="134"/>
                            </a:lnTo>
                            <a:lnTo>
                              <a:pt x="161" y="134"/>
                            </a:lnTo>
                            <a:lnTo>
                              <a:pt x="164" y="134"/>
                            </a:lnTo>
                            <a:lnTo>
                              <a:pt x="166" y="134"/>
                            </a:lnTo>
                            <a:lnTo>
                              <a:pt x="169" y="134"/>
                            </a:lnTo>
                            <a:lnTo>
                              <a:pt x="171" y="134"/>
                            </a:lnTo>
                            <a:lnTo>
                              <a:pt x="173" y="134"/>
                            </a:lnTo>
                            <a:lnTo>
                              <a:pt x="176" y="134"/>
                            </a:lnTo>
                            <a:lnTo>
                              <a:pt x="178" y="134"/>
                            </a:lnTo>
                            <a:lnTo>
                              <a:pt x="181" y="134"/>
                            </a:lnTo>
                            <a:lnTo>
                              <a:pt x="183" y="134"/>
                            </a:lnTo>
                            <a:lnTo>
                              <a:pt x="185" y="134"/>
                            </a:lnTo>
                            <a:lnTo>
                              <a:pt x="188" y="135"/>
                            </a:lnTo>
                            <a:lnTo>
                              <a:pt x="190" y="135"/>
                            </a:lnTo>
                            <a:lnTo>
                              <a:pt x="193" y="135"/>
                            </a:lnTo>
                            <a:lnTo>
                              <a:pt x="195" y="135"/>
                            </a:lnTo>
                            <a:lnTo>
                              <a:pt x="197" y="135"/>
                            </a:lnTo>
                            <a:lnTo>
                              <a:pt x="200" y="135"/>
                            </a:lnTo>
                            <a:lnTo>
                              <a:pt x="202" y="135"/>
                            </a:lnTo>
                            <a:lnTo>
                              <a:pt x="205" y="135"/>
                            </a:lnTo>
                            <a:lnTo>
                              <a:pt x="207" y="135"/>
                            </a:lnTo>
                            <a:lnTo>
                              <a:pt x="209" y="135"/>
                            </a:lnTo>
                            <a:lnTo>
                              <a:pt x="212" y="135"/>
                            </a:lnTo>
                            <a:lnTo>
                              <a:pt x="214" y="136"/>
                            </a:lnTo>
                            <a:lnTo>
                              <a:pt x="217" y="136"/>
                            </a:lnTo>
                            <a:lnTo>
                              <a:pt x="219" y="136"/>
                            </a:lnTo>
                            <a:lnTo>
                              <a:pt x="222" y="136"/>
                            </a:lnTo>
                            <a:lnTo>
                              <a:pt x="224" y="136"/>
                            </a:lnTo>
                            <a:lnTo>
                              <a:pt x="226" y="136"/>
                            </a:lnTo>
                            <a:lnTo>
                              <a:pt x="229" y="136"/>
                            </a:lnTo>
                            <a:lnTo>
                              <a:pt x="231" y="136"/>
                            </a:lnTo>
                            <a:lnTo>
                              <a:pt x="234" y="136"/>
                            </a:lnTo>
                            <a:lnTo>
                              <a:pt x="236" y="136"/>
                            </a:lnTo>
                            <a:lnTo>
                              <a:pt x="238" y="136"/>
                            </a:lnTo>
                            <a:lnTo>
                              <a:pt x="241" y="136"/>
                            </a:lnTo>
                            <a:lnTo>
                              <a:pt x="243" y="136"/>
                            </a:lnTo>
                            <a:lnTo>
                              <a:pt x="246" y="136"/>
                            </a:lnTo>
                            <a:lnTo>
                              <a:pt x="248" y="136"/>
                            </a:lnTo>
                            <a:lnTo>
                              <a:pt x="250" y="136"/>
                            </a:lnTo>
                            <a:lnTo>
                              <a:pt x="253" y="136"/>
                            </a:lnTo>
                            <a:lnTo>
                              <a:pt x="255" y="136"/>
                            </a:lnTo>
                            <a:lnTo>
                              <a:pt x="258" y="136"/>
                            </a:lnTo>
                            <a:lnTo>
                              <a:pt x="260" y="136"/>
                            </a:lnTo>
                            <a:lnTo>
                              <a:pt x="263" y="136"/>
                            </a:lnTo>
                            <a:lnTo>
                              <a:pt x="265" y="136"/>
                            </a:lnTo>
                            <a:lnTo>
                              <a:pt x="267" y="136"/>
                            </a:lnTo>
                            <a:lnTo>
                              <a:pt x="270" y="136"/>
                            </a:lnTo>
                            <a:lnTo>
                              <a:pt x="272" y="136"/>
                            </a:lnTo>
                            <a:lnTo>
                              <a:pt x="275" y="136"/>
                            </a:lnTo>
                            <a:lnTo>
                              <a:pt x="277" y="136"/>
                            </a:lnTo>
                            <a:lnTo>
                              <a:pt x="279" y="136"/>
                            </a:lnTo>
                            <a:lnTo>
                              <a:pt x="282" y="136"/>
                            </a:lnTo>
                            <a:lnTo>
                              <a:pt x="284" y="136"/>
                            </a:lnTo>
                            <a:lnTo>
                              <a:pt x="287" y="136"/>
                            </a:lnTo>
                            <a:lnTo>
                              <a:pt x="289" y="136"/>
                            </a:lnTo>
                            <a:lnTo>
                              <a:pt x="291" y="136"/>
                            </a:lnTo>
                            <a:lnTo>
                              <a:pt x="294" y="136"/>
                            </a:lnTo>
                            <a:lnTo>
                              <a:pt x="296" y="136"/>
                            </a:lnTo>
                            <a:lnTo>
                              <a:pt x="299" y="136"/>
                            </a:lnTo>
                            <a:lnTo>
                              <a:pt x="301" y="136"/>
                            </a:lnTo>
                            <a:lnTo>
                              <a:pt x="303" y="136"/>
                            </a:lnTo>
                            <a:lnTo>
                              <a:pt x="306" y="136"/>
                            </a:lnTo>
                            <a:lnTo>
                              <a:pt x="308" y="137"/>
                            </a:lnTo>
                            <a:lnTo>
                              <a:pt x="311" y="136"/>
                            </a:lnTo>
                            <a:lnTo>
                              <a:pt x="313" y="136"/>
                            </a:lnTo>
                            <a:lnTo>
                              <a:pt x="315" y="137"/>
                            </a:lnTo>
                            <a:lnTo>
                              <a:pt x="318" y="136"/>
                            </a:lnTo>
                            <a:lnTo>
                              <a:pt x="320" y="137"/>
                            </a:lnTo>
                            <a:lnTo>
                              <a:pt x="323" y="137"/>
                            </a:lnTo>
                            <a:lnTo>
                              <a:pt x="325" y="137"/>
                            </a:lnTo>
                            <a:lnTo>
                              <a:pt x="327" y="137"/>
                            </a:lnTo>
                            <a:lnTo>
                              <a:pt x="330" y="137"/>
                            </a:lnTo>
                            <a:lnTo>
                              <a:pt x="332" y="137"/>
                            </a:lnTo>
                            <a:lnTo>
                              <a:pt x="335" y="137"/>
                            </a:lnTo>
                            <a:lnTo>
                              <a:pt x="337" y="137"/>
                            </a:lnTo>
                            <a:lnTo>
                              <a:pt x="339" y="137"/>
                            </a:lnTo>
                            <a:lnTo>
                              <a:pt x="342" y="137"/>
                            </a:lnTo>
                            <a:lnTo>
                              <a:pt x="344" y="137"/>
                            </a:lnTo>
                            <a:lnTo>
                              <a:pt x="347" y="137"/>
                            </a:lnTo>
                            <a:lnTo>
                              <a:pt x="349" y="137"/>
                            </a:lnTo>
                            <a:lnTo>
                              <a:pt x="351" y="137"/>
                            </a:lnTo>
                            <a:lnTo>
                              <a:pt x="354" y="137"/>
                            </a:lnTo>
                            <a:lnTo>
                              <a:pt x="356" y="137"/>
                            </a:lnTo>
                            <a:lnTo>
                              <a:pt x="358" y="137"/>
                            </a:lnTo>
                            <a:lnTo>
                              <a:pt x="361" y="137"/>
                            </a:lnTo>
                            <a:lnTo>
                              <a:pt x="363" y="137"/>
                            </a:lnTo>
                            <a:lnTo>
                              <a:pt x="366" y="137"/>
                            </a:lnTo>
                            <a:lnTo>
                              <a:pt x="368" y="137"/>
                            </a:lnTo>
                            <a:lnTo>
                              <a:pt x="370" y="137"/>
                            </a:lnTo>
                            <a:lnTo>
                              <a:pt x="373" y="137"/>
                            </a:lnTo>
                            <a:lnTo>
                              <a:pt x="375" y="137"/>
                            </a:lnTo>
                            <a:lnTo>
                              <a:pt x="378" y="137"/>
                            </a:lnTo>
                            <a:lnTo>
                              <a:pt x="380" y="137"/>
                            </a:lnTo>
                            <a:lnTo>
                              <a:pt x="382" y="137"/>
                            </a:lnTo>
                            <a:lnTo>
                              <a:pt x="385" y="137"/>
                            </a:lnTo>
                            <a:lnTo>
                              <a:pt x="387" y="137"/>
                            </a:lnTo>
                            <a:lnTo>
                              <a:pt x="390" y="137"/>
                            </a:lnTo>
                            <a:lnTo>
                              <a:pt x="392" y="137"/>
                            </a:lnTo>
                            <a:lnTo>
                              <a:pt x="395" y="137"/>
                            </a:lnTo>
                            <a:lnTo>
                              <a:pt x="397" y="137"/>
                            </a:lnTo>
                            <a:lnTo>
                              <a:pt x="399" y="138"/>
                            </a:lnTo>
                            <a:lnTo>
                              <a:pt x="402" y="138"/>
                            </a:lnTo>
                            <a:lnTo>
                              <a:pt x="404" y="138"/>
                            </a:lnTo>
                            <a:lnTo>
                              <a:pt x="407" y="138"/>
                            </a:lnTo>
                            <a:lnTo>
                              <a:pt x="409" y="138"/>
                            </a:lnTo>
                            <a:lnTo>
                              <a:pt x="411" y="138"/>
                            </a:lnTo>
                            <a:lnTo>
                              <a:pt x="414" y="138"/>
                            </a:lnTo>
                            <a:lnTo>
                              <a:pt x="416" y="138"/>
                            </a:lnTo>
                            <a:lnTo>
                              <a:pt x="419" y="138"/>
                            </a:lnTo>
                            <a:lnTo>
                              <a:pt x="421" y="138"/>
                            </a:lnTo>
                            <a:lnTo>
                              <a:pt x="423" y="138"/>
                            </a:lnTo>
                            <a:lnTo>
                              <a:pt x="426" y="138"/>
                            </a:lnTo>
                            <a:lnTo>
                              <a:pt x="428" y="138"/>
                            </a:lnTo>
                            <a:lnTo>
                              <a:pt x="431" y="138"/>
                            </a:lnTo>
                            <a:lnTo>
                              <a:pt x="433" y="138"/>
                            </a:lnTo>
                            <a:lnTo>
                              <a:pt x="436" y="138"/>
                            </a:lnTo>
                            <a:lnTo>
                              <a:pt x="438" y="138"/>
                            </a:lnTo>
                            <a:lnTo>
                              <a:pt x="440" y="137"/>
                            </a:lnTo>
                            <a:lnTo>
                              <a:pt x="443" y="137"/>
                            </a:lnTo>
                            <a:lnTo>
                              <a:pt x="445" y="137"/>
                            </a:lnTo>
                            <a:lnTo>
                              <a:pt x="448" y="137"/>
                            </a:lnTo>
                            <a:lnTo>
                              <a:pt x="450" y="137"/>
                            </a:lnTo>
                            <a:lnTo>
                              <a:pt x="452" y="137"/>
                            </a:lnTo>
                            <a:lnTo>
                              <a:pt x="455" y="137"/>
                            </a:lnTo>
                            <a:lnTo>
                              <a:pt x="457" y="137"/>
                            </a:lnTo>
                            <a:lnTo>
                              <a:pt x="460" y="137"/>
                            </a:lnTo>
                            <a:lnTo>
                              <a:pt x="462" y="137"/>
                            </a:lnTo>
                            <a:lnTo>
                              <a:pt x="464" y="137"/>
                            </a:lnTo>
                            <a:lnTo>
                              <a:pt x="467" y="137"/>
                            </a:lnTo>
                            <a:lnTo>
                              <a:pt x="469" y="136"/>
                            </a:lnTo>
                            <a:lnTo>
                              <a:pt x="472" y="136"/>
                            </a:lnTo>
                            <a:lnTo>
                              <a:pt x="474" y="136"/>
                            </a:lnTo>
                            <a:lnTo>
                              <a:pt x="476" y="136"/>
                            </a:lnTo>
                            <a:lnTo>
                              <a:pt x="479" y="136"/>
                            </a:lnTo>
                            <a:lnTo>
                              <a:pt x="481" y="136"/>
                            </a:lnTo>
                            <a:lnTo>
                              <a:pt x="484" y="136"/>
                            </a:lnTo>
                            <a:lnTo>
                              <a:pt x="486" y="136"/>
                            </a:lnTo>
                            <a:lnTo>
                              <a:pt x="489" y="135"/>
                            </a:lnTo>
                            <a:lnTo>
                              <a:pt x="491" y="135"/>
                            </a:lnTo>
                            <a:lnTo>
                              <a:pt x="493" y="135"/>
                            </a:lnTo>
                            <a:lnTo>
                              <a:pt x="496" y="135"/>
                            </a:lnTo>
                            <a:lnTo>
                              <a:pt x="498" y="134"/>
                            </a:lnTo>
                            <a:lnTo>
                              <a:pt x="501" y="134"/>
                            </a:lnTo>
                            <a:lnTo>
                              <a:pt x="503" y="134"/>
                            </a:lnTo>
                            <a:lnTo>
                              <a:pt x="505" y="134"/>
                            </a:lnTo>
                            <a:lnTo>
                              <a:pt x="508" y="134"/>
                            </a:lnTo>
                            <a:lnTo>
                              <a:pt x="510" y="134"/>
                            </a:lnTo>
                            <a:lnTo>
                              <a:pt x="513" y="133"/>
                            </a:lnTo>
                            <a:lnTo>
                              <a:pt x="515" y="133"/>
                            </a:lnTo>
                            <a:lnTo>
                              <a:pt x="517" y="133"/>
                            </a:lnTo>
                            <a:lnTo>
                              <a:pt x="520" y="133"/>
                            </a:lnTo>
                            <a:lnTo>
                              <a:pt x="522" y="133"/>
                            </a:lnTo>
                            <a:lnTo>
                              <a:pt x="525" y="132"/>
                            </a:lnTo>
                            <a:lnTo>
                              <a:pt x="527" y="132"/>
                            </a:lnTo>
                            <a:lnTo>
                              <a:pt x="530" y="132"/>
                            </a:lnTo>
                            <a:lnTo>
                              <a:pt x="532" y="132"/>
                            </a:lnTo>
                            <a:lnTo>
                              <a:pt x="534" y="131"/>
                            </a:lnTo>
                            <a:lnTo>
                              <a:pt x="537" y="131"/>
                            </a:lnTo>
                            <a:lnTo>
                              <a:pt x="539" y="131"/>
                            </a:lnTo>
                            <a:lnTo>
                              <a:pt x="542" y="131"/>
                            </a:lnTo>
                            <a:lnTo>
                              <a:pt x="544" y="131"/>
                            </a:lnTo>
                            <a:lnTo>
                              <a:pt x="546" y="130"/>
                            </a:lnTo>
                            <a:lnTo>
                              <a:pt x="549" y="130"/>
                            </a:lnTo>
                            <a:lnTo>
                              <a:pt x="551" y="130"/>
                            </a:lnTo>
                            <a:lnTo>
                              <a:pt x="554" y="130"/>
                            </a:lnTo>
                            <a:lnTo>
                              <a:pt x="556" y="129"/>
                            </a:lnTo>
                            <a:lnTo>
                              <a:pt x="558" y="129"/>
                            </a:lnTo>
                            <a:lnTo>
                              <a:pt x="561" y="129"/>
                            </a:lnTo>
                            <a:lnTo>
                              <a:pt x="563" y="128"/>
                            </a:lnTo>
                            <a:lnTo>
                              <a:pt x="566" y="128"/>
                            </a:lnTo>
                            <a:lnTo>
                              <a:pt x="568" y="128"/>
                            </a:lnTo>
                            <a:lnTo>
                              <a:pt x="570" y="128"/>
                            </a:lnTo>
                            <a:lnTo>
                              <a:pt x="573" y="128"/>
                            </a:lnTo>
                            <a:lnTo>
                              <a:pt x="575" y="127"/>
                            </a:lnTo>
                            <a:lnTo>
                              <a:pt x="578" y="127"/>
                            </a:lnTo>
                            <a:lnTo>
                              <a:pt x="580" y="127"/>
                            </a:lnTo>
                            <a:lnTo>
                              <a:pt x="582" y="127"/>
                            </a:lnTo>
                            <a:lnTo>
                              <a:pt x="585" y="126"/>
                            </a:lnTo>
                            <a:lnTo>
                              <a:pt x="587" y="126"/>
                            </a:lnTo>
                            <a:lnTo>
                              <a:pt x="590" y="126"/>
                            </a:lnTo>
                            <a:lnTo>
                              <a:pt x="592" y="125"/>
                            </a:lnTo>
                            <a:lnTo>
                              <a:pt x="594" y="125"/>
                            </a:lnTo>
                            <a:lnTo>
                              <a:pt x="597" y="125"/>
                            </a:lnTo>
                            <a:lnTo>
                              <a:pt x="599" y="125"/>
                            </a:lnTo>
                            <a:lnTo>
                              <a:pt x="601" y="124"/>
                            </a:lnTo>
                            <a:lnTo>
                              <a:pt x="604" y="124"/>
                            </a:lnTo>
                            <a:lnTo>
                              <a:pt x="606" y="124"/>
                            </a:lnTo>
                            <a:lnTo>
                              <a:pt x="609" y="123"/>
                            </a:lnTo>
                            <a:lnTo>
                              <a:pt x="611" y="123"/>
                            </a:lnTo>
                            <a:lnTo>
                              <a:pt x="613" y="123"/>
                            </a:lnTo>
                            <a:lnTo>
                              <a:pt x="616" y="123"/>
                            </a:lnTo>
                            <a:lnTo>
                              <a:pt x="618" y="122"/>
                            </a:lnTo>
                            <a:lnTo>
                              <a:pt x="621" y="122"/>
                            </a:lnTo>
                            <a:lnTo>
                              <a:pt x="623" y="122"/>
                            </a:lnTo>
                            <a:lnTo>
                              <a:pt x="625" y="122"/>
                            </a:lnTo>
                            <a:lnTo>
                              <a:pt x="628" y="122"/>
                            </a:lnTo>
                            <a:lnTo>
                              <a:pt x="630" y="121"/>
                            </a:lnTo>
                            <a:lnTo>
                              <a:pt x="633" y="121"/>
                            </a:lnTo>
                            <a:lnTo>
                              <a:pt x="635" y="121"/>
                            </a:lnTo>
                            <a:lnTo>
                              <a:pt x="637" y="120"/>
                            </a:lnTo>
                            <a:lnTo>
                              <a:pt x="640" y="120"/>
                            </a:lnTo>
                            <a:lnTo>
                              <a:pt x="642" y="120"/>
                            </a:lnTo>
                            <a:lnTo>
                              <a:pt x="645" y="120"/>
                            </a:lnTo>
                            <a:lnTo>
                              <a:pt x="647" y="119"/>
                            </a:lnTo>
                            <a:lnTo>
                              <a:pt x="649" y="119"/>
                            </a:lnTo>
                            <a:lnTo>
                              <a:pt x="652" y="119"/>
                            </a:lnTo>
                            <a:lnTo>
                              <a:pt x="654" y="119"/>
                            </a:lnTo>
                            <a:lnTo>
                              <a:pt x="657" y="118"/>
                            </a:lnTo>
                            <a:lnTo>
                              <a:pt x="659" y="118"/>
                            </a:lnTo>
                            <a:lnTo>
                              <a:pt x="662" y="118"/>
                            </a:lnTo>
                            <a:lnTo>
                              <a:pt x="664" y="117"/>
                            </a:lnTo>
                            <a:lnTo>
                              <a:pt x="666" y="117"/>
                            </a:lnTo>
                            <a:lnTo>
                              <a:pt x="669" y="117"/>
                            </a:lnTo>
                            <a:lnTo>
                              <a:pt x="671" y="117"/>
                            </a:lnTo>
                            <a:lnTo>
                              <a:pt x="674" y="117"/>
                            </a:lnTo>
                            <a:lnTo>
                              <a:pt x="676" y="116"/>
                            </a:lnTo>
                            <a:lnTo>
                              <a:pt x="678" y="116"/>
                            </a:lnTo>
                            <a:lnTo>
                              <a:pt x="681" y="116"/>
                            </a:lnTo>
                            <a:lnTo>
                              <a:pt x="683" y="116"/>
                            </a:lnTo>
                            <a:lnTo>
                              <a:pt x="686" y="115"/>
                            </a:lnTo>
                            <a:lnTo>
                              <a:pt x="688" y="115"/>
                            </a:lnTo>
                            <a:lnTo>
                              <a:pt x="690" y="115"/>
                            </a:lnTo>
                            <a:lnTo>
                              <a:pt x="693" y="114"/>
                            </a:lnTo>
                            <a:lnTo>
                              <a:pt x="695" y="114"/>
                            </a:lnTo>
                            <a:lnTo>
                              <a:pt x="698" y="114"/>
                            </a:lnTo>
                            <a:lnTo>
                              <a:pt x="700" y="114"/>
                            </a:lnTo>
                            <a:lnTo>
                              <a:pt x="703" y="114"/>
                            </a:lnTo>
                            <a:lnTo>
                              <a:pt x="705" y="113"/>
                            </a:lnTo>
                            <a:lnTo>
                              <a:pt x="707" y="113"/>
                            </a:lnTo>
                            <a:lnTo>
                              <a:pt x="710" y="113"/>
                            </a:lnTo>
                            <a:lnTo>
                              <a:pt x="712" y="113"/>
                            </a:lnTo>
                            <a:lnTo>
                              <a:pt x="715" y="112"/>
                            </a:lnTo>
                            <a:lnTo>
                              <a:pt x="717" y="112"/>
                            </a:lnTo>
                            <a:lnTo>
                              <a:pt x="719" y="112"/>
                            </a:lnTo>
                            <a:lnTo>
                              <a:pt x="722" y="111"/>
                            </a:lnTo>
                            <a:lnTo>
                              <a:pt x="724" y="111"/>
                            </a:lnTo>
                            <a:lnTo>
                              <a:pt x="727" y="111"/>
                            </a:lnTo>
                            <a:lnTo>
                              <a:pt x="729" y="111"/>
                            </a:lnTo>
                            <a:lnTo>
                              <a:pt x="731" y="111"/>
                            </a:lnTo>
                            <a:lnTo>
                              <a:pt x="734" y="110"/>
                            </a:lnTo>
                            <a:lnTo>
                              <a:pt x="736" y="110"/>
                            </a:lnTo>
                            <a:lnTo>
                              <a:pt x="739" y="110"/>
                            </a:lnTo>
                            <a:lnTo>
                              <a:pt x="741" y="110"/>
                            </a:lnTo>
                            <a:lnTo>
                              <a:pt x="743" y="110"/>
                            </a:lnTo>
                            <a:lnTo>
                              <a:pt x="746" y="109"/>
                            </a:lnTo>
                            <a:lnTo>
                              <a:pt x="748" y="109"/>
                            </a:lnTo>
                            <a:lnTo>
                              <a:pt x="751" y="109"/>
                            </a:lnTo>
                            <a:lnTo>
                              <a:pt x="753" y="108"/>
                            </a:lnTo>
                            <a:lnTo>
                              <a:pt x="756" y="108"/>
                            </a:lnTo>
                            <a:lnTo>
                              <a:pt x="758" y="108"/>
                            </a:lnTo>
                            <a:lnTo>
                              <a:pt x="760" y="108"/>
                            </a:lnTo>
                            <a:lnTo>
                              <a:pt x="763" y="108"/>
                            </a:lnTo>
                            <a:lnTo>
                              <a:pt x="765" y="107"/>
                            </a:lnTo>
                            <a:lnTo>
                              <a:pt x="768" y="107"/>
                            </a:lnTo>
                            <a:lnTo>
                              <a:pt x="770" y="107"/>
                            </a:lnTo>
                            <a:lnTo>
                              <a:pt x="772" y="107"/>
                            </a:lnTo>
                            <a:lnTo>
                              <a:pt x="775" y="107"/>
                            </a:lnTo>
                            <a:lnTo>
                              <a:pt x="777" y="106"/>
                            </a:lnTo>
                            <a:lnTo>
                              <a:pt x="780" y="106"/>
                            </a:lnTo>
                            <a:lnTo>
                              <a:pt x="782" y="106"/>
                            </a:lnTo>
                            <a:lnTo>
                              <a:pt x="784" y="105"/>
                            </a:lnTo>
                            <a:lnTo>
                              <a:pt x="787" y="105"/>
                            </a:lnTo>
                            <a:lnTo>
                              <a:pt x="789" y="105"/>
                            </a:lnTo>
                            <a:lnTo>
                              <a:pt x="792" y="105"/>
                            </a:lnTo>
                            <a:lnTo>
                              <a:pt x="794" y="105"/>
                            </a:lnTo>
                            <a:lnTo>
                              <a:pt x="797" y="104"/>
                            </a:lnTo>
                            <a:lnTo>
                              <a:pt x="799" y="104"/>
                            </a:lnTo>
                            <a:lnTo>
                              <a:pt x="801" y="104"/>
                            </a:lnTo>
                            <a:lnTo>
                              <a:pt x="804" y="104"/>
                            </a:lnTo>
                            <a:lnTo>
                              <a:pt x="806" y="104"/>
                            </a:lnTo>
                            <a:lnTo>
                              <a:pt x="809" y="103"/>
                            </a:lnTo>
                            <a:lnTo>
                              <a:pt x="811" y="103"/>
                            </a:lnTo>
                            <a:lnTo>
                              <a:pt x="813" y="103"/>
                            </a:lnTo>
                            <a:lnTo>
                              <a:pt x="816" y="102"/>
                            </a:lnTo>
                            <a:lnTo>
                              <a:pt x="818" y="102"/>
                            </a:lnTo>
                            <a:lnTo>
                              <a:pt x="821" y="102"/>
                            </a:lnTo>
                            <a:lnTo>
                              <a:pt x="823" y="102"/>
                            </a:lnTo>
                            <a:lnTo>
                              <a:pt x="825" y="102"/>
                            </a:lnTo>
                            <a:lnTo>
                              <a:pt x="828" y="101"/>
                            </a:lnTo>
                            <a:lnTo>
                              <a:pt x="830" y="101"/>
                            </a:lnTo>
                            <a:lnTo>
                              <a:pt x="833" y="101"/>
                            </a:lnTo>
                            <a:lnTo>
                              <a:pt x="835" y="100"/>
                            </a:lnTo>
                            <a:lnTo>
                              <a:pt x="837" y="100"/>
                            </a:lnTo>
                            <a:lnTo>
                              <a:pt x="840" y="100"/>
                            </a:lnTo>
                            <a:lnTo>
                              <a:pt x="842" y="100"/>
                            </a:lnTo>
                            <a:lnTo>
                              <a:pt x="845" y="100"/>
                            </a:lnTo>
                            <a:lnTo>
                              <a:pt x="847" y="99"/>
                            </a:lnTo>
                            <a:lnTo>
                              <a:pt x="849" y="99"/>
                            </a:lnTo>
                            <a:lnTo>
                              <a:pt x="852" y="99"/>
                            </a:lnTo>
                            <a:lnTo>
                              <a:pt x="854" y="99"/>
                            </a:lnTo>
                            <a:lnTo>
                              <a:pt x="856" y="99"/>
                            </a:lnTo>
                            <a:lnTo>
                              <a:pt x="859" y="98"/>
                            </a:lnTo>
                            <a:lnTo>
                              <a:pt x="861" y="98"/>
                            </a:lnTo>
                            <a:lnTo>
                              <a:pt x="864" y="98"/>
                            </a:lnTo>
                            <a:lnTo>
                              <a:pt x="866" y="97"/>
                            </a:lnTo>
                            <a:lnTo>
                              <a:pt x="868" y="97"/>
                            </a:lnTo>
                            <a:lnTo>
                              <a:pt x="871" y="97"/>
                            </a:lnTo>
                            <a:lnTo>
                              <a:pt x="873" y="97"/>
                            </a:lnTo>
                            <a:lnTo>
                              <a:pt x="876" y="97"/>
                            </a:lnTo>
                            <a:lnTo>
                              <a:pt x="878" y="96"/>
                            </a:lnTo>
                            <a:lnTo>
                              <a:pt x="880" y="96"/>
                            </a:lnTo>
                            <a:lnTo>
                              <a:pt x="883" y="96"/>
                            </a:lnTo>
                            <a:lnTo>
                              <a:pt x="885" y="96"/>
                            </a:lnTo>
                            <a:lnTo>
                              <a:pt x="888" y="96"/>
                            </a:lnTo>
                            <a:lnTo>
                              <a:pt x="890" y="95"/>
                            </a:lnTo>
                            <a:lnTo>
                              <a:pt x="892" y="95"/>
                            </a:lnTo>
                            <a:lnTo>
                              <a:pt x="895" y="95"/>
                            </a:lnTo>
                            <a:lnTo>
                              <a:pt x="897" y="95"/>
                            </a:lnTo>
                            <a:lnTo>
                              <a:pt x="900" y="94"/>
                            </a:lnTo>
                            <a:lnTo>
                              <a:pt x="902" y="94"/>
                            </a:lnTo>
                            <a:lnTo>
                              <a:pt x="904" y="94"/>
                            </a:lnTo>
                            <a:lnTo>
                              <a:pt x="907" y="94"/>
                            </a:lnTo>
                            <a:lnTo>
                              <a:pt x="909" y="94"/>
                            </a:lnTo>
                            <a:lnTo>
                              <a:pt x="912" y="93"/>
                            </a:lnTo>
                            <a:lnTo>
                              <a:pt x="914" y="93"/>
                            </a:lnTo>
                            <a:lnTo>
                              <a:pt x="916" y="93"/>
                            </a:lnTo>
                            <a:lnTo>
                              <a:pt x="919" y="93"/>
                            </a:lnTo>
                            <a:lnTo>
                              <a:pt x="921" y="93"/>
                            </a:lnTo>
                            <a:lnTo>
                              <a:pt x="924" y="92"/>
                            </a:lnTo>
                            <a:lnTo>
                              <a:pt x="926" y="92"/>
                            </a:lnTo>
                            <a:lnTo>
                              <a:pt x="929" y="92"/>
                            </a:lnTo>
                            <a:lnTo>
                              <a:pt x="931" y="91"/>
                            </a:lnTo>
                            <a:lnTo>
                              <a:pt x="933" y="91"/>
                            </a:lnTo>
                            <a:lnTo>
                              <a:pt x="936" y="91"/>
                            </a:lnTo>
                            <a:lnTo>
                              <a:pt x="938" y="91"/>
                            </a:lnTo>
                            <a:lnTo>
                              <a:pt x="941" y="91"/>
                            </a:lnTo>
                            <a:lnTo>
                              <a:pt x="943" y="90"/>
                            </a:lnTo>
                            <a:lnTo>
                              <a:pt x="945" y="90"/>
                            </a:lnTo>
                            <a:lnTo>
                              <a:pt x="948" y="90"/>
                            </a:lnTo>
                            <a:lnTo>
                              <a:pt x="950" y="90"/>
                            </a:lnTo>
                            <a:lnTo>
                              <a:pt x="953" y="90"/>
                            </a:lnTo>
                            <a:lnTo>
                              <a:pt x="955" y="89"/>
                            </a:lnTo>
                            <a:lnTo>
                              <a:pt x="957" y="89"/>
                            </a:lnTo>
                            <a:lnTo>
                              <a:pt x="960" y="89"/>
                            </a:lnTo>
                            <a:lnTo>
                              <a:pt x="962" y="89"/>
                            </a:lnTo>
                            <a:lnTo>
                              <a:pt x="965" y="88"/>
                            </a:lnTo>
                            <a:lnTo>
                              <a:pt x="967" y="88"/>
                            </a:lnTo>
                            <a:lnTo>
                              <a:pt x="970" y="88"/>
                            </a:lnTo>
                            <a:lnTo>
                              <a:pt x="972" y="88"/>
                            </a:lnTo>
                            <a:lnTo>
                              <a:pt x="974" y="88"/>
                            </a:lnTo>
                            <a:lnTo>
                              <a:pt x="977" y="87"/>
                            </a:lnTo>
                            <a:lnTo>
                              <a:pt x="979" y="87"/>
                            </a:lnTo>
                            <a:lnTo>
                              <a:pt x="982" y="87"/>
                            </a:lnTo>
                            <a:lnTo>
                              <a:pt x="984" y="87"/>
                            </a:lnTo>
                            <a:lnTo>
                              <a:pt x="986" y="87"/>
                            </a:lnTo>
                            <a:lnTo>
                              <a:pt x="989" y="86"/>
                            </a:lnTo>
                            <a:lnTo>
                              <a:pt x="991" y="86"/>
                            </a:lnTo>
                            <a:lnTo>
                              <a:pt x="994" y="86"/>
                            </a:lnTo>
                            <a:lnTo>
                              <a:pt x="996" y="85"/>
                            </a:lnTo>
                            <a:lnTo>
                              <a:pt x="998" y="85"/>
                            </a:lnTo>
                            <a:lnTo>
                              <a:pt x="1001" y="85"/>
                            </a:lnTo>
                            <a:lnTo>
                              <a:pt x="1003" y="85"/>
                            </a:lnTo>
                            <a:lnTo>
                              <a:pt x="1006" y="85"/>
                            </a:lnTo>
                            <a:lnTo>
                              <a:pt x="1008" y="84"/>
                            </a:lnTo>
                            <a:lnTo>
                              <a:pt x="1010" y="84"/>
                            </a:lnTo>
                            <a:lnTo>
                              <a:pt x="1013" y="84"/>
                            </a:lnTo>
                            <a:lnTo>
                              <a:pt x="1015" y="84"/>
                            </a:lnTo>
                            <a:lnTo>
                              <a:pt x="1018" y="84"/>
                            </a:lnTo>
                            <a:lnTo>
                              <a:pt x="1020" y="83"/>
                            </a:lnTo>
                            <a:lnTo>
                              <a:pt x="1023" y="83"/>
                            </a:lnTo>
                            <a:lnTo>
                              <a:pt x="1025" y="83"/>
                            </a:lnTo>
                            <a:lnTo>
                              <a:pt x="1027" y="82"/>
                            </a:lnTo>
                            <a:lnTo>
                              <a:pt x="1030" y="82"/>
                            </a:lnTo>
                            <a:lnTo>
                              <a:pt x="1032" y="82"/>
                            </a:lnTo>
                            <a:lnTo>
                              <a:pt x="1035" y="82"/>
                            </a:lnTo>
                            <a:lnTo>
                              <a:pt x="1037" y="82"/>
                            </a:lnTo>
                            <a:lnTo>
                              <a:pt x="1039" y="81"/>
                            </a:lnTo>
                            <a:lnTo>
                              <a:pt x="1042" y="81"/>
                            </a:lnTo>
                            <a:lnTo>
                              <a:pt x="1044" y="81"/>
                            </a:lnTo>
                            <a:lnTo>
                              <a:pt x="1047" y="80"/>
                            </a:lnTo>
                            <a:lnTo>
                              <a:pt x="1049" y="80"/>
                            </a:lnTo>
                            <a:lnTo>
                              <a:pt x="1051" y="80"/>
                            </a:lnTo>
                            <a:lnTo>
                              <a:pt x="1054" y="80"/>
                            </a:lnTo>
                            <a:lnTo>
                              <a:pt x="1056" y="80"/>
                            </a:lnTo>
                            <a:lnTo>
                              <a:pt x="1059" y="79"/>
                            </a:lnTo>
                            <a:lnTo>
                              <a:pt x="1061" y="79"/>
                            </a:lnTo>
                            <a:lnTo>
                              <a:pt x="1064" y="79"/>
                            </a:lnTo>
                            <a:lnTo>
                              <a:pt x="1066" y="79"/>
                            </a:lnTo>
                            <a:lnTo>
                              <a:pt x="1068" y="79"/>
                            </a:lnTo>
                            <a:lnTo>
                              <a:pt x="1071" y="78"/>
                            </a:lnTo>
                            <a:lnTo>
                              <a:pt x="1073" y="78"/>
                            </a:lnTo>
                            <a:lnTo>
                              <a:pt x="1076" y="78"/>
                            </a:lnTo>
                            <a:lnTo>
                              <a:pt x="1078" y="77"/>
                            </a:lnTo>
                            <a:lnTo>
                              <a:pt x="1080" y="77"/>
                            </a:lnTo>
                            <a:lnTo>
                              <a:pt x="1083" y="77"/>
                            </a:lnTo>
                            <a:lnTo>
                              <a:pt x="1085" y="77"/>
                            </a:lnTo>
                            <a:lnTo>
                              <a:pt x="1088" y="77"/>
                            </a:lnTo>
                            <a:lnTo>
                              <a:pt x="1090" y="76"/>
                            </a:lnTo>
                            <a:lnTo>
                              <a:pt x="1092" y="76"/>
                            </a:lnTo>
                            <a:lnTo>
                              <a:pt x="1095" y="76"/>
                            </a:lnTo>
                            <a:lnTo>
                              <a:pt x="1097" y="76"/>
                            </a:lnTo>
                            <a:lnTo>
                              <a:pt x="1099" y="76"/>
                            </a:lnTo>
                            <a:lnTo>
                              <a:pt x="1102" y="75"/>
                            </a:lnTo>
                            <a:lnTo>
                              <a:pt x="1104" y="75"/>
                            </a:lnTo>
                            <a:lnTo>
                              <a:pt x="1107" y="75"/>
                            </a:lnTo>
                            <a:lnTo>
                              <a:pt x="1109" y="74"/>
                            </a:lnTo>
                            <a:lnTo>
                              <a:pt x="1111" y="74"/>
                            </a:lnTo>
                            <a:lnTo>
                              <a:pt x="1114" y="74"/>
                            </a:lnTo>
                            <a:lnTo>
                              <a:pt x="1116" y="74"/>
                            </a:lnTo>
                            <a:lnTo>
                              <a:pt x="1119" y="74"/>
                            </a:lnTo>
                            <a:lnTo>
                              <a:pt x="1121" y="73"/>
                            </a:lnTo>
                            <a:lnTo>
                              <a:pt x="1123" y="73"/>
                            </a:lnTo>
                            <a:lnTo>
                              <a:pt x="1126" y="73"/>
                            </a:lnTo>
                            <a:lnTo>
                              <a:pt x="1128" y="73"/>
                            </a:lnTo>
                            <a:lnTo>
                              <a:pt x="1131" y="73"/>
                            </a:lnTo>
                            <a:lnTo>
                              <a:pt x="1133" y="72"/>
                            </a:lnTo>
                            <a:lnTo>
                              <a:pt x="1135" y="72"/>
                            </a:lnTo>
                            <a:lnTo>
                              <a:pt x="1138" y="72"/>
                            </a:lnTo>
                            <a:lnTo>
                              <a:pt x="1140" y="71"/>
                            </a:lnTo>
                            <a:lnTo>
                              <a:pt x="1143" y="71"/>
                            </a:lnTo>
                            <a:lnTo>
                              <a:pt x="1145" y="71"/>
                            </a:lnTo>
                            <a:lnTo>
                              <a:pt x="1147" y="71"/>
                            </a:lnTo>
                            <a:lnTo>
                              <a:pt x="1150" y="70"/>
                            </a:lnTo>
                            <a:lnTo>
                              <a:pt x="1152" y="70"/>
                            </a:lnTo>
                            <a:lnTo>
                              <a:pt x="1155" y="70"/>
                            </a:lnTo>
                            <a:lnTo>
                              <a:pt x="1157" y="70"/>
                            </a:lnTo>
                            <a:lnTo>
                              <a:pt x="1159" y="70"/>
                            </a:lnTo>
                            <a:lnTo>
                              <a:pt x="1162" y="69"/>
                            </a:lnTo>
                            <a:lnTo>
                              <a:pt x="1164" y="69"/>
                            </a:lnTo>
                            <a:lnTo>
                              <a:pt x="1167" y="69"/>
                            </a:lnTo>
                            <a:lnTo>
                              <a:pt x="1169" y="68"/>
                            </a:lnTo>
                            <a:lnTo>
                              <a:pt x="1171" y="68"/>
                            </a:lnTo>
                            <a:lnTo>
                              <a:pt x="1174" y="68"/>
                            </a:lnTo>
                            <a:lnTo>
                              <a:pt x="1176" y="68"/>
                            </a:lnTo>
                            <a:lnTo>
                              <a:pt x="1179" y="68"/>
                            </a:lnTo>
                            <a:lnTo>
                              <a:pt x="1181" y="67"/>
                            </a:lnTo>
                            <a:lnTo>
                              <a:pt x="1183" y="67"/>
                            </a:lnTo>
                            <a:lnTo>
                              <a:pt x="1186" y="67"/>
                            </a:lnTo>
                            <a:lnTo>
                              <a:pt x="1188" y="67"/>
                            </a:lnTo>
                            <a:lnTo>
                              <a:pt x="1191" y="66"/>
                            </a:lnTo>
                            <a:lnTo>
                              <a:pt x="1193" y="66"/>
                            </a:lnTo>
                            <a:lnTo>
                              <a:pt x="1196" y="66"/>
                            </a:lnTo>
                            <a:lnTo>
                              <a:pt x="1198" y="65"/>
                            </a:lnTo>
                            <a:lnTo>
                              <a:pt x="1200" y="65"/>
                            </a:lnTo>
                            <a:lnTo>
                              <a:pt x="1203" y="65"/>
                            </a:lnTo>
                            <a:lnTo>
                              <a:pt x="1205" y="65"/>
                            </a:lnTo>
                            <a:lnTo>
                              <a:pt x="1208" y="65"/>
                            </a:lnTo>
                            <a:lnTo>
                              <a:pt x="1210" y="64"/>
                            </a:lnTo>
                            <a:lnTo>
                              <a:pt x="1212" y="64"/>
                            </a:lnTo>
                            <a:lnTo>
                              <a:pt x="1215" y="64"/>
                            </a:lnTo>
                            <a:lnTo>
                              <a:pt x="1217" y="64"/>
                            </a:lnTo>
                            <a:lnTo>
                              <a:pt x="1220" y="63"/>
                            </a:lnTo>
                            <a:lnTo>
                              <a:pt x="1222" y="63"/>
                            </a:lnTo>
                            <a:lnTo>
                              <a:pt x="1224" y="63"/>
                            </a:lnTo>
                            <a:lnTo>
                              <a:pt x="1227" y="62"/>
                            </a:lnTo>
                            <a:lnTo>
                              <a:pt x="1229" y="62"/>
                            </a:lnTo>
                            <a:lnTo>
                              <a:pt x="1232" y="62"/>
                            </a:lnTo>
                            <a:lnTo>
                              <a:pt x="1234" y="62"/>
                            </a:lnTo>
                            <a:lnTo>
                              <a:pt x="1237" y="62"/>
                            </a:lnTo>
                            <a:lnTo>
                              <a:pt x="1239" y="61"/>
                            </a:lnTo>
                            <a:lnTo>
                              <a:pt x="1241" y="61"/>
                            </a:lnTo>
                            <a:lnTo>
                              <a:pt x="1244" y="61"/>
                            </a:lnTo>
                            <a:lnTo>
                              <a:pt x="1246" y="60"/>
                            </a:lnTo>
                            <a:lnTo>
                              <a:pt x="1249" y="60"/>
                            </a:lnTo>
                            <a:lnTo>
                              <a:pt x="1251" y="60"/>
                            </a:lnTo>
                            <a:lnTo>
                              <a:pt x="1253" y="60"/>
                            </a:lnTo>
                            <a:lnTo>
                              <a:pt x="1256" y="59"/>
                            </a:lnTo>
                            <a:lnTo>
                              <a:pt x="1258" y="59"/>
                            </a:lnTo>
                            <a:lnTo>
                              <a:pt x="1261" y="59"/>
                            </a:lnTo>
                            <a:lnTo>
                              <a:pt x="1263" y="59"/>
                            </a:lnTo>
                            <a:lnTo>
                              <a:pt x="1265" y="58"/>
                            </a:lnTo>
                            <a:lnTo>
                              <a:pt x="1268" y="58"/>
                            </a:lnTo>
                            <a:lnTo>
                              <a:pt x="1270" y="58"/>
                            </a:lnTo>
                            <a:lnTo>
                              <a:pt x="1273" y="57"/>
                            </a:lnTo>
                            <a:lnTo>
                              <a:pt x="1275" y="57"/>
                            </a:lnTo>
                            <a:lnTo>
                              <a:pt x="1277" y="57"/>
                            </a:lnTo>
                            <a:lnTo>
                              <a:pt x="1280" y="57"/>
                            </a:lnTo>
                            <a:lnTo>
                              <a:pt x="1282" y="57"/>
                            </a:lnTo>
                            <a:lnTo>
                              <a:pt x="1285" y="56"/>
                            </a:lnTo>
                            <a:lnTo>
                              <a:pt x="1287" y="56"/>
                            </a:lnTo>
                            <a:lnTo>
                              <a:pt x="1290" y="56"/>
                            </a:lnTo>
                            <a:lnTo>
                              <a:pt x="1292" y="56"/>
                            </a:lnTo>
                            <a:lnTo>
                              <a:pt x="1294" y="55"/>
                            </a:lnTo>
                            <a:lnTo>
                              <a:pt x="1297" y="55"/>
                            </a:lnTo>
                            <a:lnTo>
                              <a:pt x="1299" y="55"/>
                            </a:lnTo>
                            <a:lnTo>
                              <a:pt x="1302" y="54"/>
                            </a:lnTo>
                            <a:lnTo>
                              <a:pt x="1304" y="54"/>
                            </a:lnTo>
                            <a:lnTo>
                              <a:pt x="1306" y="54"/>
                            </a:lnTo>
                            <a:lnTo>
                              <a:pt x="1309" y="54"/>
                            </a:lnTo>
                            <a:lnTo>
                              <a:pt x="1311" y="53"/>
                            </a:lnTo>
                            <a:lnTo>
                              <a:pt x="1314" y="53"/>
                            </a:lnTo>
                            <a:lnTo>
                              <a:pt x="1316" y="53"/>
                            </a:lnTo>
                            <a:lnTo>
                              <a:pt x="1318" y="53"/>
                            </a:lnTo>
                            <a:lnTo>
                              <a:pt x="1321" y="52"/>
                            </a:lnTo>
                            <a:lnTo>
                              <a:pt x="1323" y="52"/>
                            </a:lnTo>
                            <a:lnTo>
                              <a:pt x="1326" y="51"/>
                            </a:lnTo>
                            <a:lnTo>
                              <a:pt x="1328" y="51"/>
                            </a:lnTo>
                            <a:lnTo>
                              <a:pt x="1331" y="51"/>
                            </a:lnTo>
                            <a:lnTo>
                              <a:pt x="1333" y="51"/>
                            </a:lnTo>
                            <a:lnTo>
                              <a:pt x="1335" y="50"/>
                            </a:lnTo>
                            <a:lnTo>
                              <a:pt x="1338" y="50"/>
                            </a:lnTo>
                            <a:lnTo>
                              <a:pt x="1340" y="50"/>
                            </a:lnTo>
                            <a:lnTo>
                              <a:pt x="1342" y="50"/>
                            </a:lnTo>
                            <a:lnTo>
                              <a:pt x="1345" y="50"/>
                            </a:lnTo>
                            <a:lnTo>
                              <a:pt x="1347" y="49"/>
                            </a:lnTo>
                            <a:lnTo>
                              <a:pt x="1350" y="49"/>
                            </a:lnTo>
                            <a:lnTo>
                              <a:pt x="1352" y="48"/>
                            </a:lnTo>
                            <a:lnTo>
                              <a:pt x="1354" y="48"/>
                            </a:lnTo>
                            <a:lnTo>
                              <a:pt x="1357" y="48"/>
                            </a:lnTo>
                            <a:lnTo>
                              <a:pt x="1359" y="48"/>
                            </a:lnTo>
                            <a:lnTo>
                              <a:pt x="1362" y="47"/>
                            </a:lnTo>
                            <a:lnTo>
                              <a:pt x="1364" y="47"/>
                            </a:lnTo>
                            <a:lnTo>
                              <a:pt x="1366" y="47"/>
                            </a:lnTo>
                            <a:lnTo>
                              <a:pt x="1369" y="47"/>
                            </a:lnTo>
                            <a:lnTo>
                              <a:pt x="1371" y="46"/>
                            </a:lnTo>
                            <a:lnTo>
                              <a:pt x="1374" y="46"/>
                            </a:lnTo>
                            <a:lnTo>
                              <a:pt x="1376" y="46"/>
                            </a:lnTo>
                            <a:lnTo>
                              <a:pt x="1378" y="45"/>
                            </a:lnTo>
                            <a:lnTo>
                              <a:pt x="1381" y="45"/>
                            </a:lnTo>
                            <a:lnTo>
                              <a:pt x="1383" y="45"/>
                            </a:lnTo>
                            <a:lnTo>
                              <a:pt x="1386" y="45"/>
                            </a:lnTo>
                            <a:lnTo>
                              <a:pt x="1388" y="44"/>
                            </a:lnTo>
                            <a:lnTo>
                              <a:pt x="1390" y="44"/>
                            </a:lnTo>
                            <a:lnTo>
                              <a:pt x="1393" y="44"/>
                            </a:lnTo>
                            <a:lnTo>
                              <a:pt x="1395" y="44"/>
                            </a:lnTo>
                            <a:lnTo>
                              <a:pt x="1398" y="43"/>
                            </a:lnTo>
                            <a:lnTo>
                              <a:pt x="1400" y="43"/>
                            </a:lnTo>
                            <a:lnTo>
                              <a:pt x="1402" y="42"/>
                            </a:lnTo>
                            <a:lnTo>
                              <a:pt x="1405" y="42"/>
                            </a:lnTo>
                            <a:lnTo>
                              <a:pt x="1407" y="42"/>
                            </a:lnTo>
                            <a:lnTo>
                              <a:pt x="1410" y="42"/>
                            </a:lnTo>
                            <a:lnTo>
                              <a:pt x="1412" y="42"/>
                            </a:lnTo>
                            <a:lnTo>
                              <a:pt x="1414" y="41"/>
                            </a:lnTo>
                            <a:lnTo>
                              <a:pt x="1417" y="41"/>
                            </a:lnTo>
                            <a:lnTo>
                              <a:pt x="1419" y="41"/>
                            </a:lnTo>
                            <a:lnTo>
                              <a:pt x="1422" y="41"/>
                            </a:lnTo>
                            <a:lnTo>
                              <a:pt x="1424" y="40"/>
                            </a:lnTo>
                            <a:lnTo>
                              <a:pt x="1426" y="40"/>
                            </a:lnTo>
                            <a:lnTo>
                              <a:pt x="1429" y="39"/>
                            </a:lnTo>
                            <a:lnTo>
                              <a:pt x="1431" y="39"/>
                            </a:lnTo>
                            <a:lnTo>
                              <a:pt x="1434" y="39"/>
                            </a:lnTo>
                            <a:lnTo>
                              <a:pt x="1436" y="39"/>
                            </a:lnTo>
                            <a:lnTo>
                              <a:pt x="1438" y="38"/>
                            </a:lnTo>
                            <a:lnTo>
                              <a:pt x="1441" y="38"/>
                            </a:lnTo>
                            <a:lnTo>
                              <a:pt x="1443" y="38"/>
                            </a:lnTo>
                            <a:lnTo>
                              <a:pt x="1446" y="37"/>
                            </a:lnTo>
                            <a:lnTo>
                              <a:pt x="1448" y="37"/>
                            </a:lnTo>
                            <a:lnTo>
                              <a:pt x="1450" y="37"/>
                            </a:lnTo>
                            <a:lnTo>
                              <a:pt x="1453" y="37"/>
                            </a:lnTo>
                            <a:lnTo>
                              <a:pt x="1455" y="36"/>
                            </a:lnTo>
                            <a:lnTo>
                              <a:pt x="1458" y="36"/>
                            </a:lnTo>
                            <a:lnTo>
                              <a:pt x="1460" y="36"/>
                            </a:lnTo>
                            <a:lnTo>
                              <a:pt x="1463" y="36"/>
                            </a:lnTo>
                            <a:lnTo>
                              <a:pt x="1465" y="36"/>
                            </a:lnTo>
                            <a:lnTo>
                              <a:pt x="1467" y="35"/>
                            </a:lnTo>
                            <a:lnTo>
                              <a:pt x="1470" y="35"/>
                            </a:lnTo>
                            <a:lnTo>
                              <a:pt x="1472" y="34"/>
                            </a:lnTo>
                            <a:lnTo>
                              <a:pt x="1475" y="34"/>
                            </a:lnTo>
                            <a:lnTo>
                              <a:pt x="1477" y="34"/>
                            </a:lnTo>
                            <a:lnTo>
                              <a:pt x="1479" y="34"/>
                            </a:lnTo>
                            <a:lnTo>
                              <a:pt x="1482" y="34"/>
                            </a:lnTo>
                            <a:lnTo>
                              <a:pt x="1484" y="33"/>
                            </a:lnTo>
                            <a:lnTo>
                              <a:pt x="1487" y="33"/>
                            </a:lnTo>
                            <a:lnTo>
                              <a:pt x="1489" y="33"/>
                            </a:lnTo>
                            <a:lnTo>
                              <a:pt x="1491" y="33"/>
                            </a:lnTo>
                            <a:lnTo>
                              <a:pt x="1494" y="32"/>
                            </a:lnTo>
                            <a:lnTo>
                              <a:pt x="1496" y="32"/>
                            </a:lnTo>
                            <a:lnTo>
                              <a:pt x="1499" y="32"/>
                            </a:lnTo>
                            <a:lnTo>
                              <a:pt x="1501" y="31"/>
                            </a:lnTo>
                            <a:lnTo>
                              <a:pt x="1504" y="31"/>
                            </a:lnTo>
                            <a:lnTo>
                              <a:pt x="1506" y="31"/>
                            </a:lnTo>
                            <a:lnTo>
                              <a:pt x="1508" y="31"/>
                            </a:lnTo>
                            <a:lnTo>
                              <a:pt x="1511" y="30"/>
                            </a:lnTo>
                            <a:lnTo>
                              <a:pt x="1513" y="30"/>
                            </a:lnTo>
                            <a:lnTo>
                              <a:pt x="1516" y="30"/>
                            </a:lnTo>
                            <a:lnTo>
                              <a:pt x="1518" y="30"/>
                            </a:lnTo>
                            <a:lnTo>
                              <a:pt x="1520" y="30"/>
                            </a:lnTo>
                            <a:lnTo>
                              <a:pt x="1523" y="29"/>
                            </a:lnTo>
                            <a:lnTo>
                              <a:pt x="1525" y="29"/>
                            </a:lnTo>
                            <a:lnTo>
                              <a:pt x="1528" y="29"/>
                            </a:lnTo>
                            <a:lnTo>
                              <a:pt x="1530" y="28"/>
                            </a:lnTo>
                            <a:lnTo>
                              <a:pt x="1532" y="28"/>
                            </a:lnTo>
                            <a:lnTo>
                              <a:pt x="1535" y="28"/>
                            </a:lnTo>
                            <a:lnTo>
                              <a:pt x="1537" y="28"/>
                            </a:lnTo>
                            <a:lnTo>
                              <a:pt x="1540" y="27"/>
                            </a:lnTo>
                            <a:lnTo>
                              <a:pt x="1542" y="27"/>
                            </a:lnTo>
                            <a:lnTo>
                              <a:pt x="1544" y="27"/>
                            </a:lnTo>
                            <a:lnTo>
                              <a:pt x="1547" y="27"/>
                            </a:lnTo>
                            <a:lnTo>
                              <a:pt x="1549" y="27"/>
                            </a:lnTo>
                            <a:lnTo>
                              <a:pt x="1552" y="26"/>
                            </a:lnTo>
                            <a:lnTo>
                              <a:pt x="1554" y="26"/>
                            </a:lnTo>
                            <a:lnTo>
                              <a:pt x="1557" y="26"/>
                            </a:lnTo>
                            <a:lnTo>
                              <a:pt x="1559" y="25"/>
                            </a:lnTo>
                            <a:lnTo>
                              <a:pt x="1561" y="25"/>
                            </a:lnTo>
                            <a:lnTo>
                              <a:pt x="1564" y="25"/>
                            </a:lnTo>
                            <a:lnTo>
                              <a:pt x="1566" y="25"/>
                            </a:lnTo>
                            <a:lnTo>
                              <a:pt x="1569" y="25"/>
                            </a:lnTo>
                            <a:lnTo>
                              <a:pt x="1571" y="24"/>
                            </a:lnTo>
                            <a:lnTo>
                              <a:pt x="1573" y="24"/>
                            </a:lnTo>
                            <a:lnTo>
                              <a:pt x="1576" y="24"/>
                            </a:lnTo>
                            <a:lnTo>
                              <a:pt x="1578" y="24"/>
                            </a:lnTo>
                            <a:lnTo>
                              <a:pt x="1581" y="23"/>
                            </a:lnTo>
                            <a:lnTo>
                              <a:pt x="1583" y="22"/>
                            </a:lnTo>
                            <a:lnTo>
                              <a:pt x="1585" y="22"/>
                            </a:lnTo>
                            <a:lnTo>
                              <a:pt x="1588" y="21"/>
                            </a:lnTo>
                            <a:lnTo>
                              <a:pt x="1590" y="20"/>
                            </a:lnTo>
                            <a:lnTo>
                              <a:pt x="1593" y="20"/>
                            </a:lnTo>
                            <a:lnTo>
                              <a:pt x="1595" y="19"/>
                            </a:lnTo>
                            <a:lnTo>
                              <a:pt x="1597" y="19"/>
                            </a:lnTo>
                            <a:lnTo>
                              <a:pt x="1600" y="18"/>
                            </a:lnTo>
                            <a:lnTo>
                              <a:pt x="1602" y="18"/>
                            </a:lnTo>
                            <a:lnTo>
                              <a:pt x="1605" y="18"/>
                            </a:lnTo>
                            <a:lnTo>
                              <a:pt x="1607" y="18"/>
                            </a:lnTo>
                            <a:lnTo>
                              <a:pt x="1609" y="17"/>
                            </a:lnTo>
                            <a:lnTo>
                              <a:pt x="1612" y="17"/>
                            </a:lnTo>
                            <a:lnTo>
                              <a:pt x="1614" y="17"/>
                            </a:lnTo>
                            <a:lnTo>
                              <a:pt x="1617" y="18"/>
                            </a:lnTo>
                            <a:lnTo>
                              <a:pt x="1619" y="18"/>
                            </a:lnTo>
                            <a:lnTo>
                              <a:pt x="1621" y="18"/>
                            </a:lnTo>
                            <a:lnTo>
                              <a:pt x="1624" y="18"/>
                            </a:lnTo>
                            <a:lnTo>
                              <a:pt x="1626" y="19"/>
                            </a:lnTo>
                            <a:lnTo>
                              <a:pt x="1629" y="19"/>
                            </a:lnTo>
                            <a:lnTo>
                              <a:pt x="1631" y="19"/>
                            </a:lnTo>
                            <a:lnTo>
                              <a:pt x="1633" y="19"/>
                            </a:lnTo>
                            <a:lnTo>
                              <a:pt x="1636" y="20"/>
                            </a:lnTo>
                            <a:lnTo>
                              <a:pt x="1638" y="20"/>
                            </a:lnTo>
                            <a:lnTo>
                              <a:pt x="1641" y="21"/>
                            </a:lnTo>
                            <a:lnTo>
                              <a:pt x="1643" y="21"/>
                            </a:lnTo>
                            <a:lnTo>
                              <a:pt x="1645" y="22"/>
                            </a:lnTo>
                            <a:lnTo>
                              <a:pt x="1648" y="22"/>
                            </a:lnTo>
                            <a:lnTo>
                              <a:pt x="1650" y="22"/>
                            </a:lnTo>
                            <a:lnTo>
                              <a:pt x="1653" y="23"/>
                            </a:lnTo>
                            <a:lnTo>
                              <a:pt x="1655" y="24"/>
                            </a:lnTo>
                            <a:lnTo>
                              <a:pt x="1657" y="24"/>
                            </a:lnTo>
                            <a:lnTo>
                              <a:pt x="1660" y="24"/>
                            </a:lnTo>
                            <a:lnTo>
                              <a:pt x="1662" y="25"/>
                            </a:lnTo>
                            <a:lnTo>
                              <a:pt x="1665" y="25"/>
                            </a:lnTo>
                            <a:lnTo>
                              <a:pt x="1667" y="26"/>
                            </a:lnTo>
                            <a:lnTo>
                              <a:pt x="1669" y="27"/>
                            </a:lnTo>
                            <a:lnTo>
                              <a:pt x="1672" y="27"/>
                            </a:lnTo>
                            <a:lnTo>
                              <a:pt x="1674" y="28"/>
                            </a:lnTo>
                            <a:lnTo>
                              <a:pt x="1677" y="28"/>
                            </a:lnTo>
                            <a:lnTo>
                              <a:pt x="1679" y="28"/>
                            </a:lnTo>
                            <a:lnTo>
                              <a:pt x="1681" y="29"/>
                            </a:lnTo>
                            <a:lnTo>
                              <a:pt x="1684" y="30"/>
                            </a:lnTo>
                            <a:lnTo>
                              <a:pt x="1686" y="30"/>
                            </a:lnTo>
                            <a:lnTo>
                              <a:pt x="1689" y="31"/>
                            </a:lnTo>
                            <a:lnTo>
                              <a:pt x="1691" y="31"/>
                            </a:lnTo>
                            <a:lnTo>
                              <a:pt x="1693" y="32"/>
                            </a:lnTo>
                            <a:lnTo>
                              <a:pt x="1696" y="33"/>
                            </a:lnTo>
                            <a:lnTo>
                              <a:pt x="1698" y="33"/>
                            </a:lnTo>
                            <a:lnTo>
                              <a:pt x="1701" y="34"/>
                            </a:lnTo>
                            <a:lnTo>
                              <a:pt x="1703" y="34"/>
                            </a:lnTo>
                            <a:lnTo>
                              <a:pt x="1705" y="35"/>
                            </a:lnTo>
                            <a:lnTo>
                              <a:pt x="1708" y="36"/>
                            </a:lnTo>
                            <a:lnTo>
                              <a:pt x="1710" y="36"/>
                            </a:lnTo>
                            <a:lnTo>
                              <a:pt x="1713" y="37"/>
                            </a:lnTo>
                            <a:lnTo>
                              <a:pt x="1715" y="37"/>
                            </a:lnTo>
                            <a:lnTo>
                              <a:pt x="1717" y="38"/>
                            </a:lnTo>
                            <a:lnTo>
                              <a:pt x="1720" y="39"/>
                            </a:lnTo>
                            <a:lnTo>
                              <a:pt x="1722" y="39"/>
                            </a:lnTo>
                            <a:lnTo>
                              <a:pt x="1725" y="40"/>
                            </a:lnTo>
                            <a:lnTo>
                              <a:pt x="1727" y="41"/>
                            </a:lnTo>
                            <a:lnTo>
                              <a:pt x="1730" y="41"/>
                            </a:lnTo>
                            <a:lnTo>
                              <a:pt x="1732" y="42"/>
                            </a:lnTo>
                            <a:lnTo>
                              <a:pt x="1734" y="42"/>
                            </a:lnTo>
                            <a:lnTo>
                              <a:pt x="1737" y="43"/>
                            </a:lnTo>
                            <a:lnTo>
                              <a:pt x="1739" y="43"/>
                            </a:lnTo>
                            <a:lnTo>
                              <a:pt x="1742" y="44"/>
                            </a:lnTo>
                            <a:lnTo>
                              <a:pt x="1744" y="44"/>
                            </a:lnTo>
                            <a:lnTo>
                              <a:pt x="1746" y="45"/>
                            </a:lnTo>
                            <a:lnTo>
                              <a:pt x="1749" y="45"/>
                            </a:lnTo>
                            <a:lnTo>
                              <a:pt x="1751" y="46"/>
                            </a:lnTo>
                            <a:lnTo>
                              <a:pt x="1754" y="47"/>
                            </a:lnTo>
                            <a:lnTo>
                              <a:pt x="1756" y="47"/>
                            </a:lnTo>
                            <a:lnTo>
                              <a:pt x="1758" y="48"/>
                            </a:lnTo>
                            <a:lnTo>
                              <a:pt x="1761" y="48"/>
                            </a:lnTo>
                            <a:lnTo>
                              <a:pt x="1763" y="49"/>
                            </a:lnTo>
                            <a:lnTo>
                              <a:pt x="1766" y="49"/>
                            </a:lnTo>
                            <a:lnTo>
                              <a:pt x="1768" y="50"/>
                            </a:lnTo>
                            <a:lnTo>
                              <a:pt x="1771" y="50"/>
                            </a:lnTo>
                            <a:lnTo>
                              <a:pt x="1773" y="51"/>
                            </a:lnTo>
                            <a:lnTo>
                              <a:pt x="1775" y="51"/>
                            </a:lnTo>
                            <a:lnTo>
                              <a:pt x="1778" y="52"/>
                            </a:lnTo>
                            <a:lnTo>
                              <a:pt x="1780" y="53"/>
                            </a:lnTo>
                            <a:lnTo>
                              <a:pt x="1783" y="53"/>
                            </a:lnTo>
                            <a:lnTo>
                              <a:pt x="1785" y="54"/>
                            </a:lnTo>
                            <a:lnTo>
                              <a:pt x="1787" y="54"/>
                            </a:lnTo>
                            <a:lnTo>
                              <a:pt x="1790" y="55"/>
                            </a:lnTo>
                            <a:lnTo>
                              <a:pt x="1792" y="56"/>
                            </a:lnTo>
                            <a:lnTo>
                              <a:pt x="1795" y="56"/>
                            </a:lnTo>
                            <a:lnTo>
                              <a:pt x="1797" y="57"/>
                            </a:lnTo>
                            <a:lnTo>
                              <a:pt x="1799" y="57"/>
                            </a:lnTo>
                            <a:lnTo>
                              <a:pt x="1802" y="58"/>
                            </a:lnTo>
                            <a:lnTo>
                              <a:pt x="1804" y="59"/>
                            </a:lnTo>
                            <a:lnTo>
                              <a:pt x="1807" y="59"/>
                            </a:lnTo>
                            <a:lnTo>
                              <a:pt x="1809" y="60"/>
                            </a:lnTo>
                            <a:lnTo>
                              <a:pt x="1811" y="60"/>
                            </a:lnTo>
                            <a:lnTo>
                              <a:pt x="1814" y="61"/>
                            </a:lnTo>
                            <a:lnTo>
                              <a:pt x="1816" y="62"/>
                            </a:lnTo>
                            <a:lnTo>
                              <a:pt x="1819" y="62"/>
                            </a:lnTo>
                            <a:lnTo>
                              <a:pt x="1821" y="63"/>
                            </a:lnTo>
                            <a:lnTo>
                              <a:pt x="1824" y="64"/>
                            </a:lnTo>
                            <a:lnTo>
                              <a:pt x="1826" y="64"/>
                            </a:lnTo>
                            <a:lnTo>
                              <a:pt x="1828" y="65"/>
                            </a:lnTo>
                            <a:lnTo>
                              <a:pt x="1831" y="65"/>
                            </a:lnTo>
                            <a:lnTo>
                              <a:pt x="1833" y="66"/>
                            </a:lnTo>
                            <a:lnTo>
                              <a:pt x="1836" y="66"/>
                            </a:lnTo>
                            <a:lnTo>
                              <a:pt x="1838" y="67"/>
                            </a:lnTo>
                            <a:lnTo>
                              <a:pt x="1840" y="67"/>
                            </a:lnTo>
                            <a:lnTo>
                              <a:pt x="1843" y="68"/>
                            </a:lnTo>
                            <a:lnTo>
                              <a:pt x="1845" y="68"/>
                            </a:lnTo>
                            <a:lnTo>
                              <a:pt x="1848" y="69"/>
                            </a:lnTo>
                            <a:lnTo>
                              <a:pt x="1850" y="70"/>
                            </a:lnTo>
                            <a:lnTo>
                              <a:pt x="1852" y="70"/>
                            </a:lnTo>
                            <a:lnTo>
                              <a:pt x="1855" y="71"/>
                            </a:lnTo>
                            <a:lnTo>
                              <a:pt x="1857" y="71"/>
                            </a:lnTo>
                            <a:lnTo>
                              <a:pt x="1860" y="72"/>
                            </a:lnTo>
                            <a:lnTo>
                              <a:pt x="1862" y="72"/>
                            </a:lnTo>
                            <a:lnTo>
                              <a:pt x="1864" y="73"/>
                            </a:lnTo>
                            <a:lnTo>
                              <a:pt x="1867" y="73"/>
                            </a:lnTo>
                            <a:lnTo>
                              <a:pt x="1869" y="74"/>
                            </a:lnTo>
                            <a:lnTo>
                              <a:pt x="1872" y="74"/>
                            </a:lnTo>
                            <a:lnTo>
                              <a:pt x="1874" y="75"/>
                            </a:lnTo>
                            <a:lnTo>
                              <a:pt x="1876" y="75"/>
                            </a:lnTo>
                            <a:lnTo>
                              <a:pt x="1879" y="76"/>
                            </a:lnTo>
                            <a:lnTo>
                              <a:pt x="1881" y="76"/>
                            </a:lnTo>
                            <a:lnTo>
                              <a:pt x="1884" y="77"/>
                            </a:lnTo>
                            <a:lnTo>
                              <a:pt x="1886" y="77"/>
                            </a:lnTo>
                            <a:lnTo>
                              <a:pt x="1888" y="78"/>
                            </a:lnTo>
                            <a:lnTo>
                              <a:pt x="1891" y="78"/>
                            </a:lnTo>
                            <a:lnTo>
                              <a:pt x="1893" y="79"/>
                            </a:lnTo>
                            <a:lnTo>
                              <a:pt x="1896" y="79"/>
                            </a:lnTo>
                            <a:lnTo>
                              <a:pt x="1898" y="80"/>
                            </a:lnTo>
                            <a:lnTo>
                              <a:pt x="1900" y="80"/>
                            </a:lnTo>
                            <a:lnTo>
                              <a:pt x="1903" y="80"/>
                            </a:lnTo>
                            <a:lnTo>
                              <a:pt x="1905" y="81"/>
                            </a:lnTo>
                            <a:lnTo>
                              <a:pt x="1908" y="81"/>
                            </a:lnTo>
                            <a:lnTo>
                              <a:pt x="1910" y="82"/>
                            </a:lnTo>
                            <a:lnTo>
                              <a:pt x="1912" y="82"/>
                            </a:lnTo>
                            <a:lnTo>
                              <a:pt x="1915" y="82"/>
                            </a:lnTo>
                            <a:lnTo>
                              <a:pt x="1917" y="83"/>
                            </a:lnTo>
                            <a:lnTo>
                              <a:pt x="1920" y="84"/>
                            </a:lnTo>
                            <a:lnTo>
                              <a:pt x="1922" y="84"/>
                            </a:lnTo>
                            <a:lnTo>
                              <a:pt x="1924" y="84"/>
                            </a:lnTo>
                            <a:lnTo>
                              <a:pt x="1927" y="85"/>
                            </a:lnTo>
                            <a:lnTo>
                              <a:pt x="1929" y="85"/>
                            </a:lnTo>
                            <a:lnTo>
                              <a:pt x="1932" y="85"/>
                            </a:lnTo>
                            <a:lnTo>
                              <a:pt x="1934" y="86"/>
                            </a:lnTo>
                            <a:lnTo>
                              <a:pt x="1936" y="86"/>
                            </a:lnTo>
                            <a:lnTo>
                              <a:pt x="1939" y="87"/>
                            </a:lnTo>
                            <a:lnTo>
                              <a:pt x="1941" y="87"/>
                            </a:lnTo>
                            <a:lnTo>
                              <a:pt x="1944" y="87"/>
                            </a:lnTo>
                            <a:lnTo>
                              <a:pt x="1946" y="88"/>
                            </a:lnTo>
                            <a:lnTo>
                              <a:pt x="1948" y="88"/>
                            </a:lnTo>
                            <a:lnTo>
                              <a:pt x="1951" y="88"/>
                            </a:lnTo>
                            <a:lnTo>
                              <a:pt x="1953" y="89"/>
                            </a:lnTo>
                            <a:lnTo>
                              <a:pt x="1956" y="89"/>
                            </a:lnTo>
                            <a:lnTo>
                              <a:pt x="1958" y="90"/>
                            </a:lnTo>
                            <a:lnTo>
                              <a:pt x="1960" y="90"/>
                            </a:lnTo>
                            <a:lnTo>
                              <a:pt x="1963" y="90"/>
                            </a:lnTo>
                            <a:lnTo>
                              <a:pt x="1965" y="90"/>
                            </a:lnTo>
                            <a:lnTo>
                              <a:pt x="1968" y="91"/>
                            </a:lnTo>
                            <a:lnTo>
                              <a:pt x="1970" y="91"/>
                            </a:lnTo>
                            <a:lnTo>
                              <a:pt x="1972" y="91"/>
                            </a:lnTo>
                            <a:lnTo>
                              <a:pt x="1975" y="92"/>
                            </a:lnTo>
                            <a:lnTo>
                              <a:pt x="1977" y="92"/>
                            </a:lnTo>
                            <a:lnTo>
                              <a:pt x="1980" y="93"/>
                            </a:lnTo>
                            <a:lnTo>
                              <a:pt x="1982" y="93"/>
                            </a:lnTo>
                            <a:lnTo>
                              <a:pt x="1984" y="93"/>
                            </a:lnTo>
                            <a:lnTo>
                              <a:pt x="1987" y="93"/>
                            </a:lnTo>
                            <a:lnTo>
                              <a:pt x="1989" y="94"/>
                            </a:lnTo>
                            <a:lnTo>
                              <a:pt x="1992" y="94"/>
                            </a:lnTo>
                            <a:lnTo>
                              <a:pt x="1994" y="94"/>
                            </a:lnTo>
                            <a:lnTo>
                              <a:pt x="1997" y="94"/>
                            </a:lnTo>
                            <a:lnTo>
                              <a:pt x="1999" y="95"/>
                            </a:lnTo>
                            <a:lnTo>
                              <a:pt x="2001" y="95"/>
                            </a:lnTo>
                            <a:lnTo>
                              <a:pt x="2004" y="95"/>
                            </a:lnTo>
                            <a:lnTo>
                              <a:pt x="2006" y="96"/>
                            </a:lnTo>
                            <a:lnTo>
                              <a:pt x="2009" y="96"/>
                            </a:lnTo>
                            <a:lnTo>
                              <a:pt x="2011" y="96"/>
                            </a:lnTo>
                            <a:lnTo>
                              <a:pt x="2013" y="96"/>
                            </a:lnTo>
                            <a:lnTo>
                              <a:pt x="2016" y="97"/>
                            </a:lnTo>
                            <a:lnTo>
                              <a:pt x="2018" y="97"/>
                            </a:lnTo>
                            <a:lnTo>
                              <a:pt x="2021" y="97"/>
                            </a:lnTo>
                            <a:lnTo>
                              <a:pt x="2023" y="97"/>
                            </a:lnTo>
                            <a:lnTo>
                              <a:pt x="2025" y="97"/>
                            </a:lnTo>
                            <a:lnTo>
                              <a:pt x="2028" y="98"/>
                            </a:lnTo>
                            <a:lnTo>
                              <a:pt x="2030" y="98"/>
                            </a:lnTo>
                            <a:lnTo>
                              <a:pt x="2033" y="98"/>
                            </a:lnTo>
                            <a:lnTo>
                              <a:pt x="2035" y="99"/>
                            </a:lnTo>
                            <a:lnTo>
                              <a:pt x="2038" y="99"/>
                            </a:lnTo>
                            <a:lnTo>
                              <a:pt x="2040" y="99"/>
                            </a:lnTo>
                            <a:lnTo>
                              <a:pt x="2042" y="99"/>
                            </a:lnTo>
                            <a:lnTo>
                              <a:pt x="2045" y="99"/>
                            </a:lnTo>
                            <a:lnTo>
                              <a:pt x="2047" y="100"/>
                            </a:lnTo>
                            <a:lnTo>
                              <a:pt x="2050" y="100"/>
                            </a:lnTo>
                            <a:lnTo>
                              <a:pt x="2052" y="100"/>
                            </a:lnTo>
                            <a:lnTo>
                              <a:pt x="2054" y="100"/>
                            </a:lnTo>
                            <a:lnTo>
                              <a:pt x="2057" y="100"/>
                            </a:lnTo>
                            <a:lnTo>
                              <a:pt x="2059" y="101"/>
                            </a:lnTo>
                            <a:lnTo>
                              <a:pt x="2062" y="101"/>
                            </a:lnTo>
                            <a:lnTo>
                              <a:pt x="2064" y="101"/>
                            </a:lnTo>
                            <a:lnTo>
                              <a:pt x="2066" y="102"/>
                            </a:lnTo>
                            <a:lnTo>
                              <a:pt x="2069" y="102"/>
                            </a:lnTo>
                            <a:lnTo>
                              <a:pt x="2071" y="102"/>
                            </a:lnTo>
                            <a:lnTo>
                              <a:pt x="2074" y="102"/>
                            </a:lnTo>
                            <a:lnTo>
                              <a:pt x="2076" y="102"/>
                            </a:lnTo>
                            <a:lnTo>
                              <a:pt x="2078" y="103"/>
                            </a:lnTo>
                            <a:lnTo>
                              <a:pt x="2081" y="103"/>
                            </a:lnTo>
                            <a:lnTo>
                              <a:pt x="2083" y="103"/>
                            </a:lnTo>
                            <a:lnTo>
                              <a:pt x="2086" y="103"/>
                            </a:lnTo>
                            <a:lnTo>
                              <a:pt x="2088" y="104"/>
                            </a:lnTo>
                            <a:lnTo>
                              <a:pt x="2091" y="104"/>
                            </a:lnTo>
                            <a:lnTo>
                              <a:pt x="2093" y="104"/>
                            </a:lnTo>
                            <a:lnTo>
                              <a:pt x="2095" y="104"/>
                            </a:lnTo>
                            <a:lnTo>
                              <a:pt x="2098" y="104"/>
                            </a:lnTo>
                            <a:lnTo>
                              <a:pt x="2100" y="105"/>
                            </a:lnTo>
                            <a:lnTo>
                              <a:pt x="2103" y="105"/>
                            </a:lnTo>
                            <a:lnTo>
                              <a:pt x="2105" y="105"/>
                            </a:lnTo>
                            <a:lnTo>
                              <a:pt x="2107" y="105"/>
                            </a:lnTo>
                            <a:lnTo>
                              <a:pt x="2110" y="105"/>
                            </a:lnTo>
                            <a:lnTo>
                              <a:pt x="2112" y="105"/>
                            </a:lnTo>
                            <a:lnTo>
                              <a:pt x="2115" y="106"/>
                            </a:lnTo>
                            <a:lnTo>
                              <a:pt x="2117" y="106"/>
                            </a:lnTo>
                            <a:lnTo>
                              <a:pt x="2119" y="106"/>
                            </a:lnTo>
                            <a:lnTo>
                              <a:pt x="2122" y="107"/>
                            </a:lnTo>
                            <a:lnTo>
                              <a:pt x="2124" y="107"/>
                            </a:lnTo>
                            <a:lnTo>
                              <a:pt x="2127" y="107"/>
                            </a:lnTo>
                            <a:lnTo>
                              <a:pt x="2129" y="107"/>
                            </a:lnTo>
                            <a:lnTo>
                              <a:pt x="2131" y="107"/>
                            </a:lnTo>
                            <a:lnTo>
                              <a:pt x="2134" y="107"/>
                            </a:lnTo>
                            <a:lnTo>
                              <a:pt x="2136" y="108"/>
                            </a:lnTo>
                            <a:lnTo>
                              <a:pt x="2139" y="108"/>
                            </a:lnTo>
                            <a:lnTo>
                              <a:pt x="2141" y="108"/>
                            </a:lnTo>
                            <a:lnTo>
                              <a:pt x="2143" y="108"/>
                            </a:lnTo>
                            <a:lnTo>
                              <a:pt x="2146" y="108"/>
                            </a:lnTo>
                            <a:lnTo>
                              <a:pt x="2148" y="108"/>
                            </a:lnTo>
                            <a:lnTo>
                              <a:pt x="2151" y="109"/>
                            </a:lnTo>
                            <a:lnTo>
                              <a:pt x="2153" y="109"/>
                            </a:lnTo>
                            <a:lnTo>
                              <a:pt x="2155" y="109"/>
                            </a:lnTo>
                            <a:lnTo>
                              <a:pt x="2158" y="109"/>
                            </a:lnTo>
                            <a:lnTo>
                              <a:pt x="2160" y="110"/>
                            </a:lnTo>
                            <a:lnTo>
                              <a:pt x="2163" y="110"/>
                            </a:lnTo>
                            <a:lnTo>
                              <a:pt x="2165" y="110"/>
                            </a:lnTo>
                            <a:lnTo>
                              <a:pt x="2166" y="110"/>
                            </a:lnTo>
                            <a:lnTo>
                              <a:pt x="2166" y="104"/>
                            </a:lnTo>
                            <a:lnTo>
                              <a:pt x="2166" y="99"/>
                            </a:lnTo>
                            <a:lnTo>
                              <a:pt x="2165" y="99"/>
                            </a:lnTo>
                            <a:lnTo>
                              <a:pt x="2163" y="99"/>
                            </a:lnTo>
                            <a:lnTo>
                              <a:pt x="2160" y="99"/>
                            </a:lnTo>
                            <a:lnTo>
                              <a:pt x="2158" y="99"/>
                            </a:lnTo>
                            <a:lnTo>
                              <a:pt x="2155" y="99"/>
                            </a:lnTo>
                            <a:lnTo>
                              <a:pt x="2153" y="98"/>
                            </a:lnTo>
                            <a:lnTo>
                              <a:pt x="2151" y="98"/>
                            </a:lnTo>
                            <a:lnTo>
                              <a:pt x="2148" y="98"/>
                            </a:lnTo>
                            <a:lnTo>
                              <a:pt x="2146" y="98"/>
                            </a:lnTo>
                            <a:lnTo>
                              <a:pt x="2143" y="97"/>
                            </a:lnTo>
                            <a:lnTo>
                              <a:pt x="2141" y="97"/>
                            </a:lnTo>
                            <a:lnTo>
                              <a:pt x="2139" y="97"/>
                            </a:lnTo>
                            <a:lnTo>
                              <a:pt x="2136" y="97"/>
                            </a:lnTo>
                            <a:lnTo>
                              <a:pt x="2134" y="97"/>
                            </a:lnTo>
                            <a:lnTo>
                              <a:pt x="2131" y="97"/>
                            </a:lnTo>
                            <a:lnTo>
                              <a:pt x="2129" y="97"/>
                            </a:lnTo>
                            <a:lnTo>
                              <a:pt x="2127" y="96"/>
                            </a:lnTo>
                            <a:lnTo>
                              <a:pt x="2124" y="96"/>
                            </a:lnTo>
                            <a:lnTo>
                              <a:pt x="2122" y="96"/>
                            </a:lnTo>
                            <a:lnTo>
                              <a:pt x="2119" y="96"/>
                            </a:lnTo>
                            <a:lnTo>
                              <a:pt x="2117" y="96"/>
                            </a:lnTo>
                            <a:lnTo>
                              <a:pt x="2115" y="96"/>
                            </a:lnTo>
                            <a:lnTo>
                              <a:pt x="2112" y="95"/>
                            </a:lnTo>
                            <a:lnTo>
                              <a:pt x="2110" y="95"/>
                            </a:lnTo>
                            <a:lnTo>
                              <a:pt x="2107" y="95"/>
                            </a:lnTo>
                            <a:lnTo>
                              <a:pt x="2105" y="95"/>
                            </a:lnTo>
                            <a:lnTo>
                              <a:pt x="2103" y="94"/>
                            </a:lnTo>
                            <a:lnTo>
                              <a:pt x="2100" y="94"/>
                            </a:lnTo>
                            <a:lnTo>
                              <a:pt x="2098" y="94"/>
                            </a:lnTo>
                            <a:lnTo>
                              <a:pt x="2095" y="94"/>
                            </a:lnTo>
                            <a:lnTo>
                              <a:pt x="2093" y="94"/>
                            </a:lnTo>
                            <a:lnTo>
                              <a:pt x="2091" y="94"/>
                            </a:lnTo>
                            <a:lnTo>
                              <a:pt x="2088" y="93"/>
                            </a:lnTo>
                            <a:lnTo>
                              <a:pt x="2086" y="93"/>
                            </a:lnTo>
                            <a:lnTo>
                              <a:pt x="2083" y="93"/>
                            </a:lnTo>
                            <a:lnTo>
                              <a:pt x="2081" y="93"/>
                            </a:lnTo>
                            <a:lnTo>
                              <a:pt x="2078" y="93"/>
                            </a:lnTo>
                            <a:lnTo>
                              <a:pt x="2076" y="92"/>
                            </a:lnTo>
                            <a:lnTo>
                              <a:pt x="2074" y="92"/>
                            </a:lnTo>
                            <a:lnTo>
                              <a:pt x="2071" y="92"/>
                            </a:lnTo>
                            <a:lnTo>
                              <a:pt x="2069" y="91"/>
                            </a:lnTo>
                            <a:lnTo>
                              <a:pt x="2066" y="91"/>
                            </a:lnTo>
                            <a:lnTo>
                              <a:pt x="2064" y="91"/>
                            </a:lnTo>
                            <a:lnTo>
                              <a:pt x="2062" y="91"/>
                            </a:lnTo>
                            <a:lnTo>
                              <a:pt x="2059" y="91"/>
                            </a:lnTo>
                            <a:lnTo>
                              <a:pt x="2057" y="90"/>
                            </a:lnTo>
                            <a:lnTo>
                              <a:pt x="2054" y="90"/>
                            </a:lnTo>
                            <a:lnTo>
                              <a:pt x="2052" y="90"/>
                            </a:lnTo>
                            <a:lnTo>
                              <a:pt x="2050" y="90"/>
                            </a:lnTo>
                            <a:lnTo>
                              <a:pt x="2047" y="89"/>
                            </a:lnTo>
                            <a:lnTo>
                              <a:pt x="2045" y="89"/>
                            </a:lnTo>
                            <a:lnTo>
                              <a:pt x="2042" y="89"/>
                            </a:lnTo>
                            <a:lnTo>
                              <a:pt x="2040" y="88"/>
                            </a:lnTo>
                            <a:lnTo>
                              <a:pt x="2038" y="88"/>
                            </a:lnTo>
                            <a:lnTo>
                              <a:pt x="2035" y="88"/>
                            </a:lnTo>
                            <a:lnTo>
                              <a:pt x="2033" y="88"/>
                            </a:lnTo>
                            <a:lnTo>
                              <a:pt x="2030" y="88"/>
                            </a:lnTo>
                            <a:lnTo>
                              <a:pt x="2028" y="87"/>
                            </a:lnTo>
                            <a:lnTo>
                              <a:pt x="2025" y="87"/>
                            </a:lnTo>
                            <a:lnTo>
                              <a:pt x="2023" y="87"/>
                            </a:lnTo>
                            <a:lnTo>
                              <a:pt x="2021" y="87"/>
                            </a:lnTo>
                            <a:lnTo>
                              <a:pt x="2018" y="86"/>
                            </a:lnTo>
                            <a:lnTo>
                              <a:pt x="2016" y="86"/>
                            </a:lnTo>
                            <a:lnTo>
                              <a:pt x="2013" y="86"/>
                            </a:lnTo>
                            <a:lnTo>
                              <a:pt x="2011" y="85"/>
                            </a:lnTo>
                            <a:lnTo>
                              <a:pt x="2009" y="85"/>
                            </a:lnTo>
                            <a:lnTo>
                              <a:pt x="2006" y="85"/>
                            </a:lnTo>
                            <a:lnTo>
                              <a:pt x="2004" y="85"/>
                            </a:lnTo>
                            <a:lnTo>
                              <a:pt x="2001" y="84"/>
                            </a:lnTo>
                            <a:lnTo>
                              <a:pt x="1999" y="84"/>
                            </a:lnTo>
                            <a:lnTo>
                              <a:pt x="1997" y="84"/>
                            </a:lnTo>
                            <a:lnTo>
                              <a:pt x="1994" y="84"/>
                            </a:lnTo>
                            <a:lnTo>
                              <a:pt x="1992" y="84"/>
                            </a:lnTo>
                            <a:lnTo>
                              <a:pt x="1989" y="83"/>
                            </a:lnTo>
                            <a:lnTo>
                              <a:pt x="1987" y="83"/>
                            </a:lnTo>
                            <a:lnTo>
                              <a:pt x="1984" y="83"/>
                            </a:lnTo>
                            <a:lnTo>
                              <a:pt x="1982" y="82"/>
                            </a:lnTo>
                            <a:lnTo>
                              <a:pt x="1980" y="82"/>
                            </a:lnTo>
                            <a:lnTo>
                              <a:pt x="1977" y="82"/>
                            </a:lnTo>
                            <a:lnTo>
                              <a:pt x="1975" y="82"/>
                            </a:lnTo>
                            <a:lnTo>
                              <a:pt x="1972" y="81"/>
                            </a:lnTo>
                            <a:lnTo>
                              <a:pt x="1970" y="81"/>
                            </a:lnTo>
                            <a:lnTo>
                              <a:pt x="1968" y="80"/>
                            </a:lnTo>
                            <a:lnTo>
                              <a:pt x="1965" y="80"/>
                            </a:lnTo>
                            <a:lnTo>
                              <a:pt x="1963" y="80"/>
                            </a:lnTo>
                            <a:lnTo>
                              <a:pt x="1960" y="80"/>
                            </a:lnTo>
                            <a:lnTo>
                              <a:pt x="1958" y="79"/>
                            </a:lnTo>
                            <a:lnTo>
                              <a:pt x="1956" y="79"/>
                            </a:lnTo>
                            <a:lnTo>
                              <a:pt x="1953" y="79"/>
                            </a:lnTo>
                            <a:lnTo>
                              <a:pt x="1951" y="79"/>
                            </a:lnTo>
                            <a:lnTo>
                              <a:pt x="1948" y="78"/>
                            </a:lnTo>
                            <a:lnTo>
                              <a:pt x="1946" y="78"/>
                            </a:lnTo>
                            <a:lnTo>
                              <a:pt x="1944" y="78"/>
                            </a:lnTo>
                            <a:lnTo>
                              <a:pt x="1941" y="77"/>
                            </a:lnTo>
                            <a:lnTo>
                              <a:pt x="1939" y="77"/>
                            </a:lnTo>
                            <a:lnTo>
                              <a:pt x="1936" y="77"/>
                            </a:lnTo>
                            <a:lnTo>
                              <a:pt x="1934" y="76"/>
                            </a:lnTo>
                            <a:lnTo>
                              <a:pt x="1932" y="76"/>
                            </a:lnTo>
                            <a:lnTo>
                              <a:pt x="1929" y="76"/>
                            </a:lnTo>
                            <a:lnTo>
                              <a:pt x="1927" y="76"/>
                            </a:lnTo>
                            <a:lnTo>
                              <a:pt x="1924" y="75"/>
                            </a:lnTo>
                            <a:lnTo>
                              <a:pt x="1922" y="75"/>
                            </a:lnTo>
                            <a:lnTo>
                              <a:pt x="1920" y="75"/>
                            </a:lnTo>
                            <a:lnTo>
                              <a:pt x="1917" y="74"/>
                            </a:lnTo>
                            <a:lnTo>
                              <a:pt x="1915" y="74"/>
                            </a:lnTo>
                            <a:lnTo>
                              <a:pt x="1912" y="74"/>
                            </a:lnTo>
                            <a:lnTo>
                              <a:pt x="1910" y="73"/>
                            </a:lnTo>
                            <a:lnTo>
                              <a:pt x="1908" y="73"/>
                            </a:lnTo>
                            <a:lnTo>
                              <a:pt x="1905" y="73"/>
                            </a:lnTo>
                            <a:lnTo>
                              <a:pt x="1903" y="73"/>
                            </a:lnTo>
                            <a:lnTo>
                              <a:pt x="1900" y="72"/>
                            </a:lnTo>
                            <a:lnTo>
                              <a:pt x="1898" y="72"/>
                            </a:lnTo>
                            <a:lnTo>
                              <a:pt x="1896" y="71"/>
                            </a:lnTo>
                            <a:lnTo>
                              <a:pt x="1893" y="71"/>
                            </a:lnTo>
                            <a:lnTo>
                              <a:pt x="1891" y="71"/>
                            </a:lnTo>
                            <a:lnTo>
                              <a:pt x="1888" y="70"/>
                            </a:lnTo>
                            <a:lnTo>
                              <a:pt x="1886" y="70"/>
                            </a:lnTo>
                            <a:lnTo>
                              <a:pt x="1884" y="70"/>
                            </a:lnTo>
                            <a:lnTo>
                              <a:pt x="1881" y="69"/>
                            </a:lnTo>
                            <a:lnTo>
                              <a:pt x="1879" y="69"/>
                            </a:lnTo>
                            <a:lnTo>
                              <a:pt x="1876" y="68"/>
                            </a:lnTo>
                            <a:lnTo>
                              <a:pt x="1874" y="68"/>
                            </a:lnTo>
                            <a:lnTo>
                              <a:pt x="1872" y="68"/>
                            </a:lnTo>
                            <a:lnTo>
                              <a:pt x="1869" y="67"/>
                            </a:lnTo>
                            <a:lnTo>
                              <a:pt x="1867" y="67"/>
                            </a:lnTo>
                            <a:lnTo>
                              <a:pt x="1864" y="67"/>
                            </a:lnTo>
                            <a:lnTo>
                              <a:pt x="1862" y="66"/>
                            </a:lnTo>
                            <a:lnTo>
                              <a:pt x="1860" y="66"/>
                            </a:lnTo>
                            <a:lnTo>
                              <a:pt x="1857" y="65"/>
                            </a:lnTo>
                            <a:lnTo>
                              <a:pt x="1855" y="65"/>
                            </a:lnTo>
                            <a:lnTo>
                              <a:pt x="1852" y="65"/>
                            </a:lnTo>
                            <a:lnTo>
                              <a:pt x="1850" y="64"/>
                            </a:lnTo>
                            <a:lnTo>
                              <a:pt x="1848" y="64"/>
                            </a:lnTo>
                            <a:lnTo>
                              <a:pt x="1845" y="63"/>
                            </a:lnTo>
                            <a:lnTo>
                              <a:pt x="1843" y="63"/>
                            </a:lnTo>
                            <a:lnTo>
                              <a:pt x="1840" y="62"/>
                            </a:lnTo>
                            <a:lnTo>
                              <a:pt x="1838" y="62"/>
                            </a:lnTo>
                            <a:lnTo>
                              <a:pt x="1836" y="62"/>
                            </a:lnTo>
                            <a:lnTo>
                              <a:pt x="1833" y="61"/>
                            </a:lnTo>
                            <a:lnTo>
                              <a:pt x="1831" y="61"/>
                            </a:lnTo>
                            <a:lnTo>
                              <a:pt x="1828" y="60"/>
                            </a:lnTo>
                            <a:lnTo>
                              <a:pt x="1826" y="60"/>
                            </a:lnTo>
                            <a:lnTo>
                              <a:pt x="1824" y="59"/>
                            </a:lnTo>
                            <a:lnTo>
                              <a:pt x="1821" y="59"/>
                            </a:lnTo>
                            <a:lnTo>
                              <a:pt x="1819" y="59"/>
                            </a:lnTo>
                            <a:lnTo>
                              <a:pt x="1816" y="58"/>
                            </a:lnTo>
                            <a:lnTo>
                              <a:pt x="1814" y="58"/>
                            </a:lnTo>
                            <a:lnTo>
                              <a:pt x="1811" y="57"/>
                            </a:lnTo>
                            <a:lnTo>
                              <a:pt x="1809" y="57"/>
                            </a:lnTo>
                            <a:lnTo>
                              <a:pt x="1807" y="56"/>
                            </a:lnTo>
                            <a:lnTo>
                              <a:pt x="1804" y="56"/>
                            </a:lnTo>
                            <a:lnTo>
                              <a:pt x="1802" y="55"/>
                            </a:lnTo>
                            <a:lnTo>
                              <a:pt x="1799" y="55"/>
                            </a:lnTo>
                            <a:lnTo>
                              <a:pt x="1797" y="54"/>
                            </a:lnTo>
                            <a:lnTo>
                              <a:pt x="1795" y="54"/>
                            </a:lnTo>
                            <a:lnTo>
                              <a:pt x="1792" y="53"/>
                            </a:lnTo>
                            <a:lnTo>
                              <a:pt x="1790" y="53"/>
                            </a:lnTo>
                            <a:lnTo>
                              <a:pt x="1787" y="52"/>
                            </a:lnTo>
                            <a:lnTo>
                              <a:pt x="1785" y="51"/>
                            </a:lnTo>
                            <a:lnTo>
                              <a:pt x="1783" y="51"/>
                            </a:lnTo>
                            <a:lnTo>
                              <a:pt x="1780" y="50"/>
                            </a:lnTo>
                            <a:lnTo>
                              <a:pt x="1778" y="50"/>
                            </a:lnTo>
                            <a:lnTo>
                              <a:pt x="1775" y="49"/>
                            </a:lnTo>
                            <a:lnTo>
                              <a:pt x="1773" y="48"/>
                            </a:lnTo>
                            <a:lnTo>
                              <a:pt x="1771" y="48"/>
                            </a:lnTo>
                            <a:lnTo>
                              <a:pt x="1768" y="47"/>
                            </a:lnTo>
                            <a:lnTo>
                              <a:pt x="1766" y="47"/>
                            </a:lnTo>
                            <a:lnTo>
                              <a:pt x="1763" y="46"/>
                            </a:lnTo>
                            <a:lnTo>
                              <a:pt x="1761" y="45"/>
                            </a:lnTo>
                            <a:lnTo>
                              <a:pt x="1758" y="44"/>
                            </a:lnTo>
                            <a:lnTo>
                              <a:pt x="1756" y="44"/>
                            </a:lnTo>
                            <a:lnTo>
                              <a:pt x="1754" y="43"/>
                            </a:lnTo>
                            <a:lnTo>
                              <a:pt x="1751" y="42"/>
                            </a:lnTo>
                            <a:lnTo>
                              <a:pt x="1749" y="41"/>
                            </a:lnTo>
                            <a:lnTo>
                              <a:pt x="1746" y="41"/>
                            </a:lnTo>
                            <a:lnTo>
                              <a:pt x="1744" y="40"/>
                            </a:lnTo>
                            <a:lnTo>
                              <a:pt x="1742" y="39"/>
                            </a:lnTo>
                            <a:lnTo>
                              <a:pt x="1739" y="38"/>
                            </a:lnTo>
                            <a:lnTo>
                              <a:pt x="1737" y="37"/>
                            </a:lnTo>
                            <a:lnTo>
                              <a:pt x="1734" y="37"/>
                            </a:lnTo>
                            <a:lnTo>
                              <a:pt x="1732" y="36"/>
                            </a:lnTo>
                            <a:lnTo>
                              <a:pt x="1730" y="35"/>
                            </a:lnTo>
                            <a:lnTo>
                              <a:pt x="1727" y="34"/>
                            </a:lnTo>
                            <a:lnTo>
                              <a:pt x="1725" y="33"/>
                            </a:lnTo>
                            <a:lnTo>
                              <a:pt x="1722" y="33"/>
                            </a:lnTo>
                            <a:lnTo>
                              <a:pt x="1720" y="32"/>
                            </a:lnTo>
                            <a:lnTo>
                              <a:pt x="1717" y="31"/>
                            </a:lnTo>
                            <a:lnTo>
                              <a:pt x="1715" y="30"/>
                            </a:lnTo>
                            <a:lnTo>
                              <a:pt x="1713" y="29"/>
                            </a:lnTo>
                            <a:lnTo>
                              <a:pt x="1710" y="28"/>
                            </a:lnTo>
                            <a:lnTo>
                              <a:pt x="1708" y="28"/>
                            </a:lnTo>
                            <a:lnTo>
                              <a:pt x="1705" y="27"/>
                            </a:lnTo>
                            <a:lnTo>
                              <a:pt x="1703" y="26"/>
                            </a:lnTo>
                            <a:lnTo>
                              <a:pt x="1701" y="25"/>
                            </a:lnTo>
                            <a:lnTo>
                              <a:pt x="1698" y="24"/>
                            </a:lnTo>
                            <a:lnTo>
                              <a:pt x="1696" y="24"/>
                            </a:lnTo>
                            <a:lnTo>
                              <a:pt x="1693" y="23"/>
                            </a:lnTo>
                            <a:lnTo>
                              <a:pt x="1691" y="22"/>
                            </a:lnTo>
                            <a:lnTo>
                              <a:pt x="1689" y="21"/>
                            </a:lnTo>
                            <a:lnTo>
                              <a:pt x="1686" y="20"/>
                            </a:lnTo>
                            <a:lnTo>
                              <a:pt x="1684" y="19"/>
                            </a:lnTo>
                            <a:lnTo>
                              <a:pt x="1681" y="19"/>
                            </a:lnTo>
                            <a:lnTo>
                              <a:pt x="1679" y="18"/>
                            </a:lnTo>
                            <a:lnTo>
                              <a:pt x="1677" y="17"/>
                            </a:lnTo>
                            <a:lnTo>
                              <a:pt x="1674" y="16"/>
                            </a:lnTo>
                            <a:lnTo>
                              <a:pt x="1672" y="15"/>
                            </a:lnTo>
                            <a:lnTo>
                              <a:pt x="1669" y="14"/>
                            </a:lnTo>
                            <a:lnTo>
                              <a:pt x="1667" y="14"/>
                            </a:lnTo>
                            <a:lnTo>
                              <a:pt x="1665" y="13"/>
                            </a:lnTo>
                            <a:lnTo>
                              <a:pt x="1662" y="12"/>
                            </a:lnTo>
                            <a:lnTo>
                              <a:pt x="1660" y="11"/>
                            </a:lnTo>
                            <a:lnTo>
                              <a:pt x="1657" y="11"/>
                            </a:lnTo>
                            <a:lnTo>
                              <a:pt x="1655" y="10"/>
                            </a:lnTo>
                            <a:lnTo>
                              <a:pt x="1653" y="9"/>
                            </a:lnTo>
                            <a:lnTo>
                              <a:pt x="1650" y="8"/>
                            </a:lnTo>
                            <a:lnTo>
                              <a:pt x="1648" y="8"/>
                            </a:lnTo>
                            <a:lnTo>
                              <a:pt x="1645" y="7"/>
                            </a:lnTo>
                            <a:lnTo>
                              <a:pt x="1643" y="6"/>
                            </a:lnTo>
                            <a:lnTo>
                              <a:pt x="1641" y="5"/>
                            </a:lnTo>
                            <a:lnTo>
                              <a:pt x="1638" y="5"/>
                            </a:lnTo>
                            <a:lnTo>
                              <a:pt x="1636" y="4"/>
                            </a:lnTo>
                            <a:lnTo>
                              <a:pt x="1633" y="4"/>
                            </a:lnTo>
                            <a:lnTo>
                              <a:pt x="1631" y="3"/>
                            </a:lnTo>
                            <a:lnTo>
                              <a:pt x="1629" y="3"/>
                            </a:lnTo>
                            <a:lnTo>
                              <a:pt x="1626" y="2"/>
                            </a:lnTo>
                            <a:lnTo>
                              <a:pt x="1624" y="2"/>
                            </a:lnTo>
                            <a:lnTo>
                              <a:pt x="1621" y="1"/>
                            </a:lnTo>
                            <a:lnTo>
                              <a:pt x="1619" y="1"/>
                            </a:lnTo>
                            <a:lnTo>
                              <a:pt x="1617" y="1"/>
                            </a:lnTo>
                            <a:lnTo>
                              <a:pt x="1614" y="0"/>
                            </a:lnTo>
                            <a:lnTo>
                              <a:pt x="1612" y="0"/>
                            </a:lnTo>
                            <a:lnTo>
                              <a:pt x="1609" y="0"/>
                            </a:lnTo>
                            <a:lnTo>
                              <a:pt x="1607" y="0"/>
                            </a:lnTo>
                            <a:lnTo>
                              <a:pt x="1605" y="0"/>
                            </a:lnTo>
                            <a:lnTo>
                              <a:pt x="1602" y="0"/>
                            </a:lnTo>
                            <a:lnTo>
                              <a:pt x="1600" y="1"/>
                            </a:lnTo>
                            <a:lnTo>
                              <a:pt x="1597" y="1"/>
                            </a:lnTo>
                            <a:lnTo>
                              <a:pt x="1595" y="1"/>
                            </a:lnTo>
                            <a:lnTo>
                              <a:pt x="1593" y="2"/>
                            </a:lnTo>
                            <a:lnTo>
                              <a:pt x="1590" y="3"/>
                            </a:lnTo>
                            <a:lnTo>
                              <a:pt x="1588" y="4"/>
                            </a:lnTo>
                            <a:lnTo>
                              <a:pt x="1585" y="5"/>
                            </a:lnTo>
                            <a:lnTo>
                              <a:pt x="1583" y="5"/>
                            </a:lnTo>
                            <a:lnTo>
                              <a:pt x="1581" y="6"/>
                            </a:lnTo>
                            <a:lnTo>
                              <a:pt x="1578" y="6"/>
                            </a:lnTo>
                            <a:lnTo>
                              <a:pt x="1576" y="7"/>
                            </a:lnTo>
                            <a:lnTo>
                              <a:pt x="1573" y="7"/>
                            </a:lnTo>
                            <a:lnTo>
                              <a:pt x="1571" y="7"/>
                            </a:lnTo>
                            <a:lnTo>
                              <a:pt x="1569" y="7"/>
                            </a:lnTo>
                            <a:lnTo>
                              <a:pt x="1566" y="7"/>
                            </a:lnTo>
                            <a:lnTo>
                              <a:pt x="1564" y="8"/>
                            </a:lnTo>
                            <a:lnTo>
                              <a:pt x="1561" y="8"/>
                            </a:lnTo>
                            <a:lnTo>
                              <a:pt x="1559" y="8"/>
                            </a:lnTo>
                            <a:lnTo>
                              <a:pt x="1557" y="8"/>
                            </a:lnTo>
                            <a:lnTo>
                              <a:pt x="1554" y="8"/>
                            </a:lnTo>
                            <a:lnTo>
                              <a:pt x="1552" y="9"/>
                            </a:lnTo>
                            <a:lnTo>
                              <a:pt x="1549" y="9"/>
                            </a:lnTo>
                            <a:lnTo>
                              <a:pt x="1547" y="9"/>
                            </a:lnTo>
                            <a:lnTo>
                              <a:pt x="1544" y="10"/>
                            </a:lnTo>
                            <a:lnTo>
                              <a:pt x="1542" y="10"/>
                            </a:lnTo>
                            <a:lnTo>
                              <a:pt x="1540" y="10"/>
                            </a:lnTo>
                            <a:lnTo>
                              <a:pt x="1537" y="10"/>
                            </a:lnTo>
                            <a:lnTo>
                              <a:pt x="1535" y="10"/>
                            </a:lnTo>
                            <a:lnTo>
                              <a:pt x="1532" y="11"/>
                            </a:lnTo>
                            <a:lnTo>
                              <a:pt x="1530" y="11"/>
                            </a:lnTo>
                            <a:lnTo>
                              <a:pt x="1528" y="11"/>
                            </a:lnTo>
                            <a:lnTo>
                              <a:pt x="1525" y="11"/>
                            </a:lnTo>
                            <a:lnTo>
                              <a:pt x="1523" y="11"/>
                            </a:lnTo>
                            <a:lnTo>
                              <a:pt x="1520" y="11"/>
                            </a:lnTo>
                            <a:lnTo>
                              <a:pt x="1518" y="12"/>
                            </a:lnTo>
                            <a:lnTo>
                              <a:pt x="1516" y="12"/>
                            </a:lnTo>
                            <a:lnTo>
                              <a:pt x="1513" y="12"/>
                            </a:lnTo>
                            <a:lnTo>
                              <a:pt x="1511" y="13"/>
                            </a:lnTo>
                            <a:lnTo>
                              <a:pt x="1508" y="13"/>
                            </a:lnTo>
                            <a:lnTo>
                              <a:pt x="1506" y="13"/>
                            </a:lnTo>
                            <a:lnTo>
                              <a:pt x="1504" y="13"/>
                            </a:lnTo>
                            <a:lnTo>
                              <a:pt x="1501" y="13"/>
                            </a:lnTo>
                            <a:lnTo>
                              <a:pt x="1499" y="14"/>
                            </a:lnTo>
                            <a:lnTo>
                              <a:pt x="1496" y="14"/>
                            </a:lnTo>
                            <a:lnTo>
                              <a:pt x="1494" y="14"/>
                            </a:lnTo>
                            <a:lnTo>
                              <a:pt x="1491" y="14"/>
                            </a:lnTo>
                            <a:lnTo>
                              <a:pt x="1489" y="14"/>
                            </a:lnTo>
                            <a:lnTo>
                              <a:pt x="1487" y="15"/>
                            </a:lnTo>
                            <a:lnTo>
                              <a:pt x="1484" y="15"/>
                            </a:lnTo>
                            <a:lnTo>
                              <a:pt x="1482" y="15"/>
                            </a:lnTo>
                            <a:lnTo>
                              <a:pt x="1479" y="16"/>
                            </a:lnTo>
                            <a:lnTo>
                              <a:pt x="1477" y="16"/>
                            </a:lnTo>
                            <a:lnTo>
                              <a:pt x="1475" y="16"/>
                            </a:lnTo>
                            <a:lnTo>
                              <a:pt x="1472" y="16"/>
                            </a:lnTo>
                            <a:lnTo>
                              <a:pt x="1470" y="16"/>
                            </a:lnTo>
                            <a:lnTo>
                              <a:pt x="1467" y="16"/>
                            </a:lnTo>
                            <a:lnTo>
                              <a:pt x="1465" y="17"/>
                            </a:lnTo>
                            <a:lnTo>
                              <a:pt x="1463" y="17"/>
                            </a:lnTo>
                            <a:lnTo>
                              <a:pt x="1460" y="17"/>
                            </a:lnTo>
                            <a:lnTo>
                              <a:pt x="1458" y="17"/>
                            </a:lnTo>
                            <a:lnTo>
                              <a:pt x="1455" y="17"/>
                            </a:lnTo>
                            <a:lnTo>
                              <a:pt x="1453" y="18"/>
                            </a:lnTo>
                            <a:lnTo>
                              <a:pt x="1450" y="18"/>
                            </a:lnTo>
                            <a:lnTo>
                              <a:pt x="1448" y="18"/>
                            </a:lnTo>
                            <a:lnTo>
                              <a:pt x="1446" y="19"/>
                            </a:lnTo>
                            <a:lnTo>
                              <a:pt x="1443" y="19"/>
                            </a:lnTo>
                            <a:lnTo>
                              <a:pt x="1441" y="19"/>
                            </a:lnTo>
                            <a:lnTo>
                              <a:pt x="1438" y="19"/>
                            </a:lnTo>
                            <a:lnTo>
                              <a:pt x="1436" y="19"/>
                            </a:lnTo>
                            <a:lnTo>
                              <a:pt x="1434" y="19"/>
                            </a:lnTo>
                            <a:lnTo>
                              <a:pt x="1431" y="20"/>
                            </a:lnTo>
                            <a:lnTo>
                              <a:pt x="1429" y="20"/>
                            </a:lnTo>
                            <a:lnTo>
                              <a:pt x="1426" y="20"/>
                            </a:lnTo>
                            <a:lnTo>
                              <a:pt x="1424" y="21"/>
                            </a:lnTo>
                            <a:lnTo>
                              <a:pt x="1422" y="21"/>
                            </a:lnTo>
                            <a:lnTo>
                              <a:pt x="1419" y="21"/>
                            </a:lnTo>
                            <a:lnTo>
                              <a:pt x="1417" y="21"/>
                            </a:lnTo>
                            <a:lnTo>
                              <a:pt x="1414" y="21"/>
                            </a:lnTo>
                            <a:lnTo>
                              <a:pt x="1412" y="21"/>
                            </a:lnTo>
                            <a:lnTo>
                              <a:pt x="1410" y="22"/>
                            </a:lnTo>
                            <a:lnTo>
                              <a:pt x="1407" y="22"/>
                            </a:lnTo>
                            <a:lnTo>
                              <a:pt x="1405" y="22"/>
                            </a:lnTo>
                            <a:lnTo>
                              <a:pt x="1402" y="22"/>
                            </a:lnTo>
                            <a:lnTo>
                              <a:pt x="1400" y="22"/>
                            </a:lnTo>
                            <a:lnTo>
                              <a:pt x="1398" y="22"/>
                            </a:lnTo>
                            <a:lnTo>
                              <a:pt x="1395" y="23"/>
                            </a:lnTo>
                            <a:lnTo>
                              <a:pt x="1393" y="23"/>
                            </a:lnTo>
                            <a:lnTo>
                              <a:pt x="1390" y="23"/>
                            </a:lnTo>
                            <a:lnTo>
                              <a:pt x="1388" y="24"/>
                            </a:lnTo>
                            <a:lnTo>
                              <a:pt x="1386" y="24"/>
                            </a:lnTo>
                            <a:lnTo>
                              <a:pt x="1383" y="24"/>
                            </a:lnTo>
                            <a:lnTo>
                              <a:pt x="1381" y="24"/>
                            </a:lnTo>
                            <a:lnTo>
                              <a:pt x="1378" y="24"/>
                            </a:lnTo>
                            <a:lnTo>
                              <a:pt x="1376" y="24"/>
                            </a:lnTo>
                            <a:lnTo>
                              <a:pt x="1374" y="25"/>
                            </a:lnTo>
                            <a:lnTo>
                              <a:pt x="1371" y="25"/>
                            </a:lnTo>
                            <a:lnTo>
                              <a:pt x="1369" y="25"/>
                            </a:lnTo>
                            <a:lnTo>
                              <a:pt x="1366" y="25"/>
                            </a:lnTo>
                            <a:lnTo>
                              <a:pt x="1364" y="25"/>
                            </a:lnTo>
                            <a:lnTo>
                              <a:pt x="1362" y="26"/>
                            </a:lnTo>
                            <a:lnTo>
                              <a:pt x="1359" y="26"/>
                            </a:lnTo>
                            <a:lnTo>
                              <a:pt x="1357" y="26"/>
                            </a:lnTo>
                            <a:lnTo>
                              <a:pt x="1354" y="26"/>
                            </a:lnTo>
                            <a:lnTo>
                              <a:pt x="1352" y="27"/>
                            </a:lnTo>
                            <a:lnTo>
                              <a:pt x="1350" y="27"/>
                            </a:lnTo>
                            <a:lnTo>
                              <a:pt x="1347" y="27"/>
                            </a:lnTo>
                            <a:lnTo>
                              <a:pt x="1345" y="27"/>
                            </a:lnTo>
                            <a:lnTo>
                              <a:pt x="1342" y="27"/>
                            </a:lnTo>
                            <a:lnTo>
                              <a:pt x="1340" y="27"/>
                            </a:lnTo>
                            <a:lnTo>
                              <a:pt x="1338" y="28"/>
                            </a:lnTo>
                            <a:lnTo>
                              <a:pt x="1335" y="28"/>
                            </a:lnTo>
                            <a:lnTo>
                              <a:pt x="1333" y="28"/>
                            </a:lnTo>
                            <a:lnTo>
                              <a:pt x="1331" y="28"/>
                            </a:lnTo>
                            <a:lnTo>
                              <a:pt x="1328" y="28"/>
                            </a:lnTo>
                            <a:lnTo>
                              <a:pt x="1326" y="29"/>
                            </a:lnTo>
                            <a:lnTo>
                              <a:pt x="1323" y="29"/>
                            </a:lnTo>
                            <a:lnTo>
                              <a:pt x="1321" y="29"/>
                            </a:lnTo>
                            <a:lnTo>
                              <a:pt x="1318" y="29"/>
                            </a:lnTo>
                            <a:lnTo>
                              <a:pt x="1316" y="30"/>
                            </a:lnTo>
                            <a:lnTo>
                              <a:pt x="1314" y="30"/>
                            </a:lnTo>
                            <a:lnTo>
                              <a:pt x="1311" y="30"/>
                            </a:lnTo>
                            <a:lnTo>
                              <a:pt x="1309" y="30"/>
                            </a:lnTo>
                            <a:lnTo>
                              <a:pt x="1306" y="30"/>
                            </a:lnTo>
                            <a:lnTo>
                              <a:pt x="1304" y="31"/>
                            </a:lnTo>
                            <a:lnTo>
                              <a:pt x="1302" y="31"/>
                            </a:lnTo>
                            <a:lnTo>
                              <a:pt x="1299" y="31"/>
                            </a:lnTo>
                            <a:lnTo>
                              <a:pt x="1297" y="31"/>
                            </a:lnTo>
                            <a:lnTo>
                              <a:pt x="1294" y="31"/>
                            </a:lnTo>
                            <a:lnTo>
                              <a:pt x="1292" y="32"/>
                            </a:lnTo>
                            <a:lnTo>
                              <a:pt x="1290" y="32"/>
                            </a:lnTo>
                            <a:lnTo>
                              <a:pt x="1287" y="32"/>
                            </a:lnTo>
                            <a:lnTo>
                              <a:pt x="1285" y="32"/>
                            </a:lnTo>
                            <a:lnTo>
                              <a:pt x="1282" y="33"/>
                            </a:lnTo>
                            <a:lnTo>
                              <a:pt x="1280" y="33"/>
                            </a:lnTo>
                            <a:lnTo>
                              <a:pt x="1277" y="33"/>
                            </a:lnTo>
                            <a:lnTo>
                              <a:pt x="1275" y="33"/>
                            </a:lnTo>
                            <a:lnTo>
                              <a:pt x="1273" y="33"/>
                            </a:lnTo>
                            <a:lnTo>
                              <a:pt x="1270" y="34"/>
                            </a:lnTo>
                            <a:lnTo>
                              <a:pt x="1268" y="34"/>
                            </a:lnTo>
                            <a:lnTo>
                              <a:pt x="1265" y="34"/>
                            </a:lnTo>
                            <a:lnTo>
                              <a:pt x="1263" y="34"/>
                            </a:lnTo>
                            <a:lnTo>
                              <a:pt x="1261" y="34"/>
                            </a:lnTo>
                            <a:lnTo>
                              <a:pt x="1258" y="35"/>
                            </a:lnTo>
                            <a:lnTo>
                              <a:pt x="1256" y="35"/>
                            </a:lnTo>
                            <a:lnTo>
                              <a:pt x="1253" y="35"/>
                            </a:lnTo>
                            <a:lnTo>
                              <a:pt x="1251" y="35"/>
                            </a:lnTo>
                            <a:lnTo>
                              <a:pt x="1249" y="36"/>
                            </a:lnTo>
                            <a:lnTo>
                              <a:pt x="1246" y="36"/>
                            </a:lnTo>
                            <a:lnTo>
                              <a:pt x="1244" y="36"/>
                            </a:lnTo>
                            <a:lnTo>
                              <a:pt x="1241" y="36"/>
                            </a:lnTo>
                            <a:lnTo>
                              <a:pt x="1239" y="36"/>
                            </a:lnTo>
                            <a:lnTo>
                              <a:pt x="1237" y="37"/>
                            </a:lnTo>
                            <a:lnTo>
                              <a:pt x="1234" y="37"/>
                            </a:lnTo>
                            <a:lnTo>
                              <a:pt x="1232" y="37"/>
                            </a:lnTo>
                            <a:lnTo>
                              <a:pt x="1229" y="37"/>
                            </a:lnTo>
                            <a:lnTo>
                              <a:pt x="1227" y="37"/>
                            </a:lnTo>
                            <a:lnTo>
                              <a:pt x="1224" y="38"/>
                            </a:lnTo>
                            <a:lnTo>
                              <a:pt x="1222" y="38"/>
                            </a:lnTo>
                            <a:lnTo>
                              <a:pt x="1220" y="38"/>
                            </a:lnTo>
                            <a:lnTo>
                              <a:pt x="1217" y="39"/>
                            </a:lnTo>
                            <a:lnTo>
                              <a:pt x="1215" y="39"/>
                            </a:lnTo>
                            <a:lnTo>
                              <a:pt x="1212" y="39"/>
                            </a:lnTo>
                            <a:lnTo>
                              <a:pt x="1210" y="39"/>
                            </a:lnTo>
                            <a:lnTo>
                              <a:pt x="1208" y="39"/>
                            </a:lnTo>
                            <a:lnTo>
                              <a:pt x="1205" y="40"/>
                            </a:lnTo>
                            <a:lnTo>
                              <a:pt x="1203" y="40"/>
                            </a:lnTo>
                            <a:lnTo>
                              <a:pt x="1200" y="40"/>
                            </a:lnTo>
                            <a:lnTo>
                              <a:pt x="1198" y="40"/>
                            </a:lnTo>
                            <a:lnTo>
                              <a:pt x="1196" y="41"/>
                            </a:lnTo>
                            <a:lnTo>
                              <a:pt x="1193" y="41"/>
                            </a:lnTo>
                            <a:lnTo>
                              <a:pt x="1191" y="41"/>
                            </a:lnTo>
                            <a:lnTo>
                              <a:pt x="1188" y="41"/>
                            </a:lnTo>
                            <a:lnTo>
                              <a:pt x="1186" y="41"/>
                            </a:lnTo>
                            <a:lnTo>
                              <a:pt x="1183" y="42"/>
                            </a:lnTo>
                            <a:lnTo>
                              <a:pt x="1181" y="42"/>
                            </a:lnTo>
                            <a:lnTo>
                              <a:pt x="1179" y="42"/>
                            </a:lnTo>
                            <a:lnTo>
                              <a:pt x="1176" y="42"/>
                            </a:lnTo>
                            <a:lnTo>
                              <a:pt x="1174" y="42"/>
                            </a:lnTo>
                            <a:lnTo>
                              <a:pt x="1171" y="43"/>
                            </a:lnTo>
                            <a:lnTo>
                              <a:pt x="1169" y="43"/>
                            </a:lnTo>
                            <a:lnTo>
                              <a:pt x="1167" y="43"/>
                            </a:lnTo>
                            <a:lnTo>
                              <a:pt x="1164" y="43"/>
                            </a:lnTo>
                            <a:lnTo>
                              <a:pt x="1162" y="44"/>
                            </a:lnTo>
                            <a:lnTo>
                              <a:pt x="1159" y="44"/>
                            </a:lnTo>
                            <a:lnTo>
                              <a:pt x="1157" y="44"/>
                            </a:lnTo>
                            <a:lnTo>
                              <a:pt x="1155" y="44"/>
                            </a:lnTo>
                            <a:lnTo>
                              <a:pt x="1152" y="44"/>
                            </a:lnTo>
                            <a:lnTo>
                              <a:pt x="1150" y="45"/>
                            </a:lnTo>
                            <a:lnTo>
                              <a:pt x="1147" y="45"/>
                            </a:lnTo>
                            <a:lnTo>
                              <a:pt x="1145" y="45"/>
                            </a:lnTo>
                            <a:lnTo>
                              <a:pt x="1143" y="45"/>
                            </a:lnTo>
                            <a:lnTo>
                              <a:pt x="1140" y="45"/>
                            </a:lnTo>
                            <a:lnTo>
                              <a:pt x="1138" y="46"/>
                            </a:lnTo>
                            <a:lnTo>
                              <a:pt x="1135" y="46"/>
                            </a:lnTo>
                            <a:lnTo>
                              <a:pt x="1133" y="46"/>
                            </a:lnTo>
                            <a:lnTo>
                              <a:pt x="1131" y="46"/>
                            </a:lnTo>
                            <a:lnTo>
                              <a:pt x="1128" y="47"/>
                            </a:lnTo>
                            <a:lnTo>
                              <a:pt x="1126" y="47"/>
                            </a:lnTo>
                            <a:lnTo>
                              <a:pt x="1123" y="47"/>
                            </a:lnTo>
                            <a:lnTo>
                              <a:pt x="1121" y="47"/>
                            </a:lnTo>
                            <a:lnTo>
                              <a:pt x="1119" y="47"/>
                            </a:lnTo>
                            <a:lnTo>
                              <a:pt x="1116" y="48"/>
                            </a:lnTo>
                            <a:lnTo>
                              <a:pt x="1114" y="48"/>
                            </a:lnTo>
                            <a:lnTo>
                              <a:pt x="1111" y="48"/>
                            </a:lnTo>
                            <a:lnTo>
                              <a:pt x="1109" y="48"/>
                            </a:lnTo>
                            <a:lnTo>
                              <a:pt x="1107" y="48"/>
                            </a:lnTo>
                            <a:lnTo>
                              <a:pt x="1104" y="49"/>
                            </a:lnTo>
                            <a:lnTo>
                              <a:pt x="1102" y="49"/>
                            </a:lnTo>
                            <a:lnTo>
                              <a:pt x="1099" y="49"/>
                            </a:lnTo>
                            <a:lnTo>
                              <a:pt x="1097" y="50"/>
                            </a:lnTo>
                            <a:lnTo>
                              <a:pt x="1095" y="50"/>
                            </a:lnTo>
                            <a:lnTo>
                              <a:pt x="1092" y="50"/>
                            </a:lnTo>
                            <a:lnTo>
                              <a:pt x="1090" y="50"/>
                            </a:lnTo>
                            <a:lnTo>
                              <a:pt x="1088" y="50"/>
                            </a:lnTo>
                            <a:lnTo>
                              <a:pt x="1085" y="50"/>
                            </a:lnTo>
                            <a:lnTo>
                              <a:pt x="1083" y="51"/>
                            </a:lnTo>
                            <a:lnTo>
                              <a:pt x="1080" y="51"/>
                            </a:lnTo>
                            <a:lnTo>
                              <a:pt x="1078" y="51"/>
                            </a:lnTo>
                            <a:lnTo>
                              <a:pt x="1076" y="51"/>
                            </a:lnTo>
                            <a:lnTo>
                              <a:pt x="1073" y="51"/>
                            </a:lnTo>
                            <a:lnTo>
                              <a:pt x="1071" y="52"/>
                            </a:lnTo>
                            <a:lnTo>
                              <a:pt x="1068" y="52"/>
                            </a:lnTo>
                            <a:lnTo>
                              <a:pt x="1066" y="52"/>
                            </a:lnTo>
                            <a:lnTo>
                              <a:pt x="1064" y="53"/>
                            </a:lnTo>
                            <a:lnTo>
                              <a:pt x="1061" y="53"/>
                            </a:lnTo>
                            <a:lnTo>
                              <a:pt x="1059" y="53"/>
                            </a:lnTo>
                            <a:lnTo>
                              <a:pt x="1056" y="53"/>
                            </a:lnTo>
                            <a:lnTo>
                              <a:pt x="1054" y="53"/>
                            </a:lnTo>
                            <a:lnTo>
                              <a:pt x="1051" y="53"/>
                            </a:lnTo>
                            <a:lnTo>
                              <a:pt x="1049" y="54"/>
                            </a:lnTo>
                            <a:lnTo>
                              <a:pt x="1047" y="54"/>
                            </a:lnTo>
                            <a:lnTo>
                              <a:pt x="1044" y="54"/>
                            </a:lnTo>
                            <a:lnTo>
                              <a:pt x="1042" y="54"/>
                            </a:lnTo>
                            <a:lnTo>
                              <a:pt x="1039" y="54"/>
                            </a:lnTo>
                            <a:lnTo>
                              <a:pt x="1037" y="55"/>
                            </a:lnTo>
                            <a:lnTo>
                              <a:pt x="1035" y="55"/>
                            </a:lnTo>
                            <a:lnTo>
                              <a:pt x="1032" y="55"/>
                            </a:lnTo>
                            <a:lnTo>
                              <a:pt x="1030" y="56"/>
                            </a:lnTo>
                            <a:lnTo>
                              <a:pt x="1027" y="56"/>
                            </a:lnTo>
                            <a:lnTo>
                              <a:pt x="1025" y="56"/>
                            </a:lnTo>
                            <a:lnTo>
                              <a:pt x="1023" y="56"/>
                            </a:lnTo>
                            <a:lnTo>
                              <a:pt x="1020" y="56"/>
                            </a:lnTo>
                            <a:lnTo>
                              <a:pt x="1018" y="56"/>
                            </a:lnTo>
                            <a:lnTo>
                              <a:pt x="1015" y="57"/>
                            </a:lnTo>
                            <a:lnTo>
                              <a:pt x="1013" y="57"/>
                            </a:lnTo>
                            <a:lnTo>
                              <a:pt x="1010" y="57"/>
                            </a:lnTo>
                            <a:lnTo>
                              <a:pt x="1008" y="57"/>
                            </a:lnTo>
                            <a:lnTo>
                              <a:pt x="1006" y="57"/>
                            </a:lnTo>
                            <a:lnTo>
                              <a:pt x="1003" y="58"/>
                            </a:lnTo>
                            <a:lnTo>
                              <a:pt x="1001" y="58"/>
                            </a:lnTo>
                            <a:lnTo>
                              <a:pt x="998" y="58"/>
                            </a:lnTo>
                            <a:lnTo>
                              <a:pt x="996" y="59"/>
                            </a:lnTo>
                            <a:lnTo>
                              <a:pt x="994" y="59"/>
                            </a:lnTo>
                            <a:lnTo>
                              <a:pt x="991" y="59"/>
                            </a:lnTo>
                            <a:lnTo>
                              <a:pt x="989" y="59"/>
                            </a:lnTo>
                            <a:lnTo>
                              <a:pt x="986" y="59"/>
                            </a:lnTo>
                            <a:lnTo>
                              <a:pt x="984" y="60"/>
                            </a:lnTo>
                            <a:lnTo>
                              <a:pt x="982" y="60"/>
                            </a:lnTo>
                            <a:lnTo>
                              <a:pt x="979" y="60"/>
                            </a:lnTo>
                            <a:lnTo>
                              <a:pt x="977" y="60"/>
                            </a:lnTo>
                            <a:lnTo>
                              <a:pt x="974" y="60"/>
                            </a:lnTo>
                            <a:lnTo>
                              <a:pt x="972" y="61"/>
                            </a:lnTo>
                            <a:lnTo>
                              <a:pt x="970" y="61"/>
                            </a:lnTo>
                            <a:lnTo>
                              <a:pt x="967" y="61"/>
                            </a:lnTo>
                            <a:lnTo>
                              <a:pt x="965" y="62"/>
                            </a:lnTo>
                            <a:lnTo>
                              <a:pt x="962" y="62"/>
                            </a:lnTo>
                            <a:lnTo>
                              <a:pt x="960" y="62"/>
                            </a:lnTo>
                            <a:lnTo>
                              <a:pt x="957" y="62"/>
                            </a:lnTo>
                            <a:lnTo>
                              <a:pt x="955" y="62"/>
                            </a:lnTo>
                            <a:lnTo>
                              <a:pt x="953" y="63"/>
                            </a:lnTo>
                            <a:lnTo>
                              <a:pt x="950" y="63"/>
                            </a:lnTo>
                            <a:lnTo>
                              <a:pt x="948" y="63"/>
                            </a:lnTo>
                            <a:lnTo>
                              <a:pt x="945" y="64"/>
                            </a:lnTo>
                            <a:lnTo>
                              <a:pt x="943" y="64"/>
                            </a:lnTo>
                            <a:lnTo>
                              <a:pt x="941" y="64"/>
                            </a:lnTo>
                            <a:lnTo>
                              <a:pt x="938" y="64"/>
                            </a:lnTo>
                            <a:lnTo>
                              <a:pt x="936" y="64"/>
                            </a:lnTo>
                            <a:lnTo>
                              <a:pt x="933" y="65"/>
                            </a:lnTo>
                            <a:lnTo>
                              <a:pt x="931" y="65"/>
                            </a:lnTo>
                            <a:lnTo>
                              <a:pt x="929" y="65"/>
                            </a:lnTo>
                            <a:lnTo>
                              <a:pt x="926" y="65"/>
                            </a:lnTo>
                            <a:lnTo>
                              <a:pt x="924" y="66"/>
                            </a:lnTo>
                            <a:lnTo>
                              <a:pt x="921" y="66"/>
                            </a:lnTo>
                            <a:lnTo>
                              <a:pt x="919" y="66"/>
                            </a:lnTo>
                            <a:lnTo>
                              <a:pt x="916" y="67"/>
                            </a:lnTo>
                            <a:lnTo>
                              <a:pt x="914" y="67"/>
                            </a:lnTo>
                            <a:lnTo>
                              <a:pt x="912" y="67"/>
                            </a:lnTo>
                            <a:lnTo>
                              <a:pt x="909" y="67"/>
                            </a:lnTo>
                            <a:lnTo>
                              <a:pt x="907" y="67"/>
                            </a:lnTo>
                            <a:lnTo>
                              <a:pt x="904" y="68"/>
                            </a:lnTo>
                            <a:lnTo>
                              <a:pt x="902" y="68"/>
                            </a:lnTo>
                            <a:lnTo>
                              <a:pt x="900" y="68"/>
                            </a:lnTo>
                            <a:lnTo>
                              <a:pt x="897" y="68"/>
                            </a:lnTo>
                            <a:lnTo>
                              <a:pt x="895" y="69"/>
                            </a:lnTo>
                            <a:lnTo>
                              <a:pt x="892" y="69"/>
                            </a:lnTo>
                            <a:lnTo>
                              <a:pt x="890" y="69"/>
                            </a:lnTo>
                            <a:lnTo>
                              <a:pt x="888" y="70"/>
                            </a:lnTo>
                            <a:lnTo>
                              <a:pt x="885" y="70"/>
                            </a:lnTo>
                            <a:lnTo>
                              <a:pt x="883" y="70"/>
                            </a:lnTo>
                            <a:lnTo>
                              <a:pt x="880" y="70"/>
                            </a:lnTo>
                            <a:lnTo>
                              <a:pt x="878" y="71"/>
                            </a:lnTo>
                            <a:lnTo>
                              <a:pt x="876" y="71"/>
                            </a:lnTo>
                            <a:lnTo>
                              <a:pt x="873" y="71"/>
                            </a:lnTo>
                            <a:lnTo>
                              <a:pt x="871" y="71"/>
                            </a:lnTo>
                            <a:lnTo>
                              <a:pt x="868" y="71"/>
                            </a:lnTo>
                            <a:lnTo>
                              <a:pt x="866" y="72"/>
                            </a:lnTo>
                            <a:lnTo>
                              <a:pt x="864" y="72"/>
                            </a:lnTo>
                            <a:lnTo>
                              <a:pt x="861" y="72"/>
                            </a:lnTo>
                            <a:lnTo>
                              <a:pt x="859" y="73"/>
                            </a:lnTo>
                            <a:lnTo>
                              <a:pt x="856" y="73"/>
                            </a:lnTo>
                            <a:lnTo>
                              <a:pt x="854" y="73"/>
                            </a:lnTo>
                            <a:lnTo>
                              <a:pt x="852" y="73"/>
                            </a:lnTo>
                            <a:lnTo>
                              <a:pt x="849" y="74"/>
                            </a:lnTo>
                            <a:lnTo>
                              <a:pt x="847" y="74"/>
                            </a:lnTo>
                            <a:lnTo>
                              <a:pt x="845" y="74"/>
                            </a:lnTo>
                            <a:lnTo>
                              <a:pt x="842" y="74"/>
                            </a:lnTo>
                            <a:lnTo>
                              <a:pt x="840" y="75"/>
                            </a:lnTo>
                            <a:lnTo>
                              <a:pt x="837" y="75"/>
                            </a:lnTo>
                            <a:lnTo>
                              <a:pt x="835" y="76"/>
                            </a:lnTo>
                            <a:lnTo>
                              <a:pt x="833" y="76"/>
                            </a:lnTo>
                            <a:lnTo>
                              <a:pt x="830" y="76"/>
                            </a:lnTo>
                            <a:lnTo>
                              <a:pt x="828" y="76"/>
                            </a:lnTo>
                            <a:lnTo>
                              <a:pt x="825" y="77"/>
                            </a:lnTo>
                            <a:lnTo>
                              <a:pt x="823" y="77"/>
                            </a:lnTo>
                            <a:lnTo>
                              <a:pt x="821" y="77"/>
                            </a:lnTo>
                            <a:lnTo>
                              <a:pt x="818" y="77"/>
                            </a:lnTo>
                            <a:lnTo>
                              <a:pt x="816" y="78"/>
                            </a:lnTo>
                            <a:lnTo>
                              <a:pt x="813" y="78"/>
                            </a:lnTo>
                            <a:lnTo>
                              <a:pt x="811" y="78"/>
                            </a:lnTo>
                            <a:lnTo>
                              <a:pt x="809" y="79"/>
                            </a:lnTo>
                            <a:lnTo>
                              <a:pt x="806" y="79"/>
                            </a:lnTo>
                            <a:lnTo>
                              <a:pt x="804" y="79"/>
                            </a:lnTo>
                            <a:lnTo>
                              <a:pt x="801" y="79"/>
                            </a:lnTo>
                            <a:lnTo>
                              <a:pt x="799" y="80"/>
                            </a:lnTo>
                            <a:lnTo>
                              <a:pt x="797" y="80"/>
                            </a:lnTo>
                            <a:lnTo>
                              <a:pt x="794" y="80"/>
                            </a:lnTo>
                            <a:lnTo>
                              <a:pt x="792" y="80"/>
                            </a:lnTo>
                            <a:lnTo>
                              <a:pt x="789" y="81"/>
                            </a:lnTo>
                            <a:lnTo>
                              <a:pt x="787" y="81"/>
                            </a:lnTo>
                            <a:lnTo>
                              <a:pt x="784" y="82"/>
                            </a:lnTo>
                            <a:lnTo>
                              <a:pt x="782" y="82"/>
                            </a:lnTo>
                            <a:lnTo>
                              <a:pt x="780" y="82"/>
                            </a:lnTo>
                            <a:lnTo>
                              <a:pt x="777" y="82"/>
                            </a:lnTo>
                            <a:lnTo>
                              <a:pt x="775" y="83"/>
                            </a:lnTo>
                            <a:lnTo>
                              <a:pt x="772" y="83"/>
                            </a:lnTo>
                            <a:lnTo>
                              <a:pt x="770" y="84"/>
                            </a:lnTo>
                            <a:lnTo>
                              <a:pt x="768" y="84"/>
                            </a:lnTo>
                            <a:lnTo>
                              <a:pt x="765" y="84"/>
                            </a:lnTo>
                            <a:lnTo>
                              <a:pt x="763" y="84"/>
                            </a:lnTo>
                            <a:lnTo>
                              <a:pt x="760" y="85"/>
                            </a:lnTo>
                            <a:lnTo>
                              <a:pt x="758" y="85"/>
                            </a:lnTo>
                            <a:lnTo>
                              <a:pt x="756" y="85"/>
                            </a:lnTo>
                            <a:lnTo>
                              <a:pt x="753" y="85"/>
                            </a:lnTo>
                            <a:lnTo>
                              <a:pt x="751" y="86"/>
                            </a:lnTo>
                            <a:lnTo>
                              <a:pt x="748" y="86"/>
                            </a:lnTo>
                            <a:lnTo>
                              <a:pt x="746" y="87"/>
                            </a:lnTo>
                            <a:lnTo>
                              <a:pt x="743" y="87"/>
                            </a:lnTo>
                            <a:lnTo>
                              <a:pt x="741" y="87"/>
                            </a:lnTo>
                            <a:lnTo>
                              <a:pt x="739" y="87"/>
                            </a:lnTo>
                            <a:lnTo>
                              <a:pt x="736" y="88"/>
                            </a:lnTo>
                            <a:lnTo>
                              <a:pt x="734" y="88"/>
                            </a:lnTo>
                            <a:lnTo>
                              <a:pt x="731" y="88"/>
                            </a:lnTo>
                            <a:lnTo>
                              <a:pt x="729" y="88"/>
                            </a:lnTo>
                            <a:lnTo>
                              <a:pt x="727" y="89"/>
                            </a:lnTo>
                            <a:lnTo>
                              <a:pt x="724" y="89"/>
                            </a:lnTo>
                            <a:lnTo>
                              <a:pt x="722" y="90"/>
                            </a:lnTo>
                            <a:lnTo>
                              <a:pt x="719" y="90"/>
                            </a:lnTo>
                            <a:lnTo>
                              <a:pt x="717" y="90"/>
                            </a:lnTo>
                            <a:lnTo>
                              <a:pt x="715" y="90"/>
                            </a:lnTo>
                            <a:lnTo>
                              <a:pt x="712" y="91"/>
                            </a:lnTo>
                            <a:lnTo>
                              <a:pt x="710" y="91"/>
                            </a:lnTo>
                            <a:lnTo>
                              <a:pt x="707" y="91"/>
                            </a:lnTo>
                            <a:lnTo>
                              <a:pt x="705" y="92"/>
                            </a:lnTo>
                            <a:lnTo>
                              <a:pt x="703" y="92"/>
                            </a:lnTo>
                            <a:lnTo>
                              <a:pt x="700" y="92"/>
                            </a:lnTo>
                            <a:lnTo>
                              <a:pt x="698" y="93"/>
                            </a:lnTo>
                            <a:lnTo>
                              <a:pt x="695" y="93"/>
                            </a:lnTo>
                            <a:lnTo>
                              <a:pt x="693" y="93"/>
                            </a:lnTo>
                            <a:lnTo>
                              <a:pt x="690" y="94"/>
                            </a:lnTo>
                            <a:lnTo>
                              <a:pt x="688" y="94"/>
                            </a:lnTo>
                            <a:lnTo>
                              <a:pt x="686" y="94"/>
                            </a:lnTo>
                            <a:lnTo>
                              <a:pt x="683" y="94"/>
                            </a:lnTo>
                            <a:lnTo>
                              <a:pt x="681" y="95"/>
                            </a:lnTo>
                            <a:lnTo>
                              <a:pt x="678" y="95"/>
                            </a:lnTo>
                            <a:lnTo>
                              <a:pt x="676" y="96"/>
                            </a:lnTo>
                            <a:lnTo>
                              <a:pt x="674" y="96"/>
                            </a:lnTo>
                            <a:lnTo>
                              <a:pt x="671" y="96"/>
                            </a:lnTo>
                            <a:lnTo>
                              <a:pt x="669" y="96"/>
                            </a:lnTo>
                            <a:lnTo>
                              <a:pt x="666" y="97"/>
                            </a:lnTo>
                            <a:lnTo>
                              <a:pt x="664" y="97"/>
                            </a:lnTo>
                            <a:lnTo>
                              <a:pt x="662" y="97"/>
                            </a:lnTo>
                            <a:lnTo>
                              <a:pt x="659" y="97"/>
                            </a:lnTo>
                            <a:lnTo>
                              <a:pt x="657" y="98"/>
                            </a:lnTo>
                            <a:lnTo>
                              <a:pt x="654" y="98"/>
                            </a:lnTo>
                            <a:lnTo>
                              <a:pt x="652" y="99"/>
                            </a:lnTo>
                            <a:lnTo>
                              <a:pt x="649" y="99"/>
                            </a:lnTo>
                            <a:lnTo>
                              <a:pt x="647" y="99"/>
                            </a:lnTo>
                            <a:lnTo>
                              <a:pt x="645" y="99"/>
                            </a:lnTo>
                            <a:lnTo>
                              <a:pt x="642" y="100"/>
                            </a:lnTo>
                            <a:lnTo>
                              <a:pt x="640" y="100"/>
                            </a:lnTo>
                            <a:lnTo>
                              <a:pt x="637" y="100"/>
                            </a:lnTo>
                            <a:lnTo>
                              <a:pt x="635" y="100"/>
                            </a:lnTo>
                            <a:lnTo>
                              <a:pt x="633" y="101"/>
                            </a:lnTo>
                            <a:lnTo>
                              <a:pt x="630" y="101"/>
                            </a:lnTo>
                            <a:lnTo>
                              <a:pt x="628" y="102"/>
                            </a:lnTo>
                            <a:lnTo>
                              <a:pt x="625" y="102"/>
                            </a:lnTo>
                            <a:lnTo>
                              <a:pt x="623" y="102"/>
                            </a:lnTo>
                            <a:lnTo>
                              <a:pt x="621" y="102"/>
                            </a:lnTo>
                            <a:lnTo>
                              <a:pt x="618" y="103"/>
                            </a:lnTo>
                            <a:lnTo>
                              <a:pt x="616" y="103"/>
                            </a:lnTo>
                            <a:lnTo>
                              <a:pt x="613" y="104"/>
                            </a:lnTo>
                            <a:lnTo>
                              <a:pt x="611" y="104"/>
                            </a:lnTo>
                            <a:lnTo>
                              <a:pt x="609" y="104"/>
                            </a:lnTo>
                            <a:lnTo>
                              <a:pt x="606" y="104"/>
                            </a:lnTo>
                            <a:lnTo>
                              <a:pt x="604" y="105"/>
                            </a:lnTo>
                            <a:lnTo>
                              <a:pt x="601" y="105"/>
                            </a:lnTo>
                            <a:lnTo>
                              <a:pt x="599" y="105"/>
                            </a:lnTo>
                            <a:lnTo>
                              <a:pt x="597" y="106"/>
                            </a:lnTo>
                            <a:lnTo>
                              <a:pt x="594" y="106"/>
                            </a:lnTo>
                            <a:lnTo>
                              <a:pt x="592" y="106"/>
                            </a:lnTo>
                            <a:lnTo>
                              <a:pt x="590" y="107"/>
                            </a:lnTo>
                            <a:lnTo>
                              <a:pt x="587" y="107"/>
                            </a:lnTo>
                            <a:lnTo>
                              <a:pt x="585" y="107"/>
                            </a:lnTo>
                            <a:lnTo>
                              <a:pt x="582" y="108"/>
                            </a:lnTo>
                            <a:lnTo>
                              <a:pt x="580" y="108"/>
                            </a:lnTo>
                            <a:lnTo>
                              <a:pt x="578" y="108"/>
                            </a:lnTo>
                            <a:lnTo>
                              <a:pt x="575" y="108"/>
                            </a:lnTo>
                            <a:lnTo>
                              <a:pt x="573" y="109"/>
                            </a:lnTo>
                            <a:lnTo>
                              <a:pt x="570" y="109"/>
                            </a:lnTo>
                            <a:lnTo>
                              <a:pt x="568" y="110"/>
                            </a:lnTo>
                            <a:lnTo>
                              <a:pt x="566" y="110"/>
                            </a:lnTo>
                            <a:lnTo>
                              <a:pt x="563" y="110"/>
                            </a:lnTo>
                            <a:lnTo>
                              <a:pt x="561" y="110"/>
                            </a:lnTo>
                            <a:lnTo>
                              <a:pt x="558" y="111"/>
                            </a:lnTo>
                            <a:lnTo>
                              <a:pt x="556" y="111"/>
                            </a:lnTo>
                            <a:lnTo>
                              <a:pt x="554" y="111"/>
                            </a:lnTo>
                            <a:lnTo>
                              <a:pt x="551" y="112"/>
                            </a:lnTo>
                            <a:lnTo>
                              <a:pt x="549" y="112"/>
                            </a:lnTo>
                            <a:lnTo>
                              <a:pt x="546" y="113"/>
                            </a:lnTo>
                            <a:lnTo>
                              <a:pt x="544" y="113"/>
                            </a:lnTo>
                            <a:lnTo>
                              <a:pt x="542" y="113"/>
                            </a:lnTo>
                            <a:lnTo>
                              <a:pt x="539" y="113"/>
                            </a:lnTo>
                            <a:lnTo>
                              <a:pt x="537" y="114"/>
                            </a:lnTo>
                            <a:lnTo>
                              <a:pt x="534" y="114"/>
                            </a:lnTo>
                            <a:lnTo>
                              <a:pt x="532" y="114"/>
                            </a:lnTo>
                            <a:lnTo>
                              <a:pt x="530" y="115"/>
                            </a:lnTo>
                            <a:lnTo>
                              <a:pt x="527" y="115"/>
                            </a:lnTo>
                            <a:lnTo>
                              <a:pt x="525" y="115"/>
                            </a:lnTo>
                            <a:lnTo>
                              <a:pt x="522" y="116"/>
                            </a:lnTo>
                            <a:lnTo>
                              <a:pt x="520" y="116"/>
                            </a:lnTo>
                            <a:lnTo>
                              <a:pt x="517" y="116"/>
                            </a:lnTo>
                            <a:lnTo>
                              <a:pt x="515" y="116"/>
                            </a:lnTo>
                            <a:lnTo>
                              <a:pt x="513" y="117"/>
                            </a:lnTo>
                            <a:lnTo>
                              <a:pt x="510" y="117"/>
                            </a:lnTo>
                            <a:lnTo>
                              <a:pt x="508" y="117"/>
                            </a:lnTo>
                            <a:lnTo>
                              <a:pt x="505" y="118"/>
                            </a:lnTo>
                            <a:lnTo>
                              <a:pt x="503" y="118"/>
                            </a:lnTo>
                            <a:lnTo>
                              <a:pt x="501" y="118"/>
                            </a:lnTo>
                            <a:lnTo>
                              <a:pt x="498" y="119"/>
                            </a:lnTo>
                            <a:lnTo>
                              <a:pt x="496" y="119"/>
                            </a:lnTo>
                            <a:lnTo>
                              <a:pt x="493" y="119"/>
                            </a:lnTo>
                            <a:lnTo>
                              <a:pt x="491" y="119"/>
                            </a:lnTo>
                            <a:lnTo>
                              <a:pt x="489" y="120"/>
                            </a:lnTo>
                            <a:lnTo>
                              <a:pt x="486" y="120"/>
                            </a:lnTo>
                            <a:lnTo>
                              <a:pt x="484" y="120"/>
                            </a:lnTo>
                            <a:lnTo>
                              <a:pt x="481" y="120"/>
                            </a:lnTo>
                            <a:lnTo>
                              <a:pt x="479" y="121"/>
                            </a:lnTo>
                            <a:lnTo>
                              <a:pt x="476" y="121"/>
                            </a:lnTo>
                            <a:lnTo>
                              <a:pt x="474" y="121"/>
                            </a:lnTo>
                            <a:lnTo>
                              <a:pt x="472" y="122"/>
                            </a:lnTo>
                            <a:lnTo>
                              <a:pt x="469" y="122"/>
                            </a:lnTo>
                            <a:lnTo>
                              <a:pt x="467" y="122"/>
                            </a:lnTo>
                            <a:lnTo>
                              <a:pt x="464" y="122"/>
                            </a:lnTo>
                            <a:lnTo>
                              <a:pt x="462" y="122"/>
                            </a:lnTo>
                            <a:lnTo>
                              <a:pt x="460" y="123"/>
                            </a:lnTo>
                            <a:lnTo>
                              <a:pt x="457" y="123"/>
                            </a:lnTo>
                            <a:lnTo>
                              <a:pt x="455" y="123"/>
                            </a:lnTo>
                            <a:lnTo>
                              <a:pt x="452" y="123"/>
                            </a:lnTo>
                            <a:lnTo>
                              <a:pt x="450" y="123"/>
                            </a:lnTo>
                            <a:lnTo>
                              <a:pt x="448" y="124"/>
                            </a:lnTo>
                            <a:lnTo>
                              <a:pt x="445" y="124"/>
                            </a:lnTo>
                            <a:lnTo>
                              <a:pt x="443" y="124"/>
                            </a:lnTo>
                            <a:lnTo>
                              <a:pt x="440" y="125"/>
                            </a:lnTo>
                            <a:lnTo>
                              <a:pt x="438" y="125"/>
                            </a:lnTo>
                            <a:lnTo>
                              <a:pt x="436" y="125"/>
                            </a:lnTo>
                            <a:lnTo>
                              <a:pt x="433" y="125"/>
                            </a:lnTo>
                            <a:lnTo>
                              <a:pt x="431" y="125"/>
                            </a:lnTo>
                            <a:lnTo>
                              <a:pt x="428" y="125"/>
                            </a:lnTo>
                            <a:lnTo>
                              <a:pt x="426" y="125"/>
                            </a:lnTo>
                            <a:lnTo>
                              <a:pt x="423" y="125"/>
                            </a:lnTo>
                            <a:lnTo>
                              <a:pt x="421" y="126"/>
                            </a:lnTo>
                            <a:lnTo>
                              <a:pt x="419" y="126"/>
                            </a:lnTo>
                            <a:lnTo>
                              <a:pt x="416" y="126"/>
                            </a:lnTo>
                            <a:lnTo>
                              <a:pt x="414" y="126"/>
                            </a:lnTo>
                            <a:lnTo>
                              <a:pt x="411" y="126"/>
                            </a:lnTo>
                            <a:lnTo>
                              <a:pt x="409" y="126"/>
                            </a:lnTo>
                            <a:lnTo>
                              <a:pt x="407" y="126"/>
                            </a:lnTo>
                            <a:lnTo>
                              <a:pt x="404" y="126"/>
                            </a:lnTo>
                            <a:lnTo>
                              <a:pt x="402" y="126"/>
                            </a:lnTo>
                            <a:lnTo>
                              <a:pt x="399" y="127"/>
                            </a:lnTo>
                            <a:lnTo>
                              <a:pt x="397" y="127"/>
                            </a:lnTo>
                            <a:lnTo>
                              <a:pt x="395" y="127"/>
                            </a:lnTo>
                            <a:lnTo>
                              <a:pt x="392" y="127"/>
                            </a:lnTo>
                            <a:lnTo>
                              <a:pt x="390" y="127"/>
                            </a:lnTo>
                            <a:lnTo>
                              <a:pt x="387" y="127"/>
                            </a:lnTo>
                            <a:lnTo>
                              <a:pt x="385" y="126"/>
                            </a:lnTo>
                            <a:lnTo>
                              <a:pt x="382" y="126"/>
                            </a:lnTo>
                            <a:lnTo>
                              <a:pt x="380" y="126"/>
                            </a:lnTo>
                            <a:lnTo>
                              <a:pt x="378" y="126"/>
                            </a:lnTo>
                            <a:lnTo>
                              <a:pt x="375" y="126"/>
                            </a:lnTo>
                            <a:lnTo>
                              <a:pt x="373" y="126"/>
                            </a:lnTo>
                            <a:lnTo>
                              <a:pt x="370" y="126"/>
                            </a:lnTo>
                            <a:lnTo>
                              <a:pt x="368" y="126"/>
                            </a:lnTo>
                            <a:lnTo>
                              <a:pt x="366" y="126"/>
                            </a:lnTo>
                            <a:lnTo>
                              <a:pt x="363" y="126"/>
                            </a:lnTo>
                            <a:lnTo>
                              <a:pt x="361" y="126"/>
                            </a:lnTo>
                            <a:lnTo>
                              <a:pt x="358" y="127"/>
                            </a:lnTo>
                            <a:lnTo>
                              <a:pt x="356" y="127"/>
                            </a:lnTo>
                            <a:lnTo>
                              <a:pt x="354" y="127"/>
                            </a:lnTo>
                            <a:lnTo>
                              <a:pt x="351" y="127"/>
                            </a:lnTo>
                            <a:lnTo>
                              <a:pt x="349" y="127"/>
                            </a:lnTo>
                            <a:lnTo>
                              <a:pt x="347" y="127"/>
                            </a:lnTo>
                            <a:lnTo>
                              <a:pt x="344" y="127"/>
                            </a:lnTo>
                            <a:lnTo>
                              <a:pt x="342" y="127"/>
                            </a:lnTo>
                            <a:lnTo>
                              <a:pt x="339" y="127"/>
                            </a:lnTo>
                            <a:lnTo>
                              <a:pt x="337" y="127"/>
                            </a:lnTo>
                            <a:lnTo>
                              <a:pt x="335" y="127"/>
                            </a:lnTo>
                            <a:lnTo>
                              <a:pt x="332" y="127"/>
                            </a:lnTo>
                            <a:lnTo>
                              <a:pt x="330" y="127"/>
                            </a:lnTo>
                            <a:lnTo>
                              <a:pt x="327" y="127"/>
                            </a:lnTo>
                            <a:lnTo>
                              <a:pt x="325" y="127"/>
                            </a:lnTo>
                            <a:lnTo>
                              <a:pt x="323" y="127"/>
                            </a:lnTo>
                            <a:lnTo>
                              <a:pt x="320" y="127"/>
                            </a:lnTo>
                            <a:lnTo>
                              <a:pt x="318" y="127"/>
                            </a:lnTo>
                            <a:lnTo>
                              <a:pt x="315" y="127"/>
                            </a:lnTo>
                            <a:lnTo>
                              <a:pt x="313" y="127"/>
                            </a:lnTo>
                            <a:lnTo>
                              <a:pt x="311" y="127"/>
                            </a:lnTo>
                            <a:lnTo>
                              <a:pt x="308" y="128"/>
                            </a:lnTo>
                            <a:lnTo>
                              <a:pt x="306" y="128"/>
                            </a:lnTo>
                            <a:lnTo>
                              <a:pt x="303" y="128"/>
                            </a:lnTo>
                            <a:lnTo>
                              <a:pt x="301" y="128"/>
                            </a:lnTo>
                            <a:lnTo>
                              <a:pt x="299" y="128"/>
                            </a:lnTo>
                            <a:lnTo>
                              <a:pt x="296" y="128"/>
                            </a:lnTo>
                            <a:lnTo>
                              <a:pt x="294" y="128"/>
                            </a:lnTo>
                            <a:lnTo>
                              <a:pt x="291" y="128"/>
                            </a:lnTo>
                            <a:lnTo>
                              <a:pt x="289" y="128"/>
                            </a:lnTo>
                            <a:lnTo>
                              <a:pt x="287" y="128"/>
                            </a:lnTo>
                            <a:lnTo>
                              <a:pt x="284" y="128"/>
                            </a:lnTo>
                            <a:lnTo>
                              <a:pt x="282" y="128"/>
                            </a:lnTo>
                            <a:lnTo>
                              <a:pt x="279" y="128"/>
                            </a:lnTo>
                            <a:lnTo>
                              <a:pt x="277" y="128"/>
                            </a:lnTo>
                            <a:lnTo>
                              <a:pt x="275" y="128"/>
                            </a:lnTo>
                            <a:lnTo>
                              <a:pt x="272" y="128"/>
                            </a:lnTo>
                            <a:lnTo>
                              <a:pt x="270" y="128"/>
                            </a:lnTo>
                            <a:lnTo>
                              <a:pt x="267" y="128"/>
                            </a:lnTo>
                            <a:lnTo>
                              <a:pt x="265" y="128"/>
                            </a:lnTo>
                            <a:lnTo>
                              <a:pt x="263" y="129"/>
                            </a:lnTo>
                            <a:lnTo>
                              <a:pt x="260" y="129"/>
                            </a:lnTo>
                            <a:lnTo>
                              <a:pt x="258" y="129"/>
                            </a:lnTo>
                            <a:lnTo>
                              <a:pt x="255" y="129"/>
                            </a:lnTo>
                            <a:lnTo>
                              <a:pt x="253" y="129"/>
                            </a:lnTo>
                            <a:lnTo>
                              <a:pt x="250" y="129"/>
                            </a:lnTo>
                            <a:lnTo>
                              <a:pt x="248" y="128"/>
                            </a:lnTo>
                            <a:lnTo>
                              <a:pt x="246" y="128"/>
                            </a:lnTo>
                            <a:lnTo>
                              <a:pt x="243" y="128"/>
                            </a:lnTo>
                            <a:lnTo>
                              <a:pt x="241" y="128"/>
                            </a:lnTo>
                            <a:lnTo>
                              <a:pt x="238" y="128"/>
                            </a:lnTo>
                            <a:lnTo>
                              <a:pt x="236" y="128"/>
                            </a:lnTo>
                            <a:lnTo>
                              <a:pt x="234" y="128"/>
                            </a:lnTo>
                            <a:lnTo>
                              <a:pt x="231" y="128"/>
                            </a:lnTo>
                            <a:lnTo>
                              <a:pt x="229" y="128"/>
                            </a:lnTo>
                            <a:lnTo>
                              <a:pt x="226" y="128"/>
                            </a:lnTo>
                            <a:lnTo>
                              <a:pt x="224" y="128"/>
                            </a:lnTo>
                            <a:lnTo>
                              <a:pt x="222" y="128"/>
                            </a:lnTo>
                            <a:lnTo>
                              <a:pt x="219" y="128"/>
                            </a:lnTo>
                            <a:lnTo>
                              <a:pt x="217" y="128"/>
                            </a:lnTo>
                            <a:lnTo>
                              <a:pt x="214" y="128"/>
                            </a:lnTo>
                            <a:lnTo>
                              <a:pt x="212" y="128"/>
                            </a:lnTo>
                            <a:lnTo>
                              <a:pt x="209" y="128"/>
                            </a:lnTo>
                            <a:lnTo>
                              <a:pt x="207" y="128"/>
                            </a:lnTo>
                            <a:lnTo>
                              <a:pt x="205" y="128"/>
                            </a:lnTo>
                            <a:lnTo>
                              <a:pt x="202" y="128"/>
                            </a:lnTo>
                            <a:lnTo>
                              <a:pt x="200" y="128"/>
                            </a:lnTo>
                            <a:lnTo>
                              <a:pt x="197" y="128"/>
                            </a:lnTo>
                            <a:lnTo>
                              <a:pt x="195" y="128"/>
                            </a:lnTo>
                            <a:lnTo>
                              <a:pt x="193" y="128"/>
                            </a:lnTo>
                            <a:lnTo>
                              <a:pt x="190" y="128"/>
                            </a:lnTo>
                            <a:lnTo>
                              <a:pt x="188" y="128"/>
                            </a:lnTo>
                            <a:lnTo>
                              <a:pt x="185" y="128"/>
                            </a:lnTo>
                            <a:lnTo>
                              <a:pt x="183" y="128"/>
                            </a:lnTo>
                            <a:lnTo>
                              <a:pt x="181" y="128"/>
                            </a:lnTo>
                            <a:lnTo>
                              <a:pt x="178" y="128"/>
                            </a:lnTo>
                            <a:lnTo>
                              <a:pt x="176" y="128"/>
                            </a:lnTo>
                            <a:lnTo>
                              <a:pt x="173" y="128"/>
                            </a:lnTo>
                            <a:lnTo>
                              <a:pt x="171" y="128"/>
                            </a:lnTo>
                            <a:lnTo>
                              <a:pt x="169" y="128"/>
                            </a:lnTo>
                            <a:lnTo>
                              <a:pt x="166" y="128"/>
                            </a:lnTo>
                            <a:lnTo>
                              <a:pt x="164" y="128"/>
                            </a:lnTo>
                            <a:lnTo>
                              <a:pt x="161" y="128"/>
                            </a:lnTo>
                            <a:lnTo>
                              <a:pt x="159" y="128"/>
                            </a:lnTo>
                            <a:lnTo>
                              <a:pt x="156" y="128"/>
                            </a:lnTo>
                            <a:lnTo>
                              <a:pt x="154" y="128"/>
                            </a:lnTo>
                            <a:lnTo>
                              <a:pt x="152" y="128"/>
                            </a:lnTo>
                            <a:lnTo>
                              <a:pt x="149" y="128"/>
                            </a:lnTo>
                            <a:lnTo>
                              <a:pt x="147" y="128"/>
                            </a:lnTo>
                            <a:lnTo>
                              <a:pt x="144" y="128"/>
                            </a:lnTo>
                            <a:lnTo>
                              <a:pt x="142" y="128"/>
                            </a:lnTo>
                            <a:lnTo>
                              <a:pt x="140" y="128"/>
                            </a:lnTo>
                            <a:lnTo>
                              <a:pt x="137" y="128"/>
                            </a:lnTo>
                            <a:lnTo>
                              <a:pt x="135" y="128"/>
                            </a:lnTo>
                            <a:lnTo>
                              <a:pt x="132" y="128"/>
                            </a:lnTo>
                            <a:lnTo>
                              <a:pt x="130" y="128"/>
                            </a:lnTo>
                            <a:lnTo>
                              <a:pt x="128" y="128"/>
                            </a:lnTo>
                            <a:lnTo>
                              <a:pt x="125" y="128"/>
                            </a:lnTo>
                            <a:lnTo>
                              <a:pt x="123" y="128"/>
                            </a:lnTo>
                            <a:lnTo>
                              <a:pt x="120" y="128"/>
                            </a:lnTo>
                            <a:lnTo>
                              <a:pt x="118" y="128"/>
                            </a:lnTo>
                            <a:lnTo>
                              <a:pt x="115" y="128"/>
                            </a:lnTo>
                            <a:lnTo>
                              <a:pt x="113" y="128"/>
                            </a:lnTo>
                            <a:lnTo>
                              <a:pt x="111" y="128"/>
                            </a:lnTo>
                            <a:lnTo>
                              <a:pt x="108" y="128"/>
                            </a:lnTo>
                            <a:lnTo>
                              <a:pt x="106" y="128"/>
                            </a:lnTo>
                            <a:lnTo>
                              <a:pt x="104" y="128"/>
                            </a:lnTo>
                            <a:lnTo>
                              <a:pt x="101" y="128"/>
                            </a:lnTo>
                            <a:lnTo>
                              <a:pt x="99" y="128"/>
                            </a:lnTo>
                            <a:lnTo>
                              <a:pt x="96" y="128"/>
                            </a:lnTo>
                            <a:lnTo>
                              <a:pt x="94" y="128"/>
                            </a:lnTo>
                            <a:lnTo>
                              <a:pt x="92" y="128"/>
                            </a:lnTo>
                            <a:lnTo>
                              <a:pt x="89" y="127"/>
                            </a:lnTo>
                            <a:lnTo>
                              <a:pt x="87" y="127"/>
                            </a:lnTo>
                            <a:lnTo>
                              <a:pt x="84" y="127"/>
                            </a:lnTo>
                            <a:lnTo>
                              <a:pt x="82" y="127"/>
                            </a:lnTo>
                            <a:lnTo>
                              <a:pt x="80" y="127"/>
                            </a:lnTo>
                            <a:lnTo>
                              <a:pt x="77" y="127"/>
                            </a:lnTo>
                            <a:lnTo>
                              <a:pt x="75" y="127"/>
                            </a:lnTo>
                            <a:lnTo>
                              <a:pt x="72" y="127"/>
                            </a:lnTo>
                            <a:lnTo>
                              <a:pt x="70" y="127"/>
                            </a:lnTo>
                            <a:lnTo>
                              <a:pt x="68" y="127"/>
                            </a:lnTo>
                            <a:lnTo>
                              <a:pt x="65" y="127"/>
                            </a:lnTo>
                            <a:lnTo>
                              <a:pt x="63" y="127"/>
                            </a:lnTo>
                            <a:lnTo>
                              <a:pt x="60" y="127"/>
                            </a:lnTo>
                            <a:lnTo>
                              <a:pt x="58" y="127"/>
                            </a:lnTo>
                            <a:lnTo>
                              <a:pt x="56" y="126"/>
                            </a:lnTo>
                            <a:lnTo>
                              <a:pt x="53" y="126"/>
                            </a:lnTo>
                            <a:lnTo>
                              <a:pt x="51" y="126"/>
                            </a:lnTo>
                            <a:lnTo>
                              <a:pt x="48" y="126"/>
                            </a:lnTo>
                            <a:lnTo>
                              <a:pt x="46" y="126"/>
                            </a:lnTo>
                            <a:lnTo>
                              <a:pt x="44" y="126"/>
                            </a:lnTo>
                            <a:lnTo>
                              <a:pt x="41" y="126"/>
                            </a:lnTo>
                            <a:lnTo>
                              <a:pt x="39" y="125"/>
                            </a:lnTo>
                            <a:lnTo>
                              <a:pt x="36" y="125"/>
                            </a:lnTo>
                            <a:lnTo>
                              <a:pt x="34" y="125"/>
                            </a:lnTo>
                            <a:lnTo>
                              <a:pt x="32" y="125"/>
                            </a:lnTo>
                            <a:lnTo>
                              <a:pt x="29" y="125"/>
                            </a:lnTo>
                            <a:lnTo>
                              <a:pt x="27" y="125"/>
                            </a:lnTo>
                            <a:lnTo>
                              <a:pt x="24" y="125"/>
                            </a:lnTo>
                            <a:lnTo>
                              <a:pt x="22" y="125"/>
                            </a:lnTo>
                            <a:lnTo>
                              <a:pt x="20" y="125"/>
                            </a:lnTo>
                            <a:lnTo>
                              <a:pt x="17" y="125"/>
                            </a:lnTo>
                            <a:lnTo>
                              <a:pt x="15" y="125"/>
                            </a:lnTo>
                            <a:lnTo>
                              <a:pt x="12" y="125"/>
                            </a:lnTo>
                            <a:lnTo>
                              <a:pt x="10" y="124"/>
                            </a:lnTo>
                            <a:lnTo>
                              <a:pt x="8" y="124"/>
                            </a:lnTo>
                            <a:lnTo>
                              <a:pt x="5" y="124"/>
                            </a:lnTo>
                            <a:lnTo>
                              <a:pt x="3" y="124"/>
                            </a:lnTo>
                            <a:lnTo>
                              <a:pt x="0" y="124"/>
                            </a:lnTo>
                            <a:lnTo>
                              <a:pt x="0" y="133"/>
                            </a:lnTo>
                            <a:lnTo>
                              <a:pt x="3" y="133"/>
                            </a:lnTo>
                            <a:lnTo>
                              <a:pt x="5" y="133"/>
                            </a:lnTo>
                            <a:lnTo>
                              <a:pt x="8" y="133"/>
                            </a:lnTo>
                            <a:lnTo>
                              <a:pt x="10" y="133"/>
                            </a:lnTo>
                            <a:lnTo>
                              <a:pt x="12" y="133"/>
                            </a:lnTo>
                            <a:lnTo>
                              <a:pt x="15" y="133"/>
                            </a:lnTo>
                            <a:lnTo>
                              <a:pt x="17" y="133"/>
                            </a:lnTo>
                            <a:lnTo>
                              <a:pt x="20" y="133"/>
                            </a:lnTo>
                            <a:lnTo>
                              <a:pt x="22" y="133"/>
                            </a:lnTo>
                            <a:lnTo>
                              <a:pt x="24" y="133"/>
                            </a:lnTo>
                            <a:lnTo>
                              <a:pt x="27" y="133"/>
                            </a:lnTo>
                            <a:lnTo>
                              <a:pt x="29" y="133"/>
                            </a:lnTo>
                            <a:lnTo>
                              <a:pt x="32" y="133"/>
                            </a:lnTo>
                            <a:close/>
                          </a:path>
                        </a:pathLst>
                      </a:custGeom>
                      <a:solidFill>
                        <a:srgbClr val="0000FF">
                          <a:alpha val="2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dirty="0"/>
                      </a:p>
                    </p:txBody>
                  </p:sp>
                  <p:sp>
                    <p:nvSpPr>
                      <p:cNvPr id="490" name="Freeform 26">
                        <a:extLst>
                          <a:ext uri="{FF2B5EF4-FFF2-40B4-BE49-F238E27FC236}">
                            <a16:creationId xmlns:a16="http://schemas.microsoft.com/office/drawing/2014/main" id="{DC9F7955-A81B-4E95-AD48-AADA0DFFF6A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425917" y="3635109"/>
                        <a:ext cx="3438525" cy="196850"/>
                      </a:xfrm>
                      <a:custGeom>
                        <a:avLst/>
                        <a:gdLst>
                          <a:gd name="T0" fmla="*/ 34 w 2166"/>
                          <a:gd name="T1" fmla="*/ 120 h 124"/>
                          <a:gd name="T2" fmla="*/ 70 w 2166"/>
                          <a:gd name="T3" fmla="*/ 121 h 124"/>
                          <a:gd name="T4" fmla="*/ 106 w 2166"/>
                          <a:gd name="T5" fmla="*/ 121 h 124"/>
                          <a:gd name="T6" fmla="*/ 142 w 2166"/>
                          <a:gd name="T7" fmla="*/ 122 h 124"/>
                          <a:gd name="T8" fmla="*/ 178 w 2166"/>
                          <a:gd name="T9" fmla="*/ 122 h 124"/>
                          <a:gd name="T10" fmla="*/ 214 w 2166"/>
                          <a:gd name="T11" fmla="*/ 123 h 124"/>
                          <a:gd name="T12" fmla="*/ 250 w 2166"/>
                          <a:gd name="T13" fmla="*/ 123 h 124"/>
                          <a:gd name="T14" fmla="*/ 287 w 2166"/>
                          <a:gd name="T15" fmla="*/ 123 h 124"/>
                          <a:gd name="T16" fmla="*/ 323 w 2166"/>
                          <a:gd name="T17" fmla="*/ 123 h 124"/>
                          <a:gd name="T18" fmla="*/ 358 w 2166"/>
                          <a:gd name="T19" fmla="*/ 122 h 124"/>
                          <a:gd name="T20" fmla="*/ 395 w 2166"/>
                          <a:gd name="T21" fmla="*/ 123 h 124"/>
                          <a:gd name="T22" fmla="*/ 431 w 2166"/>
                          <a:gd name="T23" fmla="*/ 122 h 124"/>
                          <a:gd name="T24" fmla="*/ 467 w 2166"/>
                          <a:gd name="T25" fmla="*/ 120 h 124"/>
                          <a:gd name="T26" fmla="*/ 503 w 2166"/>
                          <a:gd name="T27" fmla="*/ 117 h 124"/>
                          <a:gd name="T28" fmla="*/ 539 w 2166"/>
                          <a:gd name="T29" fmla="*/ 113 h 124"/>
                          <a:gd name="T30" fmla="*/ 575 w 2166"/>
                          <a:gd name="T31" fmla="*/ 109 h 124"/>
                          <a:gd name="T32" fmla="*/ 611 w 2166"/>
                          <a:gd name="T33" fmla="*/ 105 h 124"/>
                          <a:gd name="T34" fmla="*/ 647 w 2166"/>
                          <a:gd name="T35" fmla="*/ 100 h 124"/>
                          <a:gd name="T36" fmla="*/ 683 w 2166"/>
                          <a:gd name="T37" fmla="*/ 96 h 124"/>
                          <a:gd name="T38" fmla="*/ 719 w 2166"/>
                          <a:gd name="T39" fmla="*/ 92 h 124"/>
                          <a:gd name="T40" fmla="*/ 756 w 2166"/>
                          <a:gd name="T41" fmla="*/ 88 h 124"/>
                          <a:gd name="T42" fmla="*/ 792 w 2166"/>
                          <a:gd name="T43" fmla="*/ 84 h 124"/>
                          <a:gd name="T44" fmla="*/ 828 w 2166"/>
                          <a:gd name="T45" fmla="*/ 80 h 124"/>
                          <a:gd name="T46" fmla="*/ 864 w 2166"/>
                          <a:gd name="T47" fmla="*/ 76 h 124"/>
                          <a:gd name="T48" fmla="*/ 900 w 2166"/>
                          <a:gd name="T49" fmla="*/ 72 h 124"/>
                          <a:gd name="T50" fmla="*/ 936 w 2166"/>
                          <a:gd name="T51" fmla="*/ 69 h 124"/>
                          <a:gd name="T52" fmla="*/ 972 w 2166"/>
                          <a:gd name="T53" fmla="*/ 65 h 124"/>
                          <a:gd name="T54" fmla="*/ 1008 w 2166"/>
                          <a:gd name="T55" fmla="*/ 62 h 124"/>
                          <a:gd name="T56" fmla="*/ 1044 w 2166"/>
                          <a:gd name="T57" fmla="*/ 59 h 124"/>
                          <a:gd name="T58" fmla="*/ 1080 w 2166"/>
                          <a:gd name="T59" fmla="*/ 55 h 124"/>
                          <a:gd name="T60" fmla="*/ 1116 w 2166"/>
                          <a:gd name="T61" fmla="*/ 52 h 124"/>
                          <a:gd name="T62" fmla="*/ 1152 w 2166"/>
                          <a:gd name="T63" fmla="*/ 48 h 124"/>
                          <a:gd name="T64" fmla="*/ 1188 w 2166"/>
                          <a:gd name="T65" fmla="*/ 45 h 124"/>
                          <a:gd name="T66" fmla="*/ 1224 w 2166"/>
                          <a:gd name="T67" fmla="*/ 41 h 124"/>
                          <a:gd name="T68" fmla="*/ 1261 w 2166"/>
                          <a:gd name="T69" fmla="*/ 38 h 124"/>
                          <a:gd name="T70" fmla="*/ 1297 w 2166"/>
                          <a:gd name="T71" fmla="*/ 34 h 124"/>
                          <a:gd name="T72" fmla="*/ 1333 w 2166"/>
                          <a:gd name="T73" fmla="*/ 30 h 124"/>
                          <a:gd name="T74" fmla="*/ 1369 w 2166"/>
                          <a:gd name="T75" fmla="*/ 27 h 124"/>
                          <a:gd name="T76" fmla="*/ 1405 w 2166"/>
                          <a:gd name="T77" fmla="*/ 23 h 124"/>
                          <a:gd name="T78" fmla="*/ 1441 w 2166"/>
                          <a:gd name="T79" fmla="*/ 19 h 124"/>
                          <a:gd name="T80" fmla="*/ 1477 w 2166"/>
                          <a:gd name="T81" fmla="*/ 16 h 124"/>
                          <a:gd name="T82" fmla="*/ 1513 w 2166"/>
                          <a:gd name="T83" fmla="*/ 12 h 124"/>
                          <a:gd name="T84" fmla="*/ 1549 w 2166"/>
                          <a:gd name="T85" fmla="*/ 9 h 124"/>
                          <a:gd name="T86" fmla="*/ 1585 w 2166"/>
                          <a:gd name="T87" fmla="*/ 4 h 124"/>
                          <a:gd name="T88" fmla="*/ 1621 w 2166"/>
                          <a:gd name="T89" fmla="*/ 1 h 124"/>
                          <a:gd name="T90" fmla="*/ 1657 w 2166"/>
                          <a:gd name="T91" fmla="*/ 8 h 124"/>
                          <a:gd name="T92" fmla="*/ 1693 w 2166"/>
                          <a:gd name="T93" fmla="*/ 18 h 124"/>
                          <a:gd name="T94" fmla="*/ 1730 w 2166"/>
                          <a:gd name="T95" fmla="*/ 29 h 124"/>
                          <a:gd name="T96" fmla="*/ 1766 w 2166"/>
                          <a:gd name="T97" fmla="*/ 39 h 124"/>
                          <a:gd name="T98" fmla="*/ 1802 w 2166"/>
                          <a:gd name="T99" fmla="*/ 48 h 124"/>
                          <a:gd name="T100" fmla="*/ 1838 w 2166"/>
                          <a:gd name="T101" fmla="*/ 56 h 124"/>
                          <a:gd name="T102" fmla="*/ 1874 w 2166"/>
                          <a:gd name="T103" fmla="*/ 62 h 124"/>
                          <a:gd name="T104" fmla="*/ 1910 w 2166"/>
                          <a:gd name="T105" fmla="*/ 68 h 124"/>
                          <a:gd name="T106" fmla="*/ 1946 w 2166"/>
                          <a:gd name="T107" fmla="*/ 74 h 124"/>
                          <a:gd name="T108" fmla="*/ 1982 w 2166"/>
                          <a:gd name="T109" fmla="*/ 79 h 124"/>
                          <a:gd name="T110" fmla="*/ 2018 w 2166"/>
                          <a:gd name="T111" fmla="*/ 82 h 124"/>
                          <a:gd name="T112" fmla="*/ 2054 w 2166"/>
                          <a:gd name="T113" fmla="*/ 86 h 124"/>
                          <a:gd name="T114" fmla="*/ 2091 w 2166"/>
                          <a:gd name="T115" fmla="*/ 90 h 124"/>
                          <a:gd name="T116" fmla="*/ 2127 w 2166"/>
                          <a:gd name="T117" fmla="*/ 93 h 124"/>
                          <a:gd name="T118" fmla="*/ 2163 w 2166"/>
                          <a:gd name="T119" fmla="*/ 95 h 1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</a:cxnLst>
                        <a:rect l="0" t="0" r="r" b="b"/>
                        <a:pathLst>
                          <a:path w="2166" h="124">
                            <a:moveTo>
                              <a:pt x="0" y="119"/>
                            </a:moveTo>
                            <a:lnTo>
                              <a:pt x="3" y="119"/>
                            </a:lnTo>
                            <a:lnTo>
                              <a:pt x="5" y="120"/>
                            </a:lnTo>
                            <a:lnTo>
                              <a:pt x="8" y="120"/>
                            </a:lnTo>
                            <a:lnTo>
                              <a:pt x="10" y="120"/>
                            </a:lnTo>
                            <a:lnTo>
                              <a:pt x="12" y="120"/>
                            </a:lnTo>
                            <a:lnTo>
                              <a:pt x="15" y="120"/>
                            </a:lnTo>
                            <a:lnTo>
                              <a:pt x="17" y="120"/>
                            </a:lnTo>
                            <a:lnTo>
                              <a:pt x="20" y="120"/>
                            </a:lnTo>
                            <a:lnTo>
                              <a:pt x="22" y="120"/>
                            </a:lnTo>
                            <a:lnTo>
                              <a:pt x="24" y="120"/>
                            </a:lnTo>
                            <a:lnTo>
                              <a:pt x="27" y="120"/>
                            </a:lnTo>
                            <a:lnTo>
                              <a:pt x="29" y="120"/>
                            </a:lnTo>
                            <a:lnTo>
                              <a:pt x="32" y="120"/>
                            </a:lnTo>
                            <a:lnTo>
                              <a:pt x="34" y="120"/>
                            </a:lnTo>
                            <a:lnTo>
                              <a:pt x="36" y="120"/>
                            </a:lnTo>
                            <a:lnTo>
                              <a:pt x="39" y="120"/>
                            </a:lnTo>
                            <a:lnTo>
                              <a:pt x="41" y="121"/>
                            </a:lnTo>
                            <a:lnTo>
                              <a:pt x="44" y="121"/>
                            </a:lnTo>
                            <a:lnTo>
                              <a:pt x="46" y="121"/>
                            </a:lnTo>
                            <a:lnTo>
                              <a:pt x="48" y="121"/>
                            </a:lnTo>
                            <a:lnTo>
                              <a:pt x="51" y="121"/>
                            </a:lnTo>
                            <a:lnTo>
                              <a:pt x="53" y="121"/>
                            </a:lnTo>
                            <a:lnTo>
                              <a:pt x="56" y="121"/>
                            </a:lnTo>
                            <a:lnTo>
                              <a:pt x="58" y="121"/>
                            </a:lnTo>
                            <a:lnTo>
                              <a:pt x="60" y="121"/>
                            </a:lnTo>
                            <a:lnTo>
                              <a:pt x="63" y="121"/>
                            </a:lnTo>
                            <a:lnTo>
                              <a:pt x="65" y="121"/>
                            </a:lnTo>
                            <a:lnTo>
                              <a:pt x="68" y="121"/>
                            </a:lnTo>
                            <a:lnTo>
                              <a:pt x="70" y="121"/>
                            </a:lnTo>
                            <a:lnTo>
                              <a:pt x="72" y="121"/>
                            </a:lnTo>
                            <a:lnTo>
                              <a:pt x="75" y="121"/>
                            </a:lnTo>
                            <a:lnTo>
                              <a:pt x="77" y="121"/>
                            </a:lnTo>
                            <a:lnTo>
                              <a:pt x="80" y="121"/>
                            </a:lnTo>
                            <a:lnTo>
                              <a:pt x="82" y="121"/>
                            </a:lnTo>
                            <a:lnTo>
                              <a:pt x="84" y="121"/>
                            </a:lnTo>
                            <a:lnTo>
                              <a:pt x="87" y="121"/>
                            </a:lnTo>
                            <a:lnTo>
                              <a:pt x="89" y="121"/>
                            </a:lnTo>
                            <a:lnTo>
                              <a:pt x="92" y="121"/>
                            </a:lnTo>
                            <a:lnTo>
                              <a:pt x="94" y="121"/>
                            </a:lnTo>
                            <a:lnTo>
                              <a:pt x="96" y="121"/>
                            </a:lnTo>
                            <a:lnTo>
                              <a:pt x="99" y="121"/>
                            </a:lnTo>
                            <a:lnTo>
                              <a:pt x="101" y="121"/>
                            </a:lnTo>
                            <a:lnTo>
                              <a:pt x="104" y="121"/>
                            </a:lnTo>
                            <a:lnTo>
                              <a:pt x="106" y="121"/>
                            </a:lnTo>
                            <a:lnTo>
                              <a:pt x="108" y="121"/>
                            </a:lnTo>
                            <a:lnTo>
                              <a:pt x="111" y="122"/>
                            </a:lnTo>
                            <a:lnTo>
                              <a:pt x="113" y="122"/>
                            </a:lnTo>
                            <a:lnTo>
                              <a:pt x="115" y="122"/>
                            </a:lnTo>
                            <a:lnTo>
                              <a:pt x="118" y="122"/>
                            </a:lnTo>
                            <a:lnTo>
                              <a:pt x="120" y="122"/>
                            </a:lnTo>
                            <a:lnTo>
                              <a:pt x="123" y="122"/>
                            </a:lnTo>
                            <a:lnTo>
                              <a:pt x="125" y="122"/>
                            </a:lnTo>
                            <a:lnTo>
                              <a:pt x="128" y="122"/>
                            </a:lnTo>
                            <a:lnTo>
                              <a:pt x="130" y="122"/>
                            </a:lnTo>
                            <a:lnTo>
                              <a:pt x="132" y="122"/>
                            </a:lnTo>
                            <a:lnTo>
                              <a:pt x="135" y="122"/>
                            </a:lnTo>
                            <a:lnTo>
                              <a:pt x="137" y="122"/>
                            </a:lnTo>
                            <a:lnTo>
                              <a:pt x="140" y="122"/>
                            </a:lnTo>
                            <a:lnTo>
                              <a:pt x="142" y="122"/>
                            </a:lnTo>
                            <a:lnTo>
                              <a:pt x="144" y="122"/>
                            </a:lnTo>
                            <a:lnTo>
                              <a:pt x="147" y="122"/>
                            </a:lnTo>
                            <a:lnTo>
                              <a:pt x="149" y="122"/>
                            </a:lnTo>
                            <a:lnTo>
                              <a:pt x="152" y="122"/>
                            </a:lnTo>
                            <a:lnTo>
                              <a:pt x="154" y="122"/>
                            </a:lnTo>
                            <a:lnTo>
                              <a:pt x="156" y="122"/>
                            </a:lnTo>
                            <a:lnTo>
                              <a:pt x="159" y="122"/>
                            </a:lnTo>
                            <a:lnTo>
                              <a:pt x="161" y="122"/>
                            </a:lnTo>
                            <a:lnTo>
                              <a:pt x="164" y="122"/>
                            </a:lnTo>
                            <a:lnTo>
                              <a:pt x="166" y="122"/>
                            </a:lnTo>
                            <a:lnTo>
                              <a:pt x="169" y="122"/>
                            </a:lnTo>
                            <a:lnTo>
                              <a:pt x="171" y="122"/>
                            </a:lnTo>
                            <a:lnTo>
                              <a:pt x="173" y="122"/>
                            </a:lnTo>
                            <a:lnTo>
                              <a:pt x="176" y="122"/>
                            </a:lnTo>
                            <a:lnTo>
                              <a:pt x="178" y="122"/>
                            </a:lnTo>
                            <a:lnTo>
                              <a:pt x="181" y="122"/>
                            </a:lnTo>
                            <a:lnTo>
                              <a:pt x="183" y="122"/>
                            </a:lnTo>
                            <a:lnTo>
                              <a:pt x="185" y="122"/>
                            </a:lnTo>
                            <a:lnTo>
                              <a:pt x="188" y="122"/>
                            </a:lnTo>
                            <a:lnTo>
                              <a:pt x="190" y="122"/>
                            </a:lnTo>
                            <a:lnTo>
                              <a:pt x="193" y="122"/>
                            </a:lnTo>
                            <a:lnTo>
                              <a:pt x="195" y="122"/>
                            </a:lnTo>
                            <a:lnTo>
                              <a:pt x="197" y="122"/>
                            </a:lnTo>
                            <a:lnTo>
                              <a:pt x="200" y="123"/>
                            </a:lnTo>
                            <a:lnTo>
                              <a:pt x="202" y="123"/>
                            </a:lnTo>
                            <a:lnTo>
                              <a:pt x="205" y="123"/>
                            </a:lnTo>
                            <a:lnTo>
                              <a:pt x="207" y="123"/>
                            </a:lnTo>
                            <a:lnTo>
                              <a:pt x="209" y="123"/>
                            </a:lnTo>
                            <a:lnTo>
                              <a:pt x="212" y="123"/>
                            </a:lnTo>
                            <a:lnTo>
                              <a:pt x="214" y="123"/>
                            </a:lnTo>
                            <a:lnTo>
                              <a:pt x="217" y="123"/>
                            </a:lnTo>
                            <a:lnTo>
                              <a:pt x="219" y="123"/>
                            </a:lnTo>
                            <a:lnTo>
                              <a:pt x="222" y="123"/>
                            </a:lnTo>
                            <a:lnTo>
                              <a:pt x="224" y="123"/>
                            </a:lnTo>
                            <a:lnTo>
                              <a:pt x="226" y="123"/>
                            </a:lnTo>
                            <a:lnTo>
                              <a:pt x="229" y="123"/>
                            </a:lnTo>
                            <a:lnTo>
                              <a:pt x="231" y="123"/>
                            </a:lnTo>
                            <a:lnTo>
                              <a:pt x="234" y="123"/>
                            </a:lnTo>
                            <a:lnTo>
                              <a:pt x="236" y="123"/>
                            </a:lnTo>
                            <a:lnTo>
                              <a:pt x="238" y="123"/>
                            </a:lnTo>
                            <a:lnTo>
                              <a:pt x="241" y="123"/>
                            </a:lnTo>
                            <a:lnTo>
                              <a:pt x="243" y="123"/>
                            </a:lnTo>
                            <a:lnTo>
                              <a:pt x="246" y="123"/>
                            </a:lnTo>
                            <a:lnTo>
                              <a:pt x="248" y="123"/>
                            </a:lnTo>
                            <a:lnTo>
                              <a:pt x="250" y="123"/>
                            </a:lnTo>
                            <a:lnTo>
                              <a:pt x="253" y="123"/>
                            </a:lnTo>
                            <a:lnTo>
                              <a:pt x="255" y="123"/>
                            </a:lnTo>
                            <a:lnTo>
                              <a:pt x="258" y="124"/>
                            </a:lnTo>
                            <a:lnTo>
                              <a:pt x="260" y="124"/>
                            </a:lnTo>
                            <a:lnTo>
                              <a:pt x="263" y="124"/>
                            </a:lnTo>
                            <a:lnTo>
                              <a:pt x="265" y="124"/>
                            </a:lnTo>
                            <a:lnTo>
                              <a:pt x="267" y="124"/>
                            </a:lnTo>
                            <a:lnTo>
                              <a:pt x="270" y="123"/>
                            </a:lnTo>
                            <a:lnTo>
                              <a:pt x="272" y="124"/>
                            </a:lnTo>
                            <a:lnTo>
                              <a:pt x="275" y="123"/>
                            </a:lnTo>
                            <a:lnTo>
                              <a:pt x="277" y="123"/>
                            </a:lnTo>
                            <a:lnTo>
                              <a:pt x="279" y="123"/>
                            </a:lnTo>
                            <a:lnTo>
                              <a:pt x="282" y="123"/>
                            </a:lnTo>
                            <a:lnTo>
                              <a:pt x="284" y="123"/>
                            </a:lnTo>
                            <a:lnTo>
                              <a:pt x="287" y="123"/>
                            </a:lnTo>
                            <a:lnTo>
                              <a:pt x="289" y="123"/>
                            </a:lnTo>
                            <a:lnTo>
                              <a:pt x="291" y="123"/>
                            </a:lnTo>
                            <a:lnTo>
                              <a:pt x="294" y="123"/>
                            </a:lnTo>
                            <a:lnTo>
                              <a:pt x="296" y="123"/>
                            </a:lnTo>
                            <a:lnTo>
                              <a:pt x="299" y="123"/>
                            </a:lnTo>
                            <a:lnTo>
                              <a:pt x="301" y="123"/>
                            </a:lnTo>
                            <a:lnTo>
                              <a:pt x="303" y="123"/>
                            </a:lnTo>
                            <a:lnTo>
                              <a:pt x="306" y="123"/>
                            </a:lnTo>
                            <a:lnTo>
                              <a:pt x="308" y="123"/>
                            </a:lnTo>
                            <a:lnTo>
                              <a:pt x="311" y="123"/>
                            </a:lnTo>
                            <a:lnTo>
                              <a:pt x="313" y="123"/>
                            </a:lnTo>
                            <a:lnTo>
                              <a:pt x="315" y="123"/>
                            </a:lnTo>
                            <a:lnTo>
                              <a:pt x="318" y="123"/>
                            </a:lnTo>
                            <a:lnTo>
                              <a:pt x="320" y="123"/>
                            </a:lnTo>
                            <a:lnTo>
                              <a:pt x="323" y="123"/>
                            </a:lnTo>
                            <a:lnTo>
                              <a:pt x="325" y="123"/>
                            </a:lnTo>
                            <a:lnTo>
                              <a:pt x="327" y="123"/>
                            </a:lnTo>
                            <a:lnTo>
                              <a:pt x="330" y="123"/>
                            </a:lnTo>
                            <a:lnTo>
                              <a:pt x="332" y="123"/>
                            </a:lnTo>
                            <a:lnTo>
                              <a:pt x="335" y="123"/>
                            </a:lnTo>
                            <a:lnTo>
                              <a:pt x="337" y="123"/>
                            </a:lnTo>
                            <a:lnTo>
                              <a:pt x="339" y="123"/>
                            </a:lnTo>
                            <a:lnTo>
                              <a:pt x="342" y="123"/>
                            </a:lnTo>
                            <a:lnTo>
                              <a:pt x="344" y="123"/>
                            </a:lnTo>
                            <a:lnTo>
                              <a:pt x="347" y="123"/>
                            </a:lnTo>
                            <a:lnTo>
                              <a:pt x="349" y="123"/>
                            </a:lnTo>
                            <a:lnTo>
                              <a:pt x="351" y="123"/>
                            </a:lnTo>
                            <a:lnTo>
                              <a:pt x="354" y="123"/>
                            </a:lnTo>
                            <a:lnTo>
                              <a:pt x="356" y="122"/>
                            </a:lnTo>
                            <a:lnTo>
                              <a:pt x="358" y="122"/>
                            </a:lnTo>
                            <a:lnTo>
                              <a:pt x="361" y="122"/>
                            </a:lnTo>
                            <a:lnTo>
                              <a:pt x="363" y="122"/>
                            </a:lnTo>
                            <a:lnTo>
                              <a:pt x="366" y="122"/>
                            </a:lnTo>
                            <a:lnTo>
                              <a:pt x="368" y="122"/>
                            </a:lnTo>
                            <a:lnTo>
                              <a:pt x="370" y="122"/>
                            </a:lnTo>
                            <a:lnTo>
                              <a:pt x="373" y="122"/>
                            </a:lnTo>
                            <a:lnTo>
                              <a:pt x="375" y="123"/>
                            </a:lnTo>
                            <a:lnTo>
                              <a:pt x="378" y="123"/>
                            </a:lnTo>
                            <a:lnTo>
                              <a:pt x="380" y="123"/>
                            </a:lnTo>
                            <a:lnTo>
                              <a:pt x="382" y="123"/>
                            </a:lnTo>
                            <a:lnTo>
                              <a:pt x="385" y="123"/>
                            </a:lnTo>
                            <a:lnTo>
                              <a:pt x="387" y="123"/>
                            </a:lnTo>
                            <a:lnTo>
                              <a:pt x="390" y="123"/>
                            </a:lnTo>
                            <a:lnTo>
                              <a:pt x="392" y="123"/>
                            </a:lnTo>
                            <a:lnTo>
                              <a:pt x="395" y="123"/>
                            </a:lnTo>
                            <a:lnTo>
                              <a:pt x="397" y="123"/>
                            </a:lnTo>
                            <a:lnTo>
                              <a:pt x="399" y="123"/>
                            </a:lnTo>
                            <a:lnTo>
                              <a:pt x="402" y="123"/>
                            </a:lnTo>
                            <a:lnTo>
                              <a:pt x="404" y="123"/>
                            </a:lnTo>
                            <a:lnTo>
                              <a:pt x="407" y="123"/>
                            </a:lnTo>
                            <a:lnTo>
                              <a:pt x="409" y="123"/>
                            </a:lnTo>
                            <a:lnTo>
                              <a:pt x="411" y="123"/>
                            </a:lnTo>
                            <a:lnTo>
                              <a:pt x="414" y="123"/>
                            </a:lnTo>
                            <a:lnTo>
                              <a:pt x="416" y="123"/>
                            </a:lnTo>
                            <a:lnTo>
                              <a:pt x="419" y="123"/>
                            </a:lnTo>
                            <a:lnTo>
                              <a:pt x="421" y="123"/>
                            </a:lnTo>
                            <a:lnTo>
                              <a:pt x="423" y="123"/>
                            </a:lnTo>
                            <a:lnTo>
                              <a:pt x="426" y="123"/>
                            </a:lnTo>
                            <a:lnTo>
                              <a:pt x="428" y="122"/>
                            </a:lnTo>
                            <a:lnTo>
                              <a:pt x="431" y="122"/>
                            </a:lnTo>
                            <a:lnTo>
                              <a:pt x="433" y="122"/>
                            </a:lnTo>
                            <a:lnTo>
                              <a:pt x="436" y="122"/>
                            </a:lnTo>
                            <a:lnTo>
                              <a:pt x="438" y="122"/>
                            </a:lnTo>
                            <a:lnTo>
                              <a:pt x="440" y="122"/>
                            </a:lnTo>
                            <a:lnTo>
                              <a:pt x="443" y="122"/>
                            </a:lnTo>
                            <a:lnTo>
                              <a:pt x="445" y="122"/>
                            </a:lnTo>
                            <a:lnTo>
                              <a:pt x="448" y="122"/>
                            </a:lnTo>
                            <a:lnTo>
                              <a:pt x="450" y="122"/>
                            </a:lnTo>
                            <a:lnTo>
                              <a:pt x="452" y="121"/>
                            </a:lnTo>
                            <a:lnTo>
                              <a:pt x="455" y="121"/>
                            </a:lnTo>
                            <a:lnTo>
                              <a:pt x="457" y="121"/>
                            </a:lnTo>
                            <a:lnTo>
                              <a:pt x="460" y="121"/>
                            </a:lnTo>
                            <a:lnTo>
                              <a:pt x="462" y="121"/>
                            </a:lnTo>
                            <a:lnTo>
                              <a:pt x="464" y="121"/>
                            </a:lnTo>
                            <a:lnTo>
                              <a:pt x="467" y="120"/>
                            </a:lnTo>
                            <a:lnTo>
                              <a:pt x="469" y="120"/>
                            </a:lnTo>
                            <a:lnTo>
                              <a:pt x="472" y="120"/>
                            </a:lnTo>
                            <a:lnTo>
                              <a:pt x="474" y="120"/>
                            </a:lnTo>
                            <a:lnTo>
                              <a:pt x="476" y="119"/>
                            </a:lnTo>
                            <a:lnTo>
                              <a:pt x="479" y="119"/>
                            </a:lnTo>
                            <a:lnTo>
                              <a:pt x="481" y="119"/>
                            </a:lnTo>
                            <a:lnTo>
                              <a:pt x="484" y="119"/>
                            </a:lnTo>
                            <a:lnTo>
                              <a:pt x="486" y="119"/>
                            </a:lnTo>
                            <a:lnTo>
                              <a:pt x="489" y="119"/>
                            </a:lnTo>
                            <a:lnTo>
                              <a:pt x="491" y="118"/>
                            </a:lnTo>
                            <a:lnTo>
                              <a:pt x="493" y="118"/>
                            </a:lnTo>
                            <a:lnTo>
                              <a:pt x="496" y="118"/>
                            </a:lnTo>
                            <a:lnTo>
                              <a:pt x="498" y="118"/>
                            </a:lnTo>
                            <a:lnTo>
                              <a:pt x="501" y="118"/>
                            </a:lnTo>
                            <a:lnTo>
                              <a:pt x="503" y="117"/>
                            </a:lnTo>
                            <a:lnTo>
                              <a:pt x="505" y="117"/>
                            </a:lnTo>
                            <a:lnTo>
                              <a:pt x="508" y="117"/>
                            </a:lnTo>
                            <a:lnTo>
                              <a:pt x="510" y="116"/>
                            </a:lnTo>
                            <a:lnTo>
                              <a:pt x="513" y="116"/>
                            </a:lnTo>
                            <a:lnTo>
                              <a:pt x="515" y="116"/>
                            </a:lnTo>
                            <a:lnTo>
                              <a:pt x="517" y="116"/>
                            </a:lnTo>
                            <a:lnTo>
                              <a:pt x="520" y="115"/>
                            </a:lnTo>
                            <a:lnTo>
                              <a:pt x="522" y="115"/>
                            </a:lnTo>
                            <a:lnTo>
                              <a:pt x="525" y="115"/>
                            </a:lnTo>
                            <a:lnTo>
                              <a:pt x="527" y="114"/>
                            </a:lnTo>
                            <a:lnTo>
                              <a:pt x="530" y="114"/>
                            </a:lnTo>
                            <a:lnTo>
                              <a:pt x="532" y="114"/>
                            </a:lnTo>
                            <a:lnTo>
                              <a:pt x="534" y="114"/>
                            </a:lnTo>
                            <a:lnTo>
                              <a:pt x="537" y="113"/>
                            </a:lnTo>
                            <a:lnTo>
                              <a:pt x="539" y="113"/>
                            </a:lnTo>
                            <a:lnTo>
                              <a:pt x="542" y="113"/>
                            </a:lnTo>
                            <a:lnTo>
                              <a:pt x="544" y="113"/>
                            </a:lnTo>
                            <a:lnTo>
                              <a:pt x="546" y="112"/>
                            </a:lnTo>
                            <a:lnTo>
                              <a:pt x="549" y="112"/>
                            </a:lnTo>
                            <a:lnTo>
                              <a:pt x="551" y="112"/>
                            </a:lnTo>
                            <a:lnTo>
                              <a:pt x="554" y="111"/>
                            </a:lnTo>
                            <a:lnTo>
                              <a:pt x="556" y="111"/>
                            </a:lnTo>
                            <a:lnTo>
                              <a:pt x="558" y="111"/>
                            </a:lnTo>
                            <a:lnTo>
                              <a:pt x="561" y="111"/>
                            </a:lnTo>
                            <a:lnTo>
                              <a:pt x="563" y="110"/>
                            </a:lnTo>
                            <a:lnTo>
                              <a:pt x="566" y="110"/>
                            </a:lnTo>
                            <a:lnTo>
                              <a:pt x="568" y="110"/>
                            </a:lnTo>
                            <a:lnTo>
                              <a:pt x="570" y="110"/>
                            </a:lnTo>
                            <a:lnTo>
                              <a:pt x="573" y="109"/>
                            </a:lnTo>
                            <a:lnTo>
                              <a:pt x="575" y="109"/>
                            </a:lnTo>
                            <a:lnTo>
                              <a:pt x="578" y="108"/>
                            </a:lnTo>
                            <a:lnTo>
                              <a:pt x="580" y="108"/>
                            </a:lnTo>
                            <a:lnTo>
                              <a:pt x="582" y="108"/>
                            </a:lnTo>
                            <a:lnTo>
                              <a:pt x="585" y="108"/>
                            </a:lnTo>
                            <a:lnTo>
                              <a:pt x="587" y="107"/>
                            </a:lnTo>
                            <a:lnTo>
                              <a:pt x="590" y="107"/>
                            </a:lnTo>
                            <a:lnTo>
                              <a:pt x="592" y="107"/>
                            </a:lnTo>
                            <a:lnTo>
                              <a:pt x="594" y="107"/>
                            </a:lnTo>
                            <a:lnTo>
                              <a:pt x="597" y="106"/>
                            </a:lnTo>
                            <a:lnTo>
                              <a:pt x="599" y="106"/>
                            </a:lnTo>
                            <a:lnTo>
                              <a:pt x="601" y="106"/>
                            </a:lnTo>
                            <a:lnTo>
                              <a:pt x="604" y="105"/>
                            </a:lnTo>
                            <a:lnTo>
                              <a:pt x="606" y="105"/>
                            </a:lnTo>
                            <a:lnTo>
                              <a:pt x="609" y="105"/>
                            </a:lnTo>
                            <a:lnTo>
                              <a:pt x="611" y="105"/>
                            </a:lnTo>
                            <a:lnTo>
                              <a:pt x="613" y="104"/>
                            </a:lnTo>
                            <a:lnTo>
                              <a:pt x="616" y="104"/>
                            </a:lnTo>
                            <a:lnTo>
                              <a:pt x="618" y="104"/>
                            </a:lnTo>
                            <a:lnTo>
                              <a:pt x="621" y="104"/>
                            </a:lnTo>
                            <a:lnTo>
                              <a:pt x="623" y="103"/>
                            </a:lnTo>
                            <a:lnTo>
                              <a:pt x="625" y="103"/>
                            </a:lnTo>
                            <a:lnTo>
                              <a:pt x="628" y="102"/>
                            </a:lnTo>
                            <a:lnTo>
                              <a:pt x="630" y="102"/>
                            </a:lnTo>
                            <a:lnTo>
                              <a:pt x="633" y="102"/>
                            </a:lnTo>
                            <a:lnTo>
                              <a:pt x="635" y="102"/>
                            </a:lnTo>
                            <a:lnTo>
                              <a:pt x="637" y="101"/>
                            </a:lnTo>
                            <a:lnTo>
                              <a:pt x="640" y="101"/>
                            </a:lnTo>
                            <a:lnTo>
                              <a:pt x="642" y="101"/>
                            </a:lnTo>
                            <a:lnTo>
                              <a:pt x="645" y="101"/>
                            </a:lnTo>
                            <a:lnTo>
                              <a:pt x="647" y="100"/>
                            </a:lnTo>
                            <a:lnTo>
                              <a:pt x="649" y="100"/>
                            </a:lnTo>
                            <a:lnTo>
                              <a:pt x="652" y="100"/>
                            </a:lnTo>
                            <a:lnTo>
                              <a:pt x="654" y="99"/>
                            </a:lnTo>
                            <a:lnTo>
                              <a:pt x="657" y="99"/>
                            </a:lnTo>
                            <a:lnTo>
                              <a:pt x="659" y="99"/>
                            </a:lnTo>
                            <a:lnTo>
                              <a:pt x="662" y="99"/>
                            </a:lnTo>
                            <a:lnTo>
                              <a:pt x="664" y="98"/>
                            </a:lnTo>
                            <a:lnTo>
                              <a:pt x="666" y="98"/>
                            </a:lnTo>
                            <a:lnTo>
                              <a:pt x="669" y="98"/>
                            </a:lnTo>
                            <a:lnTo>
                              <a:pt x="671" y="98"/>
                            </a:lnTo>
                            <a:lnTo>
                              <a:pt x="674" y="97"/>
                            </a:lnTo>
                            <a:lnTo>
                              <a:pt x="676" y="97"/>
                            </a:lnTo>
                            <a:lnTo>
                              <a:pt x="678" y="96"/>
                            </a:lnTo>
                            <a:lnTo>
                              <a:pt x="681" y="96"/>
                            </a:lnTo>
                            <a:lnTo>
                              <a:pt x="683" y="96"/>
                            </a:lnTo>
                            <a:lnTo>
                              <a:pt x="686" y="96"/>
                            </a:lnTo>
                            <a:lnTo>
                              <a:pt x="688" y="95"/>
                            </a:lnTo>
                            <a:lnTo>
                              <a:pt x="690" y="95"/>
                            </a:lnTo>
                            <a:lnTo>
                              <a:pt x="693" y="95"/>
                            </a:lnTo>
                            <a:lnTo>
                              <a:pt x="695" y="95"/>
                            </a:lnTo>
                            <a:lnTo>
                              <a:pt x="698" y="94"/>
                            </a:lnTo>
                            <a:lnTo>
                              <a:pt x="700" y="94"/>
                            </a:lnTo>
                            <a:lnTo>
                              <a:pt x="703" y="94"/>
                            </a:lnTo>
                            <a:lnTo>
                              <a:pt x="705" y="93"/>
                            </a:lnTo>
                            <a:lnTo>
                              <a:pt x="707" y="93"/>
                            </a:lnTo>
                            <a:lnTo>
                              <a:pt x="710" y="93"/>
                            </a:lnTo>
                            <a:lnTo>
                              <a:pt x="712" y="93"/>
                            </a:lnTo>
                            <a:lnTo>
                              <a:pt x="715" y="92"/>
                            </a:lnTo>
                            <a:lnTo>
                              <a:pt x="717" y="92"/>
                            </a:lnTo>
                            <a:lnTo>
                              <a:pt x="719" y="92"/>
                            </a:lnTo>
                            <a:lnTo>
                              <a:pt x="722" y="91"/>
                            </a:lnTo>
                            <a:lnTo>
                              <a:pt x="724" y="91"/>
                            </a:lnTo>
                            <a:lnTo>
                              <a:pt x="727" y="91"/>
                            </a:lnTo>
                            <a:lnTo>
                              <a:pt x="729" y="91"/>
                            </a:lnTo>
                            <a:lnTo>
                              <a:pt x="731" y="90"/>
                            </a:lnTo>
                            <a:lnTo>
                              <a:pt x="734" y="90"/>
                            </a:lnTo>
                            <a:lnTo>
                              <a:pt x="736" y="90"/>
                            </a:lnTo>
                            <a:lnTo>
                              <a:pt x="739" y="90"/>
                            </a:lnTo>
                            <a:lnTo>
                              <a:pt x="741" y="89"/>
                            </a:lnTo>
                            <a:lnTo>
                              <a:pt x="743" y="89"/>
                            </a:lnTo>
                            <a:lnTo>
                              <a:pt x="746" y="89"/>
                            </a:lnTo>
                            <a:lnTo>
                              <a:pt x="748" y="88"/>
                            </a:lnTo>
                            <a:lnTo>
                              <a:pt x="751" y="88"/>
                            </a:lnTo>
                            <a:lnTo>
                              <a:pt x="753" y="88"/>
                            </a:lnTo>
                            <a:lnTo>
                              <a:pt x="756" y="88"/>
                            </a:lnTo>
                            <a:lnTo>
                              <a:pt x="758" y="87"/>
                            </a:lnTo>
                            <a:lnTo>
                              <a:pt x="760" y="87"/>
                            </a:lnTo>
                            <a:lnTo>
                              <a:pt x="763" y="87"/>
                            </a:lnTo>
                            <a:lnTo>
                              <a:pt x="765" y="87"/>
                            </a:lnTo>
                            <a:lnTo>
                              <a:pt x="768" y="86"/>
                            </a:lnTo>
                            <a:lnTo>
                              <a:pt x="770" y="86"/>
                            </a:lnTo>
                            <a:lnTo>
                              <a:pt x="772" y="86"/>
                            </a:lnTo>
                            <a:lnTo>
                              <a:pt x="775" y="85"/>
                            </a:lnTo>
                            <a:lnTo>
                              <a:pt x="777" y="85"/>
                            </a:lnTo>
                            <a:lnTo>
                              <a:pt x="780" y="85"/>
                            </a:lnTo>
                            <a:lnTo>
                              <a:pt x="782" y="85"/>
                            </a:lnTo>
                            <a:lnTo>
                              <a:pt x="784" y="85"/>
                            </a:lnTo>
                            <a:lnTo>
                              <a:pt x="787" y="84"/>
                            </a:lnTo>
                            <a:lnTo>
                              <a:pt x="789" y="84"/>
                            </a:lnTo>
                            <a:lnTo>
                              <a:pt x="792" y="84"/>
                            </a:lnTo>
                            <a:lnTo>
                              <a:pt x="794" y="84"/>
                            </a:lnTo>
                            <a:lnTo>
                              <a:pt x="797" y="83"/>
                            </a:lnTo>
                            <a:lnTo>
                              <a:pt x="799" y="83"/>
                            </a:lnTo>
                            <a:lnTo>
                              <a:pt x="801" y="83"/>
                            </a:lnTo>
                            <a:lnTo>
                              <a:pt x="804" y="82"/>
                            </a:lnTo>
                            <a:lnTo>
                              <a:pt x="806" y="82"/>
                            </a:lnTo>
                            <a:lnTo>
                              <a:pt x="809" y="82"/>
                            </a:lnTo>
                            <a:lnTo>
                              <a:pt x="811" y="82"/>
                            </a:lnTo>
                            <a:lnTo>
                              <a:pt x="813" y="81"/>
                            </a:lnTo>
                            <a:lnTo>
                              <a:pt x="816" y="81"/>
                            </a:lnTo>
                            <a:lnTo>
                              <a:pt x="818" y="81"/>
                            </a:lnTo>
                            <a:lnTo>
                              <a:pt x="821" y="81"/>
                            </a:lnTo>
                            <a:lnTo>
                              <a:pt x="823" y="80"/>
                            </a:lnTo>
                            <a:lnTo>
                              <a:pt x="825" y="80"/>
                            </a:lnTo>
                            <a:lnTo>
                              <a:pt x="828" y="80"/>
                            </a:lnTo>
                            <a:lnTo>
                              <a:pt x="830" y="79"/>
                            </a:lnTo>
                            <a:lnTo>
                              <a:pt x="833" y="79"/>
                            </a:lnTo>
                            <a:lnTo>
                              <a:pt x="835" y="79"/>
                            </a:lnTo>
                            <a:lnTo>
                              <a:pt x="837" y="79"/>
                            </a:lnTo>
                            <a:lnTo>
                              <a:pt x="840" y="79"/>
                            </a:lnTo>
                            <a:lnTo>
                              <a:pt x="842" y="78"/>
                            </a:lnTo>
                            <a:lnTo>
                              <a:pt x="845" y="78"/>
                            </a:lnTo>
                            <a:lnTo>
                              <a:pt x="847" y="78"/>
                            </a:lnTo>
                            <a:lnTo>
                              <a:pt x="849" y="78"/>
                            </a:lnTo>
                            <a:lnTo>
                              <a:pt x="852" y="77"/>
                            </a:lnTo>
                            <a:lnTo>
                              <a:pt x="854" y="77"/>
                            </a:lnTo>
                            <a:lnTo>
                              <a:pt x="856" y="77"/>
                            </a:lnTo>
                            <a:lnTo>
                              <a:pt x="859" y="76"/>
                            </a:lnTo>
                            <a:lnTo>
                              <a:pt x="861" y="76"/>
                            </a:lnTo>
                            <a:lnTo>
                              <a:pt x="864" y="76"/>
                            </a:lnTo>
                            <a:lnTo>
                              <a:pt x="866" y="76"/>
                            </a:lnTo>
                            <a:lnTo>
                              <a:pt x="868" y="76"/>
                            </a:lnTo>
                            <a:lnTo>
                              <a:pt x="871" y="75"/>
                            </a:lnTo>
                            <a:lnTo>
                              <a:pt x="873" y="75"/>
                            </a:lnTo>
                            <a:lnTo>
                              <a:pt x="876" y="75"/>
                            </a:lnTo>
                            <a:lnTo>
                              <a:pt x="878" y="75"/>
                            </a:lnTo>
                            <a:lnTo>
                              <a:pt x="880" y="74"/>
                            </a:lnTo>
                            <a:lnTo>
                              <a:pt x="883" y="74"/>
                            </a:lnTo>
                            <a:lnTo>
                              <a:pt x="885" y="74"/>
                            </a:lnTo>
                            <a:lnTo>
                              <a:pt x="888" y="73"/>
                            </a:lnTo>
                            <a:lnTo>
                              <a:pt x="890" y="73"/>
                            </a:lnTo>
                            <a:lnTo>
                              <a:pt x="892" y="73"/>
                            </a:lnTo>
                            <a:lnTo>
                              <a:pt x="895" y="73"/>
                            </a:lnTo>
                            <a:lnTo>
                              <a:pt x="897" y="73"/>
                            </a:lnTo>
                            <a:lnTo>
                              <a:pt x="900" y="72"/>
                            </a:lnTo>
                            <a:lnTo>
                              <a:pt x="902" y="72"/>
                            </a:lnTo>
                            <a:lnTo>
                              <a:pt x="904" y="72"/>
                            </a:lnTo>
                            <a:lnTo>
                              <a:pt x="907" y="71"/>
                            </a:lnTo>
                            <a:lnTo>
                              <a:pt x="909" y="71"/>
                            </a:lnTo>
                            <a:lnTo>
                              <a:pt x="912" y="71"/>
                            </a:lnTo>
                            <a:lnTo>
                              <a:pt x="914" y="71"/>
                            </a:lnTo>
                            <a:lnTo>
                              <a:pt x="916" y="71"/>
                            </a:lnTo>
                            <a:lnTo>
                              <a:pt x="919" y="70"/>
                            </a:lnTo>
                            <a:lnTo>
                              <a:pt x="921" y="70"/>
                            </a:lnTo>
                            <a:lnTo>
                              <a:pt x="924" y="70"/>
                            </a:lnTo>
                            <a:lnTo>
                              <a:pt x="926" y="70"/>
                            </a:lnTo>
                            <a:lnTo>
                              <a:pt x="929" y="70"/>
                            </a:lnTo>
                            <a:lnTo>
                              <a:pt x="931" y="69"/>
                            </a:lnTo>
                            <a:lnTo>
                              <a:pt x="933" y="69"/>
                            </a:lnTo>
                            <a:lnTo>
                              <a:pt x="936" y="69"/>
                            </a:lnTo>
                            <a:lnTo>
                              <a:pt x="938" y="68"/>
                            </a:lnTo>
                            <a:lnTo>
                              <a:pt x="941" y="68"/>
                            </a:lnTo>
                            <a:lnTo>
                              <a:pt x="943" y="68"/>
                            </a:lnTo>
                            <a:lnTo>
                              <a:pt x="945" y="68"/>
                            </a:lnTo>
                            <a:lnTo>
                              <a:pt x="948" y="68"/>
                            </a:lnTo>
                            <a:lnTo>
                              <a:pt x="950" y="67"/>
                            </a:lnTo>
                            <a:lnTo>
                              <a:pt x="953" y="67"/>
                            </a:lnTo>
                            <a:lnTo>
                              <a:pt x="955" y="67"/>
                            </a:lnTo>
                            <a:lnTo>
                              <a:pt x="957" y="67"/>
                            </a:lnTo>
                            <a:lnTo>
                              <a:pt x="960" y="67"/>
                            </a:lnTo>
                            <a:lnTo>
                              <a:pt x="962" y="66"/>
                            </a:lnTo>
                            <a:lnTo>
                              <a:pt x="965" y="66"/>
                            </a:lnTo>
                            <a:lnTo>
                              <a:pt x="967" y="66"/>
                            </a:lnTo>
                            <a:lnTo>
                              <a:pt x="970" y="65"/>
                            </a:lnTo>
                            <a:lnTo>
                              <a:pt x="972" y="65"/>
                            </a:lnTo>
                            <a:lnTo>
                              <a:pt x="974" y="65"/>
                            </a:lnTo>
                            <a:lnTo>
                              <a:pt x="977" y="65"/>
                            </a:lnTo>
                            <a:lnTo>
                              <a:pt x="979" y="65"/>
                            </a:lnTo>
                            <a:lnTo>
                              <a:pt x="982" y="64"/>
                            </a:lnTo>
                            <a:lnTo>
                              <a:pt x="984" y="64"/>
                            </a:lnTo>
                            <a:lnTo>
                              <a:pt x="986" y="64"/>
                            </a:lnTo>
                            <a:lnTo>
                              <a:pt x="989" y="64"/>
                            </a:lnTo>
                            <a:lnTo>
                              <a:pt x="991" y="64"/>
                            </a:lnTo>
                            <a:lnTo>
                              <a:pt x="994" y="63"/>
                            </a:lnTo>
                            <a:lnTo>
                              <a:pt x="996" y="63"/>
                            </a:lnTo>
                            <a:lnTo>
                              <a:pt x="998" y="63"/>
                            </a:lnTo>
                            <a:lnTo>
                              <a:pt x="1001" y="62"/>
                            </a:lnTo>
                            <a:lnTo>
                              <a:pt x="1003" y="62"/>
                            </a:lnTo>
                            <a:lnTo>
                              <a:pt x="1006" y="62"/>
                            </a:lnTo>
                            <a:lnTo>
                              <a:pt x="1008" y="62"/>
                            </a:lnTo>
                            <a:lnTo>
                              <a:pt x="1010" y="62"/>
                            </a:lnTo>
                            <a:lnTo>
                              <a:pt x="1013" y="61"/>
                            </a:lnTo>
                            <a:lnTo>
                              <a:pt x="1015" y="61"/>
                            </a:lnTo>
                            <a:lnTo>
                              <a:pt x="1018" y="61"/>
                            </a:lnTo>
                            <a:lnTo>
                              <a:pt x="1020" y="61"/>
                            </a:lnTo>
                            <a:lnTo>
                              <a:pt x="1023" y="61"/>
                            </a:lnTo>
                            <a:lnTo>
                              <a:pt x="1025" y="60"/>
                            </a:lnTo>
                            <a:lnTo>
                              <a:pt x="1027" y="60"/>
                            </a:lnTo>
                            <a:lnTo>
                              <a:pt x="1030" y="60"/>
                            </a:lnTo>
                            <a:lnTo>
                              <a:pt x="1032" y="60"/>
                            </a:lnTo>
                            <a:lnTo>
                              <a:pt x="1035" y="59"/>
                            </a:lnTo>
                            <a:lnTo>
                              <a:pt x="1037" y="59"/>
                            </a:lnTo>
                            <a:lnTo>
                              <a:pt x="1039" y="59"/>
                            </a:lnTo>
                            <a:lnTo>
                              <a:pt x="1042" y="59"/>
                            </a:lnTo>
                            <a:lnTo>
                              <a:pt x="1044" y="59"/>
                            </a:lnTo>
                            <a:lnTo>
                              <a:pt x="1047" y="58"/>
                            </a:lnTo>
                            <a:lnTo>
                              <a:pt x="1049" y="58"/>
                            </a:lnTo>
                            <a:lnTo>
                              <a:pt x="1051" y="58"/>
                            </a:lnTo>
                            <a:lnTo>
                              <a:pt x="1054" y="58"/>
                            </a:lnTo>
                            <a:lnTo>
                              <a:pt x="1056" y="58"/>
                            </a:lnTo>
                            <a:lnTo>
                              <a:pt x="1059" y="57"/>
                            </a:lnTo>
                            <a:lnTo>
                              <a:pt x="1061" y="57"/>
                            </a:lnTo>
                            <a:lnTo>
                              <a:pt x="1064" y="57"/>
                            </a:lnTo>
                            <a:lnTo>
                              <a:pt x="1066" y="56"/>
                            </a:lnTo>
                            <a:lnTo>
                              <a:pt x="1068" y="56"/>
                            </a:lnTo>
                            <a:lnTo>
                              <a:pt x="1071" y="56"/>
                            </a:lnTo>
                            <a:lnTo>
                              <a:pt x="1073" y="56"/>
                            </a:lnTo>
                            <a:lnTo>
                              <a:pt x="1076" y="56"/>
                            </a:lnTo>
                            <a:lnTo>
                              <a:pt x="1078" y="55"/>
                            </a:lnTo>
                            <a:lnTo>
                              <a:pt x="1080" y="55"/>
                            </a:lnTo>
                            <a:lnTo>
                              <a:pt x="1083" y="55"/>
                            </a:lnTo>
                            <a:lnTo>
                              <a:pt x="1085" y="55"/>
                            </a:lnTo>
                            <a:lnTo>
                              <a:pt x="1088" y="55"/>
                            </a:lnTo>
                            <a:lnTo>
                              <a:pt x="1090" y="54"/>
                            </a:lnTo>
                            <a:lnTo>
                              <a:pt x="1092" y="54"/>
                            </a:lnTo>
                            <a:lnTo>
                              <a:pt x="1095" y="54"/>
                            </a:lnTo>
                            <a:lnTo>
                              <a:pt x="1097" y="54"/>
                            </a:lnTo>
                            <a:lnTo>
                              <a:pt x="1099" y="53"/>
                            </a:lnTo>
                            <a:lnTo>
                              <a:pt x="1102" y="53"/>
                            </a:lnTo>
                            <a:lnTo>
                              <a:pt x="1104" y="53"/>
                            </a:lnTo>
                            <a:lnTo>
                              <a:pt x="1107" y="53"/>
                            </a:lnTo>
                            <a:lnTo>
                              <a:pt x="1109" y="53"/>
                            </a:lnTo>
                            <a:lnTo>
                              <a:pt x="1111" y="52"/>
                            </a:lnTo>
                            <a:lnTo>
                              <a:pt x="1114" y="52"/>
                            </a:lnTo>
                            <a:lnTo>
                              <a:pt x="1116" y="52"/>
                            </a:lnTo>
                            <a:lnTo>
                              <a:pt x="1119" y="51"/>
                            </a:lnTo>
                            <a:lnTo>
                              <a:pt x="1121" y="51"/>
                            </a:lnTo>
                            <a:lnTo>
                              <a:pt x="1123" y="51"/>
                            </a:lnTo>
                            <a:lnTo>
                              <a:pt x="1126" y="51"/>
                            </a:lnTo>
                            <a:lnTo>
                              <a:pt x="1128" y="51"/>
                            </a:lnTo>
                            <a:lnTo>
                              <a:pt x="1131" y="50"/>
                            </a:lnTo>
                            <a:lnTo>
                              <a:pt x="1133" y="50"/>
                            </a:lnTo>
                            <a:lnTo>
                              <a:pt x="1135" y="50"/>
                            </a:lnTo>
                            <a:lnTo>
                              <a:pt x="1138" y="50"/>
                            </a:lnTo>
                            <a:lnTo>
                              <a:pt x="1140" y="50"/>
                            </a:lnTo>
                            <a:lnTo>
                              <a:pt x="1143" y="49"/>
                            </a:lnTo>
                            <a:lnTo>
                              <a:pt x="1145" y="49"/>
                            </a:lnTo>
                            <a:lnTo>
                              <a:pt x="1147" y="49"/>
                            </a:lnTo>
                            <a:lnTo>
                              <a:pt x="1150" y="48"/>
                            </a:lnTo>
                            <a:lnTo>
                              <a:pt x="1152" y="48"/>
                            </a:lnTo>
                            <a:lnTo>
                              <a:pt x="1155" y="48"/>
                            </a:lnTo>
                            <a:lnTo>
                              <a:pt x="1157" y="48"/>
                            </a:lnTo>
                            <a:lnTo>
                              <a:pt x="1159" y="48"/>
                            </a:lnTo>
                            <a:lnTo>
                              <a:pt x="1162" y="47"/>
                            </a:lnTo>
                            <a:lnTo>
                              <a:pt x="1164" y="47"/>
                            </a:lnTo>
                            <a:lnTo>
                              <a:pt x="1167" y="47"/>
                            </a:lnTo>
                            <a:lnTo>
                              <a:pt x="1169" y="47"/>
                            </a:lnTo>
                            <a:lnTo>
                              <a:pt x="1171" y="47"/>
                            </a:lnTo>
                            <a:lnTo>
                              <a:pt x="1174" y="46"/>
                            </a:lnTo>
                            <a:lnTo>
                              <a:pt x="1176" y="46"/>
                            </a:lnTo>
                            <a:lnTo>
                              <a:pt x="1179" y="46"/>
                            </a:lnTo>
                            <a:lnTo>
                              <a:pt x="1181" y="45"/>
                            </a:lnTo>
                            <a:lnTo>
                              <a:pt x="1183" y="45"/>
                            </a:lnTo>
                            <a:lnTo>
                              <a:pt x="1186" y="45"/>
                            </a:lnTo>
                            <a:lnTo>
                              <a:pt x="1188" y="45"/>
                            </a:lnTo>
                            <a:lnTo>
                              <a:pt x="1191" y="45"/>
                            </a:lnTo>
                            <a:lnTo>
                              <a:pt x="1193" y="44"/>
                            </a:lnTo>
                            <a:lnTo>
                              <a:pt x="1196" y="44"/>
                            </a:lnTo>
                            <a:lnTo>
                              <a:pt x="1198" y="44"/>
                            </a:lnTo>
                            <a:lnTo>
                              <a:pt x="1200" y="44"/>
                            </a:lnTo>
                            <a:lnTo>
                              <a:pt x="1203" y="44"/>
                            </a:lnTo>
                            <a:lnTo>
                              <a:pt x="1205" y="43"/>
                            </a:lnTo>
                            <a:lnTo>
                              <a:pt x="1208" y="43"/>
                            </a:lnTo>
                            <a:lnTo>
                              <a:pt x="1210" y="43"/>
                            </a:lnTo>
                            <a:lnTo>
                              <a:pt x="1212" y="42"/>
                            </a:lnTo>
                            <a:lnTo>
                              <a:pt x="1215" y="42"/>
                            </a:lnTo>
                            <a:lnTo>
                              <a:pt x="1217" y="42"/>
                            </a:lnTo>
                            <a:lnTo>
                              <a:pt x="1220" y="42"/>
                            </a:lnTo>
                            <a:lnTo>
                              <a:pt x="1222" y="42"/>
                            </a:lnTo>
                            <a:lnTo>
                              <a:pt x="1224" y="41"/>
                            </a:lnTo>
                            <a:lnTo>
                              <a:pt x="1227" y="41"/>
                            </a:lnTo>
                            <a:lnTo>
                              <a:pt x="1229" y="41"/>
                            </a:lnTo>
                            <a:lnTo>
                              <a:pt x="1232" y="41"/>
                            </a:lnTo>
                            <a:lnTo>
                              <a:pt x="1234" y="40"/>
                            </a:lnTo>
                            <a:lnTo>
                              <a:pt x="1237" y="40"/>
                            </a:lnTo>
                            <a:lnTo>
                              <a:pt x="1239" y="40"/>
                            </a:lnTo>
                            <a:lnTo>
                              <a:pt x="1241" y="40"/>
                            </a:lnTo>
                            <a:lnTo>
                              <a:pt x="1244" y="39"/>
                            </a:lnTo>
                            <a:lnTo>
                              <a:pt x="1246" y="39"/>
                            </a:lnTo>
                            <a:lnTo>
                              <a:pt x="1249" y="39"/>
                            </a:lnTo>
                            <a:lnTo>
                              <a:pt x="1251" y="39"/>
                            </a:lnTo>
                            <a:lnTo>
                              <a:pt x="1253" y="38"/>
                            </a:lnTo>
                            <a:lnTo>
                              <a:pt x="1256" y="38"/>
                            </a:lnTo>
                            <a:lnTo>
                              <a:pt x="1258" y="38"/>
                            </a:lnTo>
                            <a:lnTo>
                              <a:pt x="1261" y="38"/>
                            </a:lnTo>
                            <a:lnTo>
                              <a:pt x="1263" y="38"/>
                            </a:lnTo>
                            <a:lnTo>
                              <a:pt x="1265" y="37"/>
                            </a:lnTo>
                            <a:lnTo>
                              <a:pt x="1268" y="37"/>
                            </a:lnTo>
                            <a:lnTo>
                              <a:pt x="1270" y="37"/>
                            </a:lnTo>
                            <a:lnTo>
                              <a:pt x="1273" y="36"/>
                            </a:lnTo>
                            <a:lnTo>
                              <a:pt x="1275" y="36"/>
                            </a:lnTo>
                            <a:lnTo>
                              <a:pt x="1277" y="36"/>
                            </a:lnTo>
                            <a:lnTo>
                              <a:pt x="1280" y="36"/>
                            </a:lnTo>
                            <a:lnTo>
                              <a:pt x="1282" y="36"/>
                            </a:lnTo>
                            <a:lnTo>
                              <a:pt x="1285" y="35"/>
                            </a:lnTo>
                            <a:lnTo>
                              <a:pt x="1287" y="35"/>
                            </a:lnTo>
                            <a:lnTo>
                              <a:pt x="1290" y="35"/>
                            </a:lnTo>
                            <a:lnTo>
                              <a:pt x="1292" y="35"/>
                            </a:lnTo>
                            <a:lnTo>
                              <a:pt x="1294" y="35"/>
                            </a:lnTo>
                            <a:lnTo>
                              <a:pt x="1297" y="34"/>
                            </a:lnTo>
                            <a:lnTo>
                              <a:pt x="1299" y="34"/>
                            </a:lnTo>
                            <a:lnTo>
                              <a:pt x="1302" y="34"/>
                            </a:lnTo>
                            <a:lnTo>
                              <a:pt x="1304" y="33"/>
                            </a:lnTo>
                            <a:lnTo>
                              <a:pt x="1306" y="33"/>
                            </a:lnTo>
                            <a:lnTo>
                              <a:pt x="1309" y="33"/>
                            </a:lnTo>
                            <a:lnTo>
                              <a:pt x="1311" y="33"/>
                            </a:lnTo>
                            <a:lnTo>
                              <a:pt x="1314" y="32"/>
                            </a:lnTo>
                            <a:lnTo>
                              <a:pt x="1316" y="32"/>
                            </a:lnTo>
                            <a:lnTo>
                              <a:pt x="1318" y="32"/>
                            </a:lnTo>
                            <a:lnTo>
                              <a:pt x="1321" y="32"/>
                            </a:lnTo>
                            <a:lnTo>
                              <a:pt x="1323" y="32"/>
                            </a:lnTo>
                            <a:lnTo>
                              <a:pt x="1326" y="31"/>
                            </a:lnTo>
                            <a:lnTo>
                              <a:pt x="1328" y="31"/>
                            </a:lnTo>
                            <a:lnTo>
                              <a:pt x="1331" y="31"/>
                            </a:lnTo>
                            <a:lnTo>
                              <a:pt x="1333" y="30"/>
                            </a:lnTo>
                            <a:lnTo>
                              <a:pt x="1335" y="30"/>
                            </a:lnTo>
                            <a:lnTo>
                              <a:pt x="1338" y="30"/>
                            </a:lnTo>
                            <a:lnTo>
                              <a:pt x="1340" y="30"/>
                            </a:lnTo>
                            <a:lnTo>
                              <a:pt x="1342" y="30"/>
                            </a:lnTo>
                            <a:lnTo>
                              <a:pt x="1345" y="29"/>
                            </a:lnTo>
                            <a:lnTo>
                              <a:pt x="1347" y="29"/>
                            </a:lnTo>
                            <a:lnTo>
                              <a:pt x="1350" y="29"/>
                            </a:lnTo>
                            <a:lnTo>
                              <a:pt x="1352" y="28"/>
                            </a:lnTo>
                            <a:lnTo>
                              <a:pt x="1354" y="28"/>
                            </a:lnTo>
                            <a:lnTo>
                              <a:pt x="1357" y="28"/>
                            </a:lnTo>
                            <a:lnTo>
                              <a:pt x="1359" y="28"/>
                            </a:lnTo>
                            <a:lnTo>
                              <a:pt x="1362" y="27"/>
                            </a:lnTo>
                            <a:lnTo>
                              <a:pt x="1364" y="27"/>
                            </a:lnTo>
                            <a:lnTo>
                              <a:pt x="1366" y="27"/>
                            </a:lnTo>
                            <a:lnTo>
                              <a:pt x="1369" y="27"/>
                            </a:lnTo>
                            <a:lnTo>
                              <a:pt x="1371" y="27"/>
                            </a:lnTo>
                            <a:lnTo>
                              <a:pt x="1374" y="26"/>
                            </a:lnTo>
                            <a:lnTo>
                              <a:pt x="1376" y="26"/>
                            </a:lnTo>
                            <a:lnTo>
                              <a:pt x="1378" y="26"/>
                            </a:lnTo>
                            <a:lnTo>
                              <a:pt x="1381" y="25"/>
                            </a:lnTo>
                            <a:lnTo>
                              <a:pt x="1383" y="25"/>
                            </a:lnTo>
                            <a:lnTo>
                              <a:pt x="1386" y="25"/>
                            </a:lnTo>
                            <a:lnTo>
                              <a:pt x="1388" y="25"/>
                            </a:lnTo>
                            <a:lnTo>
                              <a:pt x="1390" y="25"/>
                            </a:lnTo>
                            <a:lnTo>
                              <a:pt x="1393" y="24"/>
                            </a:lnTo>
                            <a:lnTo>
                              <a:pt x="1395" y="24"/>
                            </a:lnTo>
                            <a:lnTo>
                              <a:pt x="1398" y="24"/>
                            </a:lnTo>
                            <a:lnTo>
                              <a:pt x="1400" y="24"/>
                            </a:lnTo>
                            <a:lnTo>
                              <a:pt x="1402" y="23"/>
                            </a:lnTo>
                            <a:lnTo>
                              <a:pt x="1405" y="23"/>
                            </a:lnTo>
                            <a:lnTo>
                              <a:pt x="1407" y="23"/>
                            </a:lnTo>
                            <a:lnTo>
                              <a:pt x="1410" y="23"/>
                            </a:lnTo>
                            <a:lnTo>
                              <a:pt x="1412" y="22"/>
                            </a:lnTo>
                            <a:lnTo>
                              <a:pt x="1414" y="22"/>
                            </a:lnTo>
                            <a:lnTo>
                              <a:pt x="1417" y="22"/>
                            </a:lnTo>
                            <a:lnTo>
                              <a:pt x="1419" y="22"/>
                            </a:lnTo>
                            <a:lnTo>
                              <a:pt x="1422" y="21"/>
                            </a:lnTo>
                            <a:lnTo>
                              <a:pt x="1424" y="21"/>
                            </a:lnTo>
                            <a:lnTo>
                              <a:pt x="1426" y="21"/>
                            </a:lnTo>
                            <a:lnTo>
                              <a:pt x="1429" y="21"/>
                            </a:lnTo>
                            <a:lnTo>
                              <a:pt x="1431" y="21"/>
                            </a:lnTo>
                            <a:lnTo>
                              <a:pt x="1434" y="20"/>
                            </a:lnTo>
                            <a:lnTo>
                              <a:pt x="1436" y="20"/>
                            </a:lnTo>
                            <a:lnTo>
                              <a:pt x="1438" y="20"/>
                            </a:lnTo>
                            <a:lnTo>
                              <a:pt x="1441" y="19"/>
                            </a:lnTo>
                            <a:lnTo>
                              <a:pt x="1443" y="19"/>
                            </a:lnTo>
                            <a:lnTo>
                              <a:pt x="1446" y="19"/>
                            </a:lnTo>
                            <a:lnTo>
                              <a:pt x="1448" y="19"/>
                            </a:lnTo>
                            <a:lnTo>
                              <a:pt x="1450" y="19"/>
                            </a:lnTo>
                            <a:lnTo>
                              <a:pt x="1453" y="18"/>
                            </a:lnTo>
                            <a:lnTo>
                              <a:pt x="1455" y="18"/>
                            </a:lnTo>
                            <a:lnTo>
                              <a:pt x="1458" y="18"/>
                            </a:lnTo>
                            <a:lnTo>
                              <a:pt x="1460" y="18"/>
                            </a:lnTo>
                            <a:lnTo>
                              <a:pt x="1463" y="17"/>
                            </a:lnTo>
                            <a:lnTo>
                              <a:pt x="1465" y="17"/>
                            </a:lnTo>
                            <a:lnTo>
                              <a:pt x="1467" y="17"/>
                            </a:lnTo>
                            <a:lnTo>
                              <a:pt x="1470" y="17"/>
                            </a:lnTo>
                            <a:lnTo>
                              <a:pt x="1472" y="16"/>
                            </a:lnTo>
                            <a:lnTo>
                              <a:pt x="1475" y="16"/>
                            </a:lnTo>
                            <a:lnTo>
                              <a:pt x="1477" y="16"/>
                            </a:lnTo>
                            <a:lnTo>
                              <a:pt x="1479" y="16"/>
                            </a:lnTo>
                            <a:lnTo>
                              <a:pt x="1482" y="15"/>
                            </a:lnTo>
                            <a:lnTo>
                              <a:pt x="1484" y="15"/>
                            </a:lnTo>
                            <a:lnTo>
                              <a:pt x="1487" y="15"/>
                            </a:lnTo>
                            <a:lnTo>
                              <a:pt x="1489" y="15"/>
                            </a:lnTo>
                            <a:lnTo>
                              <a:pt x="1491" y="15"/>
                            </a:lnTo>
                            <a:lnTo>
                              <a:pt x="1494" y="14"/>
                            </a:lnTo>
                            <a:lnTo>
                              <a:pt x="1496" y="14"/>
                            </a:lnTo>
                            <a:lnTo>
                              <a:pt x="1499" y="14"/>
                            </a:lnTo>
                            <a:lnTo>
                              <a:pt x="1501" y="13"/>
                            </a:lnTo>
                            <a:lnTo>
                              <a:pt x="1504" y="13"/>
                            </a:lnTo>
                            <a:lnTo>
                              <a:pt x="1506" y="13"/>
                            </a:lnTo>
                            <a:lnTo>
                              <a:pt x="1508" y="13"/>
                            </a:lnTo>
                            <a:lnTo>
                              <a:pt x="1511" y="13"/>
                            </a:lnTo>
                            <a:lnTo>
                              <a:pt x="1513" y="12"/>
                            </a:lnTo>
                            <a:lnTo>
                              <a:pt x="1516" y="12"/>
                            </a:lnTo>
                            <a:lnTo>
                              <a:pt x="1518" y="12"/>
                            </a:lnTo>
                            <a:lnTo>
                              <a:pt x="1520" y="12"/>
                            </a:lnTo>
                            <a:lnTo>
                              <a:pt x="1523" y="11"/>
                            </a:lnTo>
                            <a:lnTo>
                              <a:pt x="1525" y="11"/>
                            </a:lnTo>
                            <a:lnTo>
                              <a:pt x="1528" y="11"/>
                            </a:lnTo>
                            <a:lnTo>
                              <a:pt x="1530" y="11"/>
                            </a:lnTo>
                            <a:lnTo>
                              <a:pt x="1532" y="10"/>
                            </a:lnTo>
                            <a:lnTo>
                              <a:pt x="1535" y="10"/>
                            </a:lnTo>
                            <a:lnTo>
                              <a:pt x="1537" y="10"/>
                            </a:lnTo>
                            <a:lnTo>
                              <a:pt x="1540" y="10"/>
                            </a:lnTo>
                            <a:lnTo>
                              <a:pt x="1542" y="9"/>
                            </a:lnTo>
                            <a:lnTo>
                              <a:pt x="1544" y="9"/>
                            </a:lnTo>
                            <a:lnTo>
                              <a:pt x="1547" y="9"/>
                            </a:lnTo>
                            <a:lnTo>
                              <a:pt x="1549" y="9"/>
                            </a:lnTo>
                            <a:lnTo>
                              <a:pt x="1552" y="8"/>
                            </a:lnTo>
                            <a:lnTo>
                              <a:pt x="1554" y="8"/>
                            </a:lnTo>
                            <a:lnTo>
                              <a:pt x="1557" y="8"/>
                            </a:lnTo>
                            <a:lnTo>
                              <a:pt x="1559" y="8"/>
                            </a:lnTo>
                            <a:lnTo>
                              <a:pt x="1561" y="8"/>
                            </a:lnTo>
                            <a:lnTo>
                              <a:pt x="1564" y="7"/>
                            </a:lnTo>
                            <a:lnTo>
                              <a:pt x="1566" y="7"/>
                            </a:lnTo>
                            <a:lnTo>
                              <a:pt x="1569" y="7"/>
                            </a:lnTo>
                            <a:lnTo>
                              <a:pt x="1571" y="7"/>
                            </a:lnTo>
                            <a:lnTo>
                              <a:pt x="1573" y="6"/>
                            </a:lnTo>
                            <a:lnTo>
                              <a:pt x="1576" y="6"/>
                            </a:lnTo>
                            <a:lnTo>
                              <a:pt x="1578" y="6"/>
                            </a:lnTo>
                            <a:lnTo>
                              <a:pt x="1581" y="5"/>
                            </a:lnTo>
                            <a:lnTo>
                              <a:pt x="1583" y="5"/>
                            </a:lnTo>
                            <a:lnTo>
                              <a:pt x="1585" y="4"/>
                            </a:lnTo>
                            <a:lnTo>
                              <a:pt x="1588" y="3"/>
                            </a:lnTo>
                            <a:lnTo>
                              <a:pt x="1590" y="2"/>
                            </a:lnTo>
                            <a:lnTo>
                              <a:pt x="1593" y="2"/>
                            </a:lnTo>
                            <a:lnTo>
                              <a:pt x="1595" y="1"/>
                            </a:lnTo>
                            <a:lnTo>
                              <a:pt x="1597" y="1"/>
                            </a:lnTo>
                            <a:lnTo>
                              <a:pt x="1600" y="0"/>
                            </a:lnTo>
                            <a:lnTo>
                              <a:pt x="1602" y="0"/>
                            </a:lnTo>
                            <a:lnTo>
                              <a:pt x="1605" y="0"/>
                            </a:lnTo>
                            <a:lnTo>
                              <a:pt x="1607" y="0"/>
                            </a:lnTo>
                            <a:lnTo>
                              <a:pt x="1609" y="0"/>
                            </a:lnTo>
                            <a:lnTo>
                              <a:pt x="1612" y="0"/>
                            </a:lnTo>
                            <a:lnTo>
                              <a:pt x="1614" y="0"/>
                            </a:lnTo>
                            <a:lnTo>
                              <a:pt x="1617" y="0"/>
                            </a:lnTo>
                            <a:lnTo>
                              <a:pt x="1619" y="0"/>
                            </a:lnTo>
                            <a:lnTo>
                              <a:pt x="1621" y="1"/>
                            </a:lnTo>
                            <a:lnTo>
                              <a:pt x="1624" y="1"/>
                            </a:lnTo>
                            <a:lnTo>
                              <a:pt x="1626" y="1"/>
                            </a:lnTo>
                            <a:lnTo>
                              <a:pt x="1629" y="2"/>
                            </a:lnTo>
                            <a:lnTo>
                              <a:pt x="1631" y="2"/>
                            </a:lnTo>
                            <a:lnTo>
                              <a:pt x="1633" y="2"/>
                            </a:lnTo>
                            <a:lnTo>
                              <a:pt x="1636" y="3"/>
                            </a:lnTo>
                            <a:lnTo>
                              <a:pt x="1638" y="4"/>
                            </a:lnTo>
                            <a:lnTo>
                              <a:pt x="1641" y="4"/>
                            </a:lnTo>
                            <a:lnTo>
                              <a:pt x="1643" y="5"/>
                            </a:lnTo>
                            <a:lnTo>
                              <a:pt x="1645" y="5"/>
                            </a:lnTo>
                            <a:lnTo>
                              <a:pt x="1648" y="6"/>
                            </a:lnTo>
                            <a:lnTo>
                              <a:pt x="1650" y="6"/>
                            </a:lnTo>
                            <a:lnTo>
                              <a:pt x="1653" y="7"/>
                            </a:lnTo>
                            <a:lnTo>
                              <a:pt x="1655" y="8"/>
                            </a:lnTo>
                            <a:lnTo>
                              <a:pt x="1657" y="8"/>
                            </a:lnTo>
                            <a:lnTo>
                              <a:pt x="1660" y="9"/>
                            </a:lnTo>
                            <a:lnTo>
                              <a:pt x="1662" y="10"/>
                            </a:lnTo>
                            <a:lnTo>
                              <a:pt x="1665" y="10"/>
                            </a:lnTo>
                            <a:lnTo>
                              <a:pt x="1667" y="11"/>
                            </a:lnTo>
                            <a:lnTo>
                              <a:pt x="1669" y="12"/>
                            </a:lnTo>
                            <a:lnTo>
                              <a:pt x="1672" y="12"/>
                            </a:lnTo>
                            <a:lnTo>
                              <a:pt x="1674" y="13"/>
                            </a:lnTo>
                            <a:lnTo>
                              <a:pt x="1677" y="13"/>
                            </a:lnTo>
                            <a:lnTo>
                              <a:pt x="1679" y="14"/>
                            </a:lnTo>
                            <a:lnTo>
                              <a:pt x="1681" y="15"/>
                            </a:lnTo>
                            <a:lnTo>
                              <a:pt x="1684" y="16"/>
                            </a:lnTo>
                            <a:lnTo>
                              <a:pt x="1686" y="16"/>
                            </a:lnTo>
                            <a:lnTo>
                              <a:pt x="1689" y="17"/>
                            </a:lnTo>
                            <a:lnTo>
                              <a:pt x="1691" y="18"/>
                            </a:lnTo>
                            <a:lnTo>
                              <a:pt x="1693" y="18"/>
                            </a:lnTo>
                            <a:lnTo>
                              <a:pt x="1696" y="19"/>
                            </a:lnTo>
                            <a:lnTo>
                              <a:pt x="1698" y="20"/>
                            </a:lnTo>
                            <a:lnTo>
                              <a:pt x="1701" y="21"/>
                            </a:lnTo>
                            <a:lnTo>
                              <a:pt x="1703" y="21"/>
                            </a:lnTo>
                            <a:lnTo>
                              <a:pt x="1705" y="22"/>
                            </a:lnTo>
                            <a:lnTo>
                              <a:pt x="1708" y="23"/>
                            </a:lnTo>
                            <a:lnTo>
                              <a:pt x="1710" y="23"/>
                            </a:lnTo>
                            <a:lnTo>
                              <a:pt x="1713" y="24"/>
                            </a:lnTo>
                            <a:lnTo>
                              <a:pt x="1715" y="25"/>
                            </a:lnTo>
                            <a:lnTo>
                              <a:pt x="1717" y="25"/>
                            </a:lnTo>
                            <a:lnTo>
                              <a:pt x="1720" y="26"/>
                            </a:lnTo>
                            <a:lnTo>
                              <a:pt x="1722" y="27"/>
                            </a:lnTo>
                            <a:lnTo>
                              <a:pt x="1725" y="28"/>
                            </a:lnTo>
                            <a:lnTo>
                              <a:pt x="1727" y="28"/>
                            </a:lnTo>
                            <a:lnTo>
                              <a:pt x="1730" y="29"/>
                            </a:lnTo>
                            <a:lnTo>
                              <a:pt x="1732" y="30"/>
                            </a:lnTo>
                            <a:lnTo>
                              <a:pt x="1734" y="30"/>
                            </a:lnTo>
                            <a:lnTo>
                              <a:pt x="1737" y="31"/>
                            </a:lnTo>
                            <a:lnTo>
                              <a:pt x="1739" y="32"/>
                            </a:lnTo>
                            <a:lnTo>
                              <a:pt x="1742" y="32"/>
                            </a:lnTo>
                            <a:lnTo>
                              <a:pt x="1744" y="33"/>
                            </a:lnTo>
                            <a:lnTo>
                              <a:pt x="1746" y="34"/>
                            </a:lnTo>
                            <a:lnTo>
                              <a:pt x="1749" y="35"/>
                            </a:lnTo>
                            <a:lnTo>
                              <a:pt x="1751" y="35"/>
                            </a:lnTo>
                            <a:lnTo>
                              <a:pt x="1754" y="36"/>
                            </a:lnTo>
                            <a:lnTo>
                              <a:pt x="1756" y="36"/>
                            </a:lnTo>
                            <a:lnTo>
                              <a:pt x="1758" y="37"/>
                            </a:lnTo>
                            <a:lnTo>
                              <a:pt x="1761" y="38"/>
                            </a:lnTo>
                            <a:lnTo>
                              <a:pt x="1763" y="38"/>
                            </a:lnTo>
                            <a:lnTo>
                              <a:pt x="1766" y="39"/>
                            </a:lnTo>
                            <a:lnTo>
                              <a:pt x="1768" y="39"/>
                            </a:lnTo>
                            <a:lnTo>
                              <a:pt x="1771" y="40"/>
                            </a:lnTo>
                            <a:lnTo>
                              <a:pt x="1773" y="41"/>
                            </a:lnTo>
                            <a:lnTo>
                              <a:pt x="1775" y="41"/>
                            </a:lnTo>
                            <a:lnTo>
                              <a:pt x="1778" y="42"/>
                            </a:lnTo>
                            <a:lnTo>
                              <a:pt x="1780" y="42"/>
                            </a:lnTo>
                            <a:lnTo>
                              <a:pt x="1783" y="43"/>
                            </a:lnTo>
                            <a:lnTo>
                              <a:pt x="1785" y="44"/>
                            </a:lnTo>
                            <a:lnTo>
                              <a:pt x="1787" y="44"/>
                            </a:lnTo>
                            <a:lnTo>
                              <a:pt x="1790" y="45"/>
                            </a:lnTo>
                            <a:lnTo>
                              <a:pt x="1792" y="45"/>
                            </a:lnTo>
                            <a:lnTo>
                              <a:pt x="1795" y="46"/>
                            </a:lnTo>
                            <a:lnTo>
                              <a:pt x="1797" y="47"/>
                            </a:lnTo>
                            <a:lnTo>
                              <a:pt x="1799" y="47"/>
                            </a:lnTo>
                            <a:lnTo>
                              <a:pt x="1802" y="48"/>
                            </a:lnTo>
                            <a:lnTo>
                              <a:pt x="1804" y="48"/>
                            </a:lnTo>
                            <a:lnTo>
                              <a:pt x="1807" y="49"/>
                            </a:lnTo>
                            <a:lnTo>
                              <a:pt x="1809" y="49"/>
                            </a:lnTo>
                            <a:lnTo>
                              <a:pt x="1811" y="50"/>
                            </a:lnTo>
                            <a:lnTo>
                              <a:pt x="1814" y="50"/>
                            </a:lnTo>
                            <a:lnTo>
                              <a:pt x="1816" y="51"/>
                            </a:lnTo>
                            <a:lnTo>
                              <a:pt x="1819" y="51"/>
                            </a:lnTo>
                            <a:lnTo>
                              <a:pt x="1821" y="52"/>
                            </a:lnTo>
                            <a:lnTo>
                              <a:pt x="1824" y="52"/>
                            </a:lnTo>
                            <a:lnTo>
                              <a:pt x="1826" y="53"/>
                            </a:lnTo>
                            <a:lnTo>
                              <a:pt x="1828" y="53"/>
                            </a:lnTo>
                            <a:lnTo>
                              <a:pt x="1831" y="54"/>
                            </a:lnTo>
                            <a:lnTo>
                              <a:pt x="1833" y="55"/>
                            </a:lnTo>
                            <a:lnTo>
                              <a:pt x="1836" y="55"/>
                            </a:lnTo>
                            <a:lnTo>
                              <a:pt x="1838" y="56"/>
                            </a:lnTo>
                            <a:lnTo>
                              <a:pt x="1840" y="56"/>
                            </a:lnTo>
                            <a:lnTo>
                              <a:pt x="1843" y="56"/>
                            </a:lnTo>
                            <a:lnTo>
                              <a:pt x="1845" y="57"/>
                            </a:lnTo>
                            <a:lnTo>
                              <a:pt x="1848" y="58"/>
                            </a:lnTo>
                            <a:lnTo>
                              <a:pt x="1850" y="58"/>
                            </a:lnTo>
                            <a:lnTo>
                              <a:pt x="1852" y="58"/>
                            </a:lnTo>
                            <a:lnTo>
                              <a:pt x="1855" y="59"/>
                            </a:lnTo>
                            <a:lnTo>
                              <a:pt x="1857" y="59"/>
                            </a:lnTo>
                            <a:lnTo>
                              <a:pt x="1860" y="60"/>
                            </a:lnTo>
                            <a:lnTo>
                              <a:pt x="1862" y="60"/>
                            </a:lnTo>
                            <a:lnTo>
                              <a:pt x="1864" y="61"/>
                            </a:lnTo>
                            <a:lnTo>
                              <a:pt x="1867" y="61"/>
                            </a:lnTo>
                            <a:lnTo>
                              <a:pt x="1869" y="62"/>
                            </a:lnTo>
                            <a:lnTo>
                              <a:pt x="1872" y="62"/>
                            </a:lnTo>
                            <a:lnTo>
                              <a:pt x="1874" y="62"/>
                            </a:lnTo>
                            <a:lnTo>
                              <a:pt x="1876" y="63"/>
                            </a:lnTo>
                            <a:lnTo>
                              <a:pt x="1879" y="63"/>
                            </a:lnTo>
                            <a:lnTo>
                              <a:pt x="1881" y="64"/>
                            </a:lnTo>
                            <a:lnTo>
                              <a:pt x="1884" y="64"/>
                            </a:lnTo>
                            <a:lnTo>
                              <a:pt x="1886" y="65"/>
                            </a:lnTo>
                            <a:lnTo>
                              <a:pt x="1888" y="65"/>
                            </a:lnTo>
                            <a:lnTo>
                              <a:pt x="1891" y="65"/>
                            </a:lnTo>
                            <a:lnTo>
                              <a:pt x="1893" y="66"/>
                            </a:lnTo>
                            <a:lnTo>
                              <a:pt x="1896" y="66"/>
                            </a:lnTo>
                            <a:lnTo>
                              <a:pt x="1898" y="67"/>
                            </a:lnTo>
                            <a:lnTo>
                              <a:pt x="1900" y="67"/>
                            </a:lnTo>
                            <a:lnTo>
                              <a:pt x="1903" y="67"/>
                            </a:lnTo>
                            <a:lnTo>
                              <a:pt x="1905" y="68"/>
                            </a:lnTo>
                            <a:lnTo>
                              <a:pt x="1908" y="68"/>
                            </a:lnTo>
                            <a:lnTo>
                              <a:pt x="1910" y="68"/>
                            </a:lnTo>
                            <a:lnTo>
                              <a:pt x="1912" y="69"/>
                            </a:lnTo>
                            <a:lnTo>
                              <a:pt x="1915" y="69"/>
                            </a:lnTo>
                            <a:lnTo>
                              <a:pt x="1917" y="70"/>
                            </a:lnTo>
                            <a:lnTo>
                              <a:pt x="1920" y="70"/>
                            </a:lnTo>
                            <a:lnTo>
                              <a:pt x="1922" y="70"/>
                            </a:lnTo>
                            <a:lnTo>
                              <a:pt x="1924" y="71"/>
                            </a:lnTo>
                            <a:lnTo>
                              <a:pt x="1927" y="71"/>
                            </a:lnTo>
                            <a:lnTo>
                              <a:pt x="1929" y="71"/>
                            </a:lnTo>
                            <a:lnTo>
                              <a:pt x="1932" y="72"/>
                            </a:lnTo>
                            <a:lnTo>
                              <a:pt x="1934" y="72"/>
                            </a:lnTo>
                            <a:lnTo>
                              <a:pt x="1936" y="73"/>
                            </a:lnTo>
                            <a:lnTo>
                              <a:pt x="1939" y="73"/>
                            </a:lnTo>
                            <a:lnTo>
                              <a:pt x="1941" y="73"/>
                            </a:lnTo>
                            <a:lnTo>
                              <a:pt x="1944" y="73"/>
                            </a:lnTo>
                            <a:lnTo>
                              <a:pt x="1946" y="74"/>
                            </a:lnTo>
                            <a:lnTo>
                              <a:pt x="1948" y="74"/>
                            </a:lnTo>
                            <a:lnTo>
                              <a:pt x="1951" y="75"/>
                            </a:lnTo>
                            <a:lnTo>
                              <a:pt x="1953" y="75"/>
                            </a:lnTo>
                            <a:lnTo>
                              <a:pt x="1956" y="75"/>
                            </a:lnTo>
                            <a:lnTo>
                              <a:pt x="1958" y="75"/>
                            </a:lnTo>
                            <a:lnTo>
                              <a:pt x="1960" y="76"/>
                            </a:lnTo>
                            <a:lnTo>
                              <a:pt x="1963" y="76"/>
                            </a:lnTo>
                            <a:lnTo>
                              <a:pt x="1965" y="76"/>
                            </a:lnTo>
                            <a:lnTo>
                              <a:pt x="1968" y="77"/>
                            </a:lnTo>
                            <a:lnTo>
                              <a:pt x="1970" y="77"/>
                            </a:lnTo>
                            <a:lnTo>
                              <a:pt x="1972" y="77"/>
                            </a:lnTo>
                            <a:lnTo>
                              <a:pt x="1975" y="78"/>
                            </a:lnTo>
                            <a:lnTo>
                              <a:pt x="1977" y="78"/>
                            </a:lnTo>
                            <a:lnTo>
                              <a:pt x="1980" y="78"/>
                            </a:lnTo>
                            <a:lnTo>
                              <a:pt x="1982" y="79"/>
                            </a:lnTo>
                            <a:lnTo>
                              <a:pt x="1984" y="79"/>
                            </a:lnTo>
                            <a:lnTo>
                              <a:pt x="1987" y="79"/>
                            </a:lnTo>
                            <a:lnTo>
                              <a:pt x="1989" y="79"/>
                            </a:lnTo>
                            <a:lnTo>
                              <a:pt x="1992" y="80"/>
                            </a:lnTo>
                            <a:lnTo>
                              <a:pt x="1994" y="80"/>
                            </a:lnTo>
                            <a:lnTo>
                              <a:pt x="1997" y="80"/>
                            </a:lnTo>
                            <a:lnTo>
                              <a:pt x="1999" y="81"/>
                            </a:lnTo>
                            <a:lnTo>
                              <a:pt x="2001" y="81"/>
                            </a:lnTo>
                            <a:lnTo>
                              <a:pt x="2004" y="81"/>
                            </a:lnTo>
                            <a:lnTo>
                              <a:pt x="2006" y="81"/>
                            </a:lnTo>
                            <a:lnTo>
                              <a:pt x="2009" y="82"/>
                            </a:lnTo>
                            <a:lnTo>
                              <a:pt x="2011" y="82"/>
                            </a:lnTo>
                            <a:lnTo>
                              <a:pt x="2013" y="82"/>
                            </a:lnTo>
                            <a:lnTo>
                              <a:pt x="2016" y="82"/>
                            </a:lnTo>
                            <a:lnTo>
                              <a:pt x="2018" y="82"/>
                            </a:lnTo>
                            <a:lnTo>
                              <a:pt x="2021" y="83"/>
                            </a:lnTo>
                            <a:lnTo>
                              <a:pt x="2023" y="83"/>
                            </a:lnTo>
                            <a:lnTo>
                              <a:pt x="2025" y="83"/>
                            </a:lnTo>
                            <a:lnTo>
                              <a:pt x="2028" y="84"/>
                            </a:lnTo>
                            <a:lnTo>
                              <a:pt x="2030" y="84"/>
                            </a:lnTo>
                            <a:lnTo>
                              <a:pt x="2033" y="84"/>
                            </a:lnTo>
                            <a:lnTo>
                              <a:pt x="2035" y="84"/>
                            </a:lnTo>
                            <a:lnTo>
                              <a:pt x="2038" y="85"/>
                            </a:lnTo>
                            <a:lnTo>
                              <a:pt x="2040" y="85"/>
                            </a:lnTo>
                            <a:lnTo>
                              <a:pt x="2042" y="85"/>
                            </a:lnTo>
                            <a:lnTo>
                              <a:pt x="2045" y="85"/>
                            </a:lnTo>
                            <a:lnTo>
                              <a:pt x="2047" y="85"/>
                            </a:lnTo>
                            <a:lnTo>
                              <a:pt x="2050" y="86"/>
                            </a:lnTo>
                            <a:lnTo>
                              <a:pt x="2052" y="86"/>
                            </a:lnTo>
                            <a:lnTo>
                              <a:pt x="2054" y="86"/>
                            </a:lnTo>
                            <a:lnTo>
                              <a:pt x="2057" y="87"/>
                            </a:lnTo>
                            <a:lnTo>
                              <a:pt x="2059" y="87"/>
                            </a:lnTo>
                            <a:lnTo>
                              <a:pt x="2062" y="87"/>
                            </a:lnTo>
                            <a:lnTo>
                              <a:pt x="2064" y="87"/>
                            </a:lnTo>
                            <a:lnTo>
                              <a:pt x="2066" y="87"/>
                            </a:lnTo>
                            <a:lnTo>
                              <a:pt x="2069" y="88"/>
                            </a:lnTo>
                            <a:lnTo>
                              <a:pt x="2071" y="88"/>
                            </a:lnTo>
                            <a:lnTo>
                              <a:pt x="2074" y="88"/>
                            </a:lnTo>
                            <a:lnTo>
                              <a:pt x="2076" y="88"/>
                            </a:lnTo>
                            <a:lnTo>
                              <a:pt x="2078" y="88"/>
                            </a:lnTo>
                            <a:lnTo>
                              <a:pt x="2081" y="89"/>
                            </a:lnTo>
                            <a:lnTo>
                              <a:pt x="2083" y="89"/>
                            </a:lnTo>
                            <a:lnTo>
                              <a:pt x="2086" y="89"/>
                            </a:lnTo>
                            <a:lnTo>
                              <a:pt x="2088" y="89"/>
                            </a:lnTo>
                            <a:lnTo>
                              <a:pt x="2091" y="90"/>
                            </a:lnTo>
                            <a:lnTo>
                              <a:pt x="2093" y="90"/>
                            </a:lnTo>
                            <a:lnTo>
                              <a:pt x="2095" y="90"/>
                            </a:lnTo>
                            <a:lnTo>
                              <a:pt x="2098" y="90"/>
                            </a:lnTo>
                            <a:lnTo>
                              <a:pt x="2100" y="90"/>
                            </a:lnTo>
                            <a:lnTo>
                              <a:pt x="2103" y="91"/>
                            </a:lnTo>
                            <a:lnTo>
                              <a:pt x="2105" y="91"/>
                            </a:lnTo>
                            <a:lnTo>
                              <a:pt x="2107" y="91"/>
                            </a:lnTo>
                            <a:lnTo>
                              <a:pt x="2110" y="91"/>
                            </a:lnTo>
                            <a:lnTo>
                              <a:pt x="2112" y="91"/>
                            </a:lnTo>
                            <a:lnTo>
                              <a:pt x="2115" y="91"/>
                            </a:lnTo>
                            <a:lnTo>
                              <a:pt x="2117" y="92"/>
                            </a:lnTo>
                            <a:lnTo>
                              <a:pt x="2119" y="92"/>
                            </a:lnTo>
                            <a:lnTo>
                              <a:pt x="2122" y="92"/>
                            </a:lnTo>
                            <a:lnTo>
                              <a:pt x="2124" y="92"/>
                            </a:lnTo>
                            <a:lnTo>
                              <a:pt x="2127" y="93"/>
                            </a:lnTo>
                            <a:lnTo>
                              <a:pt x="2129" y="93"/>
                            </a:lnTo>
                            <a:lnTo>
                              <a:pt x="2131" y="93"/>
                            </a:lnTo>
                            <a:lnTo>
                              <a:pt x="2134" y="93"/>
                            </a:lnTo>
                            <a:lnTo>
                              <a:pt x="2136" y="93"/>
                            </a:lnTo>
                            <a:lnTo>
                              <a:pt x="2139" y="93"/>
                            </a:lnTo>
                            <a:lnTo>
                              <a:pt x="2141" y="94"/>
                            </a:lnTo>
                            <a:lnTo>
                              <a:pt x="2143" y="94"/>
                            </a:lnTo>
                            <a:lnTo>
                              <a:pt x="2146" y="94"/>
                            </a:lnTo>
                            <a:lnTo>
                              <a:pt x="2148" y="94"/>
                            </a:lnTo>
                            <a:lnTo>
                              <a:pt x="2151" y="95"/>
                            </a:lnTo>
                            <a:lnTo>
                              <a:pt x="2153" y="95"/>
                            </a:lnTo>
                            <a:lnTo>
                              <a:pt x="2155" y="95"/>
                            </a:lnTo>
                            <a:lnTo>
                              <a:pt x="2158" y="95"/>
                            </a:lnTo>
                            <a:lnTo>
                              <a:pt x="2160" y="95"/>
                            </a:lnTo>
                            <a:lnTo>
                              <a:pt x="2163" y="95"/>
                            </a:lnTo>
                            <a:lnTo>
                              <a:pt x="2165" y="96"/>
                            </a:lnTo>
                            <a:lnTo>
                              <a:pt x="2166" y="96"/>
                            </a:lnTo>
                          </a:path>
                        </a:pathLst>
                      </a:custGeom>
                      <a:noFill/>
                      <a:ln w="17526" cap="flat">
                        <a:solidFill>
                          <a:srgbClr val="0000FF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  <p:grpSp>
                  <p:nvGrpSpPr>
                    <p:cNvPr id="486" name="그룹 485">
                      <a:extLst>
                        <a:ext uri="{FF2B5EF4-FFF2-40B4-BE49-F238E27FC236}">
                          <a16:creationId xmlns:a16="http://schemas.microsoft.com/office/drawing/2014/main" id="{D1EDE282-E05B-4F18-B52E-3D48424CAC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1925" y="1549255"/>
                      <a:ext cx="3442970" cy="1227138"/>
                      <a:chOff x="6586945" y="1549255"/>
                      <a:chExt cx="3442970" cy="1227138"/>
                    </a:xfrm>
                  </p:grpSpPr>
                  <p:sp>
                    <p:nvSpPr>
                      <p:cNvPr id="487" name="Freeform 22">
                        <a:extLst>
                          <a:ext uri="{FF2B5EF4-FFF2-40B4-BE49-F238E27FC236}">
                            <a16:creationId xmlns:a16="http://schemas.microsoft.com/office/drawing/2014/main" id="{1055DE6B-C1BB-4D5D-9778-7C4B242DC19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586945" y="1549255"/>
                        <a:ext cx="3438525" cy="1227138"/>
                      </a:xfrm>
                      <a:custGeom>
                        <a:avLst/>
                        <a:gdLst>
                          <a:gd name="T0" fmla="*/ 1131 w 2166"/>
                          <a:gd name="T1" fmla="*/ 557 h 773"/>
                          <a:gd name="T2" fmla="*/ 1061 w 2166"/>
                          <a:gd name="T3" fmla="*/ 536 h 773"/>
                          <a:gd name="T4" fmla="*/ 991 w 2166"/>
                          <a:gd name="T5" fmla="*/ 510 h 773"/>
                          <a:gd name="T6" fmla="*/ 921 w 2166"/>
                          <a:gd name="T7" fmla="*/ 483 h 773"/>
                          <a:gd name="T8" fmla="*/ 852 w 2166"/>
                          <a:gd name="T9" fmla="*/ 455 h 773"/>
                          <a:gd name="T10" fmla="*/ 782 w 2166"/>
                          <a:gd name="T11" fmla="*/ 428 h 773"/>
                          <a:gd name="T12" fmla="*/ 712 w 2166"/>
                          <a:gd name="T13" fmla="*/ 399 h 773"/>
                          <a:gd name="T14" fmla="*/ 642 w 2166"/>
                          <a:gd name="T15" fmla="*/ 369 h 773"/>
                          <a:gd name="T16" fmla="*/ 573 w 2166"/>
                          <a:gd name="T17" fmla="*/ 333 h 773"/>
                          <a:gd name="T18" fmla="*/ 503 w 2166"/>
                          <a:gd name="T19" fmla="*/ 286 h 773"/>
                          <a:gd name="T20" fmla="*/ 433 w 2166"/>
                          <a:gd name="T21" fmla="*/ 225 h 773"/>
                          <a:gd name="T22" fmla="*/ 363 w 2166"/>
                          <a:gd name="T23" fmla="*/ 177 h 773"/>
                          <a:gd name="T24" fmla="*/ 294 w 2166"/>
                          <a:gd name="T25" fmla="*/ 184 h 773"/>
                          <a:gd name="T26" fmla="*/ 224 w 2166"/>
                          <a:gd name="T27" fmla="*/ 186 h 773"/>
                          <a:gd name="T28" fmla="*/ 154 w 2166"/>
                          <a:gd name="T29" fmla="*/ 174 h 773"/>
                          <a:gd name="T30" fmla="*/ 84 w 2166"/>
                          <a:gd name="T31" fmla="*/ 159 h 773"/>
                          <a:gd name="T32" fmla="*/ 15 w 2166"/>
                          <a:gd name="T33" fmla="*/ 149 h 773"/>
                          <a:gd name="T34" fmla="*/ 53 w 2166"/>
                          <a:gd name="T35" fmla="*/ 272 h 773"/>
                          <a:gd name="T36" fmla="*/ 123 w 2166"/>
                          <a:gd name="T37" fmla="*/ 273 h 773"/>
                          <a:gd name="T38" fmla="*/ 193 w 2166"/>
                          <a:gd name="T39" fmla="*/ 263 h 773"/>
                          <a:gd name="T40" fmla="*/ 263 w 2166"/>
                          <a:gd name="T41" fmla="*/ 264 h 773"/>
                          <a:gd name="T42" fmla="*/ 332 w 2166"/>
                          <a:gd name="T43" fmla="*/ 266 h 773"/>
                          <a:gd name="T44" fmla="*/ 402 w 2166"/>
                          <a:gd name="T45" fmla="*/ 301 h 773"/>
                          <a:gd name="T46" fmla="*/ 472 w 2166"/>
                          <a:gd name="T47" fmla="*/ 361 h 773"/>
                          <a:gd name="T48" fmla="*/ 542 w 2166"/>
                          <a:gd name="T49" fmla="*/ 413 h 773"/>
                          <a:gd name="T50" fmla="*/ 611 w 2166"/>
                          <a:gd name="T51" fmla="*/ 459 h 773"/>
                          <a:gd name="T52" fmla="*/ 681 w 2166"/>
                          <a:gd name="T53" fmla="*/ 498 h 773"/>
                          <a:gd name="T54" fmla="*/ 751 w 2166"/>
                          <a:gd name="T55" fmla="*/ 530 h 773"/>
                          <a:gd name="T56" fmla="*/ 821 w 2166"/>
                          <a:gd name="T57" fmla="*/ 558 h 773"/>
                          <a:gd name="T58" fmla="*/ 890 w 2166"/>
                          <a:gd name="T59" fmla="*/ 583 h 773"/>
                          <a:gd name="T60" fmla="*/ 960 w 2166"/>
                          <a:gd name="T61" fmla="*/ 608 h 773"/>
                          <a:gd name="T62" fmla="*/ 1030 w 2166"/>
                          <a:gd name="T63" fmla="*/ 632 h 773"/>
                          <a:gd name="T64" fmla="*/ 1099 w 2166"/>
                          <a:gd name="T65" fmla="*/ 655 h 773"/>
                          <a:gd name="T66" fmla="*/ 1169 w 2166"/>
                          <a:gd name="T67" fmla="*/ 677 h 773"/>
                          <a:gd name="T68" fmla="*/ 1239 w 2166"/>
                          <a:gd name="T69" fmla="*/ 697 h 773"/>
                          <a:gd name="T70" fmla="*/ 1309 w 2166"/>
                          <a:gd name="T71" fmla="*/ 715 h 773"/>
                          <a:gd name="T72" fmla="*/ 1378 w 2166"/>
                          <a:gd name="T73" fmla="*/ 730 h 773"/>
                          <a:gd name="T74" fmla="*/ 1448 w 2166"/>
                          <a:gd name="T75" fmla="*/ 748 h 773"/>
                          <a:gd name="T76" fmla="*/ 1518 w 2166"/>
                          <a:gd name="T77" fmla="*/ 762 h 773"/>
                          <a:gd name="T78" fmla="*/ 1588 w 2166"/>
                          <a:gd name="T79" fmla="*/ 769 h 773"/>
                          <a:gd name="T80" fmla="*/ 1657 w 2166"/>
                          <a:gd name="T81" fmla="*/ 645 h 773"/>
                          <a:gd name="T82" fmla="*/ 1727 w 2166"/>
                          <a:gd name="T83" fmla="*/ 484 h 773"/>
                          <a:gd name="T84" fmla="*/ 1797 w 2166"/>
                          <a:gd name="T85" fmla="*/ 345 h 773"/>
                          <a:gd name="T86" fmla="*/ 1867 w 2166"/>
                          <a:gd name="T87" fmla="*/ 234 h 773"/>
                          <a:gd name="T88" fmla="*/ 1936 w 2166"/>
                          <a:gd name="T89" fmla="*/ 153 h 773"/>
                          <a:gd name="T90" fmla="*/ 2006 w 2166"/>
                          <a:gd name="T91" fmla="*/ 105 h 773"/>
                          <a:gd name="T92" fmla="*/ 2076 w 2166"/>
                          <a:gd name="T93" fmla="*/ 72 h 773"/>
                          <a:gd name="T94" fmla="*/ 2146 w 2166"/>
                          <a:gd name="T95" fmla="*/ 53 h 773"/>
                          <a:gd name="T96" fmla="*/ 2124 w 2166"/>
                          <a:gd name="T97" fmla="*/ 3 h 773"/>
                          <a:gd name="T98" fmla="*/ 2054 w 2166"/>
                          <a:gd name="T99" fmla="*/ 5 h 773"/>
                          <a:gd name="T100" fmla="*/ 1984 w 2166"/>
                          <a:gd name="T101" fmla="*/ 26 h 773"/>
                          <a:gd name="T102" fmla="*/ 1915 w 2166"/>
                          <a:gd name="T103" fmla="*/ 67 h 773"/>
                          <a:gd name="T104" fmla="*/ 1845 w 2166"/>
                          <a:gd name="T105" fmla="*/ 123 h 773"/>
                          <a:gd name="T106" fmla="*/ 1775 w 2166"/>
                          <a:gd name="T107" fmla="*/ 217 h 773"/>
                          <a:gd name="T108" fmla="*/ 1705 w 2166"/>
                          <a:gd name="T109" fmla="*/ 360 h 773"/>
                          <a:gd name="T110" fmla="*/ 1636 w 2166"/>
                          <a:gd name="T111" fmla="*/ 530 h 773"/>
                          <a:gd name="T112" fmla="*/ 1566 w 2166"/>
                          <a:gd name="T113" fmla="*/ 631 h 773"/>
                          <a:gd name="T114" fmla="*/ 1496 w 2166"/>
                          <a:gd name="T115" fmla="*/ 624 h 773"/>
                          <a:gd name="T116" fmla="*/ 1426 w 2166"/>
                          <a:gd name="T117" fmla="*/ 618 h 773"/>
                          <a:gd name="T118" fmla="*/ 1357 w 2166"/>
                          <a:gd name="T119" fmla="*/ 608 h 773"/>
                          <a:gd name="T120" fmla="*/ 1287 w 2166"/>
                          <a:gd name="T121" fmla="*/ 595 h 773"/>
                          <a:gd name="T122" fmla="*/ 1217 w 2166"/>
                          <a:gd name="T123" fmla="*/ 580 h 77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  <a:cxn ang="0">
                            <a:pos x="T122" y="T123"/>
                          </a:cxn>
                        </a:cxnLst>
                        <a:rect l="0" t="0" r="r" b="b"/>
                        <a:pathLst>
                          <a:path w="2166" h="773">
                            <a:moveTo>
                              <a:pt x="1198" y="575"/>
                            </a:moveTo>
                            <a:lnTo>
                              <a:pt x="1196" y="575"/>
                            </a:lnTo>
                            <a:lnTo>
                              <a:pt x="1193" y="574"/>
                            </a:lnTo>
                            <a:lnTo>
                              <a:pt x="1191" y="574"/>
                            </a:lnTo>
                            <a:lnTo>
                              <a:pt x="1188" y="573"/>
                            </a:lnTo>
                            <a:lnTo>
                              <a:pt x="1186" y="572"/>
                            </a:lnTo>
                            <a:lnTo>
                              <a:pt x="1183" y="572"/>
                            </a:lnTo>
                            <a:lnTo>
                              <a:pt x="1181" y="571"/>
                            </a:lnTo>
                            <a:lnTo>
                              <a:pt x="1179" y="570"/>
                            </a:lnTo>
                            <a:lnTo>
                              <a:pt x="1176" y="570"/>
                            </a:lnTo>
                            <a:lnTo>
                              <a:pt x="1174" y="569"/>
                            </a:lnTo>
                            <a:lnTo>
                              <a:pt x="1171" y="568"/>
                            </a:lnTo>
                            <a:lnTo>
                              <a:pt x="1169" y="568"/>
                            </a:lnTo>
                            <a:lnTo>
                              <a:pt x="1167" y="567"/>
                            </a:lnTo>
                            <a:lnTo>
                              <a:pt x="1164" y="566"/>
                            </a:lnTo>
                            <a:lnTo>
                              <a:pt x="1162" y="566"/>
                            </a:lnTo>
                            <a:lnTo>
                              <a:pt x="1159" y="565"/>
                            </a:lnTo>
                            <a:lnTo>
                              <a:pt x="1157" y="564"/>
                            </a:lnTo>
                            <a:lnTo>
                              <a:pt x="1155" y="564"/>
                            </a:lnTo>
                            <a:lnTo>
                              <a:pt x="1152" y="563"/>
                            </a:lnTo>
                            <a:lnTo>
                              <a:pt x="1150" y="563"/>
                            </a:lnTo>
                            <a:lnTo>
                              <a:pt x="1147" y="562"/>
                            </a:lnTo>
                            <a:lnTo>
                              <a:pt x="1145" y="561"/>
                            </a:lnTo>
                            <a:lnTo>
                              <a:pt x="1143" y="561"/>
                            </a:lnTo>
                            <a:lnTo>
                              <a:pt x="1140" y="560"/>
                            </a:lnTo>
                            <a:lnTo>
                              <a:pt x="1138" y="560"/>
                            </a:lnTo>
                            <a:lnTo>
                              <a:pt x="1135" y="559"/>
                            </a:lnTo>
                            <a:lnTo>
                              <a:pt x="1133" y="558"/>
                            </a:lnTo>
                            <a:lnTo>
                              <a:pt x="1131" y="557"/>
                            </a:lnTo>
                            <a:lnTo>
                              <a:pt x="1128" y="557"/>
                            </a:lnTo>
                            <a:lnTo>
                              <a:pt x="1126" y="556"/>
                            </a:lnTo>
                            <a:lnTo>
                              <a:pt x="1123" y="555"/>
                            </a:lnTo>
                            <a:lnTo>
                              <a:pt x="1121" y="555"/>
                            </a:lnTo>
                            <a:lnTo>
                              <a:pt x="1119" y="554"/>
                            </a:lnTo>
                            <a:lnTo>
                              <a:pt x="1116" y="554"/>
                            </a:lnTo>
                            <a:lnTo>
                              <a:pt x="1114" y="553"/>
                            </a:lnTo>
                            <a:lnTo>
                              <a:pt x="1111" y="552"/>
                            </a:lnTo>
                            <a:lnTo>
                              <a:pt x="1109" y="551"/>
                            </a:lnTo>
                            <a:lnTo>
                              <a:pt x="1107" y="550"/>
                            </a:lnTo>
                            <a:lnTo>
                              <a:pt x="1104" y="550"/>
                            </a:lnTo>
                            <a:lnTo>
                              <a:pt x="1102" y="549"/>
                            </a:lnTo>
                            <a:lnTo>
                              <a:pt x="1099" y="548"/>
                            </a:lnTo>
                            <a:lnTo>
                              <a:pt x="1097" y="547"/>
                            </a:lnTo>
                            <a:lnTo>
                              <a:pt x="1095" y="547"/>
                            </a:lnTo>
                            <a:lnTo>
                              <a:pt x="1092" y="546"/>
                            </a:lnTo>
                            <a:lnTo>
                              <a:pt x="1090" y="545"/>
                            </a:lnTo>
                            <a:lnTo>
                              <a:pt x="1088" y="544"/>
                            </a:lnTo>
                            <a:lnTo>
                              <a:pt x="1085" y="544"/>
                            </a:lnTo>
                            <a:lnTo>
                              <a:pt x="1083" y="543"/>
                            </a:lnTo>
                            <a:lnTo>
                              <a:pt x="1080" y="542"/>
                            </a:lnTo>
                            <a:lnTo>
                              <a:pt x="1078" y="541"/>
                            </a:lnTo>
                            <a:lnTo>
                              <a:pt x="1076" y="540"/>
                            </a:lnTo>
                            <a:lnTo>
                              <a:pt x="1073" y="540"/>
                            </a:lnTo>
                            <a:lnTo>
                              <a:pt x="1071" y="539"/>
                            </a:lnTo>
                            <a:lnTo>
                              <a:pt x="1068" y="538"/>
                            </a:lnTo>
                            <a:lnTo>
                              <a:pt x="1066" y="537"/>
                            </a:lnTo>
                            <a:lnTo>
                              <a:pt x="1064" y="537"/>
                            </a:lnTo>
                            <a:lnTo>
                              <a:pt x="1061" y="536"/>
                            </a:lnTo>
                            <a:lnTo>
                              <a:pt x="1059" y="535"/>
                            </a:lnTo>
                            <a:lnTo>
                              <a:pt x="1056" y="534"/>
                            </a:lnTo>
                            <a:lnTo>
                              <a:pt x="1054" y="533"/>
                            </a:lnTo>
                            <a:lnTo>
                              <a:pt x="1051" y="532"/>
                            </a:lnTo>
                            <a:lnTo>
                              <a:pt x="1049" y="531"/>
                            </a:lnTo>
                            <a:lnTo>
                              <a:pt x="1047" y="531"/>
                            </a:lnTo>
                            <a:lnTo>
                              <a:pt x="1044" y="530"/>
                            </a:lnTo>
                            <a:lnTo>
                              <a:pt x="1042" y="529"/>
                            </a:lnTo>
                            <a:lnTo>
                              <a:pt x="1039" y="528"/>
                            </a:lnTo>
                            <a:lnTo>
                              <a:pt x="1037" y="527"/>
                            </a:lnTo>
                            <a:lnTo>
                              <a:pt x="1035" y="526"/>
                            </a:lnTo>
                            <a:lnTo>
                              <a:pt x="1032" y="525"/>
                            </a:lnTo>
                            <a:lnTo>
                              <a:pt x="1030" y="524"/>
                            </a:lnTo>
                            <a:lnTo>
                              <a:pt x="1027" y="524"/>
                            </a:lnTo>
                            <a:lnTo>
                              <a:pt x="1025" y="523"/>
                            </a:lnTo>
                            <a:lnTo>
                              <a:pt x="1023" y="522"/>
                            </a:lnTo>
                            <a:lnTo>
                              <a:pt x="1020" y="521"/>
                            </a:lnTo>
                            <a:lnTo>
                              <a:pt x="1018" y="520"/>
                            </a:lnTo>
                            <a:lnTo>
                              <a:pt x="1015" y="519"/>
                            </a:lnTo>
                            <a:lnTo>
                              <a:pt x="1013" y="518"/>
                            </a:lnTo>
                            <a:lnTo>
                              <a:pt x="1010" y="517"/>
                            </a:lnTo>
                            <a:lnTo>
                              <a:pt x="1008" y="517"/>
                            </a:lnTo>
                            <a:lnTo>
                              <a:pt x="1006" y="515"/>
                            </a:lnTo>
                            <a:lnTo>
                              <a:pt x="1003" y="515"/>
                            </a:lnTo>
                            <a:lnTo>
                              <a:pt x="1001" y="514"/>
                            </a:lnTo>
                            <a:lnTo>
                              <a:pt x="998" y="513"/>
                            </a:lnTo>
                            <a:lnTo>
                              <a:pt x="996" y="512"/>
                            </a:lnTo>
                            <a:lnTo>
                              <a:pt x="994" y="511"/>
                            </a:lnTo>
                            <a:lnTo>
                              <a:pt x="991" y="510"/>
                            </a:lnTo>
                            <a:lnTo>
                              <a:pt x="989" y="509"/>
                            </a:lnTo>
                            <a:lnTo>
                              <a:pt x="986" y="508"/>
                            </a:lnTo>
                            <a:lnTo>
                              <a:pt x="984" y="507"/>
                            </a:lnTo>
                            <a:lnTo>
                              <a:pt x="982" y="506"/>
                            </a:lnTo>
                            <a:lnTo>
                              <a:pt x="979" y="506"/>
                            </a:lnTo>
                            <a:lnTo>
                              <a:pt x="977" y="504"/>
                            </a:lnTo>
                            <a:lnTo>
                              <a:pt x="974" y="504"/>
                            </a:lnTo>
                            <a:lnTo>
                              <a:pt x="972" y="503"/>
                            </a:lnTo>
                            <a:lnTo>
                              <a:pt x="970" y="502"/>
                            </a:lnTo>
                            <a:lnTo>
                              <a:pt x="967" y="501"/>
                            </a:lnTo>
                            <a:lnTo>
                              <a:pt x="965" y="500"/>
                            </a:lnTo>
                            <a:lnTo>
                              <a:pt x="962" y="499"/>
                            </a:lnTo>
                            <a:lnTo>
                              <a:pt x="960" y="498"/>
                            </a:lnTo>
                            <a:lnTo>
                              <a:pt x="957" y="497"/>
                            </a:lnTo>
                            <a:lnTo>
                              <a:pt x="955" y="497"/>
                            </a:lnTo>
                            <a:lnTo>
                              <a:pt x="953" y="495"/>
                            </a:lnTo>
                            <a:lnTo>
                              <a:pt x="950" y="495"/>
                            </a:lnTo>
                            <a:lnTo>
                              <a:pt x="948" y="494"/>
                            </a:lnTo>
                            <a:lnTo>
                              <a:pt x="945" y="493"/>
                            </a:lnTo>
                            <a:lnTo>
                              <a:pt x="943" y="492"/>
                            </a:lnTo>
                            <a:lnTo>
                              <a:pt x="941" y="491"/>
                            </a:lnTo>
                            <a:lnTo>
                              <a:pt x="938" y="490"/>
                            </a:lnTo>
                            <a:lnTo>
                              <a:pt x="936" y="489"/>
                            </a:lnTo>
                            <a:lnTo>
                              <a:pt x="933" y="488"/>
                            </a:lnTo>
                            <a:lnTo>
                              <a:pt x="931" y="487"/>
                            </a:lnTo>
                            <a:lnTo>
                              <a:pt x="929" y="486"/>
                            </a:lnTo>
                            <a:lnTo>
                              <a:pt x="926" y="485"/>
                            </a:lnTo>
                            <a:lnTo>
                              <a:pt x="924" y="484"/>
                            </a:lnTo>
                            <a:lnTo>
                              <a:pt x="921" y="483"/>
                            </a:lnTo>
                            <a:lnTo>
                              <a:pt x="919" y="482"/>
                            </a:lnTo>
                            <a:lnTo>
                              <a:pt x="916" y="481"/>
                            </a:lnTo>
                            <a:lnTo>
                              <a:pt x="914" y="480"/>
                            </a:lnTo>
                            <a:lnTo>
                              <a:pt x="912" y="480"/>
                            </a:lnTo>
                            <a:lnTo>
                              <a:pt x="909" y="478"/>
                            </a:lnTo>
                            <a:lnTo>
                              <a:pt x="907" y="478"/>
                            </a:lnTo>
                            <a:lnTo>
                              <a:pt x="904" y="477"/>
                            </a:lnTo>
                            <a:lnTo>
                              <a:pt x="902" y="475"/>
                            </a:lnTo>
                            <a:lnTo>
                              <a:pt x="900" y="475"/>
                            </a:lnTo>
                            <a:lnTo>
                              <a:pt x="897" y="474"/>
                            </a:lnTo>
                            <a:lnTo>
                              <a:pt x="895" y="473"/>
                            </a:lnTo>
                            <a:lnTo>
                              <a:pt x="892" y="472"/>
                            </a:lnTo>
                            <a:lnTo>
                              <a:pt x="890" y="471"/>
                            </a:lnTo>
                            <a:lnTo>
                              <a:pt x="888" y="470"/>
                            </a:lnTo>
                            <a:lnTo>
                              <a:pt x="885" y="469"/>
                            </a:lnTo>
                            <a:lnTo>
                              <a:pt x="883" y="468"/>
                            </a:lnTo>
                            <a:lnTo>
                              <a:pt x="880" y="467"/>
                            </a:lnTo>
                            <a:lnTo>
                              <a:pt x="878" y="466"/>
                            </a:lnTo>
                            <a:lnTo>
                              <a:pt x="876" y="465"/>
                            </a:lnTo>
                            <a:lnTo>
                              <a:pt x="873" y="464"/>
                            </a:lnTo>
                            <a:lnTo>
                              <a:pt x="871" y="463"/>
                            </a:lnTo>
                            <a:lnTo>
                              <a:pt x="868" y="462"/>
                            </a:lnTo>
                            <a:lnTo>
                              <a:pt x="866" y="461"/>
                            </a:lnTo>
                            <a:lnTo>
                              <a:pt x="864" y="460"/>
                            </a:lnTo>
                            <a:lnTo>
                              <a:pt x="861" y="459"/>
                            </a:lnTo>
                            <a:lnTo>
                              <a:pt x="859" y="458"/>
                            </a:lnTo>
                            <a:lnTo>
                              <a:pt x="856" y="457"/>
                            </a:lnTo>
                            <a:lnTo>
                              <a:pt x="854" y="457"/>
                            </a:lnTo>
                            <a:lnTo>
                              <a:pt x="852" y="455"/>
                            </a:lnTo>
                            <a:lnTo>
                              <a:pt x="849" y="455"/>
                            </a:lnTo>
                            <a:lnTo>
                              <a:pt x="847" y="454"/>
                            </a:lnTo>
                            <a:lnTo>
                              <a:pt x="845" y="453"/>
                            </a:lnTo>
                            <a:lnTo>
                              <a:pt x="842" y="452"/>
                            </a:lnTo>
                            <a:lnTo>
                              <a:pt x="840" y="451"/>
                            </a:lnTo>
                            <a:lnTo>
                              <a:pt x="837" y="450"/>
                            </a:lnTo>
                            <a:lnTo>
                              <a:pt x="835" y="449"/>
                            </a:lnTo>
                            <a:lnTo>
                              <a:pt x="833" y="448"/>
                            </a:lnTo>
                            <a:lnTo>
                              <a:pt x="830" y="447"/>
                            </a:lnTo>
                            <a:lnTo>
                              <a:pt x="828" y="446"/>
                            </a:lnTo>
                            <a:lnTo>
                              <a:pt x="825" y="445"/>
                            </a:lnTo>
                            <a:lnTo>
                              <a:pt x="823" y="444"/>
                            </a:lnTo>
                            <a:lnTo>
                              <a:pt x="821" y="443"/>
                            </a:lnTo>
                            <a:lnTo>
                              <a:pt x="818" y="442"/>
                            </a:lnTo>
                            <a:lnTo>
                              <a:pt x="816" y="441"/>
                            </a:lnTo>
                            <a:lnTo>
                              <a:pt x="813" y="440"/>
                            </a:lnTo>
                            <a:lnTo>
                              <a:pt x="811" y="439"/>
                            </a:lnTo>
                            <a:lnTo>
                              <a:pt x="809" y="438"/>
                            </a:lnTo>
                            <a:lnTo>
                              <a:pt x="806" y="437"/>
                            </a:lnTo>
                            <a:lnTo>
                              <a:pt x="804" y="436"/>
                            </a:lnTo>
                            <a:lnTo>
                              <a:pt x="801" y="435"/>
                            </a:lnTo>
                            <a:lnTo>
                              <a:pt x="799" y="434"/>
                            </a:lnTo>
                            <a:lnTo>
                              <a:pt x="797" y="433"/>
                            </a:lnTo>
                            <a:lnTo>
                              <a:pt x="794" y="432"/>
                            </a:lnTo>
                            <a:lnTo>
                              <a:pt x="792" y="431"/>
                            </a:lnTo>
                            <a:lnTo>
                              <a:pt x="789" y="430"/>
                            </a:lnTo>
                            <a:lnTo>
                              <a:pt x="787" y="429"/>
                            </a:lnTo>
                            <a:lnTo>
                              <a:pt x="784" y="428"/>
                            </a:lnTo>
                            <a:lnTo>
                              <a:pt x="782" y="428"/>
                            </a:lnTo>
                            <a:lnTo>
                              <a:pt x="780" y="426"/>
                            </a:lnTo>
                            <a:lnTo>
                              <a:pt x="777" y="426"/>
                            </a:lnTo>
                            <a:lnTo>
                              <a:pt x="775" y="425"/>
                            </a:lnTo>
                            <a:lnTo>
                              <a:pt x="772" y="423"/>
                            </a:lnTo>
                            <a:lnTo>
                              <a:pt x="770" y="423"/>
                            </a:lnTo>
                            <a:lnTo>
                              <a:pt x="768" y="421"/>
                            </a:lnTo>
                            <a:lnTo>
                              <a:pt x="765" y="421"/>
                            </a:lnTo>
                            <a:lnTo>
                              <a:pt x="763" y="420"/>
                            </a:lnTo>
                            <a:lnTo>
                              <a:pt x="760" y="419"/>
                            </a:lnTo>
                            <a:lnTo>
                              <a:pt x="758" y="418"/>
                            </a:lnTo>
                            <a:lnTo>
                              <a:pt x="756" y="417"/>
                            </a:lnTo>
                            <a:lnTo>
                              <a:pt x="753" y="416"/>
                            </a:lnTo>
                            <a:lnTo>
                              <a:pt x="751" y="415"/>
                            </a:lnTo>
                            <a:lnTo>
                              <a:pt x="748" y="414"/>
                            </a:lnTo>
                            <a:lnTo>
                              <a:pt x="746" y="413"/>
                            </a:lnTo>
                            <a:lnTo>
                              <a:pt x="743" y="412"/>
                            </a:lnTo>
                            <a:lnTo>
                              <a:pt x="741" y="411"/>
                            </a:lnTo>
                            <a:lnTo>
                              <a:pt x="739" y="410"/>
                            </a:lnTo>
                            <a:lnTo>
                              <a:pt x="736" y="409"/>
                            </a:lnTo>
                            <a:lnTo>
                              <a:pt x="734" y="408"/>
                            </a:lnTo>
                            <a:lnTo>
                              <a:pt x="731" y="407"/>
                            </a:lnTo>
                            <a:lnTo>
                              <a:pt x="729" y="406"/>
                            </a:lnTo>
                            <a:lnTo>
                              <a:pt x="727" y="405"/>
                            </a:lnTo>
                            <a:lnTo>
                              <a:pt x="724" y="404"/>
                            </a:lnTo>
                            <a:lnTo>
                              <a:pt x="722" y="403"/>
                            </a:lnTo>
                            <a:lnTo>
                              <a:pt x="719" y="402"/>
                            </a:lnTo>
                            <a:lnTo>
                              <a:pt x="717" y="401"/>
                            </a:lnTo>
                            <a:lnTo>
                              <a:pt x="715" y="400"/>
                            </a:lnTo>
                            <a:lnTo>
                              <a:pt x="712" y="399"/>
                            </a:lnTo>
                            <a:lnTo>
                              <a:pt x="710" y="398"/>
                            </a:lnTo>
                            <a:lnTo>
                              <a:pt x="707" y="397"/>
                            </a:lnTo>
                            <a:lnTo>
                              <a:pt x="705" y="396"/>
                            </a:lnTo>
                            <a:lnTo>
                              <a:pt x="703" y="395"/>
                            </a:lnTo>
                            <a:lnTo>
                              <a:pt x="700" y="394"/>
                            </a:lnTo>
                            <a:lnTo>
                              <a:pt x="698" y="393"/>
                            </a:lnTo>
                            <a:lnTo>
                              <a:pt x="695" y="392"/>
                            </a:lnTo>
                            <a:lnTo>
                              <a:pt x="693" y="391"/>
                            </a:lnTo>
                            <a:lnTo>
                              <a:pt x="690" y="390"/>
                            </a:lnTo>
                            <a:lnTo>
                              <a:pt x="688" y="389"/>
                            </a:lnTo>
                            <a:lnTo>
                              <a:pt x="686" y="388"/>
                            </a:lnTo>
                            <a:lnTo>
                              <a:pt x="683" y="387"/>
                            </a:lnTo>
                            <a:lnTo>
                              <a:pt x="681" y="386"/>
                            </a:lnTo>
                            <a:lnTo>
                              <a:pt x="678" y="385"/>
                            </a:lnTo>
                            <a:lnTo>
                              <a:pt x="676" y="384"/>
                            </a:lnTo>
                            <a:lnTo>
                              <a:pt x="674" y="383"/>
                            </a:lnTo>
                            <a:lnTo>
                              <a:pt x="671" y="382"/>
                            </a:lnTo>
                            <a:lnTo>
                              <a:pt x="669" y="381"/>
                            </a:lnTo>
                            <a:lnTo>
                              <a:pt x="666" y="380"/>
                            </a:lnTo>
                            <a:lnTo>
                              <a:pt x="664" y="378"/>
                            </a:lnTo>
                            <a:lnTo>
                              <a:pt x="662" y="377"/>
                            </a:lnTo>
                            <a:lnTo>
                              <a:pt x="659" y="376"/>
                            </a:lnTo>
                            <a:lnTo>
                              <a:pt x="657" y="375"/>
                            </a:lnTo>
                            <a:lnTo>
                              <a:pt x="654" y="374"/>
                            </a:lnTo>
                            <a:lnTo>
                              <a:pt x="652" y="373"/>
                            </a:lnTo>
                            <a:lnTo>
                              <a:pt x="649" y="372"/>
                            </a:lnTo>
                            <a:lnTo>
                              <a:pt x="647" y="371"/>
                            </a:lnTo>
                            <a:lnTo>
                              <a:pt x="645" y="370"/>
                            </a:lnTo>
                            <a:lnTo>
                              <a:pt x="642" y="369"/>
                            </a:lnTo>
                            <a:lnTo>
                              <a:pt x="640" y="368"/>
                            </a:lnTo>
                            <a:lnTo>
                              <a:pt x="637" y="366"/>
                            </a:lnTo>
                            <a:lnTo>
                              <a:pt x="635" y="365"/>
                            </a:lnTo>
                            <a:lnTo>
                              <a:pt x="633" y="364"/>
                            </a:lnTo>
                            <a:lnTo>
                              <a:pt x="630" y="363"/>
                            </a:lnTo>
                            <a:lnTo>
                              <a:pt x="628" y="362"/>
                            </a:lnTo>
                            <a:lnTo>
                              <a:pt x="625" y="361"/>
                            </a:lnTo>
                            <a:lnTo>
                              <a:pt x="623" y="360"/>
                            </a:lnTo>
                            <a:lnTo>
                              <a:pt x="621" y="359"/>
                            </a:lnTo>
                            <a:lnTo>
                              <a:pt x="618" y="357"/>
                            </a:lnTo>
                            <a:lnTo>
                              <a:pt x="616" y="356"/>
                            </a:lnTo>
                            <a:lnTo>
                              <a:pt x="613" y="355"/>
                            </a:lnTo>
                            <a:lnTo>
                              <a:pt x="611" y="354"/>
                            </a:lnTo>
                            <a:lnTo>
                              <a:pt x="609" y="352"/>
                            </a:lnTo>
                            <a:lnTo>
                              <a:pt x="606" y="351"/>
                            </a:lnTo>
                            <a:lnTo>
                              <a:pt x="604" y="350"/>
                            </a:lnTo>
                            <a:lnTo>
                              <a:pt x="601" y="349"/>
                            </a:lnTo>
                            <a:lnTo>
                              <a:pt x="599" y="348"/>
                            </a:lnTo>
                            <a:lnTo>
                              <a:pt x="597" y="346"/>
                            </a:lnTo>
                            <a:lnTo>
                              <a:pt x="594" y="345"/>
                            </a:lnTo>
                            <a:lnTo>
                              <a:pt x="592" y="344"/>
                            </a:lnTo>
                            <a:lnTo>
                              <a:pt x="590" y="342"/>
                            </a:lnTo>
                            <a:lnTo>
                              <a:pt x="587" y="341"/>
                            </a:lnTo>
                            <a:lnTo>
                              <a:pt x="585" y="340"/>
                            </a:lnTo>
                            <a:lnTo>
                              <a:pt x="582" y="339"/>
                            </a:lnTo>
                            <a:lnTo>
                              <a:pt x="580" y="337"/>
                            </a:lnTo>
                            <a:lnTo>
                              <a:pt x="578" y="336"/>
                            </a:lnTo>
                            <a:lnTo>
                              <a:pt x="575" y="334"/>
                            </a:lnTo>
                            <a:lnTo>
                              <a:pt x="573" y="333"/>
                            </a:lnTo>
                            <a:lnTo>
                              <a:pt x="570" y="332"/>
                            </a:lnTo>
                            <a:lnTo>
                              <a:pt x="568" y="330"/>
                            </a:lnTo>
                            <a:lnTo>
                              <a:pt x="566" y="329"/>
                            </a:lnTo>
                            <a:lnTo>
                              <a:pt x="563" y="327"/>
                            </a:lnTo>
                            <a:lnTo>
                              <a:pt x="561" y="326"/>
                            </a:lnTo>
                            <a:lnTo>
                              <a:pt x="558" y="324"/>
                            </a:lnTo>
                            <a:lnTo>
                              <a:pt x="556" y="323"/>
                            </a:lnTo>
                            <a:lnTo>
                              <a:pt x="554" y="321"/>
                            </a:lnTo>
                            <a:lnTo>
                              <a:pt x="551" y="320"/>
                            </a:lnTo>
                            <a:lnTo>
                              <a:pt x="549" y="318"/>
                            </a:lnTo>
                            <a:lnTo>
                              <a:pt x="546" y="317"/>
                            </a:lnTo>
                            <a:lnTo>
                              <a:pt x="544" y="315"/>
                            </a:lnTo>
                            <a:lnTo>
                              <a:pt x="542" y="314"/>
                            </a:lnTo>
                            <a:lnTo>
                              <a:pt x="539" y="312"/>
                            </a:lnTo>
                            <a:lnTo>
                              <a:pt x="537" y="311"/>
                            </a:lnTo>
                            <a:lnTo>
                              <a:pt x="534" y="309"/>
                            </a:lnTo>
                            <a:lnTo>
                              <a:pt x="532" y="307"/>
                            </a:lnTo>
                            <a:lnTo>
                              <a:pt x="530" y="306"/>
                            </a:lnTo>
                            <a:lnTo>
                              <a:pt x="527" y="304"/>
                            </a:lnTo>
                            <a:lnTo>
                              <a:pt x="525" y="302"/>
                            </a:lnTo>
                            <a:lnTo>
                              <a:pt x="522" y="301"/>
                            </a:lnTo>
                            <a:lnTo>
                              <a:pt x="520" y="299"/>
                            </a:lnTo>
                            <a:lnTo>
                              <a:pt x="517" y="297"/>
                            </a:lnTo>
                            <a:lnTo>
                              <a:pt x="515" y="295"/>
                            </a:lnTo>
                            <a:lnTo>
                              <a:pt x="513" y="294"/>
                            </a:lnTo>
                            <a:lnTo>
                              <a:pt x="510" y="292"/>
                            </a:lnTo>
                            <a:lnTo>
                              <a:pt x="508" y="290"/>
                            </a:lnTo>
                            <a:lnTo>
                              <a:pt x="505" y="288"/>
                            </a:lnTo>
                            <a:lnTo>
                              <a:pt x="503" y="286"/>
                            </a:lnTo>
                            <a:lnTo>
                              <a:pt x="501" y="284"/>
                            </a:lnTo>
                            <a:lnTo>
                              <a:pt x="498" y="282"/>
                            </a:lnTo>
                            <a:lnTo>
                              <a:pt x="496" y="280"/>
                            </a:lnTo>
                            <a:lnTo>
                              <a:pt x="493" y="279"/>
                            </a:lnTo>
                            <a:lnTo>
                              <a:pt x="491" y="277"/>
                            </a:lnTo>
                            <a:lnTo>
                              <a:pt x="489" y="275"/>
                            </a:lnTo>
                            <a:lnTo>
                              <a:pt x="486" y="273"/>
                            </a:lnTo>
                            <a:lnTo>
                              <a:pt x="484" y="271"/>
                            </a:lnTo>
                            <a:lnTo>
                              <a:pt x="481" y="269"/>
                            </a:lnTo>
                            <a:lnTo>
                              <a:pt x="479" y="267"/>
                            </a:lnTo>
                            <a:lnTo>
                              <a:pt x="476" y="265"/>
                            </a:lnTo>
                            <a:lnTo>
                              <a:pt x="474" y="263"/>
                            </a:lnTo>
                            <a:lnTo>
                              <a:pt x="472" y="261"/>
                            </a:lnTo>
                            <a:lnTo>
                              <a:pt x="469" y="259"/>
                            </a:lnTo>
                            <a:lnTo>
                              <a:pt x="467" y="256"/>
                            </a:lnTo>
                            <a:lnTo>
                              <a:pt x="464" y="254"/>
                            </a:lnTo>
                            <a:lnTo>
                              <a:pt x="462" y="252"/>
                            </a:lnTo>
                            <a:lnTo>
                              <a:pt x="460" y="250"/>
                            </a:lnTo>
                            <a:lnTo>
                              <a:pt x="457" y="248"/>
                            </a:lnTo>
                            <a:lnTo>
                              <a:pt x="455" y="245"/>
                            </a:lnTo>
                            <a:lnTo>
                              <a:pt x="452" y="243"/>
                            </a:lnTo>
                            <a:lnTo>
                              <a:pt x="450" y="241"/>
                            </a:lnTo>
                            <a:lnTo>
                              <a:pt x="448" y="239"/>
                            </a:lnTo>
                            <a:lnTo>
                              <a:pt x="445" y="237"/>
                            </a:lnTo>
                            <a:lnTo>
                              <a:pt x="443" y="234"/>
                            </a:lnTo>
                            <a:lnTo>
                              <a:pt x="440" y="232"/>
                            </a:lnTo>
                            <a:lnTo>
                              <a:pt x="438" y="230"/>
                            </a:lnTo>
                            <a:lnTo>
                              <a:pt x="436" y="228"/>
                            </a:lnTo>
                            <a:lnTo>
                              <a:pt x="433" y="225"/>
                            </a:lnTo>
                            <a:lnTo>
                              <a:pt x="431" y="223"/>
                            </a:lnTo>
                            <a:lnTo>
                              <a:pt x="428" y="221"/>
                            </a:lnTo>
                            <a:lnTo>
                              <a:pt x="426" y="219"/>
                            </a:lnTo>
                            <a:lnTo>
                              <a:pt x="423" y="216"/>
                            </a:lnTo>
                            <a:lnTo>
                              <a:pt x="421" y="214"/>
                            </a:lnTo>
                            <a:lnTo>
                              <a:pt x="419" y="212"/>
                            </a:lnTo>
                            <a:lnTo>
                              <a:pt x="416" y="210"/>
                            </a:lnTo>
                            <a:lnTo>
                              <a:pt x="414" y="207"/>
                            </a:lnTo>
                            <a:lnTo>
                              <a:pt x="411" y="205"/>
                            </a:lnTo>
                            <a:lnTo>
                              <a:pt x="409" y="203"/>
                            </a:lnTo>
                            <a:lnTo>
                              <a:pt x="407" y="201"/>
                            </a:lnTo>
                            <a:lnTo>
                              <a:pt x="404" y="199"/>
                            </a:lnTo>
                            <a:lnTo>
                              <a:pt x="402" y="197"/>
                            </a:lnTo>
                            <a:lnTo>
                              <a:pt x="399" y="195"/>
                            </a:lnTo>
                            <a:lnTo>
                              <a:pt x="397" y="193"/>
                            </a:lnTo>
                            <a:lnTo>
                              <a:pt x="395" y="191"/>
                            </a:lnTo>
                            <a:lnTo>
                              <a:pt x="392" y="189"/>
                            </a:lnTo>
                            <a:lnTo>
                              <a:pt x="390" y="187"/>
                            </a:lnTo>
                            <a:lnTo>
                              <a:pt x="387" y="185"/>
                            </a:lnTo>
                            <a:lnTo>
                              <a:pt x="385" y="183"/>
                            </a:lnTo>
                            <a:lnTo>
                              <a:pt x="382" y="182"/>
                            </a:lnTo>
                            <a:lnTo>
                              <a:pt x="380" y="181"/>
                            </a:lnTo>
                            <a:lnTo>
                              <a:pt x="378" y="180"/>
                            </a:lnTo>
                            <a:lnTo>
                              <a:pt x="375" y="179"/>
                            </a:lnTo>
                            <a:lnTo>
                              <a:pt x="373" y="178"/>
                            </a:lnTo>
                            <a:lnTo>
                              <a:pt x="370" y="177"/>
                            </a:lnTo>
                            <a:lnTo>
                              <a:pt x="368" y="177"/>
                            </a:lnTo>
                            <a:lnTo>
                              <a:pt x="366" y="177"/>
                            </a:lnTo>
                            <a:lnTo>
                              <a:pt x="363" y="177"/>
                            </a:lnTo>
                            <a:lnTo>
                              <a:pt x="361" y="177"/>
                            </a:lnTo>
                            <a:lnTo>
                              <a:pt x="358" y="177"/>
                            </a:lnTo>
                            <a:lnTo>
                              <a:pt x="356" y="178"/>
                            </a:lnTo>
                            <a:lnTo>
                              <a:pt x="354" y="177"/>
                            </a:lnTo>
                            <a:lnTo>
                              <a:pt x="351" y="177"/>
                            </a:lnTo>
                            <a:lnTo>
                              <a:pt x="349" y="178"/>
                            </a:lnTo>
                            <a:lnTo>
                              <a:pt x="347" y="177"/>
                            </a:lnTo>
                            <a:lnTo>
                              <a:pt x="344" y="177"/>
                            </a:lnTo>
                            <a:lnTo>
                              <a:pt x="342" y="177"/>
                            </a:lnTo>
                            <a:lnTo>
                              <a:pt x="339" y="177"/>
                            </a:lnTo>
                            <a:lnTo>
                              <a:pt x="337" y="177"/>
                            </a:lnTo>
                            <a:lnTo>
                              <a:pt x="335" y="177"/>
                            </a:lnTo>
                            <a:lnTo>
                              <a:pt x="332" y="176"/>
                            </a:lnTo>
                            <a:lnTo>
                              <a:pt x="330" y="176"/>
                            </a:lnTo>
                            <a:lnTo>
                              <a:pt x="327" y="177"/>
                            </a:lnTo>
                            <a:lnTo>
                              <a:pt x="325" y="177"/>
                            </a:lnTo>
                            <a:lnTo>
                              <a:pt x="323" y="177"/>
                            </a:lnTo>
                            <a:lnTo>
                              <a:pt x="320" y="177"/>
                            </a:lnTo>
                            <a:lnTo>
                              <a:pt x="318" y="178"/>
                            </a:lnTo>
                            <a:lnTo>
                              <a:pt x="315" y="179"/>
                            </a:lnTo>
                            <a:lnTo>
                              <a:pt x="313" y="179"/>
                            </a:lnTo>
                            <a:lnTo>
                              <a:pt x="311" y="179"/>
                            </a:lnTo>
                            <a:lnTo>
                              <a:pt x="308" y="180"/>
                            </a:lnTo>
                            <a:lnTo>
                              <a:pt x="306" y="181"/>
                            </a:lnTo>
                            <a:lnTo>
                              <a:pt x="303" y="181"/>
                            </a:lnTo>
                            <a:lnTo>
                              <a:pt x="301" y="182"/>
                            </a:lnTo>
                            <a:lnTo>
                              <a:pt x="299" y="183"/>
                            </a:lnTo>
                            <a:lnTo>
                              <a:pt x="296" y="183"/>
                            </a:lnTo>
                            <a:lnTo>
                              <a:pt x="294" y="184"/>
                            </a:lnTo>
                            <a:lnTo>
                              <a:pt x="291" y="184"/>
                            </a:lnTo>
                            <a:lnTo>
                              <a:pt x="289" y="184"/>
                            </a:lnTo>
                            <a:lnTo>
                              <a:pt x="287" y="185"/>
                            </a:lnTo>
                            <a:lnTo>
                              <a:pt x="284" y="185"/>
                            </a:lnTo>
                            <a:lnTo>
                              <a:pt x="282" y="185"/>
                            </a:lnTo>
                            <a:lnTo>
                              <a:pt x="279" y="185"/>
                            </a:lnTo>
                            <a:lnTo>
                              <a:pt x="277" y="185"/>
                            </a:lnTo>
                            <a:lnTo>
                              <a:pt x="275" y="185"/>
                            </a:lnTo>
                            <a:lnTo>
                              <a:pt x="272" y="186"/>
                            </a:lnTo>
                            <a:lnTo>
                              <a:pt x="270" y="185"/>
                            </a:lnTo>
                            <a:lnTo>
                              <a:pt x="267" y="185"/>
                            </a:lnTo>
                            <a:lnTo>
                              <a:pt x="265" y="185"/>
                            </a:lnTo>
                            <a:lnTo>
                              <a:pt x="263" y="186"/>
                            </a:lnTo>
                            <a:lnTo>
                              <a:pt x="260" y="186"/>
                            </a:lnTo>
                            <a:lnTo>
                              <a:pt x="258" y="186"/>
                            </a:lnTo>
                            <a:lnTo>
                              <a:pt x="255" y="187"/>
                            </a:lnTo>
                            <a:lnTo>
                              <a:pt x="253" y="187"/>
                            </a:lnTo>
                            <a:lnTo>
                              <a:pt x="250" y="187"/>
                            </a:lnTo>
                            <a:lnTo>
                              <a:pt x="248" y="188"/>
                            </a:lnTo>
                            <a:lnTo>
                              <a:pt x="246" y="188"/>
                            </a:lnTo>
                            <a:lnTo>
                              <a:pt x="243" y="188"/>
                            </a:lnTo>
                            <a:lnTo>
                              <a:pt x="241" y="188"/>
                            </a:lnTo>
                            <a:lnTo>
                              <a:pt x="238" y="188"/>
                            </a:lnTo>
                            <a:lnTo>
                              <a:pt x="236" y="187"/>
                            </a:lnTo>
                            <a:lnTo>
                              <a:pt x="234" y="187"/>
                            </a:lnTo>
                            <a:lnTo>
                              <a:pt x="231" y="187"/>
                            </a:lnTo>
                            <a:lnTo>
                              <a:pt x="229" y="187"/>
                            </a:lnTo>
                            <a:lnTo>
                              <a:pt x="226" y="186"/>
                            </a:lnTo>
                            <a:lnTo>
                              <a:pt x="224" y="186"/>
                            </a:lnTo>
                            <a:lnTo>
                              <a:pt x="222" y="185"/>
                            </a:lnTo>
                            <a:lnTo>
                              <a:pt x="219" y="185"/>
                            </a:lnTo>
                            <a:lnTo>
                              <a:pt x="217" y="184"/>
                            </a:lnTo>
                            <a:lnTo>
                              <a:pt x="214" y="183"/>
                            </a:lnTo>
                            <a:lnTo>
                              <a:pt x="212" y="183"/>
                            </a:lnTo>
                            <a:lnTo>
                              <a:pt x="209" y="182"/>
                            </a:lnTo>
                            <a:lnTo>
                              <a:pt x="207" y="182"/>
                            </a:lnTo>
                            <a:lnTo>
                              <a:pt x="205" y="181"/>
                            </a:lnTo>
                            <a:lnTo>
                              <a:pt x="202" y="181"/>
                            </a:lnTo>
                            <a:lnTo>
                              <a:pt x="200" y="180"/>
                            </a:lnTo>
                            <a:lnTo>
                              <a:pt x="197" y="179"/>
                            </a:lnTo>
                            <a:lnTo>
                              <a:pt x="195" y="179"/>
                            </a:lnTo>
                            <a:lnTo>
                              <a:pt x="193" y="178"/>
                            </a:lnTo>
                            <a:lnTo>
                              <a:pt x="190" y="178"/>
                            </a:lnTo>
                            <a:lnTo>
                              <a:pt x="188" y="178"/>
                            </a:lnTo>
                            <a:lnTo>
                              <a:pt x="185" y="177"/>
                            </a:lnTo>
                            <a:lnTo>
                              <a:pt x="183" y="177"/>
                            </a:lnTo>
                            <a:lnTo>
                              <a:pt x="181" y="177"/>
                            </a:lnTo>
                            <a:lnTo>
                              <a:pt x="178" y="176"/>
                            </a:lnTo>
                            <a:lnTo>
                              <a:pt x="176" y="176"/>
                            </a:lnTo>
                            <a:lnTo>
                              <a:pt x="173" y="176"/>
                            </a:lnTo>
                            <a:lnTo>
                              <a:pt x="171" y="175"/>
                            </a:lnTo>
                            <a:lnTo>
                              <a:pt x="169" y="175"/>
                            </a:lnTo>
                            <a:lnTo>
                              <a:pt x="166" y="174"/>
                            </a:lnTo>
                            <a:lnTo>
                              <a:pt x="164" y="174"/>
                            </a:lnTo>
                            <a:lnTo>
                              <a:pt x="161" y="174"/>
                            </a:lnTo>
                            <a:lnTo>
                              <a:pt x="159" y="174"/>
                            </a:lnTo>
                            <a:lnTo>
                              <a:pt x="156" y="174"/>
                            </a:lnTo>
                            <a:lnTo>
                              <a:pt x="154" y="174"/>
                            </a:lnTo>
                            <a:lnTo>
                              <a:pt x="152" y="173"/>
                            </a:lnTo>
                            <a:lnTo>
                              <a:pt x="149" y="173"/>
                            </a:lnTo>
                            <a:lnTo>
                              <a:pt x="147" y="174"/>
                            </a:lnTo>
                            <a:lnTo>
                              <a:pt x="144" y="173"/>
                            </a:lnTo>
                            <a:lnTo>
                              <a:pt x="142" y="173"/>
                            </a:lnTo>
                            <a:lnTo>
                              <a:pt x="140" y="173"/>
                            </a:lnTo>
                            <a:lnTo>
                              <a:pt x="137" y="173"/>
                            </a:lnTo>
                            <a:lnTo>
                              <a:pt x="135" y="173"/>
                            </a:lnTo>
                            <a:lnTo>
                              <a:pt x="132" y="173"/>
                            </a:lnTo>
                            <a:lnTo>
                              <a:pt x="130" y="172"/>
                            </a:lnTo>
                            <a:lnTo>
                              <a:pt x="128" y="172"/>
                            </a:lnTo>
                            <a:lnTo>
                              <a:pt x="125" y="172"/>
                            </a:lnTo>
                            <a:lnTo>
                              <a:pt x="123" y="171"/>
                            </a:lnTo>
                            <a:lnTo>
                              <a:pt x="120" y="171"/>
                            </a:lnTo>
                            <a:lnTo>
                              <a:pt x="118" y="170"/>
                            </a:lnTo>
                            <a:lnTo>
                              <a:pt x="115" y="169"/>
                            </a:lnTo>
                            <a:lnTo>
                              <a:pt x="113" y="168"/>
                            </a:lnTo>
                            <a:lnTo>
                              <a:pt x="111" y="168"/>
                            </a:lnTo>
                            <a:lnTo>
                              <a:pt x="108" y="167"/>
                            </a:lnTo>
                            <a:lnTo>
                              <a:pt x="106" y="166"/>
                            </a:lnTo>
                            <a:lnTo>
                              <a:pt x="104" y="165"/>
                            </a:lnTo>
                            <a:lnTo>
                              <a:pt x="101" y="164"/>
                            </a:lnTo>
                            <a:lnTo>
                              <a:pt x="99" y="163"/>
                            </a:lnTo>
                            <a:lnTo>
                              <a:pt x="96" y="163"/>
                            </a:lnTo>
                            <a:lnTo>
                              <a:pt x="94" y="162"/>
                            </a:lnTo>
                            <a:lnTo>
                              <a:pt x="92" y="161"/>
                            </a:lnTo>
                            <a:lnTo>
                              <a:pt x="89" y="160"/>
                            </a:lnTo>
                            <a:lnTo>
                              <a:pt x="87" y="160"/>
                            </a:lnTo>
                            <a:lnTo>
                              <a:pt x="84" y="159"/>
                            </a:lnTo>
                            <a:lnTo>
                              <a:pt x="82" y="158"/>
                            </a:lnTo>
                            <a:lnTo>
                              <a:pt x="80" y="157"/>
                            </a:lnTo>
                            <a:lnTo>
                              <a:pt x="77" y="157"/>
                            </a:lnTo>
                            <a:lnTo>
                              <a:pt x="75" y="156"/>
                            </a:lnTo>
                            <a:lnTo>
                              <a:pt x="72" y="156"/>
                            </a:lnTo>
                            <a:lnTo>
                              <a:pt x="70" y="156"/>
                            </a:lnTo>
                            <a:lnTo>
                              <a:pt x="68" y="155"/>
                            </a:lnTo>
                            <a:lnTo>
                              <a:pt x="65" y="155"/>
                            </a:lnTo>
                            <a:lnTo>
                              <a:pt x="63" y="155"/>
                            </a:lnTo>
                            <a:lnTo>
                              <a:pt x="60" y="154"/>
                            </a:lnTo>
                            <a:lnTo>
                              <a:pt x="58" y="154"/>
                            </a:lnTo>
                            <a:lnTo>
                              <a:pt x="56" y="154"/>
                            </a:lnTo>
                            <a:lnTo>
                              <a:pt x="53" y="154"/>
                            </a:lnTo>
                            <a:lnTo>
                              <a:pt x="51" y="154"/>
                            </a:lnTo>
                            <a:lnTo>
                              <a:pt x="48" y="153"/>
                            </a:lnTo>
                            <a:lnTo>
                              <a:pt x="46" y="153"/>
                            </a:lnTo>
                            <a:lnTo>
                              <a:pt x="44" y="153"/>
                            </a:lnTo>
                            <a:lnTo>
                              <a:pt x="41" y="153"/>
                            </a:lnTo>
                            <a:lnTo>
                              <a:pt x="39" y="153"/>
                            </a:lnTo>
                            <a:lnTo>
                              <a:pt x="36" y="153"/>
                            </a:lnTo>
                            <a:lnTo>
                              <a:pt x="34" y="152"/>
                            </a:lnTo>
                            <a:lnTo>
                              <a:pt x="32" y="152"/>
                            </a:lnTo>
                            <a:lnTo>
                              <a:pt x="29" y="152"/>
                            </a:lnTo>
                            <a:lnTo>
                              <a:pt x="27" y="151"/>
                            </a:lnTo>
                            <a:lnTo>
                              <a:pt x="24" y="151"/>
                            </a:lnTo>
                            <a:lnTo>
                              <a:pt x="22" y="151"/>
                            </a:lnTo>
                            <a:lnTo>
                              <a:pt x="20" y="150"/>
                            </a:lnTo>
                            <a:lnTo>
                              <a:pt x="17" y="149"/>
                            </a:lnTo>
                            <a:lnTo>
                              <a:pt x="15" y="149"/>
                            </a:lnTo>
                            <a:lnTo>
                              <a:pt x="12" y="148"/>
                            </a:lnTo>
                            <a:lnTo>
                              <a:pt x="10" y="147"/>
                            </a:lnTo>
                            <a:lnTo>
                              <a:pt x="8" y="146"/>
                            </a:lnTo>
                            <a:lnTo>
                              <a:pt x="5" y="145"/>
                            </a:lnTo>
                            <a:lnTo>
                              <a:pt x="3" y="144"/>
                            </a:lnTo>
                            <a:lnTo>
                              <a:pt x="0" y="142"/>
                            </a:lnTo>
                            <a:lnTo>
                              <a:pt x="0" y="278"/>
                            </a:lnTo>
                            <a:lnTo>
                              <a:pt x="3" y="277"/>
                            </a:lnTo>
                            <a:lnTo>
                              <a:pt x="5" y="277"/>
                            </a:lnTo>
                            <a:lnTo>
                              <a:pt x="8" y="276"/>
                            </a:lnTo>
                            <a:lnTo>
                              <a:pt x="10" y="275"/>
                            </a:lnTo>
                            <a:lnTo>
                              <a:pt x="12" y="274"/>
                            </a:lnTo>
                            <a:lnTo>
                              <a:pt x="15" y="274"/>
                            </a:lnTo>
                            <a:lnTo>
                              <a:pt x="17" y="274"/>
                            </a:lnTo>
                            <a:lnTo>
                              <a:pt x="20" y="273"/>
                            </a:lnTo>
                            <a:lnTo>
                              <a:pt x="22" y="273"/>
                            </a:lnTo>
                            <a:lnTo>
                              <a:pt x="24" y="273"/>
                            </a:lnTo>
                            <a:lnTo>
                              <a:pt x="27" y="273"/>
                            </a:lnTo>
                            <a:lnTo>
                              <a:pt x="29" y="272"/>
                            </a:lnTo>
                            <a:lnTo>
                              <a:pt x="32" y="272"/>
                            </a:lnTo>
                            <a:lnTo>
                              <a:pt x="34" y="272"/>
                            </a:lnTo>
                            <a:lnTo>
                              <a:pt x="36" y="272"/>
                            </a:lnTo>
                            <a:lnTo>
                              <a:pt x="39" y="272"/>
                            </a:lnTo>
                            <a:lnTo>
                              <a:pt x="41" y="272"/>
                            </a:lnTo>
                            <a:lnTo>
                              <a:pt x="44" y="272"/>
                            </a:lnTo>
                            <a:lnTo>
                              <a:pt x="46" y="272"/>
                            </a:lnTo>
                            <a:lnTo>
                              <a:pt x="48" y="272"/>
                            </a:lnTo>
                            <a:lnTo>
                              <a:pt x="51" y="272"/>
                            </a:lnTo>
                            <a:lnTo>
                              <a:pt x="53" y="272"/>
                            </a:lnTo>
                            <a:lnTo>
                              <a:pt x="56" y="272"/>
                            </a:lnTo>
                            <a:lnTo>
                              <a:pt x="58" y="272"/>
                            </a:lnTo>
                            <a:lnTo>
                              <a:pt x="60" y="272"/>
                            </a:lnTo>
                            <a:lnTo>
                              <a:pt x="63" y="272"/>
                            </a:lnTo>
                            <a:lnTo>
                              <a:pt x="65" y="272"/>
                            </a:lnTo>
                            <a:lnTo>
                              <a:pt x="68" y="272"/>
                            </a:lnTo>
                            <a:lnTo>
                              <a:pt x="70" y="272"/>
                            </a:lnTo>
                            <a:lnTo>
                              <a:pt x="72" y="272"/>
                            </a:lnTo>
                            <a:lnTo>
                              <a:pt x="75" y="272"/>
                            </a:lnTo>
                            <a:lnTo>
                              <a:pt x="77" y="272"/>
                            </a:lnTo>
                            <a:lnTo>
                              <a:pt x="80" y="272"/>
                            </a:lnTo>
                            <a:lnTo>
                              <a:pt x="82" y="272"/>
                            </a:lnTo>
                            <a:lnTo>
                              <a:pt x="84" y="272"/>
                            </a:lnTo>
                            <a:lnTo>
                              <a:pt x="87" y="272"/>
                            </a:lnTo>
                            <a:lnTo>
                              <a:pt x="89" y="273"/>
                            </a:lnTo>
                            <a:lnTo>
                              <a:pt x="92" y="273"/>
                            </a:lnTo>
                            <a:lnTo>
                              <a:pt x="94" y="273"/>
                            </a:lnTo>
                            <a:lnTo>
                              <a:pt x="96" y="273"/>
                            </a:lnTo>
                            <a:lnTo>
                              <a:pt x="99" y="273"/>
                            </a:lnTo>
                            <a:lnTo>
                              <a:pt x="101" y="273"/>
                            </a:lnTo>
                            <a:lnTo>
                              <a:pt x="104" y="273"/>
                            </a:lnTo>
                            <a:lnTo>
                              <a:pt x="106" y="273"/>
                            </a:lnTo>
                            <a:lnTo>
                              <a:pt x="108" y="273"/>
                            </a:lnTo>
                            <a:lnTo>
                              <a:pt x="111" y="273"/>
                            </a:lnTo>
                            <a:lnTo>
                              <a:pt x="113" y="273"/>
                            </a:lnTo>
                            <a:lnTo>
                              <a:pt x="115" y="273"/>
                            </a:lnTo>
                            <a:lnTo>
                              <a:pt x="118" y="273"/>
                            </a:lnTo>
                            <a:lnTo>
                              <a:pt x="120" y="273"/>
                            </a:lnTo>
                            <a:lnTo>
                              <a:pt x="123" y="273"/>
                            </a:lnTo>
                            <a:lnTo>
                              <a:pt x="125" y="272"/>
                            </a:lnTo>
                            <a:lnTo>
                              <a:pt x="128" y="273"/>
                            </a:lnTo>
                            <a:lnTo>
                              <a:pt x="130" y="272"/>
                            </a:lnTo>
                            <a:lnTo>
                              <a:pt x="132" y="272"/>
                            </a:lnTo>
                            <a:lnTo>
                              <a:pt x="135" y="272"/>
                            </a:lnTo>
                            <a:lnTo>
                              <a:pt x="137" y="271"/>
                            </a:lnTo>
                            <a:lnTo>
                              <a:pt x="140" y="271"/>
                            </a:lnTo>
                            <a:lnTo>
                              <a:pt x="142" y="271"/>
                            </a:lnTo>
                            <a:lnTo>
                              <a:pt x="144" y="270"/>
                            </a:lnTo>
                            <a:lnTo>
                              <a:pt x="147" y="270"/>
                            </a:lnTo>
                            <a:lnTo>
                              <a:pt x="149" y="269"/>
                            </a:lnTo>
                            <a:lnTo>
                              <a:pt x="152" y="269"/>
                            </a:lnTo>
                            <a:lnTo>
                              <a:pt x="154" y="268"/>
                            </a:lnTo>
                            <a:lnTo>
                              <a:pt x="156" y="268"/>
                            </a:lnTo>
                            <a:lnTo>
                              <a:pt x="159" y="268"/>
                            </a:lnTo>
                            <a:lnTo>
                              <a:pt x="161" y="267"/>
                            </a:lnTo>
                            <a:lnTo>
                              <a:pt x="164" y="267"/>
                            </a:lnTo>
                            <a:lnTo>
                              <a:pt x="166" y="266"/>
                            </a:lnTo>
                            <a:lnTo>
                              <a:pt x="169" y="266"/>
                            </a:lnTo>
                            <a:lnTo>
                              <a:pt x="171" y="266"/>
                            </a:lnTo>
                            <a:lnTo>
                              <a:pt x="173" y="265"/>
                            </a:lnTo>
                            <a:lnTo>
                              <a:pt x="176" y="265"/>
                            </a:lnTo>
                            <a:lnTo>
                              <a:pt x="178" y="265"/>
                            </a:lnTo>
                            <a:lnTo>
                              <a:pt x="181" y="264"/>
                            </a:lnTo>
                            <a:lnTo>
                              <a:pt x="183" y="264"/>
                            </a:lnTo>
                            <a:lnTo>
                              <a:pt x="185" y="264"/>
                            </a:lnTo>
                            <a:lnTo>
                              <a:pt x="188" y="263"/>
                            </a:lnTo>
                            <a:lnTo>
                              <a:pt x="190" y="263"/>
                            </a:lnTo>
                            <a:lnTo>
                              <a:pt x="193" y="263"/>
                            </a:lnTo>
                            <a:lnTo>
                              <a:pt x="195" y="263"/>
                            </a:lnTo>
                            <a:lnTo>
                              <a:pt x="197" y="263"/>
                            </a:lnTo>
                            <a:lnTo>
                              <a:pt x="200" y="263"/>
                            </a:lnTo>
                            <a:lnTo>
                              <a:pt x="202" y="262"/>
                            </a:lnTo>
                            <a:lnTo>
                              <a:pt x="205" y="262"/>
                            </a:lnTo>
                            <a:lnTo>
                              <a:pt x="207" y="262"/>
                            </a:lnTo>
                            <a:lnTo>
                              <a:pt x="209" y="262"/>
                            </a:lnTo>
                            <a:lnTo>
                              <a:pt x="212" y="262"/>
                            </a:lnTo>
                            <a:lnTo>
                              <a:pt x="214" y="262"/>
                            </a:lnTo>
                            <a:lnTo>
                              <a:pt x="217" y="261"/>
                            </a:lnTo>
                            <a:lnTo>
                              <a:pt x="219" y="261"/>
                            </a:lnTo>
                            <a:lnTo>
                              <a:pt x="222" y="261"/>
                            </a:lnTo>
                            <a:lnTo>
                              <a:pt x="224" y="261"/>
                            </a:lnTo>
                            <a:lnTo>
                              <a:pt x="226" y="261"/>
                            </a:lnTo>
                            <a:lnTo>
                              <a:pt x="229" y="261"/>
                            </a:lnTo>
                            <a:lnTo>
                              <a:pt x="231" y="260"/>
                            </a:lnTo>
                            <a:lnTo>
                              <a:pt x="234" y="261"/>
                            </a:lnTo>
                            <a:lnTo>
                              <a:pt x="236" y="261"/>
                            </a:lnTo>
                            <a:lnTo>
                              <a:pt x="238" y="261"/>
                            </a:lnTo>
                            <a:lnTo>
                              <a:pt x="241" y="261"/>
                            </a:lnTo>
                            <a:lnTo>
                              <a:pt x="243" y="262"/>
                            </a:lnTo>
                            <a:lnTo>
                              <a:pt x="246" y="262"/>
                            </a:lnTo>
                            <a:lnTo>
                              <a:pt x="248" y="262"/>
                            </a:lnTo>
                            <a:lnTo>
                              <a:pt x="250" y="263"/>
                            </a:lnTo>
                            <a:lnTo>
                              <a:pt x="253" y="263"/>
                            </a:lnTo>
                            <a:lnTo>
                              <a:pt x="255" y="263"/>
                            </a:lnTo>
                            <a:lnTo>
                              <a:pt x="258" y="264"/>
                            </a:lnTo>
                            <a:lnTo>
                              <a:pt x="260" y="264"/>
                            </a:lnTo>
                            <a:lnTo>
                              <a:pt x="263" y="264"/>
                            </a:lnTo>
                            <a:lnTo>
                              <a:pt x="265" y="265"/>
                            </a:lnTo>
                            <a:lnTo>
                              <a:pt x="267" y="265"/>
                            </a:lnTo>
                            <a:lnTo>
                              <a:pt x="270" y="265"/>
                            </a:lnTo>
                            <a:lnTo>
                              <a:pt x="272" y="265"/>
                            </a:lnTo>
                            <a:lnTo>
                              <a:pt x="275" y="265"/>
                            </a:lnTo>
                            <a:lnTo>
                              <a:pt x="277" y="265"/>
                            </a:lnTo>
                            <a:lnTo>
                              <a:pt x="279" y="265"/>
                            </a:lnTo>
                            <a:lnTo>
                              <a:pt x="282" y="265"/>
                            </a:lnTo>
                            <a:lnTo>
                              <a:pt x="284" y="265"/>
                            </a:lnTo>
                            <a:lnTo>
                              <a:pt x="287" y="265"/>
                            </a:lnTo>
                            <a:lnTo>
                              <a:pt x="289" y="265"/>
                            </a:lnTo>
                            <a:lnTo>
                              <a:pt x="291" y="265"/>
                            </a:lnTo>
                            <a:lnTo>
                              <a:pt x="294" y="265"/>
                            </a:lnTo>
                            <a:lnTo>
                              <a:pt x="296" y="265"/>
                            </a:lnTo>
                            <a:lnTo>
                              <a:pt x="299" y="265"/>
                            </a:lnTo>
                            <a:lnTo>
                              <a:pt x="301" y="265"/>
                            </a:lnTo>
                            <a:lnTo>
                              <a:pt x="303" y="265"/>
                            </a:lnTo>
                            <a:lnTo>
                              <a:pt x="306" y="265"/>
                            </a:lnTo>
                            <a:lnTo>
                              <a:pt x="308" y="265"/>
                            </a:lnTo>
                            <a:lnTo>
                              <a:pt x="311" y="265"/>
                            </a:lnTo>
                            <a:lnTo>
                              <a:pt x="313" y="265"/>
                            </a:lnTo>
                            <a:lnTo>
                              <a:pt x="315" y="265"/>
                            </a:lnTo>
                            <a:lnTo>
                              <a:pt x="318" y="265"/>
                            </a:lnTo>
                            <a:lnTo>
                              <a:pt x="320" y="265"/>
                            </a:lnTo>
                            <a:lnTo>
                              <a:pt x="323" y="265"/>
                            </a:lnTo>
                            <a:lnTo>
                              <a:pt x="325" y="265"/>
                            </a:lnTo>
                            <a:lnTo>
                              <a:pt x="327" y="266"/>
                            </a:lnTo>
                            <a:lnTo>
                              <a:pt x="330" y="266"/>
                            </a:lnTo>
                            <a:lnTo>
                              <a:pt x="332" y="266"/>
                            </a:lnTo>
                            <a:lnTo>
                              <a:pt x="335" y="266"/>
                            </a:lnTo>
                            <a:lnTo>
                              <a:pt x="337" y="266"/>
                            </a:lnTo>
                            <a:lnTo>
                              <a:pt x="339" y="266"/>
                            </a:lnTo>
                            <a:lnTo>
                              <a:pt x="342" y="267"/>
                            </a:lnTo>
                            <a:lnTo>
                              <a:pt x="344" y="266"/>
                            </a:lnTo>
                            <a:lnTo>
                              <a:pt x="347" y="267"/>
                            </a:lnTo>
                            <a:lnTo>
                              <a:pt x="349" y="267"/>
                            </a:lnTo>
                            <a:lnTo>
                              <a:pt x="351" y="267"/>
                            </a:lnTo>
                            <a:lnTo>
                              <a:pt x="354" y="267"/>
                            </a:lnTo>
                            <a:lnTo>
                              <a:pt x="356" y="267"/>
                            </a:lnTo>
                            <a:lnTo>
                              <a:pt x="358" y="267"/>
                            </a:lnTo>
                            <a:lnTo>
                              <a:pt x="361" y="267"/>
                            </a:lnTo>
                            <a:lnTo>
                              <a:pt x="363" y="268"/>
                            </a:lnTo>
                            <a:lnTo>
                              <a:pt x="366" y="269"/>
                            </a:lnTo>
                            <a:lnTo>
                              <a:pt x="368" y="271"/>
                            </a:lnTo>
                            <a:lnTo>
                              <a:pt x="370" y="272"/>
                            </a:lnTo>
                            <a:lnTo>
                              <a:pt x="373" y="274"/>
                            </a:lnTo>
                            <a:lnTo>
                              <a:pt x="375" y="276"/>
                            </a:lnTo>
                            <a:lnTo>
                              <a:pt x="378" y="278"/>
                            </a:lnTo>
                            <a:lnTo>
                              <a:pt x="380" y="280"/>
                            </a:lnTo>
                            <a:lnTo>
                              <a:pt x="382" y="282"/>
                            </a:lnTo>
                            <a:lnTo>
                              <a:pt x="385" y="285"/>
                            </a:lnTo>
                            <a:lnTo>
                              <a:pt x="387" y="287"/>
                            </a:lnTo>
                            <a:lnTo>
                              <a:pt x="390" y="289"/>
                            </a:lnTo>
                            <a:lnTo>
                              <a:pt x="392" y="291"/>
                            </a:lnTo>
                            <a:lnTo>
                              <a:pt x="395" y="294"/>
                            </a:lnTo>
                            <a:lnTo>
                              <a:pt x="397" y="296"/>
                            </a:lnTo>
                            <a:lnTo>
                              <a:pt x="399" y="299"/>
                            </a:lnTo>
                            <a:lnTo>
                              <a:pt x="402" y="301"/>
                            </a:lnTo>
                            <a:lnTo>
                              <a:pt x="404" y="303"/>
                            </a:lnTo>
                            <a:lnTo>
                              <a:pt x="407" y="305"/>
                            </a:lnTo>
                            <a:lnTo>
                              <a:pt x="409" y="308"/>
                            </a:lnTo>
                            <a:lnTo>
                              <a:pt x="411" y="310"/>
                            </a:lnTo>
                            <a:lnTo>
                              <a:pt x="414" y="312"/>
                            </a:lnTo>
                            <a:lnTo>
                              <a:pt x="416" y="314"/>
                            </a:lnTo>
                            <a:lnTo>
                              <a:pt x="419" y="317"/>
                            </a:lnTo>
                            <a:lnTo>
                              <a:pt x="421" y="319"/>
                            </a:lnTo>
                            <a:lnTo>
                              <a:pt x="423" y="321"/>
                            </a:lnTo>
                            <a:lnTo>
                              <a:pt x="426" y="323"/>
                            </a:lnTo>
                            <a:lnTo>
                              <a:pt x="428" y="325"/>
                            </a:lnTo>
                            <a:lnTo>
                              <a:pt x="431" y="327"/>
                            </a:lnTo>
                            <a:lnTo>
                              <a:pt x="433" y="329"/>
                            </a:lnTo>
                            <a:lnTo>
                              <a:pt x="436" y="331"/>
                            </a:lnTo>
                            <a:lnTo>
                              <a:pt x="438" y="334"/>
                            </a:lnTo>
                            <a:lnTo>
                              <a:pt x="440" y="335"/>
                            </a:lnTo>
                            <a:lnTo>
                              <a:pt x="443" y="338"/>
                            </a:lnTo>
                            <a:lnTo>
                              <a:pt x="445" y="340"/>
                            </a:lnTo>
                            <a:lnTo>
                              <a:pt x="448" y="342"/>
                            </a:lnTo>
                            <a:lnTo>
                              <a:pt x="450" y="344"/>
                            </a:lnTo>
                            <a:lnTo>
                              <a:pt x="452" y="346"/>
                            </a:lnTo>
                            <a:lnTo>
                              <a:pt x="455" y="348"/>
                            </a:lnTo>
                            <a:lnTo>
                              <a:pt x="457" y="349"/>
                            </a:lnTo>
                            <a:lnTo>
                              <a:pt x="460" y="351"/>
                            </a:lnTo>
                            <a:lnTo>
                              <a:pt x="462" y="353"/>
                            </a:lnTo>
                            <a:lnTo>
                              <a:pt x="464" y="355"/>
                            </a:lnTo>
                            <a:lnTo>
                              <a:pt x="467" y="357"/>
                            </a:lnTo>
                            <a:lnTo>
                              <a:pt x="469" y="359"/>
                            </a:lnTo>
                            <a:lnTo>
                              <a:pt x="472" y="361"/>
                            </a:lnTo>
                            <a:lnTo>
                              <a:pt x="474" y="363"/>
                            </a:lnTo>
                            <a:lnTo>
                              <a:pt x="476" y="365"/>
                            </a:lnTo>
                            <a:lnTo>
                              <a:pt x="479" y="366"/>
                            </a:lnTo>
                            <a:lnTo>
                              <a:pt x="481" y="368"/>
                            </a:lnTo>
                            <a:lnTo>
                              <a:pt x="484" y="370"/>
                            </a:lnTo>
                            <a:lnTo>
                              <a:pt x="486" y="372"/>
                            </a:lnTo>
                            <a:lnTo>
                              <a:pt x="489" y="374"/>
                            </a:lnTo>
                            <a:lnTo>
                              <a:pt x="491" y="376"/>
                            </a:lnTo>
                            <a:lnTo>
                              <a:pt x="493" y="378"/>
                            </a:lnTo>
                            <a:lnTo>
                              <a:pt x="496" y="380"/>
                            </a:lnTo>
                            <a:lnTo>
                              <a:pt x="498" y="382"/>
                            </a:lnTo>
                            <a:lnTo>
                              <a:pt x="501" y="383"/>
                            </a:lnTo>
                            <a:lnTo>
                              <a:pt x="503" y="385"/>
                            </a:lnTo>
                            <a:lnTo>
                              <a:pt x="505" y="387"/>
                            </a:lnTo>
                            <a:lnTo>
                              <a:pt x="508" y="389"/>
                            </a:lnTo>
                            <a:lnTo>
                              <a:pt x="510" y="390"/>
                            </a:lnTo>
                            <a:lnTo>
                              <a:pt x="513" y="392"/>
                            </a:lnTo>
                            <a:lnTo>
                              <a:pt x="515" y="394"/>
                            </a:lnTo>
                            <a:lnTo>
                              <a:pt x="517" y="395"/>
                            </a:lnTo>
                            <a:lnTo>
                              <a:pt x="520" y="397"/>
                            </a:lnTo>
                            <a:lnTo>
                              <a:pt x="522" y="399"/>
                            </a:lnTo>
                            <a:lnTo>
                              <a:pt x="525" y="401"/>
                            </a:lnTo>
                            <a:lnTo>
                              <a:pt x="527" y="403"/>
                            </a:lnTo>
                            <a:lnTo>
                              <a:pt x="530" y="405"/>
                            </a:lnTo>
                            <a:lnTo>
                              <a:pt x="532" y="406"/>
                            </a:lnTo>
                            <a:lnTo>
                              <a:pt x="534" y="408"/>
                            </a:lnTo>
                            <a:lnTo>
                              <a:pt x="537" y="409"/>
                            </a:lnTo>
                            <a:lnTo>
                              <a:pt x="539" y="411"/>
                            </a:lnTo>
                            <a:lnTo>
                              <a:pt x="542" y="413"/>
                            </a:lnTo>
                            <a:lnTo>
                              <a:pt x="544" y="414"/>
                            </a:lnTo>
                            <a:lnTo>
                              <a:pt x="546" y="416"/>
                            </a:lnTo>
                            <a:lnTo>
                              <a:pt x="549" y="417"/>
                            </a:lnTo>
                            <a:lnTo>
                              <a:pt x="551" y="419"/>
                            </a:lnTo>
                            <a:lnTo>
                              <a:pt x="554" y="421"/>
                            </a:lnTo>
                            <a:lnTo>
                              <a:pt x="556" y="422"/>
                            </a:lnTo>
                            <a:lnTo>
                              <a:pt x="558" y="424"/>
                            </a:lnTo>
                            <a:lnTo>
                              <a:pt x="561" y="426"/>
                            </a:lnTo>
                            <a:lnTo>
                              <a:pt x="563" y="427"/>
                            </a:lnTo>
                            <a:lnTo>
                              <a:pt x="566" y="429"/>
                            </a:lnTo>
                            <a:lnTo>
                              <a:pt x="568" y="431"/>
                            </a:lnTo>
                            <a:lnTo>
                              <a:pt x="570" y="432"/>
                            </a:lnTo>
                            <a:lnTo>
                              <a:pt x="573" y="434"/>
                            </a:lnTo>
                            <a:lnTo>
                              <a:pt x="575" y="435"/>
                            </a:lnTo>
                            <a:lnTo>
                              <a:pt x="578" y="437"/>
                            </a:lnTo>
                            <a:lnTo>
                              <a:pt x="580" y="438"/>
                            </a:lnTo>
                            <a:lnTo>
                              <a:pt x="582" y="440"/>
                            </a:lnTo>
                            <a:lnTo>
                              <a:pt x="585" y="441"/>
                            </a:lnTo>
                            <a:lnTo>
                              <a:pt x="587" y="443"/>
                            </a:lnTo>
                            <a:lnTo>
                              <a:pt x="590" y="445"/>
                            </a:lnTo>
                            <a:lnTo>
                              <a:pt x="592" y="446"/>
                            </a:lnTo>
                            <a:lnTo>
                              <a:pt x="594" y="448"/>
                            </a:lnTo>
                            <a:lnTo>
                              <a:pt x="597" y="449"/>
                            </a:lnTo>
                            <a:lnTo>
                              <a:pt x="599" y="451"/>
                            </a:lnTo>
                            <a:lnTo>
                              <a:pt x="601" y="452"/>
                            </a:lnTo>
                            <a:lnTo>
                              <a:pt x="604" y="454"/>
                            </a:lnTo>
                            <a:lnTo>
                              <a:pt x="606" y="455"/>
                            </a:lnTo>
                            <a:lnTo>
                              <a:pt x="609" y="457"/>
                            </a:lnTo>
                            <a:lnTo>
                              <a:pt x="611" y="459"/>
                            </a:lnTo>
                            <a:lnTo>
                              <a:pt x="613" y="460"/>
                            </a:lnTo>
                            <a:lnTo>
                              <a:pt x="616" y="462"/>
                            </a:lnTo>
                            <a:lnTo>
                              <a:pt x="618" y="463"/>
                            </a:lnTo>
                            <a:lnTo>
                              <a:pt x="621" y="464"/>
                            </a:lnTo>
                            <a:lnTo>
                              <a:pt x="623" y="466"/>
                            </a:lnTo>
                            <a:lnTo>
                              <a:pt x="625" y="468"/>
                            </a:lnTo>
                            <a:lnTo>
                              <a:pt x="628" y="469"/>
                            </a:lnTo>
                            <a:lnTo>
                              <a:pt x="630" y="471"/>
                            </a:lnTo>
                            <a:lnTo>
                              <a:pt x="633" y="472"/>
                            </a:lnTo>
                            <a:lnTo>
                              <a:pt x="635" y="473"/>
                            </a:lnTo>
                            <a:lnTo>
                              <a:pt x="637" y="475"/>
                            </a:lnTo>
                            <a:lnTo>
                              <a:pt x="640" y="476"/>
                            </a:lnTo>
                            <a:lnTo>
                              <a:pt x="642" y="477"/>
                            </a:lnTo>
                            <a:lnTo>
                              <a:pt x="645" y="478"/>
                            </a:lnTo>
                            <a:lnTo>
                              <a:pt x="647" y="480"/>
                            </a:lnTo>
                            <a:lnTo>
                              <a:pt x="649" y="481"/>
                            </a:lnTo>
                            <a:lnTo>
                              <a:pt x="652" y="483"/>
                            </a:lnTo>
                            <a:lnTo>
                              <a:pt x="654" y="484"/>
                            </a:lnTo>
                            <a:lnTo>
                              <a:pt x="657" y="485"/>
                            </a:lnTo>
                            <a:lnTo>
                              <a:pt x="659" y="487"/>
                            </a:lnTo>
                            <a:lnTo>
                              <a:pt x="662" y="488"/>
                            </a:lnTo>
                            <a:lnTo>
                              <a:pt x="664" y="489"/>
                            </a:lnTo>
                            <a:lnTo>
                              <a:pt x="666" y="491"/>
                            </a:lnTo>
                            <a:lnTo>
                              <a:pt x="669" y="492"/>
                            </a:lnTo>
                            <a:lnTo>
                              <a:pt x="671" y="493"/>
                            </a:lnTo>
                            <a:lnTo>
                              <a:pt x="674" y="494"/>
                            </a:lnTo>
                            <a:lnTo>
                              <a:pt x="676" y="495"/>
                            </a:lnTo>
                            <a:lnTo>
                              <a:pt x="678" y="497"/>
                            </a:lnTo>
                            <a:lnTo>
                              <a:pt x="681" y="498"/>
                            </a:lnTo>
                            <a:lnTo>
                              <a:pt x="683" y="499"/>
                            </a:lnTo>
                            <a:lnTo>
                              <a:pt x="686" y="500"/>
                            </a:lnTo>
                            <a:lnTo>
                              <a:pt x="688" y="501"/>
                            </a:lnTo>
                            <a:lnTo>
                              <a:pt x="690" y="502"/>
                            </a:lnTo>
                            <a:lnTo>
                              <a:pt x="693" y="503"/>
                            </a:lnTo>
                            <a:lnTo>
                              <a:pt x="695" y="505"/>
                            </a:lnTo>
                            <a:lnTo>
                              <a:pt x="698" y="506"/>
                            </a:lnTo>
                            <a:lnTo>
                              <a:pt x="700" y="507"/>
                            </a:lnTo>
                            <a:lnTo>
                              <a:pt x="703" y="508"/>
                            </a:lnTo>
                            <a:lnTo>
                              <a:pt x="705" y="509"/>
                            </a:lnTo>
                            <a:lnTo>
                              <a:pt x="707" y="511"/>
                            </a:lnTo>
                            <a:lnTo>
                              <a:pt x="710" y="512"/>
                            </a:lnTo>
                            <a:lnTo>
                              <a:pt x="712" y="513"/>
                            </a:lnTo>
                            <a:lnTo>
                              <a:pt x="715" y="514"/>
                            </a:lnTo>
                            <a:lnTo>
                              <a:pt x="717" y="515"/>
                            </a:lnTo>
                            <a:lnTo>
                              <a:pt x="719" y="516"/>
                            </a:lnTo>
                            <a:lnTo>
                              <a:pt x="722" y="517"/>
                            </a:lnTo>
                            <a:lnTo>
                              <a:pt x="724" y="518"/>
                            </a:lnTo>
                            <a:lnTo>
                              <a:pt x="727" y="520"/>
                            </a:lnTo>
                            <a:lnTo>
                              <a:pt x="729" y="521"/>
                            </a:lnTo>
                            <a:lnTo>
                              <a:pt x="731" y="521"/>
                            </a:lnTo>
                            <a:lnTo>
                              <a:pt x="734" y="523"/>
                            </a:lnTo>
                            <a:lnTo>
                              <a:pt x="736" y="524"/>
                            </a:lnTo>
                            <a:lnTo>
                              <a:pt x="739" y="525"/>
                            </a:lnTo>
                            <a:lnTo>
                              <a:pt x="741" y="526"/>
                            </a:lnTo>
                            <a:lnTo>
                              <a:pt x="743" y="527"/>
                            </a:lnTo>
                            <a:lnTo>
                              <a:pt x="746" y="528"/>
                            </a:lnTo>
                            <a:lnTo>
                              <a:pt x="748" y="529"/>
                            </a:lnTo>
                            <a:lnTo>
                              <a:pt x="751" y="530"/>
                            </a:lnTo>
                            <a:lnTo>
                              <a:pt x="753" y="531"/>
                            </a:lnTo>
                            <a:lnTo>
                              <a:pt x="756" y="532"/>
                            </a:lnTo>
                            <a:lnTo>
                              <a:pt x="758" y="533"/>
                            </a:lnTo>
                            <a:lnTo>
                              <a:pt x="760" y="534"/>
                            </a:lnTo>
                            <a:lnTo>
                              <a:pt x="763" y="535"/>
                            </a:lnTo>
                            <a:lnTo>
                              <a:pt x="765" y="536"/>
                            </a:lnTo>
                            <a:lnTo>
                              <a:pt x="768" y="537"/>
                            </a:lnTo>
                            <a:lnTo>
                              <a:pt x="770" y="538"/>
                            </a:lnTo>
                            <a:lnTo>
                              <a:pt x="772" y="539"/>
                            </a:lnTo>
                            <a:lnTo>
                              <a:pt x="775" y="540"/>
                            </a:lnTo>
                            <a:lnTo>
                              <a:pt x="777" y="541"/>
                            </a:lnTo>
                            <a:lnTo>
                              <a:pt x="780" y="542"/>
                            </a:lnTo>
                            <a:lnTo>
                              <a:pt x="782" y="543"/>
                            </a:lnTo>
                            <a:lnTo>
                              <a:pt x="784" y="544"/>
                            </a:lnTo>
                            <a:lnTo>
                              <a:pt x="787" y="545"/>
                            </a:lnTo>
                            <a:lnTo>
                              <a:pt x="789" y="546"/>
                            </a:lnTo>
                            <a:lnTo>
                              <a:pt x="792" y="547"/>
                            </a:lnTo>
                            <a:lnTo>
                              <a:pt x="794" y="548"/>
                            </a:lnTo>
                            <a:lnTo>
                              <a:pt x="797" y="549"/>
                            </a:lnTo>
                            <a:lnTo>
                              <a:pt x="799" y="550"/>
                            </a:lnTo>
                            <a:lnTo>
                              <a:pt x="801" y="550"/>
                            </a:lnTo>
                            <a:lnTo>
                              <a:pt x="804" y="552"/>
                            </a:lnTo>
                            <a:lnTo>
                              <a:pt x="806" y="552"/>
                            </a:lnTo>
                            <a:lnTo>
                              <a:pt x="809" y="554"/>
                            </a:lnTo>
                            <a:lnTo>
                              <a:pt x="811" y="554"/>
                            </a:lnTo>
                            <a:lnTo>
                              <a:pt x="813" y="555"/>
                            </a:lnTo>
                            <a:lnTo>
                              <a:pt x="816" y="556"/>
                            </a:lnTo>
                            <a:lnTo>
                              <a:pt x="818" y="557"/>
                            </a:lnTo>
                            <a:lnTo>
                              <a:pt x="821" y="558"/>
                            </a:lnTo>
                            <a:lnTo>
                              <a:pt x="823" y="558"/>
                            </a:lnTo>
                            <a:lnTo>
                              <a:pt x="825" y="560"/>
                            </a:lnTo>
                            <a:lnTo>
                              <a:pt x="828" y="560"/>
                            </a:lnTo>
                            <a:lnTo>
                              <a:pt x="830" y="561"/>
                            </a:lnTo>
                            <a:lnTo>
                              <a:pt x="833" y="562"/>
                            </a:lnTo>
                            <a:lnTo>
                              <a:pt x="835" y="563"/>
                            </a:lnTo>
                            <a:lnTo>
                              <a:pt x="837" y="564"/>
                            </a:lnTo>
                            <a:lnTo>
                              <a:pt x="840" y="565"/>
                            </a:lnTo>
                            <a:lnTo>
                              <a:pt x="842" y="566"/>
                            </a:lnTo>
                            <a:lnTo>
                              <a:pt x="845" y="566"/>
                            </a:lnTo>
                            <a:lnTo>
                              <a:pt x="847" y="567"/>
                            </a:lnTo>
                            <a:lnTo>
                              <a:pt x="849" y="568"/>
                            </a:lnTo>
                            <a:lnTo>
                              <a:pt x="852" y="569"/>
                            </a:lnTo>
                            <a:lnTo>
                              <a:pt x="854" y="570"/>
                            </a:lnTo>
                            <a:lnTo>
                              <a:pt x="856" y="571"/>
                            </a:lnTo>
                            <a:lnTo>
                              <a:pt x="859" y="572"/>
                            </a:lnTo>
                            <a:lnTo>
                              <a:pt x="861" y="572"/>
                            </a:lnTo>
                            <a:lnTo>
                              <a:pt x="864" y="574"/>
                            </a:lnTo>
                            <a:lnTo>
                              <a:pt x="866" y="574"/>
                            </a:lnTo>
                            <a:lnTo>
                              <a:pt x="868" y="575"/>
                            </a:lnTo>
                            <a:lnTo>
                              <a:pt x="871" y="576"/>
                            </a:lnTo>
                            <a:lnTo>
                              <a:pt x="873" y="577"/>
                            </a:lnTo>
                            <a:lnTo>
                              <a:pt x="876" y="578"/>
                            </a:lnTo>
                            <a:lnTo>
                              <a:pt x="878" y="579"/>
                            </a:lnTo>
                            <a:lnTo>
                              <a:pt x="880" y="580"/>
                            </a:lnTo>
                            <a:lnTo>
                              <a:pt x="883" y="581"/>
                            </a:lnTo>
                            <a:lnTo>
                              <a:pt x="885" y="581"/>
                            </a:lnTo>
                            <a:lnTo>
                              <a:pt x="888" y="582"/>
                            </a:lnTo>
                            <a:lnTo>
                              <a:pt x="890" y="583"/>
                            </a:lnTo>
                            <a:lnTo>
                              <a:pt x="892" y="584"/>
                            </a:lnTo>
                            <a:lnTo>
                              <a:pt x="895" y="585"/>
                            </a:lnTo>
                            <a:lnTo>
                              <a:pt x="897" y="586"/>
                            </a:lnTo>
                            <a:lnTo>
                              <a:pt x="900" y="586"/>
                            </a:lnTo>
                            <a:lnTo>
                              <a:pt x="902" y="587"/>
                            </a:lnTo>
                            <a:lnTo>
                              <a:pt x="904" y="588"/>
                            </a:lnTo>
                            <a:lnTo>
                              <a:pt x="907" y="589"/>
                            </a:lnTo>
                            <a:lnTo>
                              <a:pt x="909" y="590"/>
                            </a:lnTo>
                            <a:lnTo>
                              <a:pt x="912" y="591"/>
                            </a:lnTo>
                            <a:lnTo>
                              <a:pt x="914" y="592"/>
                            </a:lnTo>
                            <a:lnTo>
                              <a:pt x="916" y="593"/>
                            </a:lnTo>
                            <a:lnTo>
                              <a:pt x="919" y="593"/>
                            </a:lnTo>
                            <a:lnTo>
                              <a:pt x="921" y="595"/>
                            </a:lnTo>
                            <a:lnTo>
                              <a:pt x="924" y="595"/>
                            </a:lnTo>
                            <a:lnTo>
                              <a:pt x="926" y="596"/>
                            </a:lnTo>
                            <a:lnTo>
                              <a:pt x="929" y="597"/>
                            </a:lnTo>
                            <a:lnTo>
                              <a:pt x="931" y="598"/>
                            </a:lnTo>
                            <a:lnTo>
                              <a:pt x="933" y="599"/>
                            </a:lnTo>
                            <a:lnTo>
                              <a:pt x="936" y="600"/>
                            </a:lnTo>
                            <a:lnTo>
                              <a:pt x="938" y="600"/>
                            </a:lnTo>
                            <a:lnTo>
                              <a:pt x="941" y="601"/>
                            </a:lnTo>
                            <a:lnTo>
                              <a:pt x="943" y="602"/>
                            </a:lnTo>
                            <a:lnTo>
                              <a:pt x="945" y="603"/>
                            </a:lnTo>
                            <a:lnTo>
                              <a:pt x="948" y="604"/>
                            </a:lnTo>
                            <a:lnTo>
                              <a:pt x="950" y="605"/>
                            </a:lnTo>
                            <a:lnTo>
                              <a:pt x="953" y="606"/>
                            </a:lnTo>
                            <a:lnTo>
                              <a:pt x="955" y="607"/>
                            </a:lnTo>
                            <a:lnTo>
                              <a:pt x="957" y="607"/>
                            </a:lnTo>
                            <a:lnTo>
                              <a:pt x="960" y="608"/>
                            </a:lnTo>
                            <a:lnTo>
                              <a:pt x="962" y="609"/>
                            </a:lnTo>
                            <a:lnTo>
                              <a:pt x="965" y="610"/>
                            </a:lnTo>
                            <a:lnTo>
                              <a:pt x="967" y="611"/>
                            </a:lnTo>
                            <a:lnTo>
                              <a:pt x="970" y="612"/>
                            </a:lnTo>
                            <a:lnTo>
                              <a:pt x="972" y="613"/>
                            </a:lnTo>
                            <a:lnTo>
                              <a:pt x="974" y="613"/>
                            </a:lnTo>
                            <a:lnTo>
                              <a:pt x="977" y="614"/>
                            </a:lnTo>
                            <a:lnTo>
                              <a:pt x="979" y="615"/>
                            </a:lnTo>
                            <a:lnTo>
                              <a:pt x="982" y="616"/>
                            </a:lnTo>
                            <a:lnTo>
                              <a:pt x="984" y="617"/>
                            </a:lnTo>
                            <a:lnTo>
                              <a:pt x="986" y="618"/>
                            </a:lnTo>
                            <a:lnTo>
                              <a:pt x="989" y="618"/>
                            </a:lnTo>
                            <a:lnTo>
                              <a:pt x="991" y="620"/>
                            </a:lnTo>
                            <a:lnTo>
                              <a:pt x="994" y="620"/>
                            </a:lnTo>
                            <a:lnTo>
                              <a:pt x="996" y="621"/>
                            </a:lnTo>
                            <a:lnTo>
                              <a:pt x="998" y="622"/>
                            </a:lnTo>
                            <a:lnTo>
                              <a:pt x="1001" y="623"/>
                            </a:lnTo>
                            <a:lnTo>
                              <a:pt x="1003" y="624"/>
                            </a:lnTo>
                            <a:lnTo>
                              <a:pt x="1006" y="624"/>
                            </a:lnTo>
                            <a:lnTo>
                              <a:pt x="1008" y="625"/>
                            </a:lnTo>
                            <a:lnTo>
                              <a:pt x="1010" y="626"/>
                            </a:lnTo>
                            <a:lnTo>
                              <a:pt x="1013" y="627"/>
                            </a:lnTo>
                            <a:lnTo>
                              <a:pt x="1015" y="627"/>
                            </a:lnTo>
                            <a:lnTo>
                              <a:pt x="1018" y="628"/>
                            </a:lnTo>
                            <a:lnTo>
                              <a:pt x="1020" y="629"/>
                            </a:lnTo>
                            <a:lnTo>
                              <a:pt x="1023" y="630"/>
                            </a:lnTo>
                            <a:lnTo>
                              <a:pt x="1025" y="631"/>
                            </a:lnTo>
                            <a:lnTo>
                              <a:pt x="1027" y="632"/>
                            </a:lnTo>
                            <a:lnTo>
                              <a:pt x="1030" y="632"/>
                            </a:lnTo>
                            <a:lnTo>
                              <a:pt x="1032" y="633"/>
                            </a:lnTo>
                            <a:lnTo>
                              <a:pt x="1035" y="634"/>
                            </a:lnTo>
                            <a:lnTo>
                              <a:pt x="1037" y="635"/>
                            </a:lnTo>
                            <a:lnTo>
                              <a:pt x="1039" y="635"/>
                            </a:lnTo>
                            <a:lnTo>
                              <a:pt x="1042" y="636"/>
                            </a:lnTo>
                            <a:lnTo>
                              <a:pt x="1044" y="637"/>
                            </a:lnTo>
                            <a:lnTo>
                              <a:pt x="1047" y="638"/>
                            </a:lnTo>
                            <a:lnTo>
                              <a:pt x="1049" y="639"/>
                            </a:lnTo>
                            <a:lnTo>
                              <a:pt x="1051" y="640"/>
                            </a:lnTo>
                            <a:lnTo>
                              <a:pt x="1054" y="640"/>
                            </a:lnTo>
                            <a:lnTo>
                              <a:pt x="1056" y="641"/>
                            </a:lnTo>
                            <a:lnTo>
                              <a:pt x="1059" y="642"/>
                            </a:lnTo>
                            <a:lnTo>
                              <a:pt x="1061" y="643"/>
                            </a:lnTo>
                            <a:lnTo>
                              <a:pt x="1064" y="644"/>
                            </a:lnTo>
                            <a:lnTo>
                              <a:pt x="1066" y="644"/>
                            </a:lnTo>
                            <a:lnTo>
                              <a:pt x="1068" y="645"/>
                            </a:lnTo>
                            <a:lnTo>
                              <a:pt x="1071" y="646"/>
                            </a:lnTo>
                            <a:lnTo>
                              <a:pt x="1073" y="647"/>
                            </a:lnTo>
                            <a:lnTo>
                              <a:pt x="1076" y="647"/>
                            </a:lnTo>
                            <a:lnTo>
                              <a:pt x="1078" y="648"/>
                            </a:lnTo>
                            <a:lnTo>
                              <a:pt x="1080" y="649"/>
                            </a:lnTo>
                            <a:lnTo>
                              <a:pt x="1083" y="650"/>
                            </a:lnTo>
                            <a:lnTo>
                              <a:pt x="1085" y="650"/>
                            </a:lnTo>
                            <a:lnTo>
                              <a:pt x="1088" y="651"/>
                            </a:lnTo>
                            <a:lnTo>
                              <a:pt x="1090" y="652"/>
                            </a:lnTo>
                            <a:lnTo>
                              <a:pt x="1092" y="653"/>
                            </a:lnTo>
                            <a:lnTo>
                              <a:pt x="1095" y="654"/>
                            </a:lnTo>
                            <a:lnTo>
                              <a:pt x="1097" y="655"/>
                            </a:lnTo>
                            <a:lnTo>
                              <a:pt x="1099" y="655"/>
                            </a:lnTo>
                            <a:lnTo>
                              <a:pt x="1102" y="656"/>
                            </a:lnTo>
                            <a:lnTo>
                              <a:pt x="1104" y="657"/>
                            </a:lnTo>
                            <a:lnTo>
                              <a:pt x="1107" y="658"/>
                            </a:lnTo>
                            <a:lnTo>
                              <a:pt x="1109" y="658"/>
                            </a:lnTo>
                            <a:lnTo>
                              <a:pt x="1111" y="659"/>
                            </a:lnTo>
                            <a:lnTo>
                              <a:pt x="1114" y="660"/>
                            </a:lnTo>
                            <a:lnTo>
                              <a:pt x="1116" y="661"/>
                            </a:lnTo>
                            <a:lnTo>
                              <a:pt x="1119" y="661"/>
                            </a:lnTo>
                            <a:lnTo>
                              <a:pt x="1121" y="662"/>
                            </a:lnTo>
                            <a:lnTo>
                              <a:pt x="1123" y="663"/>
                            </a:lnTo>
                            <a:lnTo>
                              <a:pt x="1126" y="664"/>
                            </a:lnTo>
                            <a:lnTo>
                              <a:pt x="1128" y="664"/>
                            </a:lnTo>
                            <a:lnTo>
                              <a:pt x="1131" y="665"/>
                            </a:lnTo>
                            <a:lnTo>
                              <a:pt x="1133" y="666"/>
                            </a:lnTo>
                            <a:lnTo>
                              <a:pt x="1135" y="667"/>
                            </a:lnTo>
                            <a:lnTo>
                              <a:pt x="1138" y="667"/>
                            </a:lnTo>
                            <a:lnTo>
                              <a:pt x="1140" y="668"/>
                            </a:lnTo>
                            <a:lnTo>
                              <a:pt x="1143" y="669"/>
                            </a:lnTo>
                            <a:lnTo>
                              <a:pt x="1145" y="669"/>
                            </a:lnTo>
                            <a:lnTo>
                              <a:pt x="1147" y="670"/>
                            </a:lnTo>
                            <a:lnTo>
                              <a:pt x="1150" y="671"/>
                            </a:lnTo>
                            <a:lnTo>
                              <a:pt x="1152" y="672"/>
                            </a:lnTo>
                            <a:lnTo>
                              <a:pt x="1155" y="672"/>
                            </a:lnTo>
                            <a:lnTo>
                              <a:pt x="1157" y="673"/>
                            </a:lnTo>
                            <a:lnTo>
                              <a:pt x="1159" y="674"/>
                            </a:lnTo>
                            <a:lnTo>
                              <a:pt x="1162" y="675"/>
                            </a:lnTo>
                            <a:lnTo>
                              <a:pt x="1164" y="675"/>
                            </a:lnTo>
                            <a:lnTo>
                              <a:pt x="1167" y="676"/>
                            </a:lnTo>
                            <a:lnTo>
                              <a:pt x="1169" y="677"/>
                            </a:lnTo>
                            <a:lnTo>
                              <a:pt x="1171" y="678"/>
                            </a:lnTo>
                            <a:lnTo>
                              <a:pt x="1174" y="678"/>
                            </a:lnTo>
                            <a:lnTo>
                              <a:pt x="1176" y="679"/>
                            </a:lnTo>
                            <a:lnTo>
                              <a:pt x="1179" y="679"/>
                            </a:lnTo>
                            <a:lnTo>
                              <a:pt x="1181" y="680"/>
                            </a:lnTo>
                            <a:lnTo>
                              <a:pt x="1183" y="681"/>
                            </a:lnTo>
                            <a:lnTo>
                              <a:pt x="1186" y="682"/>
                            </a:lnTo>
                            <a:lnTo>
                              <a:pt x="1188" y="683"/>
                            </a:lnTo>
                            <a:lnTo>
                              <a:pt x="1191" y="683"/>
                            </a:lnTo>
                            <a:lnTo>
                              <a:pt x="1193" y="684"/>
                            </a:lnTo>
                            <a:lnTo>
                              <a:pt x="1196" y="685"/>
                            </a:lnTo>
                            <a:lnTo>
                              <a:pt x="1198" y="686"/>
                            </a:lnTo>
                            <a:lnTo>
                              <a:pt x="1200" y="686"/>
                            </a:lnTo>
                            <a:lnTo>
                              <a:pt x="1203" y="687"/>
                            </a:lnTo>
                            <a:lnTo>
                              <a:pt x="1205" y="687"/>
                            </a:lnTo>
                            <a:lnTo>
                              <a:pt x="1208" y="688"/>
                            </a:lnTo>
                            <a:lnTo>
                              <a:pt x="1210" y="689"/>
                            </a:lnTo>
                            <a:lnTo>
                              <a:pt x="1212" y="690"/>
                            </a:lnTo>
                            <a:lnTo>
                              <a:pt x="1215" y="690"/>
                            </a:lnTo>
                            <a:lnTo>
                              <a:pt x="1217" y="691"/>
                            </a:lnTo>
                            <a:lnTo>
                              <a:pt x="1220" y="692"/>
                            </a:lnTo>
                            <a:lnTo>
                              <a:pt x="1222" y="692"/>
                            </a:lnTo>
                            <a:lnTo>
                              <a:pt x="1224" y="693"/>
                            </a:lnTo>
                            <a:lnTo>
                              <a:pt x="1227" y="693"/>
                            </a:lnTo>
                            <a:lnTo>
                              <a:pt x="1229" y="694"/>
                            </a:lnTo>
                            <a:lnTo>
                              <a:pt x="1232" y="695"/>
                            </a:lnTo>
                            <a:lnTo>
                              <a:pt x="1234" y="696"/>
                            </a:lnTo>
                            <a:lnTo>
                              <a:pt x="1237" y="696"/>
                            </a:lnTo>
                            <a:lnTo>
                              <a:pt x="1239" y="697"/>
                            </a:lnTo>
                            <a:lnTo>
                              <a:pt x="1241" y="698"/>
                            </a:lnTo>
                            <a:lnTo>
                              <a:pt x="1244" y="698"/>
                            </a:lnTo>
                            <a:lnTo>
                              <a:pt x="1246" y="699"/>
                            </a:lnTo>
                            <a:lnTo>
                              <a:pt x="1249" y="699"/>
                            </a:lnTo>
                            <a:lnTo>
                              <a:pt x="1251" y="700"/>
                            </a:lnTo>
                            <a:lnTo>
                              <a:pt x="1253" y="701"/>
                            </a:lnTo>
                            <a:lnTo>
                              <a:pt x="1256" y="701"/>
                            </a:lnTo>
                            <a:lnTo>
                              <a:pt x="1258" y="702"/>
                            </a:lnTo>
                            <a:lnTo>
                              <a:pt x="1261" y="703"/>
                            </a:lnTo>
                            <a:lnTo>
                              <a:pt x="1263" y="703"/>
                            </a:lnTo>
                            <a:lnTo>
                              <a:pt x="1265" y="704"/>
                            </a:lnTo>
                            <a:lnTo>
                              <a:pt x="1268" y="704"/>
                            </a:lnTo>
                            <a:lnTo>
                              <a:pt x="1270" y="705"/>
                            </a:lnTo>
                            <a:lnTo>
                              <a:pt x="1273" y="706"/>
                            </a:lnTo>
                            <a:lnTo>
                              <a:pt x="1275" y="706"/>
                            </a:lnTo>
                            <a:lnTo>
                              <a:pt x="1277" y="707"/>
                            </a:lnTo>
                            <a:lnTo>
                              <a:pt x="1280" y="707"/>
                            </a:lnTo>
                            <a:lnTo>
                              <a:pt x="1282" y="708"/>
                            </a:lnTo>
                            <a:lnTo>
                              <a:pt x="1285" y="709"/>
                            </a:lnTo>
                            <a:lnTo>
                              <a:pt x="1287" y="709"/>
                            </a:lnTo>
                            <a:lnTo>
                              <a:pt x="1290" y="710"/>
                            </a:lnTo>
                            <a:lnTo>
                              <a:pt x="1292" y="710"/>
                            </a:lnTo>
                            <a:lnTo>
                              <a:pt x="1294" y="711"/>
                            </a:lnTo>
                            <a:lnTo>
                              <a:pt x="1297" y="712"/>
                            </a:lnTo>
                            <a:lnTo>
                              <a:pt x="1299" y="712"/>
                            </a:lnTo>
                            <a:lnTo>
                              <a:pt x="1302" y="713"/>
                            </a:lnTo>
                            <a:lnTo>
                              <a:pt x="1304" y="713"/>
                            </a:lnTo>
                            <a:lnTo>
                              <a:pt x="1306" y="714"/>
                            </a:lnTo>
                            <a:lnTo>
                              <a:pt x="1309" y="715"/>
                            </a:lnTo>
                            <a:lnTo>
                              <a:pt x="1311" y="715"/>
                            </a:lnTo>
                            <a:lnTo>
                              <a:pt x="1314" y="716"/>
                            </a:lnTo>
                            <a:lnTo>
                              <a:pt x="1316" y="716"/>
                            </a:lnTo>
                            <a:lnTo>
                              <a:pt x="1318" y="717"/>
                            </a:lnTo>
                            <a:lnTo>
                              <a:pt x="1321" y="718"/>
                            </a:lnTo>
                            <a:lnTo>
                              <a:pt x="1323" y="718"/>
                            </a:lnTo>
                            <a:lnTo>
                              <a:pt x="1326" y="719"/>
                            </a:lnTo>
                            <a:lnTo>
                              <a:pt x="1328" y="719"/>
                            </a:lnTo>
                            <a:lnTo>
                              <a:pt x="1331" y="720"/>
                            </a:lnTo>
                            <a:lnTo>
                              <a:pt x="1333" y="720"/>
                            </a:lnTo>
                            <a:lnTo>
                              <a:pt x="1335" y="721"/>
                            </a:lnTo>
                            <a:lnTo>
                              <a:pt x="1338" y="721"/>
                            </a:lnTo>
                            <a:lnTo>
                              <a:pt x="1340" y="722"/>
                            </a:lnTo>
                            <a:lnTo>
                              <a:pt x="1342" y="722"/>
                            </a:lnTo>
                            <a:lnTo>
                              <a:pt x="1345" y="723"/>
                            </a:lnTo>
                            <a:lnTo>
                              <a:pt x="1347" y="723"/>
                            </a:lnTo>
                            <a:lnTo>
                              <a:pt x="1350" y="724"/>
                            </a:lnTo>
                            <a:lnTo>
                              <a:pt x="1352" y="724"/>
                            </a:lnTo>
                            <a:lnTo>
                              <a:pt x="1354" y="725"/>
                            </a:lnTo>
                            <a:lnTo>
                              <a:pt x="1357" y="726"/>
                            </a:lnTo>
                            <a:lnTo>
                              <a:pt x="1359" y="726"/>
                            </a:lnTo>
                            <a:lnTo>
                              <a:pt x="1362" y="727"/>
                            </a:lnTo>
                            <a:lnTo>
                              <a:pt x="1364" y="727"/>
                            </a:lnTo>
                            <a:lnTo>
                              <a:pt x="1366" y="728"/>
                            </a:lnTo>
                            <a:lnTo>
                              <a:pt x="1369" y="728"/>
                            </a:lnTo>
                            <a:lnTo>
                              <a:pt x="1371" y="729"/>
                            </a:lnTo>
                            <a:lnTo>
                              <a:pt x="1374" y="729"/>
                            </a:lnTo>
                            <a:lnTo>
                              <a:pt x="1376" y="730"/>
                            </a:lnTo>
                            <a:lnTo>
                              <a:pt x="1378" y="730"/>
                            </a:lnTo>
                            <a:lnTo>
                              <a:pt x="1381" y="731"/>
                            </a:lnTo>
                            <a:lnTo>
                              <a:pt x="1383" y="732"/>
                            </a:lnTo>
                            <a:lnTo>
                              <a:pt x="1386" y="732"/>
                            </a:lnTo>
                            <a:lnTo>
                              <a:pt x="1388" y="733"/>
                            </a:lnTo>
                            <a:lnTo>
                              <a:pt x="1390" y="733"/>
                            </a:lnTo>
                            <a:lnTo>
                              <a:pt x="1393" y="734"/>
                            </a:lnTo>
                            <a:lnTo>
                              <a:pt x="1395" y="735"/>
                            </a:lnTo>
                            <a:lnTo>
                              <a:pt x="1398" y="735"/>
                            </a:lnTo>
                            <a:lnTo>
                              <a:pt x="1400" y="736"/>
                            </a:lnTo>
                            <a:lnTo>
                              <a:pt x="1402" y="737"/>
                            </a:lnTo>
                            <a:lnTo>
                              <a:pt x="1405" y="738"/>
                            </a:lnTo>
                            <a:lnTo>
                              <a:pt x="1407" y="738"/>
                            </a:lnTo>
                            <a:lnTo>
                              <a:pt x="1410" y="739"/>
                            </a:lnTo>
                            <a:lnTo>
                              <a:pt x="1412" y="739"/>
                            </a:lnTo>
                            <a:lnTo>
                              <a:pt x="1414" y="740"/>
                            </a:lnTo>
                            <a:lnTo>
                              <a:pt x="1417" y="741"/>
                            </a:lnTo>
                            <a:lnTo>
                              <a:pt x="1419" y="741"/>
                            </a:lnTo>
                            <a:lnTo>
                              <a:pt x="1422" y="742"/>
                            </a:lnTo>
                            <a:lnTo>
                              <a:pt x="1424" y="742"/>
                            </a:lnTo>
                            <a:lnTo>
                              <a:pt x="1426" y="743"/>
                            </a:lnTo>
                            <a:lnTo>
                              <a:pt x="1429" y="743"/>
                            </a:lnTo>
                            <a:lnTo>
                              <a:pt x="1431" y="744"/>
                            </a:lnTo>
                            <a:lnTo>
                              <a:pt x="1434" y="745"/>
                            </a:lnTo>
                            <a:lnTo>
                              <a:pt x="1436" y="745"/>
                            </a:lnTo>
                            <a:lnTo>
                              <a:pt x="1438" y="746"/>
                            </a:lnTo>
                            <a:lnTo>
                              <a:pt x="1441" y="746"/>
                            </a:lnTo>
                            <a:lnTo>
                              <a:pt x="1443" y="747"/>
                            </a:lnTo>
                            <a:lnTo>
                              <a:pt x="1446" y="748"/>
                            </a:lnTo>
                            <a:lnTo>
                              <a:pt x="1448" y="748"/>
                            </a:lnTo>
                            <a:lnTo>
                              <a:pt x="1450" y="749"/>
                            </a:lnTo>
                            <a:lnTo>
                              <a:pt x="1453" y="749"/>
                            </a:lnTo>
                            <a:lnTo>
                              <a:pt x="1455" y="750"/>
                            </a:lnTo>
                            <a:lnTo>
                              <a:pt x="1458" y="750"/>
                            </a:lnTo>
                            <a:lnTo>
                              <a:pt x="1460" y="751"/>
                            </a:lnTo>
                            <a:lnTo>
                              <a:pt x="1463" y="751"/>
                            </a:lnTo>
                            <a:lnTo>
                              <a:pt x="1465" y="752"/>
                            </a:lnTo>
                            <a:lnTo>
                              <a:pt x="1467" y="752"/>
                            </a:lnTo>
                            <a:lnTo>
                              <a:pt x="1470" y="753"/>
                            </a:lnTo>
                            <a:lnTo>
                              <a:pt x="1472" y="753"/>
                            </a:lnTo>
                            <a:lnTo>
                              <a:pt x="1475" y="754"/>
                            </a:lnTo>
                            <a:lnTo>
                              <a:pt x="1477" y="754"/>
                            </a:lnTo>
                            <a:lnTo>
                              <a:pt x="1479" y="755"/>
                            </a:lnTo>
                            <a:lnTo>
                              <a:pt x="1482" y="755"/>
                            </a:lnTo>
                            <a:lnTo>
                              <a:pt x="1484" y="756"/>
                            </a:lnTo>
                            <a:lnTo>
                              <a:pt x="1487" y="756"/>
                            </a:lnTo>
                            <a:lnTo>
                              <a:pt x="1489" y="756"/>
                            </a:lnTo>
                            <a:lnTo>
                              <a:pt x="1491" y="757"/>
                            </a:lnTo>
                            <a:lnTo>
                              <a:pt x="1494" y="757"/>
                            </a:lnTo>
                            <a:lnTo>
                              <a:pt x="1496" y="758"/>
                            </a:lnTo>
                            <a:lnTo>
                              <a:pt x="1499" y="758"/>
                            </a:lnTo>
                            <a:lnTo>
                              <a:pt x="1501" y="759"/>
                            </a:lnTo>
                            <a:lnTo>
                              <a:pt x="1504" y="759"/>
                            </a:lnTo>
                            <a:lnTo>
                              <a:pt x="1506" y="759"/>
                            </a:lnTo>
                            <a:lnTo>
                              <a:pt x="1508" y="760"/>
                            </a:lnTo>
                            <a:lnTo>
                              <a:pt x="1511" y="761"/>
                            </a:lnTo>
                            <a:lnTo>
                              <a:pt x="1513" y="761"/>
                            </a:lnTo>
                            <a:lnTo>
                              <a:pt x="1516" y="761"/>
                            </a:lnTo>
                            <a:lnTo>
                              <a:pt x="1518" y="762"/>
                            </a:lnTo>
                            <a:lnTo>
                              <a:pt x="1520" y="762"/>
                            </a:lnTo>
                            <a:lnTo>
                              <a:pt x="1523" y="763"/>
                            </a:lnTo>
                            <a:lnTo>
                              <a:pt x="1525" y="763"/>
                            </a:lnTo>
                            <a:lnTo>
                              <a:pt x="1528" y="764"/>
                            </a:lnTo>
                            <a:lnTo>
                              <a:pt x="1530" y="764"/>
                            </a:lnTo>
                            <a:lnTo>
                              <a:pt x="1532" y="764"/>
                            </a:lnTo>
                            <a:lnTo>
                              <a:pt x="1535" y="765"/>
                            </a:lnTo>
                            <a:lnTo>
                              <a:pt x="1537" y="765"/>
                            </a:lnTo>
                            <a:lnTo>
                              <a:pt x="1540" y="766"/>
                            </a:lnTo>
                            <a:lnTo>
                              <a:pt x="1542" y="766"/>
                            </a:lnTo>
                            <a:lnTo>
                              <a:pt x="1544" y="767"/>
                            </a:lnTo>
                            <a:lnTo>
                              <a:pt x="1547" y="767"/>
                            </a:lnTo>
                            <a:lnTo>
                              <a:pt x="1549" y="768"/>
                            </a:lnTo>
                            <a:lnTo>
                              <a:pt x="1552" y="768"/>
                            </a:lnTo>
                            <a:lnTo>
                              <a:pt x="1554" y="769"/>
                            </a:lnTo>
                            <a:lnTo>
                              <a:pt x="1557" y="769"/>
                            </a:lnTo>
                            <a:lnTo>
                              <a:pt x="1559" y="769"/>
                            </a:lnTo>
                            <a:lnTo>
                              <a:pt x="1561" y="770"/>
                            </a:lnTo>
                            <a:lnTo>
                              <a:pt x="1564" y="770"/>
                            </a:lnTo>
                            <a:lnTo>
                              <a:pt x="1566" y="771"/>
                            </a:lnTo>
                            <a:lnTo>
                              <a:pt x="1569" y="771"/>
                            </a:lnTo>
                            <a:lnTo>
                              <a:pt x="1571" y="772"/>
                            </a:lnTo>
                            <a:lnTo>
                              <a:pt x="1573" y="772"/>
                            </a:lnTo>
                            <a:lnTo>
                              <a:pt x="1576" y="773"/>
                            </a:lnTo>
                            <a:lnTo>
                              <a:pt x="1578" y="773"/>
                            </a:lnTo>
                            <a:lnTo>
                              <a:pt x="1581" y="773"/>
                            </a:lnTo>
                            <a:lnTo>
                              <a:pt x="1583" y="773"/>
                            </a:lnTo>
                            <a:lnTo>
                              <a:pt x="1585" y="772"/>
                            </a:lnTo>
                            <a:lnTo>
                              <a:pt x="1588" y="769"/>
                            </a:lnTo>
                            <a:lnTo>
                              <a:pt x="1590" y="767"/>
                            </a:lnTo>
                            <a:lnTo>
                              <a:pt x="1593" y="764"/>
                            </a:lnTo>
                            <a:lnTo>
                              <a:pt x="1595" y="760"/>
                            </a:lnTo>
                            <a:lnTo>
                              <a:pt x="1597" y="757"/>
                            </a:lnTo>
                            <a:lnTo>
                              <a:pt x="1600" y="753"/>
                            </a:lnTo>
                            <a:lnTo>
                              <a:pt x="1602" y="749"/>
                            </a:lnTo>
                            <a:lnTo>
                              <a:pt x="1605" y="745"/>
                            </a:lnTo>
                            <a:lnTo>
                              <a:pt x="1607" y="741"/>
                            </a:lnTo>
                            <a:lnTo>
                              <a:pt x="1609" y="737"/>
                            </a:lnTo>
                            <a:lnTo>
                              <a:pt x="1612" y="733"/>
                            </a:lnTo>
                            <a:lnTo>
                              <a:pt x="1614" y="729"/>
                            </a:lnTo>
                            <a:lnTo>
                              <a:pt x="1617" y="725"/>
                            </a:lnTo>
                            <a:lnTo>
                              <a:pt x="1619" y="721"/>
                            </a:lnTo>
                            <a:lnTo>
                              <a:pt x="1621" y="717"/>
                            </a:lnTo>
                            <a:lnTo>
                              <a:pt x="1624" y="713"/>
                            </a:lnTo>
                            <a:lnTo>
                              <a:pt x="1626" y="709"/>
                            </a:lnTo>
                            <a:lnTo>
                              <a:pt x="1629" y="704"/>
                            </a:lnTo>
                            <a:lnTo>
                              <a:pt x="1631" y="699"/>
                            </a:lnTo>
                            <a:lnTo>
                              <a:pt x="1633" y="695"/>
                            </a:lnTo>
                            <a:lnTo>
                              <a:pt x="1636" y="690"/>
                            </a:lnTo>
                            <a:lnTo>
                              <a:pt x="1638" y="686"/>
                            </a:lnTo>
                            <a:lnTo>
                              <a:pt x="1641" y="681"/>
                            </a:lnTo>
                            <a:lnTo>
                              <a:pt x="1643" y="676"/>
                            </a:lnTo>
                            <a:lnTo>
                              <a:pt x="1645" y="671"/>
                            </a:lnTo>
                            <a:lnTo>
                              <a:pt x="1648" y="666"/>
                            </a:lnTo>
                            <a:lnTo>
                              <a:pt x="1650" y="661"/>
                            </a:lnTo>
                            <a:lnTo>
                              <a:pt x="1653" y="655"/>
                            </a:lnTo>
                            <a:lnTo>
                              <a:pt x="1655" y="650"/>
                            </a:lnTo>
                            <a:lnTo>
                              <a:pt x="1657" y="645"/>
                            </a:lnTo>
                            <a:lnTo>
                              <a:pt x="1660" y="640"/>
                            </a:lnTo>
                            <a:lnTo>
                              <a:pt x="1662" y="634"/>
                            </a:lnTo>
                            <a:lnTo>
                              <a:pt x="1665" y="629"/>
                            </a:lnTo>
                            <a:lnTo>
                              <a:pt x="1667" y="623"/>
                            </a:lnTo>
                            <a:lnTo>
                              <a:pt x="1669" y="617"/>
                            </a:lnTo>
                            <a:lnTo>
                              <a:pt x="1672" y="611"/>
                            </a:lnTo>
                            <a:lnTo>
                              <a:pt x="1674" y="606"/>
                            </a:lnTo>
                            <a:lnTo>
                              <a:pt x="1677" y="600"/>
                            </a:lnTo>
                            <a:lnTo>
                              <a:pt x="1679" y="594"/>
                            </a:lnTo>
                            <a:lnTo>
                              <a:pt x="1681" y="589"/>
                            </a:lnTo>
                            <a:lnTo>
                              <a:pt x="1684" y="583"/>
                            </a:lnTo>
                            <a:lnTo>
                              <a:pt x="1686" y="577"/>
                            </a:lnTo>
                            <a:lnTo>
                              <a:pt x="1689" y="571"/>
                            </a:lnTo>
                            <a:lnTo>
                              <a:pt x="1691" y="566"/>
                            </a:lnTo>
                            <a:lnTo>
                              <a:pt x="1693" y="560"/>
                            </a:lnTo>
                            <a:lnTo>
                              <a:pt x="1696" y="554"/>
                            </a:lnTo>
                            <a:lnTo>
                              <a:pt x="1698" y="549"/>
                            </a:lnTo>
                            <a:lnTo>
                              <a:pt x="1701" y="543"/>
                            </a:lnTo>
                            <a:lnTo>
                              <a:pt x="1703" y="537"/>
                            </a:lnTo>
                            <a:lnTo>
                              <a:pt x="1705" y="532"/>
                            </a:lnTo>
                            <a:lnTo>
                              <a:pt x="1708" y="527"/>
                            </a:lnTo>
                            <a:lnTo>
                              <a:pt x="1710" y="521"/>
                            </a:lnTo>
                            <a:lnTo>
                              <a:pt x="1713" y="516"/>
                            </a:lnTo>
                            <a:lnTo>
                              <a:pt x="1715" y="511"/>
                            </a:lnTo>
                            <a:lnTo>
                              <a:pt x="1717" y="506"/>
                            </a:lnTo>
                            <a:lnTo>
                              <a:pt x="1720" y="500"/>
                            </a:lnTo>
                            <a:lnTo>
                              <a:pt x="1722" y="495"/>
                            </a:lnTo>
                            <a:lnTo>
                              <a:pt x="1725" y="490"/>
                            </a:lnTo>
                            <a:lnTo>
                              <a:pt x="1727" y="484"/>
                            </a:lnTo>
                            <a:lnTo>
                              <a:pt x="1730" y="479"/>
                            </a:lnTo>
                            <a:lnTo>
                              <a:pt x="1732" y="474"/>
                            </a:lnTo>
                            <a:lnTo>
                              <a:pt x="1734" y="469"/>
                            </a:lnTo>
                            <a:lnTo>
                              <a:pt x="1737" y="464"/>
                            </a:lnTo>
                            <a:lnTo>
                              <a:pt x="1739" y="459"/>
                            </a:lnTo>
                            <a:lnTo>
                              <a:pt x="1742" y="454"/>
                            </a:lnTo>
                            <a:lnTo>
                              <a:pt x="1744" y="449"/>
                            </a:lnTo>
                            <a:lnTo>
                              <a:pt x="1746" y="444"/>
                            </a:lnTo>
                            <a:lnTo>
                              <a:pt x="1749" y="439"/>
                            </a:lnTo>
                            <a:lnTo>
                              <a:pt x="1751" y="434"/>
                            </a:lnTo>
                            <a:lnTo>
                              <a:pt x="1754" y="429"/>
                            </a:lnTo>
                            <a:lnTo>
                              <a:pt x="1756" y="424"/>
                            </a:lnTo>
                            <a:lnTo>
                              <a:pt x="1758" y="419"/>
                            </a:lnTo>
                            <a:lnTo>
                              <a:pt x="1761" y="414"/>
                            </a:lnTo>
                            <a:lnTo>
                              <a:pt x="1763" y="409"/>
                            </a:lnTo>
                            <a:lnTo>
                              <a:pt x="1766" y="405"/>
                            </a:lnTo>
                            <a:lnTo>
                              <a:pt x="1768" y="400"/>
                            </a:lnTo>
                            <a:lnTo>
                              <a:pt x="1771" y="395"/>
                            </a:lnTo>
                            <a:lnTo>
                              <a:pt x="1773" y="390"/>
                            </a:lnTo>
                            <a:lnTo>
                              <a:pt x="1775" y="385"/>
                            </a:lnTo>
                            <a:lnTo>
                              <a:pt x="1778" y="381"/>
                            </a:lnTo>
                            <a:lnTo>
                              <a:pt x="1780" y="376"/>
                            </a:lnTo>
                            <a:lnTo>
                              <a:pt x="1783" y="371"/>
                            </a:lnTo>
                            <a:lnTo>
                              <a:pt x="1785" y="367"/>
                            </a:lnTo>
                            <a:lnTo>
                              <a:pt x="1787" y="363"/>
                            </a:lnTo>
                            <a:lnTo>
                              <a:pt x="1790" y="358"/>
                            </a:lnTo>
                            <a:lnTo>
                              <a:pt x="1792" y="354"/>
                            </a:lnTo>
                            <a:lnTo>
                              <a:pt x="1795" y="349"/>
                            </a:lnTo>
                            <a:lnTo>
                              <a:pt x="1797" y="345"/>
                            </a:lnTo>
                            <a:lnTo>
                              <a:pt x="1799" y="341"/>
                            </a:lnTo>
                            <a:lnTo>
                              <a:pt x="1802" y="337"/>
                            </a:lnTo>
                            <a:lnTo>
                              <a:pt x="1804" y="332"/>
                            </a:lnTo>
                            <a:lnTo>
                              <a:pt x="1807" y="328"/>
                            </a:lnTo>
                            <a:lnTo>
                              <a:pt x="1809" y="324"/>
                            </a:lnTo>
                            <a:lnTo>
                              <a:pt x="1811" y="319"/>
                            </a:lnTo>
                            <a:lnTo>
                              <a:pt x="1814" y="316"/>
                            </a:lnTo>
                            <a:lnTo>
                              <a:pt x="1816" y="311"/>
                            </a:lnTo>
                            <a:lnTo>
                              <a:pt x="1819" y="307"/>
                            </a:lnTo>
                            <a:lnTo>
                              <a:pt x="1821" y="303"/>
                            </a:lnTo>
                            <a:lnTo>
                              <a:pt x="1824" y="299"/>
                            </a:lnTo>
                            <a:lnTo>
                              <a:pt x="1826" y="295"/>
                            </a:lnTo>
                            <a:lnTo>
                              <a:pt x="1828" y="291"/>
                            </a:lnTo>
                            <a:lnTo>
                              <a:pt x="1831" y="287"/>
                            </a:lnTo>
                            <a:lnTo>
                              <a:pt x="1833" y="283"/>
                            </a:lnTo>
                            <a:lnTo>
                              <a:pt x="1836" y="279"/>
                            </a:lnTo>
                            <a:lnTo>
                              <a:pt x="1838" y="275"/>
                            </a:lnTo>
                            <a:lnTo>
                              <a:pt x="1840" y="271"/>
                            </a:lnTo>
                            <a:lnTo>
                              <a:pt x="1843" y="268"/>
                            </a:lnTo>
                            <a:lnTo>
                              <a:pt x="1845" y="264"/>
                            </a:lnTo>
                            <a:lnTo>
                              <a:pt x="1848" y="260"/>
                            </a:lnTo>
                            <a:lnTo>
                              <a:pt x="1850" y="257"/>
                            </a:lnTo>
                            <a:lnTo>
                              <a:pt x="1852" y="253"/>
                            </a:lnTo>
                            <a:lnTo>
                              <a:pt x="1855" y="249"/>
                            </a:lnTo>
                            <a:lnTo>
                              <a:pt x="1857" y="246"/>
                            </a:lnTo>
                            <a:lnTo>
                              <a:pt x="1860" y="243"/>
                            </a:lnTo>
                            <a:lnTo>
                              <a:pt x="1862" y="240"/>
                            </a:lnTo>
                            <a:lnTo>
                              <a:pt x="1864" y="237"/>
                            </a:lnTo>
                            <a:lnTo>
                              <a:pt x="1867" y="234"/>
                            </a:lnTo>
                            <a:lnTo>
                              <a:pt x="1869" y="230"/>
                            </a:lnTo>
                            <a:lnTo>
                              <a:pt x="1872" y="227"/>
                            </a:lnTo>
                            <a:lnTo>
                              <a:pt x="1874" y="224"/>
                            </a:lnTo>
                            <a:lnTo>
                              <a:pt x="1876" y="221"/>
                            </a:lnTo>
                            <a:lnTo>
                              <a:pt x="1879" y="218"/>
                            </a:lnTo>
                            <a:lnTo>
                              <a:pt x="1881" y="215"/>
                            </a:lnTo>
                            <a:lnTo>
                              <a:pt x="1884" y="211"/>
                            </a:lnTo>
                            <a:lnTo>
                              <a:pt x="1886" y="209"/>
                            </a:lnTo>
                            <a:lnTo>
                              <a:pt x="1888" y="205"/>
                            </a:lnTo>
                            <a:lnTo>
                              <a:pt x="1891" y="202"/>
                            </a:lnTo>
                            <a:lnTo>
                              <a:pt x="1893" y="200"/>
                            </a:lnTo>
                            <a:lnTo>
                              <a:pt x="1896" y="197"/>
                            </a:lnTo>
                            <a:lnTo>
                              <a:pt x="1898" y="194"/>
                            </a:lnTo>
                            <a:lnTo>
                              <a:pt x="1900" y="191"/>
                            </a:lnTo>
                            <a:lnTo>
                              <a:pt x="1903" y="188"/>
                            </a:lnTo>
                            <a:lnTo>
                              <a:pt x="1905" y="186"/>
                            </a:lnTo>
                            <a:lnTo>
                              <a:pt x="1908" y="183"/>
                            </a:lnTo>
                            <a:lnTo>
                              <a:pt x="1910" y="180"/>
                            </a:lnTo>
                            <a:lnTo>
                              <a:pt x="1912" y="177"/>
                            </a:lnTo>
                            <a:lnTo>
                              <a:pt x="1915" y="176"/>
                            </a:lnTo>
                            <a:lnTo>
                              <a:pt x="1917" y="173"/>
                            </a:lnTo>
                            <a:lnTo>
                              <a:pt x="1920" y="170"/>
                            </a:lnTo>
                            <a:lnTo>
                              <a:pt x="1922" y="168"/>
                            </a:lnTo>
                            <a:lnTo>
                              <a:pt x="1924" y="165"/>
                            </a:lnTo>
                            <a:lnTo>
                              <a:pt x="1927" y="162"/>
                            </a:lnTo>
                            <a:lnTo>
                              <a:pt x="1929" y="160"/>
                            </a:lnTo>
                            <a:lnTo>
                              <a:pt x="1932" y="158"/>
                            </a:lnTo>
                            <a:lnTo>
                              <a:pt x="1934" y="155"/>
                            </a:lnTo>
                            <a:lnTo>
                              <a:pt x="1936" y="153"/>
                            </a:lnTo>
                            <a:lnTo>
                              <a:pt x="1939" y="151"/>
                            </a:lnTo>
                            <a:lnTo>
                              <a:pt x="1941" y="149"/>
                            </a:lnTo>
                            <a:lnTo>
                              <a:pt x="1944" y="147"/>
                            </a:lnTo>
                            <a:lnTo>
                              <a:pt x="1946" y="145"/>
                            </a:lnTo>
                            <a:lnTo>
                              <a:pt x="1948" y="143"/>
                            </a:lnTo>
                            <a:lnTo>
                              <a:pt x="1951" y="141"/>
                            </a:lnTo>
                            <a:lnTo>
                              <a:pt x="1953" y="139"/>
                            </a:lnTo>
                            <a:lnTo>
                              <a:pt x="1956" y="137"/>
                            </a:lnTo>
                            <a:lnTo>
                              <a:pt x="1958" y="135"/>
                            </a:lnTo>
                            <a:lnTo>
                              <a:pt x="1960" y="134"/>
                            </a:lnTo>
                            <a:lnTo>
                              <a:pt x="1963" y="132"/>
                            </a:lnTo>
                            <a:lnTo>
                              <a:pt x="1965" y="130"/>
                            </a:lnTo>
                            <a:lnTo>
                              <a:pt x="1968" y="129"/>
                            </a:lnTo>
                            <a:lnTo>
                              <a:pt x="1970" y="127"/>
                            </a:lnTo>
                            <a:lnTo>
                              <a:pt x="1972" y="125"/>
                            </a:lnTo>
                            <a:lnTo>
                              <a:pt x="1975" y="124"/>
                            </a:lnTo>
                            <a:lnTo>
                              <a:pt x="1977" y="122"/>
                            </a:lnTo>
                            <a:lnTo>
                              <a:pt x="1980" y="121"/>
                            </a:lnTo>
                            <a:lnTo>
                              <a:pt x="1982" y="120"/>
                            </a:lnTo>
                            <a:lnTo>
                              <a:pt x="1984" y="118"/>
                            </a:lnTo>
                            <a:lnTo>
                              <a:pt x="1987" y="117"/>
                            </a:lnTo>
                            <a:lnTo>
                              <a:pt x="1989" y="116"/>
                            </a:lnTo>
                            <a:lnTo>
                              <a:pt x="1992" y="114"/>
                            </a:lnTo>
                            <a:lnTo>
                              <a:pt x="1994" y="113"/>
                            </a:lnTo>
                            <a:lnTo>
                              <a:pt x="1997" y="111"/>
                            </a:lnTo>
                            <a:lnTo>
                              <a:pt x="1999" y="110"/>
                            </a:lnTo>
                            <a:lnTo>
                              <a:pt x="2001" y="108"/>
                            </a:lnTo>
                            <a:lnTo>
                              <a:pt x="2004" y="107"/>
                            </a:lnTo>
                            <a:lnTo>
                              <a:pt x="2006" y="105"/>
                            </a:lnTo>
                            <a:lnTo>
                              <a:pt x="2009" y="104"/>
                            </a:lnTo>
                            <a:lnTo>
                              <a:pt x="2011" y="103"/>
                            </a:lnTo>
                            <a:lnTo>
                              <a:pt x="2013" y="102"/>
                            </a:lnTo>
                            <a:lnTo>
                              <a:pt x="2016" y="100"/>
                            </a:lnTo>
                            <a:lnTo>
                              <a:pt x="2018" y="99"/>
                            </a:lnTo>
                            <a:lnTo>
                              <a:pt x="2021" y="98"/>
                            </a:lnTo>
                            <a:lnTo>
                              <a:pt x="2023" y="97"/>
                            </a:lnTo>
                            <a:lnTo>
                              <a:pt x="2025" y="96"/>
                            </a:lnTo>
                            <a:lnTo>
                              <a:pt x="2028" y="94"/>
                            </a:lnTo>
                            <a:lnTo>
                              <a:pt x="2030" y="93"/>
                            </a:lnTo>
                            <a:lnTo>
                              <a:pt x="2033" y="93"/>
                            </a:lnTo>
                            <a:lnTo>
                              <a:pt x="2035" y="91"/>
                            </a:lnTo>
                            <a:lnTo>
                              <a:pt x="2038" y="90"/>
                            </a:lnTo>
                            <a:lnTo>
                              <a:pt x="2040" y="89"/>
                            </a:lnTo>
                            <a:lnTo>
                              <a:pt x="2042" y="88"/>
                            </a:lnTo>
                            <a:lnTo>
                              <a:pt x="2045" y="86"/>
                            </a:lnTo>
                            <a:lnTo>
                              <a:pt x="2047" y="86"/>
                            </a:lnTo>
                            <a:lnTo>
                              <a:pt x="2050" y="84"/>
                            </a:lnTo>
                            <a:lnTo>
                              <a:pt x="2052" y="83"/>
                            </a:lnTo>
                            <a:lnTo>
                              <a:pt x="2054" y="82"/>
                            </a:lnTo>
                            <a:lnTo>
                              <a:pt x="2057" y="81"/>
                            </a:lnTo>
                            <a:lnTo>
                              <a:pt x="2059" y="79"/>
                            </a:lnTo>
                            <a:lnTo>
                              <a:pt x="2062" y="79"/>
                            </a:lnTo>
                            <a:lnTo>
                              <a:pt x="2064" y="77"/>
                            </a:lnTo>
                            <a:lnTo>
                              <a:pt x="2066" y="76"/>
                            </a:lnTo>
                            <a:lnTo>
                              <a:pt x="2069" y="75"/>
                            </a:lnTo>
                            <a:lnTo>
                              <a:pt x="2071" y="74"/>
                            </a:lnTo>
                            <a:lnTo>
                              <a:pt x="2074" y="73"/>
                            </a:lnTo>
                            <a:lnTo>
                              <a:pt x="2076" y="72"/>
                            </a:lnTo>
                            <a:lnTo>
                              <a:pt x="2078" y="71"/>
                            </a:lnTo>
                            <a:lnTo>
                              <a:pt x="2081" y="70"/>
                            </a:lnTo>
                            <a:lnTo>
                              <a:pt x="2083" y="69"/>
                            </a:lnTo>
                            <a:lnTo>
                              <a:pt x="2086" y="67"/>
                            </a:lnTo>
                            <a:lnTo>
                              <a:pt x="2088" y="67"/>
                            </a:lnTo>
                            <a:lnTo>
                              <a:pt x="2091" y="66"/>
                            </a:lnTo>
                            <a:lnTo>
                              <a:pt x="2093" y="65"/>
                            </a:lnTo>
                            <a:lnTo>
                              <a:pt x="2095" y="64"/>
                            </a:lnTo>
                            <a:lnTo>
                              <a:pt x="2098" y="64"/>
                            </a:lnTo>
                            <a:lnTo>
                              <a:pt x="2100" y="62"/>
                            </a:lnTo>
                            <a:lnTo>
                              <a:pt x="2103" y="62"/>
                            </a:lnTo>
                            <a:lnTo>
                              <a:pt x="2105" y="62"/>
                            </a:lnTo>
                            <a:lnTo>
                              <a:pt x="2107" y="61"/>
                            </a:lnTo>
                            <a:lnTo>
                              <a:pt x="2110" y="61"/>
                            </a:lnTo>
                            <a:lnTo>
                              <a:pt x="2112" y="60"/>
                            </a:lnTo>
                            <a:lnTo>
                              <a:pt x="2115" y="59"/>
                            </a:lnTo>
                            <a:lnTo>
                              <a:pt x="2117" y="59"/>
                            </a:lnTo>
                            <a:lnTo>
                              <a:pt x="2119" y="58"/>
                            </a:lnTo>
                            <a:lnTo>
                              <a:pt x="2122" y="57"/>
                            </a:lnTo>
                            <a:lnTo>
                              <a:pt x="2124" y="57"/>
                            </a:lnTo>
                            <a:lnTo>
                              <a:pt x="2127" y="57"/>
                            </a:lnTo>
                            <a:lnTo>
                              <a:pt x="2129" y="56"/>
                            </a:lnTo>
                            <a:lnTo>
                              <a:pt x="2131" y="55"/>
                            </a:lnTo>
                            <a:lnTo>
                              <a:pt x="2134" y="55"/>
                            </a:lnTo>
                            <a:lnTo>
                              <a:pt x="2136" y="54"/>
                            </a:lnTo>
                            <a:lnTo>
                              <a:pt x="2139" y="54"/>
                            </a:lnTo>
                            <a:lnTo>
                              <a:pt x="2141" y="53"/>
                            </a:lnTo>
                            <a:lnTo>
                              <a:pt x="2143" y="53"/>
                            </a:lnTo>
                            <a:lnTo>
                              <a:pt x="2146" y="53"/>
                            </a:lnTo>
                            <a:lnTo>
                              <a:pt x="2148" y="52"/>
                            </a:lnTo>
                            <a:lnTo>
                              <a:pt x="2151" y="52"/>
                            </a:lnTo>
                            <a:lnTo>
                              <a:pt x="2153" y="52"/>
                            </a:lnTo>
                            <a:lnTo>
                              <a:pt x="2155" y="52"/>
                            </a:lnTo>
                            <a:lnTo>
                              <a:pt x="2158" y="53"/>
                            </a:lnTo>
                            <a:lnTo>
                              <a:pt x="2160" y="53"/>
                            </a:lnTo>
                            <a:lnTo>
                              <a:pt x="2163" y="53"/>
                            </a:lnTo>
                            <a:lnTo>
                              <a:pt x="2165" y="54"/>
                            </a:lnTo>
                            <a:lnTo>
                              <a:pt x="2166" y="54"/>
                            </a:lnTo>
                            <a:lnTo>
                              <a:pt x="2166" y="25"/>
                            </a:lnTo>
                            <a:lnTo>
                              <a:pt x="2166" y="0"/>
                            </a:lnTo>
                            <a:lnTo>
                              <a:pt x="2165" y="0"/>
                            </a:lnTo>
                            <a:lnTo>
                              <a:pt x="2163" y="0"/>
                            </a:lnTo>
                            <a:lnTo>
                              <a:pt x="2160" y="0"/>
                            </a:lnTo>
                            <a:lnTo>
                              <a:pt x="2158" y="1"/>
                            </a:lnTo>
                            <a:lnTo>
                              <a:pt x="2155" y="0"/>
                            </a:lnTo>
                            <a:lnTo>
                              <a:pt x="2153" y="1"/>
                            </a:lnTo>
                            <a:lnTo>
                              <a:pt x="2151" y="1"/>
                            </a:lnTo>
                            <a:lnTo>
                              <a:pt x="2148" y="1"/>
                            </a:lnTo>
                            <a:lnTo>
                              <a:pt x="2146" y="1"/>
                            </a:lnTo>
                            <a:lnTo>
                              <a:pt x="2143" y="2"/>
                            </a:lnTo>
                            <a:lnTo>
                              <a:pt x="2141" y="2"/>
                            </a:lnTo>
                            <a:lnTo>
                              <a:pt x="2139" y="2"/>
                            </a:lnTo>
                            <a:lnTo>
                              <a:pt x="2136" y="2"/>
                            </a:lnTo>
                            <a:lnTo>
                              <a:pt x="2134" y="2"/>
                            </a:lnTo>
                            <a:lnTo>
                              <a:pt x="2131" y="3"/>
                            </a:lnTo>
                            <a:lnTo>
                              <a:pt x="2129" y="3"/>
                            </a:lnTo>
                            <a:lnTo>
                              <a:pt x="2127" y="3"/>
                            </a:lnTo>
                            <a:lnTo>
                              <a:pt x="2124" y="3"/>
                            </a:lnTo>
                            <a:lnTo>
                              <a:pt x="2122" y="4"/>
                            </a:lnTo>
                            <a:lnTo>
                              <a:pt x="2119" y="4"/>
                            </a:lnTo>
                            <a:lnTo>
                              <a:pt x="2117" y="4"/>
                            </a:lnTo>
                            <a:lnTo>
                              <a:pt x="2115" y="4"/>
                            </a:lnTo>
                            <a:lnTo>
                              <a:pt x="2112" y="4"/>
                            </a:lnTo>
                            <a:lnTo>
                              <a:pt x="2110" y="5"/>
                            </a:lnTo>
                            <a:lnTo>
                              <a:pt x="2107" y="5"/>
                            </a:lnTo>
                            <a:lnTo>
                              <a:pt x="2105" y="5"/>
                            </a:lnTo>
                            <a:lnTo>
                              <a:pt x="2103" y="5"/>
                            </a:lnTo>
                            <a:lnTo>
                              <a:pt x="2100" y="6"/>
                            </a:lnTo>
                            <a:lnTo>
                              <a:pt x="2098" y="6"/>
                            </a:lnTo>
                            <a:lnTo>
                              <a:pt x="2095" y="6"/>
                            </a:lnTo>
                            <a:lnTo>
                              <a:pt x="2093" y="7"/>
                            </a:lnTo>
                            <a:lnTo>
                              <a:pt x="2091" y="6"/>
                            </a:lnTo>
                            <a:lnTo>
                              <a:pt x="2088" y="6"/>
                            </a:lnTo>
                            <a:lnTo>
                              <a:pt x="2086" y="6"/>
                            </a:lnTo>
                            <a:lnTo>
                              <a:pt x="2083" y="6"/>
                            </a:lnTo>
                            <a:lnTo>
                              <a:pt x="2081" y="6"/>
                            </a:lnTo>
                            <a:lnTo>
                              <a:pt x="2078" y="5"/>
                            </a:lnTo>
                            <a:lnTo>
                              <a:pt x="2076" y="5"/>
                            </a:lnTo>
                            <a:lnTo>
                              <a:pt x="2074" y="5"/>
                            </a:lnTo>
                            <a:lnTo>
                              <a:pt x="2071" y="5"/>
                            </a:lnTo>
                            <a:lnTo>
                              <a:pt x="2069" y="5"/>
                            </a:lnTo>
                            <a:lnTo>
                              <a:pt x="2066" y="5"/>
                            </a:lnTo>
                            <a:lnTo>
                              <a:pt x="2064" y="5"/>
                            </a:lnTo>
                            <a:lnTo>
                              <a:pt x="2062" y="5"/>
                            </a:lnTo>
                            <a:lnTo>
                              <a:pt x="2059" y="5"/>
                            </a:lnTo>
                            <a:lnTo>
                              <a:pt x="2057" y="5"/>
                            </a:lnTo>
                            <a:lnTo>
                              <a:pt x="2054" y="5"/>
                            </a:lnTo>
                            <a:lnTo>
                              <a:pt x="2052" y="5"/>
                            </a:lnTo>
                            <a:lnTo>
                              <a:pt x="2050" y="6"/>
                            </a:lnTo>
                            <a:lnTo>
                              <a:pt x="2047" y="6"/>
                            </a:lnTo>
                            <a:lnTo>
                              <a:pt x="2045" y="6"/>
                            </a:lnTo>
                            <a:lnTo>
                              <a:pt x="2042" y="7"/>
                            </a:lnTo>
                            <a:lnTo>
                              <a:pt x="2040" y="7"/>
                            </a:lnTo>
                            <a:lnTo>
                              <a:pt x="2038" y="8"/>
                            </a:lnTo>
                            <a:lnTo>
                              <a:pt x="2035" y="8"/>
                            </a:lnTo>
                            <a:lnTo>
                              <a:pt x="2033" y="9"/>
                            </a:lnTo>
                            <a:lnTo>
                              <a:pt x="2030" y="10"/>
                            </a:lnTo>
                            <a:lnTo>
                              <a:pt x="2028" y="11"/>
                            </a:lnTo>
                            <a:lnTo>
                              <a:pt x="2025" y="11"/>
                            </a:lnTo>
                            <a:lnTo>
                              <a:pt x="2023" y="12"/>
                            </a:lnTo>
                            <a:lnTo>
                              <a:pt x="2021" y="13"/>
                            </a:lnTo>
                            <a:lnTo>
                              <a:pt x="2018" y="14"/>
                            </a:lnTo>
                            <a:lnTo>
                              <a:pt x="2016" y="14"/>
                            </a:lnTo>
                            <a:lnTo>
                              <a:pt x="2013" y="16"/>
                            </a:lnTo>
                            <a:lnTo>
                              <a:pt x="2011" y="16"/>
                            </a:lnTo>
                            <a:lnTo>
                              <a:pt x="2009" y="17"/>
                            </a:lnTo>
                            <a:lnTo>
                              <a:pt x="2006" y="18"/>
                            </a:lnTo>
                            <a:lnTo>
                              <a:pt x="2004" y="18"/>
                            </a:lnTo>
                            <a:lnTo>
                              <a:pt x="2001" y="19"/>
                            </a:lnTo>
                            <a:lnTo>
                              <a:pt x="1999" y="20"/>
                            </a:lnTo>
                            <a:lnTo>
                              <a:pt x="1997" y="21"/>
                            </a:lnTo>
                            <a:lnTo>
                              <a:pt x="1994" y="22"/>
                            </a:lnTo>
                            <a:lnTo>
                              <a:pt x="1992" y="23"/>
                            </a:lnTo>
                            <a:lnTo>
                              <a:pt x="1989" y="24"/>
                            </a:lnTo>
                            <a:lnTo>
                              <a:pt x="1987" y="25"/>
                            </a:lnTo>
                            <a:lnTo>
                              <a:pt x="1984" y="26"/>
                            </a:lnTo>
                            <a:lnTo>
                              <a:pt x="1982" y="27"/>
                            </a:lnTo>
                            <a:lnTo>
                              <a:pt x="1980" y="28"/>
                            </a:lnTo>
                            <a:lnTo>
                              <a:pt x="1977" y="30"/>
                            </a:lnTo>
                            <a:lnTo>
                              <a:pt x="1975" y="30"/>
                            </a:lnTo>
                            <a:lnTo>
                              <a:pt x="1972" y="32"/>
                            </a:lnTo>
                            <a:lnTo>
                              <a:pt x="1970" y="33"/>
                            </a:lnTo>
                            <a:lnTo>
                              <a:pt x="1968" y="34"/>
                            </a:lnTo>
                            <a:lnTo>
                              <a:pt x="1965" y="36"/>
                            </a:lnTo>
                            <a:lnTo>
                              <a:pt x="1963" y="37"/>
                            </a:lnTo>
                            <a:lnTo>
                              <a:pt x="1960" y="38"/>
                            </a:lnTo>
                            <a:lnTo>
                              <a:pt x="1958" y="39"/>
                            </a:lnTo>
                            <a:lnTo>
                              <a:pt x="1956" y="41"/>
                            </a:lnTo>
                            <a:lnTo>
                              <a:pt x="1953" y="42"/>
                            </a:lnTo>
                            <a:lnTo>
                              <a:pt x="1951" y="44"/>
                            </a:lnTo>
                            <a:lnTo>
                              <a:pt x="1948" y="46"/>
                            </a:lnTo>
                            <a:lnTo>
                              <a:pt x="1946" y="48"/>
                            </a:lnTo>
                            <a:lnTo>
                              <a:pt x="1944" y="49"/>
                            </a:lnTo>
                            <a:lnTo>
                              <a:pt x="1941" y="51"/>
                            </a:lnTo>
                            <a:lnTo>
                              <a:pt x="1939" y="53"/>
                            </a:lnTo>
                            <a:lnTo>
                              <a:pt x="1936" y="54"/>
                            </a:lnTo>
                            <a:lnTo>
                              <a:pt x="1934" y="55"/>
                            </a:lnTo>
                            <a:lnTo>
                              <a:pt x="1932" y="57"/>
                            </a:lnTo>
                            <a:lnTo>
                              <a:pt x="1929" y="58"/>
                            </a:lnTo>
                            <a:lnTo>
                              <a:pt x="1927" y="60"/>
                            </a:lnTo>
                            <a:lnTo>
                              <a:pt x="1924" y="61"/>
                            </a:lnTo>
                            <a:lnTo>
                              <a:pt x="1922" y="62"/>
                            </a:lnTo>
                            <a:lnTo>
                              <a:pt x="1920" y="64"/>
                            </a:lnTo>
                            <a:lnTo>
                              <a:pt x="1917" y="66"/>
                            </a:lnTo>
                            <a:lnTo>
                              <a:pt x="1915" y="67"/>
                            </a:lnTo>
                            <a:lnTo>
                              <a:pt x="1912" y="69"/>
                            </a:lnTo>
                            <a:lnTo>
                              <a:pt x="1910" y="71"/>
                            </a:lnTo>
                            <a:lnTo>
                              <a:pt x="1908" y="72"/>
                            </a:lnTo>
                            <a:lnTo>
                              <a:pt x="1905" y="74"/>
                            </a:lnTo>
                            <a:lnTo>
                              <a:pt x="1903" y="76"/>
                            </a:lnTo>
                            <a:lnTo>
                              <a:pt x="1900" y="77"/>
                            </a:lnTo>
                            <a:lnTo>
                              <a:pt x="1898" y="79"/>
                            </a:lnTo>
                            <a:lnTo>
                              <a:pt x="1896" y="81"/>
                            </a:lnTo>
                            <a:lnTo>
                              <a:pt x="1893" y="82"/>
                            </a:lnTo>
                            <a:lnTo>
                              <a:pt x="1891" y="84"/>
                            </a:lnTo>
                            <a:lnTo>
                              <a:pt x="1888" y="86"/>
                            </a:lnTo>
                            <a:lnTo>
                              <a:pt x="1886" y="87"/>
                            </a:lnTo>
                            <a:lnTo>
                              <a:pt x="1884" y="88"/>
                            </a:lnTo>
                            <a:lnTo>
                              <a:pt x="1881" y="90"/>
                            </a:lnTo>
                            <a:lnTo>
                              <a:pt x="1879" y="91"/>
                            </a:lnTo>
                            <a:lnTo>
                              <a:pt x="1876" y="93"/>
                            </a:lnTo>
                            <a:lnTo>
                              <a:pt x="1874" y="95"/>
                            </a:lnTo>
                            <a:lnTo>
                              <a:pt x="1872" y="97"/>
                            </a:lnTo>
                            <a:lnTo>
                              <a:pt x="1869" y="99"/>
                            </a:lnTo>
                            <a:lnTo>
                              <a:pt x="1867" y="101"/>
                            </a:lnTo>
                            <a:lnTo>
                              <a:pt x="1864" y="103"/>
                            </a:lnTo>
                            <a:lnTo>
                              <a:pt x="1862" y="105"/>
                            </a:lnTo>
                            <a:lnTo>
                              <a:pt x="1860" y="108"/>
                            </a:lnTo>
                            <a:lnTo>
                              <a:pt x="1857" y="110"/>
                            </a:lnTo>
                            <a:lnTo>
                              <a:pt x="1855" y="113"/>
                            </a:lnTo>
                            <a:lnTo>
                              <a:pt x="1852" y="115"/>
                            </a:lnTo>
                            <a:lnTo>
                              <a:pt x="1850" y="117"/>
                            </a:lnTo>
                            <a:lnTo>
                              <a:pt x="1848" y="120"/>
                            </a:lnTo>
                            <a:lnTo>
                              <a:pt x="1845" y="123"/>
                            </a:lnTo>
                            <a:lnTo>
                              <a:pt x="1843" y="125"/>
                            </a:lnTo>
                            <a:lnTo>
                              <a:pt x="1840" y="128"/>
                            </a:lnTo>
                            <a:lnTo>
                              <a:pt x="1838" y="131"/>
                            </a:lnTo>
                            <a:lnTo>
                              <a:pt x="1836" y="133"/>
                            </a:lnTo>
                            <a:lnTo>
                              <a:pt x="1833" y="136"/>
                            </a:lnTo>
                            <a:lnTo>
                              <a:pt x="1831" y="139"/>
                            </a:lnTo>
                            <a:lnTo>
                              <a:pt x="1828" y="142"/>
                            </a:lnTo>
                            <a:lnTo>
                              <a:pt x="1826" y="144"/>
                            </a:lnTo>
                            <a:lnTo>
                              <a:pt x="1824" y="147"/>
                            </a:lnTo>
                            <a:lnTo>
                              <a:pt x="1821" y="150"/>
                            </a:lnTo>
                            <a:lnTo>
                              <a:pt x="1819" y="153"/>
                            </a:lnTo>
                            <a:lnTo>
                              <a:pt x="1816" y="156"/>
                            </a:lnTo>
                            <a:lnTo>
                              <a:pt x="1814" y="159"/>
                            </a:lnTo>
                            <a:lnTo>
                              <a:pt x="1811" y="162"/>
                            </a:lnTo>
                            <a:lnTo>
                              <a:pt x="1809" y="165"/>
                            </a:lnTo>
                            <a:lnTo>
                              <a:pt x="1807" y="168"/>
                            </a:lnTo>
                            <a:lnTo>
                              <a:pt x="1804" y="172"/>
                            </a:lnTo>
                            <a:lnTo>
                              <a:pt x="1802" y="176"/>
                            </a:lnTo>
                            <a:lnTo>
                              <a:pt x="1799" y="179"/>
                            </a:lnTo>
                            <a:lnTo>
                              <a:pt x="1797" y="183"/>
                            </a:lnTo>
                            <a:lnTo>
                              <a:pt x="1795" y="187"/>
                            </a:lnTo>
                            <a:lnTo>
                              <a:pt x="1792" y="190"/>
                            </a:lnTo>
                            <a:lnTo>
                              <a:pt x="1790" y="194"/>
                            </a:lnTo>
                            <a:lnTo>
                              <a:pt x="1787" y="198"/>
                            </a:lnTo>
                            <a:lnTo>
                              <a:pt x="1785" y="202"/>
                            </a:lnTo>
                            <a:lnTo>
                              <a:pt x="1783" y="206"/>
                            </a:lnTo>
                            <a:lnTo>
                              <a:pt x="1780" y="210"/>
                            </a:lnTo>
                            <a:lnTo>
                              <a:pt x="1778" y="213"/>
                            </a:lnTo>
                            <a:lnTo>
                              <a:pt x="1775" y="217"/>
                            </a:lnTo>
                            <a:lnTo>
                              <a:pt x="1773" y="222"/>
                            </a:lnTo>
                            <a:lnTo>
                              <a:pt x="1771" y="226"/>
                            </a:lnTo>
                            <a:lnTo>
                              <a:pt x="1768" y="230"/>
                            </a:lnTo>
                            <a:lnTo>
                              <a:pt x="1766" y="234"/>
                            </a:lnTo>
                            <a:lnTo>
                              <a:pt x="1763" y="239"/>
                            </a:lnTo>
                            <a:lnTo>
                              <a:pt x="1761" y="243"/>
                            </a:lnTo>
                            <a:lnTo>
                              <a:pt x="1758" y="248"/>
                            </a:lnTo>
                            <a:lnTo>
                              <a:pt x="1756" y="252"/>
                            </a:lnTo>
                            <a:lnTo>
                              <a:pt x="1754" y="257"/>
                            </a:lnTo>
                            <a:lnTo>
                              <a:pt x="1751" y="262"/>
                            </a:lnTo>
                            <a:lnTo>
                              <a:pt x="1749" y="266"/>
                            </a:lnTo>
                            <a:lnTo>
                              <a:pt x="1746" y="271"/>
                            </a:lnTo>
                            <a:lnTo>
                              <a:pt x="1744" y="276"/>
                            </a:lnTo>
                            <a:lnTo>
                              <a:pt x="1742" y="280"/>
                            </a:lnTo>
                            <a:lnTo>
                              <a:pt x="1739" y="286"/>
                            </a:lnTo>
                            <a:lnTo>
                              <a:pt x="1737" y="290"/>
                            </a:lnTo>
                            <a:lnTo>
                              <a:pt x="1734" y="296"/>
                            </a:lnTo>
                            <a:lnTo>
                              <a:pt x="1732" y="300"/>
                            </a:lnTo>
                            <a:lnTo>
                              <a:pt x="1730" y="305"/>
                            </a:lnTo>
                            <a:lnTo>
                              <a:pt x="1727" y="311"/>
                            </a:lnTo>
                            <a:lnTo>
                              <a:pt x="1725" y="316"/>
                            </a:lnTo>
                            <a:lnTo>
                              <a:pt x="1722" y="321"/>
                            </a:lnTo>
                            <a:lnTo>
                              <a:pt x="1720" y="326"/>
                            </a:lnTo>
                            <a:lnTo>
                              <a:pt x="1717" y="332"/>
                            </a:lnTo>
                            <a:lnTo>
                              <a:pt x="1715" y="337"/>
                            </a:lnTo>
                            <a:lnTo>
                              <a:pt x="1713" y="343"/>
                            </a:lnTo>
                            <a:lnTo>
                              <a:pt x="1710" y="348"/>
                            </a:lnTo>
                            <a:lnTo>
                              <a:pt x="1708" y="354"/>
                            </a:lnTo>
                            <a:lnTo>
                              <a:pt x="1705" y="360"/>
                            </a:lnTo>
                            <a:lnTo>
                              <a:pt x="1703" y="365"/>
                            </a:lnTo>
                            <a:lnTo>
                              <a:pt x="1701" y="371"/>
                            </a:lnTo>
                            <a:lnTo>
                              <a:pt x="1698" y="377"/>
                            </a:lnTo>
                            <a:lnTo>
                              <a:pt x="1696" y="382"/>
                            </a:lnTo>
                            <a:lnTo>
                              <a:pt x="1693" y="388"/>
                            </a:lnTo>
                            <a:lnTo>
                              <a:pt x="1691" y="394"/>
                            </a:lnTo>
                            <a:lnTo>
                              <a:pt x="1689" y="400"/>
                            </a:lnTo>
                            <a:lnTo>
                              <a:pt x="1686" y="406"/>
                            </a:lnTo>
                            <a:lnTo>
                              <a:pt x="1684" y="412"/>
                            </a:lnTo>
                            <a:lnTo>
                              <a:pt x="1681" y="418"/>
                            </a:lnTo>
                            <a:lnTo>
                              <a:pt x="1679" y="425"/>
                            </a:lnTo>
                            <a:lnTo>
                              <a:pt x="1677" y="431"/>
                            </a:lnTo>
                            <a:lnTo>
                              <a:pt x="1674" y="436"/>
                            </a:lnTo>
                            <a:lnTo>
                              <a:pt x="1672" y="443"/>
                            </a:lnTo>
                            <a:lnTo>
                              <a:pt x="1669" y="448"/>
                            </a:lnTo>
                            <a:lnTo>
                              <a:pt x="1667" y="454"/>
                            </a:lnTo>
                            <a:lnTo>
                              <a:pt x="1665" y="460"/>
                            </a:lnTo>
                            <a:lnTo>
                              <a:pt x="1662" y="466"/>
                            </a:lnTo>
                            <a:lnTo>
                              <a:pt x="1660" y="472"/>
                            </a:lnTo>
                            <a:lnTo>
                              <a:pt x="1657" y="478"/>
                            </a:lnTo>
                            <a:lnTo>
                              <a:pt x="1655" y="483"/>
                            </a:lnTo>
                            <a:lnTo>
                              <a:pt x="1653" y="489"/>
                            </a:lnTo>
                            <a:lnTo>
                              <a:pt x="1650" y="495"/>
                            </a:lnTo>
                            <a:lnTo>
                              <a:pt x="1648" y="501"/>
                            </a:lnTo>
                            <a:lnTo>
                              <a:pt x="1645" y="507"/>
                            </a:lnTo>
                            <a:lnTo>
                              <a:pt x="1643" y="513"/>
                            </a:lnTo>
                            <a:lnTo>
                              <a:pt x="1641" y="518"/>
                            </a:lnTo>
                            <a:lnTo>
                              <a:pt x="1638" y="524"/>
                            </a:lnTo>
                            <a:lnTo>
                              <a:pt x="1636" y="530"/>
                            </a:lnTo>
                            <a:lnTo>
                              <a:pt x="1633" y="535"/>
                            </a:lnTo>
                            <a:lnTo>
                              <a:pt x="1631" y="541"/>
                            </a:lnTo>
                            <a:lnTo>
                              <a:pt x="1629" y="546"/>
                            </a:lnTo>
                            <a:lnTo>
                              <a:pt x="1626" y="552"/>
                            </a:lnTo>
                            <a:lnTo>
                              <a:pt x="1624" y="557"/>
                            </a:lnTo>
                            <a:lnTo>
                              <a:pt x="1621" y="562"/>
                            </a:lnTo>
                            <a:lnTo>
                              <a:pt x="1619" y="567"/>
                            </a:lnTo>
                            <a:lnTo>
                              <a:pt x="1617" y="572"/>
                            </a:lnTo>
                            <a:lnTo>
                              <a:pt x="1614" y="577"/>
                            </a:lnTo>
                            <a:lnTo>
                              <a:pt x="1612" y="583"/>
                            </a:lnTo>
                            <a:lnTo>
                              <a:pt x="1609" y="587"/>
                            </a:lnTo>
                            <a:lnTo>
                              <a:pt x="1607" y="592"/>
                            </a:lnTo>
                            <a:lnTo>
                              <a:pt x="1605" y="597"/>
                            </a:lnTo>
                            <a:lnTo>
                              <a:pt x="1602" y="601"/>
                            </a:lnTo>
                            <a:lnTo>
                              <a:pt x="1600" y="606"/>
                            </a:lnTo>
                            <a:lnTo>
                              <a:pt x="1597" y="610"/>
                            </a:lnTo>
                            <a:lnTo>
                              <a:pt x="1595" y="614"/>
                            </a:lnTo>
                            <a:lnTo>
                              <a:pt x="1593" y="618"/>
                            </a:lnTo>
                            <a:lnTo>
                              <a:pt x="1590" y="621"/>
                            </a:lnTo>
                            <a:lnTo>
                              <a:pt x="1588" y="624"/>
                            </a:lnTo>
                            <a:lnTo>
                              <a:pt x="1585" y="627"/>
                            </a:lnTo>
                            <a:lnTo>
                              <a:pt x="1583" y="629"/>
                            </a:lnTo>
                            <a:lnTo>
                              <a:pt x="1581" y="631"/>
                            </a:lnTo>
                            <a:lnTo>
                              <a:pt x="1578" y="632"/>
                            </a:lnTo>
                            <a:lnTo>
                              <a:pt x="1576" y="632"/>
                            </a:lnTo>
                            <a:lnTo>
                              <a:pt x="1573" y="632"/>
                            </a:lnTo>
                            <a:lnTo>
                              <a:pt x="1571" y="632"/>
                            </a:lnTo>
                            <a:lnTo>
                              <a:pt x="1569" y="631"/>
                            </a:lnTo>
                            <a:lnTo>
                              <a:pt x="1566" y="631"/>
                            </a:lnTo>
                            <a:lnTo>
                              <a:pt x="1564" y="631"/>
                            </a:lnTo>
                            <a:lnTo>
                              <a:pt x="1561" y="630"/>
                            </a:lnTo>
                            <a:lnTo>
                              <a:pt x="1559" y="630"/>
                            </a:lnTo>
                            <a:lnTo>
                              <a:pt x="1557" y="630"/>
                            </a:lnTo>
                            <a:lnTo>
                              <a:pt x="1554" y="630"/>
                            </a:lnTo>
                            <a:lnTo>
                              <a:pt x="1552" y="629"/>
                            </a:lnTo>
                            <a:lnTo>
                              <a:pt x="1549" y="629"/>
                            </a:lnTo>
                            <a:lnTo>
                              <a:pt x="1547" y="629"/>
                            </a:lnTo>
                            <a:lnTo>
                              <a:pt x="1544" y="629"/>
                            </a:lnTo>
                            <a:lnTo>
                              <a:pt x="1542" y="629"/>
                            </a:lnTo>
                            <a:lnTo>
                              <a:pt x="1540" y="629"/>
                            </a:lnTo>
                            <a:lnTo>
                              <a:pt x="1537" y="628"/>
                            </a:lnTo>
                            <a:lnTo>
                              <a:pt x="1535" y="628"/>
                            </a:lnTo>
                            <a:lnTo>
                              <a:pt x="1532" y="628"/>
                            </a:lnTo>
                            <a:lnTo>
                              <a:pt x="1530" y="627"/>
                            </a:lnTo>
                            <a:lnTo>
                              <a:pt x="1528" y="627"/>
                            </a:lnTo>
                            <a:lnTo>
                              <a:pt x="1525" y="627"/>
                            </a:lnTo>
                            <a:lnTo>
                              <a:pt x="1523" y="627"/>
                            </a:lnTo>
                            <a:lnTo>
                              <a:pt x="1520" y="627"/>
                            </a:lnTo>
                            <a:lnTo>
                              <a:pt x="1518" y="626"/>
                            </a:lnTo>
                            <a:lnTo>
                              <a:pt x="1516" y="626"/>
                            </a:lnTo>
                            <a:lnTo>
                              <a:pt x="1513" y="626"/>
                            </a:lnTo>
                            <a:lnTo>
                              <a:pt x="1511" y="626"/>
                            </a:lnTo>
                            <a:lnTo>
                              <a:pt x="1508" y="626"/>
                            </a:lnTo>
                            <a:lnTo>
                              <a:pt x="1506" y="626"/>
                            </a:lnTo>
                            <a:lnTo>
                              <a:pt x="1504" y="625"/>
                            </a:lnTo>
                            <a:lnTo>
                              <a:pt x="1501" y="625"/>
                            </a:lnTo>
                            <a:lnTo>
                              <a:pt x="1499" y="625"/>
                            </a:lnTo>
                            <a:lnTo>
                              <a:pt x="1496" y="624"/>
                            </a:lnTo>
                            <a:lnTo>
                              <a:pt x="1494" y="624"/>
                            </a:lnTo>
                            <a:lnTo>
                              <a:pt x="1491" y="624"/>
                            </a:lnTo>
                            <a:lnTo>
                              <a:pt x="1489" y="624"/>
                            </a:lnTo>
                            <a:lnTo>
                              <a:pt x="1487" y="624"/>
                            </a:lnTo>
                            <a:lnTo>
                              <a:pt x="1484" y="623"/>
                            </a:lnTo>
                            <a:lnTo>
                              <a:pt x="1482" y="623"/>
                            </a:lnTo>
                            <a:lnTo>
                              <a:pt x="1479" y="623"/>
                            </a:lnTo>
                            <a:lnTo>
                              <a:pt x="1477" y="623"/>
                            </a:lnTo>
                            <a:lnTo>
                              <a:pt x="1475" y="623"/>
                            </a:lnTo>
                            <a:lnTo>
                              <a:pt x="1472" y="622"/>
                            </a:lnTo>
                            <a:lnTo>
                              <a:pt x="1470" y="622"/>
                            </a:lnTo>
                            <a:lnTo>
                              <a:pt x="1467" y="622"/>
                            </a:lnTo>
                            <a:lnTo>
                              <a:pt x="1465" y="622"/>
                            </a:lnTo>
                            <a:lnTo>
                              <a:pt x="1463" y="621"/>
                            </a:lnTo>
                            <a:lnTo>
                              <a:pt x="1460" y="621"/>
                            </a:lnTo>
                            <a:lnTo>
                              <a:pt x="1458" y="621"/>
                            </a:lnTo>
                            <a:lnTo>
                              <a:pt x="1455" y="621"/>
                            </a:lnTo>
                            <a:lnTo>
                              <a:pt x="1453" y="620"/>
                            </a:lnTo>
                            <a:lnTo>
                              <a:pt x="1450" y="620"/>
                            </a:lnTo>
                            <a:lnTo>
                              <a:pt x="1448" y="620"/>
                            </a:lnTo>
                            <a:lnTo>
                              <a:pt x="1446" y="620"/>
                            </a:lnTo>
                            <a:lnTo>
                              <a:pt x="1443" y="619"/>
                            </a:lnTo>
                            <a:lnTo>
                              <a:pt x="1441" y="619"/>
                            </a:lnTo>
                            <a:lnTo>
                              <a:pt x="1438" y="619"/>
                            </a:lnTo>
                            <a:lnTo>
                              <a:pt x="1436" y="619"/>
                            </a:lnTo>
                            <a:lnTo>
                              <a:pt x="1434" y="618"/>
                            </a:lnTo>
                            <a:lnTo>
                              <a:pt x="1431" y="618"/>
                            </a:lnTo>
                            <a:lnTo>
                              <a:pt x="1429" y="618"/>
                            </a:lnTo>
                            <a:lnTo>
                              <a:pt x="1426" y="618"/>
                            </a:lnTo>
                            <a:lnTo>
                              <a:pt x="1424" y="617"/>
                            </a:lnTo>
                            <a:lnTo>
                              <a:pt x="1422" y="617"/>
                            </a:lnTo>
                            <a:lnTo>
                              <a:pt x="1419" y="617"/>
                            </a:lnTo>
                            <a:lnTo>
                              <a:pt x="1417" y="617"/>
                            </a:lnTo>
                            <a:lnTo>
                              <a:pt x="1414" y="616"/>
                            </a:lnTo>
                            <a:lnTo>
                              <a:pt x="1412" y="616"/>
                            </a:lnTo>
                            <a:lnTo>
                              <a:pt x="1410" y="616"/>
                            </a:lnTo>
                            <a:lnTo>
                              <a:pt x="1407" y="615"/>
                            </a:lnTo>
                            <a:lnTo>
                              <a:pt x="1405" y="615"/>
                            </a:lnTo>
                            <a:lnTo>
                              <a:pt x="1402" y="615"/>
                            </a:lnTo>
                            <a:lnTo>
                              <a:pt x="1400" y="615"/>
                            </a:lnTo>
                            <a:lnTo>
                              <a:pt x="1398" y="614"/>
                            </a:lnTo>
                            <a:lnTo>
                              <a:pt x="1395" y="614"/>
                            </a:lnTo>
                            <a:lnTo>
                              <a:pt x="1393" y="613"/>
                            </a:lnTo>
                            <a:lnTo>
                              <a:pt x="1390" y="613"/>
                            </a:lnTo>
                            <a:lnTo>
                              <a:pt x="1388" y="613"/>
                            </a:lnTo>
                            <a:lnTo>
                              <a:pt x="1386" y="613"/>
                            </a:lnTo>
                            <a:lnTo>
                              <a:pt x="1383" y="612"/>
                            </a:lnTo>
                            <a:lnTo>
                              <a:pt x="1381" y="612"/>
                            </a:lnTo>
                            <a:lnTo>
                              <a:pt x="1378" y="612"/>
                            </a:lnTo>
                            <a:lnTo>
                              <a:pt x="1376" y="611"/>
                            </a:lnTo>
                            <a:lnTo>
                              <a:pt x="1374" y="611"/>
                            </a:lnTo>
                            <a:lnTo>
                              <a:pt x="1371" y="610"/>
                            </a:lnTo>
                            <a:lnTo>
                              <a:pt x="1369" y="610"/>
                            </a:lnTo>
                            <a:lnTo>
                              <a:pt x="1366" y="610"/>
                            </a:lnTo>
                            <a:lnTo>
                              <a:pt x="1364" y="609"/>
                            </a:lnTo>
                            <a:lnTo>
                              <a:pt x="1362" y="609"/>
                            </a:lnTo>
                            <a:lnTo>
                              <a:pt x="1359" y="609"/>
                            </a:lnTo>
                            <a:lnTo>
                              <a:pt x="1357" y="608"/>
                            </a:lnTo>
                            <a:lnTo>
                              <a:pt x="1354" y="608"/>
                            </a:lnTo>
                            <a:lnTo>
                              <a:pt x="1352" y="607"/>
                            </a:lnTo>
                            <a:lnTo>
                              <a:pt x="1350" y="607"/>
                            </a:lnTo>
                            <a:lnTo>
                              <a:pt x="1347" y="607"/>
                            </a:lnTo>
                            <a:lnTo>
                              <a:pt x="1345" y="606"/>
                            </a:lnTo>
                            <a:lnTo>
                              <a:pt x="1342" y="606"/>
                            </a:lnTo>
                            <a:lnTo>
                              <a:pt x="1340" y="605"/>
                            </a:lnTo>
                            <a:lnTo>
                              <a:pt x="1338" y="605"/>
                            </a:lnTo>
                            <a:lnTo>
                              <a:pt x="1335" y="604"/>
                            </a:lnTo>
                            <a:lnTo>
                              <a:pt x="1333" y="604"/>
                            </a:lnTo>
                            <a:lnTo>
                              <a:pt x="1331" y="603"/>
                            </a:lnTo>
                            <a:lnTo>
                              <a:pt x="1328" y="603"/>
                            </a:lnTo>
                            <a:lnTo>
                              <a:pt x="1326" y="602"/>
                            </a:lnTo>
                            <a:lnTo>
                              <a:pt x="1323" y="602"/>
                            </a:lnTo>
                            <a:lnTo>
                              <a:pt x="1321" y="601"/>
                            </a:lnTo>
                            <a:lnTo>
                              <a:pt x="1318" y="601"/>
                            </a:lnTo>
                            <a:lnTo>
                              <a:pt x="1316" y="600"/>
                            </a:lnTo>
                            <a:lnTo>
                              <a:pt x="1314" y="600"/>
                            </a:lnTo>
                            <a:lnTo>
                              <a:pt x="1311" y="600"/>
                            </a:lnTo>
                            <a:lnTo>
                              <a:pt x="1309" y="599"/>
                            </a:lnTo>
                            <a:lnTo>
                              <a:pt x="1306" y="599"/>
                            </a:lnTo>
                            <a:lnTo>
                              <a:pt x="1304" y="598"/>
                            </a:lnTo>
                            <a:lnTo>
                              <a:pt x="1302" y="598"/>
                            </a:lnTo>
                            <a:lnTo>
                              <a:pt x="1299" y="597"/>
                            </a:lnTo>
                            <a:lnTo>
                              <a:pt x="1297" y="597"/>
                            </a:lnTo>
                            <a:lnTo>
                              <a:pt x="1294" y="597"/>
                            </a:lnTo>
                            <a:lnTo>
                              <a:pt x="1292" y="596"/>
                            </a:lnTo>
                            <a:lnTo>
                              <a:pt x="1290" y="595"/>
                            </a:lnTo>
                            <a:lnTo>
                              <a:pt x="1287" y="595"/>
                            </a:lnTo>
                            <a:lnTo>
                              <a:pt x="1285" y="595"/>
                            </a:lnTo>
                            <a:lnTo>
                              <a:pt x="1282" y="594"/>
                            </a:lnTo>
                            <a:lnTo>
                              <a:pt x="1280" y="593"/>
                            </a:lnTo>
                            <a:lnTo>
                              <a:pt x="1277" y="593"/>
                            </a:lnTo>
                            <a:lnTo>
                              <a:pt x="1275" y="592"/>
                            </a:lnTo>
                            <a:lnTo>
                              <a:pt x="1273" y="592"/>
                            </a:lnTo>
                            <a:lnTo>
                              <a:pt x="1270" y="592"/>
                            </a:lnTo>
                            <a:lnTo>
                              <a:pt x="1268" y="591"/>
                            </a:lnTo>
                            <a:lnTo>
                              <a:pt x="1265" y="590"/>
                            </a:lnTo>
                            <a:lnTo>
                              <a:pt x="1263" y="590"/>
                            </a:lnTo>
                            <a:lnTo>
                              <a:pt x="1261" y="589"/>
                            </a:lnTo>
                            <a:lnTo>
                              <a:pt x="1258" y="589"/>
                            </a:lnTo>
                            <a:lnTo>
                              <a:pt x="1256" y="589"/>
                            </a:lnTo>
                            <a:lnTo>
                              <a:pt x="1253" y="588"/>
                            </a:lnTo>
                            <a:lnTo>
                              <a:pt x="1251" y="587"/>
                            </a:lnTo>
                            <a:lnTo>
                              <a:pt x="1249" y="587"/>
                            </a:lnTo>
                            <a:lnTo>
                              <a:pt x="1246" y="586"/>
                            </a:lnTo>
                            <a:lnTo>
                              <a:pt x="1244" y="586"/>
                            </a:lnTo>
                            <a:lnTo>
                              <a:pt x="1241" y="585"/>
                            </a:lnTo>
                            <a:lnTo>
                              <a:pt x="1239" y="585"/>
                            </a:lnTo>
                            <a:lnTo>
                              <a:pt x="1237" y="584"/>
                            </a:lnTo>
                            <a:lnTo>
                              <a:pt x="1234" y="584"/>
                            </a:lnTo>
                            <a:lnTo>
                              <a:pt x="1232" y="583"/>
                            </a:lnTo>
                            <a:lnTo>
                              <a:pt x="1229" y="583"/>
                            </a:lnTo>
                            <a:lnTo>
                              <a:pt x="1227" y="582"/>
                            </a:lnTo>
                            <a:lnTo>
                              <a:pt x="1224" y="581"/>
                            </a:lnTo>
                            <a:lnTo>
                              <a:pt x="1222" y="581"/>
                            </a:lnTo>
                            <a:lnTo>
                              <a:pt x="1220" y="580"/>
                            </a:lnTo>
                            <a:lnTo>
                              <a:pt x="1217" y="580"/>
                            </a:lnTo>
                            <a:lnTo>
                              <a:pt x="1215" y="579"/>
                            </a:lnTo>
                            <a:lnTo>
                              <a:pt x="1212" y="579"/>
                            </a:lnTo>
                            <a:lnTo>
                              <a:pt x="1210" y="578"/>
                            </a:lnTo>
                            <a:lnTo>
                              <a:pt x="1208" y="578"/>
                            </a:lnTo>
                            <a:lnTo>
                              <a:pt x="1205" y="577"/>
                            </a:lnTo>
                            <a:lnTo>
                              <a:pt x="1203" y="577"/>
                            </a:lnTo>
                            <a:lnTo>
                              <a:pt x="1200" y="576"/>
                            </a:lnTo>
                            <a:lnTo>
                              <a:pt x="1198" y="575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20000"/>
                        </a:srgbClr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dirty="0"/>
                      </a:p>
                    </p:txBody>
                  </p:sp>
                  <p:sp>
                    <p:nvSpPr>
                      <p:cNvPr id="488" name="Freeform 27">
                        <a:extLst>
                          <a:ext uri="{FF2B5EF4-FFF2-40B4-BE49-F238E27FC236}">
                            <a16:creationId xmlns:a16="http://schemas.microsoft.com/office/drawing/2014/main" id="{1E697696-D0B7-4B81-821B-97D60A6D48F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591390" y="1576243"/>
                        <a:ext cx="3438525" cy="1073150"/>
                      </a:xfrm>
                      <a:custGeom>
                        <a:avLst/>
                        <a:gdLst>
                          <a:gd name="T0" fmla="*/ 34 w 2166"/>
                          <a:gd name="T1" fmla="*/ 186 h 676"/>
                          <a:gd name="T2" fmla="*/ 70 w 2166"/>
                          <a:gd name="T3" fmla="*/ 188 h 676"/>
                          <a:gd name="T4" fmla="*/ 106 w 2166"/>
                          <a:gd name="T5" fmla="*/ 193 h 676"/>
                          <a:gd name="T6" fmla="*/ 142 w 2166"/>
                          <a:gd name="T7" fmla="*/ 196 h 676"/>
                          <a:gd name="T8" fmla="*/ 178 w 2166"/>
                          <a:gd name="T9" fmla="*/ 194 h 676"/>
                          <a:gd name="T10" fmla="*/ 214 w 2166"/>
                          <a:gd name="T11" fmla="*/ 196 h 676"/>
                          <a:gd name="T12" fmla="*/ 250 w 2166"/>
                          <a:gd name="T13" fmla="*/ 199 h 676"/>
                          <a:gd name="T14" fmla="*/ 287 w 2166"/>
                          <a:gd name="T15" fmla="*/ 199 h 676"/>
                          <a:gd name="T16" fmla="*/ 323 w 2166"/>
                          <a:gd name="T17" fmla="*/ 195 h 676"/>
                          <a:gd name="T18" fmla="*/ 358 w 2166"/>
                          <a:gd name="T19" fmla="*/ 196 h 676"/>
                          <a:gd name="T20" fmla="*/ 395 w 2166"/>
                          <a:gd name="T21" fmla="*/ 216 h 676"/>
                          <a:gd name="T22" fmla="*/ 431 w 2166"/>
                          <a:gd name="T23" fmla="*/ 249 h 676"/>
                          <a:gd name="T24" fmla="*/ 467 w 2166"/>
                          <a:gd name="T25" fmla="*/ 281 h 676"/>
                          <a:gd name="T26" fmla="*/ 503 w 2166"/>
                          <a:gd name="T27" fmla="*/ 309 h 676"/>
                          <a:gd name="T28" fmla="*/ 539 w 2166"/>
                          <a:gd name="T29" fmla="*/ 336 h 676"/>
                          <a:gd name="T30" fmla="*/ 575 w 2166"/>
                          <a:gd name="T31" fmla="*/ 359 h 676"/>
                          <a:gd name="T32" fmla="*/ 611 w 2166"/>
                          <a:gd name="T33" fmla="*/ 380 h 676"/>
                          <a:gd name="T34" fmla="*/ 647 w 2166"/>
                          <a:gd name="T35" fmla="*/ 400 h 676"/>
                          <a:gd name="T36" fmla="*/ 683 w 2166"/>
                          <a:gd name="T37" fmla="*/ 417 h 676"/>
                          <a:gd name="T38" fmla="*/ 719 w 2166"/>
                          <a:gd name="T39" fmla="*/ 433 h 676"/>
                          <a:gd name="T40" fmla="*/ 756 w 2166"/>
                          <a:gd name="T41" fmla="*/ 448 h 676"/>
                          <a:gd name="T42" fmla="*/ 792 w 2166"/>
                          <a:gd name="T43" fmla="*/ 463 h 676"/>
                          <a:gd name="T44" fmla="*/ 828 w 2166"/>
                          <a:gd name="T45" fmla="*/ 477 h 676"/>
                          <a:gd name="T46" fmla="*/ 864 w 2166"/>
                          <a:gd name="T47" fmla="*/ 491 h 676"/>
                          <a:gd name="T48" fmla="*/ 900 w 2166"/>
                          <a:gd name="T49" fmla="*/ 505 h 676"/>
                          <a:gd name="T50" fmla="*/ 936 w 2166"/>
                          <a:gd name="T51" fmla="*/ 518 h 676"/>
                          <a:gd name="T52" fmla="*/ 972 w 2166"/>
                          <a:gd name="T53" fmla="*/ 532 h 676"/>
                          <a:gd name="T54" fmla="*/ 1008 w 2166"/>
                          <a:gd name="T55" fmla="*/ 545 h 676"/>
                          <a:gd name="T56" fmla="*/ 1044 w 2166"/>
                          <a:gd name="T57" fmla="*/ 557 h 676"/>
                          <a:gd name="T58" fmla="*/ 1080 w 2166"/>
                          <a:gd name="T59" fmla="*/ 569 h 676"/>
                          <a:gd name="T60" fmla="*/ 1116 w 2166"/>
                          <a:gd name="T61" fmla="*/ 581 h 676"/>
                          <a:gd name="T62" fmla="*/ 1152 w 2166"/>
                          <a:gd name="T63" fmla="*/ 592 h 676"/>
                          <a:gd name="T64" fmla="*/ 1188 w 2166"/>
                          <a:gd name="T65" fmla="*/ 602 h 676"/>
                          <a:gd name="T66" fmla="*/ 1224 w 2166"/>
                          <a:gd name="T67" fmla="*/ 611 h 676"/>
                          <a:gd name="T68" fmla="*/ 1261 w 2166"/>
                          <a:gd name="T69" fmla="*/ 620 h 676"/>
                          <a:gd name="T70" fmla="*/ 1297 w 2166"/>
                          <a:gd name="T71" fmla="*/ 628 h 676"/>
                          <a:gd name="T72" fmla="*/ 1333 w 2166"/>
                          <a:gd name="T73" fmla="*/ 636 h 676"/>
                          <a:gd name="T74" fmla="*/ 1369 w 2166"/>
                          <a:gd name="T75" fmla="*/ 643 h 676"/>
                          <a:gd name="T76" fmla="*/ 1405 w 2166"/>
                          <a:gd name="T77" fmla="*/ 650 h 676"/>
                          <a:gd name="T78" fmla="*/ 1441 w 2166"/>
                          <a:gd name="T79" fmla="*/ 657 h 676"/>
                          <a:gd name="T80" fmla="*/ 1477 w 2166"/>
                          <a:gd name="T81" fmla="*/ 663 h 676"/>
                          <a:gd name="T82" fmla="*/ 1513 w 2166"/>
                          <a:gd name="T83" fmla="*/ 667 h 676"/>
                          <a:gd name="T84" fmla="*/ 1549 w 2166"/>
                          <a:gd name="T85" fmla="*/ 672 h 676"/>
                          <a:gd name="T86" fmla="*/ 1585 w 2166"/>
                          <a:gd name="T87" fmla="*/ 673 h 676"/>
                          <a:gd name="T88" fmla="*/ 1621 w 2166"/>
                          <a:gd name="T89" fmla="*/ 614 h 676"/>
                          <a:gd name="T90" fmla="*/ 1657 w 2166"/>
                          <a:gd name="T91" fmla="*/ 535 h 676"/>
                          <a:gd name="T92" fmla="*/ 1693 w 2166"/>
                          <a:gd name="T93" fmla="*/ 448 h 676"/>
                          <a:gd name="T94" fmla="*/ 1730 w 2166"/>
                          <a:gd name="T95" fmla="*/ 366 h 676"/>
                          <a:gd name="T96" fmla="*/ 1766 w 2166"/>
                          <a:gd name="T97" fmla="*/ 293 h 676"/>
                          <a:gd name="T98" fmla="*/ 1802 w 2166"/>
                          <a:gd name="T99" fmla="*/ 230 h 676"/>
                          <a:gd name="T100" fmla="*/ 1838 w 2166"/>
                          <a:gd name="T101" fmla="*/ 177 h 676"/>
                          <a:gd name="T102" fmla="*/ 1874 w 2166"/>
                          <a:gd name="T103" fmla="*/ 134 h 676"/>
                          <a:gd name="T104" fmla="*/ 1910 w 2166"/>
                          <a:gd name="T105" fmla="*/ 99 h 676"/>
                          <a:gd name="T106" fmla="*/ 1946 w 2166"/>
                          <a:gd name="T107" fmla="*/ 70 h 676"/>
                          <a:gd name="T108" fmla="*/ 1982 w 2166"/>
                          <a:gd name="T109" fmla="*/ 47 h 676"/>
                          <a:gd name="T110" fmla="*/ 2018 w 2166"/>
                          <a:gd name="T111" fmla="*/ 30 h 676"/>
                          <a:gd name="T112" fmla="*/ 2054 w 2166"/>
                          <a:gd name="T113" fmla="*/ 18 h 676"/>
                          <a:gd name="T114" fmla="*/ 2091 w 2166"/>
                          <a:gd name="T115" fmla="*/ 10 h 676"/>
                          <a:gd name="T116" fmla="*/ 2127 w 2166"/>
                          <a:gd name="T117" fmla="*/ 4 h 676"/>
                          <a:gd name="T118" fmla="*/ 2163 w 2166"/>
                          <a:gd name="T119" fmla="*/ 1 h 67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</a:cxnLst>
                        <a:rect l="0" t="0" r="r" b="b"/>
                        <a:pathLst>
                          <a:path w="2166" h="676">
                            <a:moveTo>
                              <a:pt x="0" y="184"/>
                            </a:moveTo>
                            <a:lnTo>
                              <a:pt x="3" y="185"/>
                            </a:lnTo>
                            <a:lnTo>
                              <a:pt x="5" y="185"/>
                            </a:lnTo>
                            <a:lnTo>
                              <a:pt x="8" y="185"/>
                            </a:lnTo>
                            <a:lnTo>
                              <a:pt x="10" y="185"/>
                            </a:lnTo>
                            <a:lnTo>
                              <a:pt x="12" y="185"/>
                            </a:lnTo>
                            <a:lnTo>
                              <a:pt x="15" y="185"/>
                            </a:lnTo>
                            <a:lnTo>
                              <a:pt x="17" y="186"/>
                            </a:lnTo>
                            <a:lnTo>
                              <a:pt x="20" y="186"/>
                            </a:lnTo>
                            <a:lnTo>
                              <a:pt x="22" y="186"/>
                            </a:lnTo>
                            <a:lnTo>
                              <a:pt x="24" y="186"/>
                            </a:lnTo>
                            <a:lnTo>
                              <a:pt x="27" y="186"/>
                            </a:lnTo>
                            <a:lnTo>
                              <a:pt x="29" y="186"/>
                            </a:lnTo>
                            <a:lnTo>
                              <a:pt x="32" y="186"/>
                            </a:lnTo>
                            <a:lnTo>
                              <a:pt x="34" y="186"/>
                            </a:lnTo>
                            <a:lnTo>
                              <a:pt x="36" y="186"/>
                            </a:lnTo>
                            <a:lnTo>
                              <a:pt x="39" y="186"/>
                            </a:lnTo>
                            <a:lnTo>
                              <a:pt x="41" y="186"/>
                            </a:lnTo>
                            <a:lnTo>
                              <a:pt x="44" y="187"/>
                            </a:lnTo>
                            <a:lnTo>
                              <a:pt x="46" y="187"/>
                            </a:lnTo>
                            <a:lnTo>
                              <a:pt x="48" y="187"/>
                            </a:lnTo>
                            <a:lnTo>
                              <a:pt x="51" y="187"/>
                            </a:lnTo>
                            <a:lnTo>
                              <a:pt x="53" y="187"/>
                            </a:lnTo>
                            <a:lnTo>
                              <a:pt x="56" y="187"/>
                            </a:lnTo>
                            <a:lnTo>
                              <a:pt x="58" y="187"/>
                            </a:lnTo>
                            <a:lnTo>
                              <a:pt x="60" y="187"/>
                            </a:lnTo>
                            <a:lnTo>
                              <a:pt x="63" y="187"/>
                            </a:lnTo>
                            <a:lnTo>
                              <a:pt x="65" y="187"/>
                            </a:lnTo>
                            <a:lnTo>
                              <a:pt x="68" y="187"/>
                            </a:lnTo>
                            <a:lnTo>
                              <a:pt x="70" y="188"/>
                            </a:lnTo>
                            <a:lnTo>
                              <a:pt x="72" y="188"/>
                            </a:lnTo>
                            <a:lnTo>
                              <a:pt x="75" y="188"/>
                            </a:lnTo>
                            <a:lnTo>
                              <a:pt x="77" y="188"/>
                            </a:lnTo>
                            <a:lnTo>
                              <a:pt x="80" y="189"/>
                            </a:lnTo>
                            <a:lnTo>
                              <a:pt x="82" y="189"/>
                            </a:lnTo>
                            <a:lnTo>
                              <a:pt x="84" y="190"/>
                            </a:lnTo>
                            <a:lnTo>
                              <a:pt x="87" y="190"/>
                            </a:lnTo>
                            <a:lnTo>
                              <a:pt x="89" y="190"/>
                            </a:lnTo>
                            <a:lnTo>
                              <a:pt x="92" y="191"/>
                            </a:lnTo>
                            <a:lnTo>
                              <a:pt x="94" y="191"/>
                            </a:lnTo>
                            <a:lnTo>
                              <a:pt x="96" y="192"/>
                            </a:lnTo>
                            <a:lnTo>
                              <a:pt x="99" y="192"/>
                            </a:lnTo>
                            <a:lnTo>
                              <a:pt x="101" y="192"/>
                            </a:lnTo>
                            <a:lnTo>
                              <a:pt x="104" y="193"/>
                            </a:lnTo>
                            <a:lnTo>
                              <a:pt x="106" y="193"/>
                            </a:lnTo>
                            <a:lnTo>
                              <a:pt x="108" y="194"/>
                            </a:lnTo>
                            <a:lnTo>
                              <a:pt x="111" y="194"/>
                            </a:lnTo>
                            <a:lnTo>
                              <a:pt x="113" y="195"/>
                            </a:lnTo>
                            <a:lnTo>
                              <a:pt x="115" y="195"/>
                            </a:lnTo>
                            <a:lnTo>
                              <a:pt x="118" y="195"/>
                            </a:lnTo>
                            <a:lnTo>
                              <a:pt x="120" y="196"/>
                            </a:lnTo>
                            <a:lnTo>
                              <a:pt x="123" y="196"/>
                            </a:lnTo>
                            <a:lnTo>
                              <a:pt x="125" y="196"/>
                            </a:lnTo>
                            <a:lnTo>
                              <a:pt x="128" y="196"/>
                            </a:lnTo>
                            <a:lnTo>
                              <a:pt x="130" y="196"/>
                            </a:lnTo>
                            <a:lnTo>
                              <a:pt x="132" y="196"/>
                            </a:lnTo>
                            <a:lnTo>
                              <a:pt x="135" y="196"/>
                            </a:lnTo>
                            <a:lnTo>
                              <a:pt x="137" y="196"/>
                            </a:lnTo>
                            <a:lnTo>
                              <a:pt x="140" y="196"/>
                            </a:lnTo>
                            <a:lnTo>
                              <a:pt x="142" y="196"/>
                            </a:lnTo>
                            <a:lnTo>
                              <a:pt x="144" y="196"/>
                            </a:lnTo>
                            <a:lnTo>
                              <a:pt x="147" y="196"/>
                            </a:lnTo>
                            <a:lnTo>
                              <a:pt x="149" y="196"/>
                            </a:lnTo>
                            <a:lnTo>
                              <a:pt x="152" y="195"/>
                            </a:lnTo>
                            <a:lnTo>
                              <a:pt x="154" y="195"/>
                            </a:lnTo>
                            <a:lnTo>
                              <a:pt x="156" y="195"/>
                            </a:lnTo>
                            <a:lnTo>
                              <a:pt x="159" y="195"/>
                            </a:lnTo>
                            <a:lnTo>
                              <a:pt x="161" y="195"/>
                            </a:lnTo>
                            <a:lnTo>
                              <a:pt x="164" y="194"/>
                            </a:lnTo>
                            <a:lnTo>
                              <a:pt x="166" y="194"/>
                            </a:lnTo>
                            <a:lnTo>
                              <a:pt x="169" y="194"/>
                            </a:lnTo>
                            <a:lnTo>
                              <a:pt x="171" y="194"/>
                            </a:lnTo>
                            <a:lnTo>
                              <a:pt x="173" y="194"/>
                            </a:lnTo>
                            <a:lnTo>
                              <a:pt x="176" y="194"/>
                            </a:lnTo>
                            <a:lnTo>
                              <a:pt x="178" y="194"/>
                            </a:lnTo>
                            <a:lnTo>
                              <a:pt x="181" y="194"/>
                            </a:lnTo>
                            <a:lnTo>
                              <a:pt x="183" y="194"/>
                            </a:lnTo>
                            <a:lnTo>
                              <a:pt x="185" y="194"/>
                            </a:lnTo>
                            <a:lnTo>
                              <a:pt x="188" y="194"/>
                            </a:lnTo>
                            <a:lnTo>
                              <a:pt x="190" y="194"/>
                            </a:lnTo>
                            <a:lnTo>
                              <a:pt x="193" y="195"/>
                            </a:lnTo>
                            <a:lnTo>
                              <a:pt x="195" y="195"/>
                            </a:lnTo>
                            <a:lnTo>
                              <a:pt x="197" y="195"/>
                            </a:lnTo>
                            <a:lnTo>
                              <a:pt x="200" y="195"/>
                            </a:lnTo>
                            <a:lnTo>
                              <a:pt x="202" y="196"/>
                            </a:lnTo>
                            <a:lnTo>
                              <a:pt x="205" y="196"/>
                            </a:lnTo>
                            <a:lnTo>
                              <a:pt x="207" y="196"/>
                            </a:lnTo>
                            <a:lnTo>
                              <a:pt x="209" y="196"/>
                            </a:lnTo>
                            <a:lnTo>
                              <a:pt x="212" y="196"/>
                            </a:lnTo>
                            <a:lnTo>
                              <a:pt x="214" y="196"/>
                            </a:lnTo>
                            <a:lnTo>
                              <a:pt x="217" y="197"/>
                            </a:lnTo>
                            <a:lnTo>
                              <a:pt x="219" y="197"/>
                            </a:lnTo>
                            <a:lnTo>
                              <a:pt x="222" y="197"/>
                            </a:lnTo>
                            <a:lnTo>
                              <a:pt x="224" y="197"/>
                            </a:lnTo>
                            <a:lnTo>
                              <a:pt x="226" y="197"/>
                            </a:lnTo>
                            <a:lnTo>
                              <a:pt x="229" y="197"/>
                            </a:lnTo>
                            <a:lnTo>
                              <a:pt x="231" y="198"/>
                            </a:lnTo>
                            <a:lnTo>
                              <a:pt x="234" y="198"/>
                            </a:lnTo>
                            <a:lnTo>
                              <a:pt x="236" y="198"/>
                            </a:lnTo>
                            <a:lnTo>
                              <a:pt x="238" y="198"/>
                            </a:lnTo>
                            <a:lnTo>
                              <a:pt x="241" y="198"/>
                            </a:lnTo>
                            <a:lnTo>
                              <a:pt x="243" y="199"/>
                            </a:lnTo>
                            <a:lnTo>
                              <a:pt x="246" y="199"/>
                            </a:lnTo>
                            <a:lnTo>
                              <a:pt x="248" y="199"/>
                            </a:lnTo>
                            <a:lnTo>
                              <a:pt x="250" y="199"/>
                            </a:lnTo>
                            <a:lnTo>
                              <a:pt x="253" y="199"/>
                            </a:lnTo>
                            <a:lnTo>
                              <a:pt x="255" y="199"/>
                            </a:lnTo>
                            <a:lnTo>
                              <a:pt x="258" y="199"/>
                            </a:lnTo>
                            <a:lnTo>
                              <a:pt x="260" y="199"/>
                            </a:lnTo>
                            <a:lnTo>
                              <a:pt x="263" y="199"/>
                            </a:lnTo>
                            <a:lnTo>
                              <a:pt x="265" y="199"/>
                            </a:lnTo>
                            <a:lnTo>
                              <a:pt x="267" y="199"/>
                            </a:lnTo>
                            <a:lnTo>
                              <a:pt x="270" y="199"/>
                            </a:lnTo>
                            <a:lnTo>
                              <a:pt x="272" y="199"/>
                            </a:lnTo>
                            <a:lnTo>
                              <a:pt x="275" y="199"/>
                            </a:lnTo>
                            <a:lnTo>
                              <a:pt x="277" y="199"/>
                            </a:lnTo>
                            <a:lnTo>
                              <a:pt x="279" y="199"/>
                            </a:lnTo>
                            <a:lnTo>
                              <a:pt x="282" y="199"/>
                            </a:lnTo>
                            <a:lnTo>
                              <a:pt x="284" y="199"/>
                            </a:lnTo>
                            <a:lnTo>
                              <a:pt x="287" y="199"/>
                            </a:lnTo>
                            <a:lnTo>
                              <a:pt x="289" y="199"/>
                            </a:lnTo>
                            <a:lnTo>
                              <a:pt x="291" y="199"/>
                            </a:lnTo>
                            <a:lnTo>
                              <a:pt x="294" y="199"/>
                            </a:lnTo>
                            <a:lnTo>
                              <a:pt x="296" y="198"/>
                            </a:lnTo>
                            <a:lnTo>
                              <a:pt x="299" y="198"/>
                            </a:lnTo>
                            <a:lnTo>
                              <a:pt x="301" y="198"/>
                            </a:lnTo>
                            <a:lnTo>
                              <a:pt x="303" y="197"/>
                            </a:lnTo>
                            <a:lnTo>
                              <a:pt x="306" y="197"/>
                            </a:lnTo>
                            <a:lnTo>
                              <a:pt x="308" y="197"/>
                            </a:lnTo>
                            <a:lnTo>
                              <a:pt x="311" y="196"/>
                            </a:lnTo>
                            <a:lnTo>
                              <a:pt x="313" y="196"/>
                            </a:lnTo>
                            <a:lnTo>
                              <a:pt x="315" y="196"/>
                            </a:lnTo>
                            <a:lnTo>
                              <a:pt x="318" y="196"/>
                            </a:lnTo>
                            <a:lnTo>
                              <a:pt x="320" y="195"/>
                            </a:lnTo>
                            <a:lnTo>
                              <a:pt x="323" y="195"/>
                            </a:lnTo>
                            <a:lnTo>
                              <a:pt x="325" y="195"/>
                            </a:lnTo>
                            <a:lnTo>
                              <a:pt x="327" y="195"/>
                            </a:lnTo>
                            <a:lnTo>
                              <a:pt x="330" y="195"/>
                            </a:lnTo>
                            <a:lnTo>
                              <a:pt x="332" y="195"/>
                            </a:lnTo>
                            <a:lnTo>
                              <a:pt x="335" y="196"/>
                            </a:lnTo>
                            <a:lnTo>
                              <a:pt x="337" y="195"/>
                            </a:lnTo>
                            <a:lnTo>
                              <a:pt x="339" y="196"/>
                            </a:lnTo>
                            <a:lnTo>
                              <a:pt x="342" y="196"/>
                            </a:lnTo>
                            <a:lnTo>
                              <a:pt x="344" y="196"/>
                            </a:lnTo>
                            <a:lnTo>
                              <a:pt x="347" y="196"/>
                            </a:lnTo>
                            <a:lnTo>
                              <a:pt x="349" y="196"/>
                            </a:lnTo>
                            <a:lnTo>
                              <a:pt x="351" y="196"/>
                            </a:lnTo>
                            <a:lnTo>
                              <a:pt x="354" y="196"/>
                            </a:lnTo>
                            <a:lnTo>
                              <a:pt x="356" y="196"/>
                            </a:lnTo>
                            <a:lnTo>
                              <a:pt x="358" y="196"/>
                            </a:lnTo>
                            <a:lnTo>
                              <a:pt x="361" y="196"/>
                            </a:lnTo>
                            <a:lnTo>
                              <a:pt x="363" y="197"/>
                            </a:lnTo>
                            <a:lnTo>
                              <a:pt x="366" y="197"/>
                            </a:lnTo>
                            <a:lnTo>
                              <a:pt x="368" y="198"/>
                            </a:lnTo>
                            <a:lnTo>
                              <a:pt x="370" y="199"/>
                            </a:lnTo>
                            <a:lnTo>
                              <a:pt x="373" y="200"/>
                            </a:lnTo>
                            <a:lnTo>
                              <a:pt x="375" y="201"/>
                            </a:lnTo>
                            <a:lnTo>
                              <a:pt x="378" y="203"/>
                            </a:lnTo>
                            <a:lnTo>
                              <a:pt x="380" y="205"/>
                            </a:lnTo>
                            <a:lnTo>
                              <a:pt x="382" y="206"/>
                            </a:lnTo>
                            <a:lnTo>
                              <a:pt x="385" y="208"/>
                            </a:lnTo>
                            <a:lnTo>
                              <a:pt x="387" y="210"/>
                            </a:lnTo>
                            <a:lnTo>
                              <a:pt x="390" y="212"/>
                            </a:lnTo>
                            <a:lnTo>
                              <a:pt x="392" y="214"/>
                            </a:lnTo>
                            <a:lnTo>
                              <a:pt x="395" y="216"/>
                            </a:lnTo>
                            <a:lnTo>
                              <a:pt x="397" y="218"/>
                            </a:lnTo>
                            <a:lnTo>
                              <a:pt x="399" y="220"/>
                            </a:lnTo>
                            <a:lnTo>
                              <a:pt x="402" y="223"/>
                            </a:lnTo>
                            <a:lnTo>
                              <a:pt x="404" y="225"/>
                            </a:lnTo>
                            <a:lnTo>
                              <a:pt x="407" y="227"/>
                            </a:lnTo>
                            <a:lnTo>
                              <a:pt x="409" y="230"/>
                            </a:lnTo>
                            <a:lnTo>
                              <a:pt x="411" y="231"/>
                            </a:lnTo>
                            <a:lnTo>
                              <a:pt x="414" y="234"/>
                            </a:lnTo>
                            <a:lnTo>
                              <a:pt x="416" y="236"/>
                            </a:lnTo>
                            <a:lnTo>
                              <a:pt x="419" y="238"/>
                            </a:lnTo>
                            <a:lnTo>
                              <a:pt x="421" y="240"/>
                            </a:lnTo>
                            <a:lnTo>
                              <a:pt x="423" y="243"/>
                            </a:lnTo>
                            <a:lnTo>
                              <a:pt x="426" y="245"/>
                            </a:lnTo>
                            <a:lnTo>
                              <a:pt x="428" y="247"/>
                            </a:lnTo>
                            <a:lnTo>
                              <a:pt x="431" y="249"/>
                            </a:lnTo>
                            <a:lnTo>
                              <a:pt x="433" y="251"/>
                            </a:lnTo>
                            <a:lnTo>
                              <a:pt x="436" y="254"/>
                            </a:lnTo>
                            <a:lnTo>
                              <a:pt x="438" y="256"/>
                            </a:lnTo>
                            <a:lnTo>
                              <a:pt x="440" y="258"/>
                            </a:lnTo>
                            <a:lnTo>
                              <a:pt x="443" y="260"/>
                            </a:lnTo>
                            <a:lnTo>
                              <a:pt x="445" y="262"/>
                            </a:lnTo>
                            <a:lnTo>
                              <a:pt x="448" y="264"/>
                            </a:lnTo>
                            <a:lnTo>
                              <a:pt x="450" y="266"/>
                            </a:lnTo>
                            <a:lnTo>
                              <a:pt x="452" y="268"/>
                            </a:lnTo>
                            <a:lnTo>
                              <a:pt x="455" y="271"/>
                            </a:lnTo>
                            <a:lnTo>
                              <a:pt x="457" y="273"/>
                            </a:lnTo>
                            <a:lnTo>
                              <a:pt x="460" y="274"/>
                            </a:lnTo>
                            <a:lnTo>
                              <a:pt x="462" y="277"/>
                            </a:lnTo>
                            <a:lnTo>
                              <a:pt x="464" y="279"/>
                            </a:lnTo>
                            <a:lnTo>
                              <a:pt x="467" y="281"/>
                            </a:lnTo>
                            <a:lnTo>
                              <a:pt x="469" y="283"/>
                            </a:lnTo>
                            <a:lnTo>
                              <a:pt x="472" y="285"/>
                            </a:lnTo>
                            <a:lnTo>
                              <a:pt x="474" y="287"/>
                            </a:lnTo>
                            <a:lnTo>
                              <a:pt x="476" y="289"/>
                            </a:lnTo>
                            <a:lnTo>
                              <a:pt x="479" y="291"/>
                            </a:lnTo>
                            <a:lnTo>
                              <a:pt x="481" y="293"/>
                            </a:lnTo>
                            <a:lnTo>
                              <a:pt x="484" y="294"/>
                            </a:lnTo>
                            <a:lnTo>
                              <a:pt x="486" y="297"/>
                            </a:lnTo>
                            <a:lnTo>
                              <a:pt x="489" y="299"/>
                            </a:lnTo>
                            <a:lnTo>
                              <a:pt x="491" y="300"/>
                            </a:lnTo>
                            <a:lnTo>
                              <a:pt x="493" y="302"/>
                            </a:lnTo>
                            <a:lnTo>
                              <a:pt x="496" y="304"/>
                            </a:lnTo>
                            <a:lnTo>
                              <a:pt x="498" y="306"/>
                            </a:lnTo>
                            <a:lnTo>
                              <a:pt x="501" y="308"/>
                            </a:lnTo>
                            <a:lnTo>
                              <a:pt x="503" y="309"/>
                            </a:lnTo>
                            <a:lnTo>
                              <a:pt x="505" y="311"/>
                            </a:lnTo>
                            <a:lnTo>
                              <a:pt x="508" y="313"/>
                            </a:lnTo>
                            <a:lnTo>
                              <a:pt x="510" y="315"/>
                            </a:lnTo>
                            <a:lnTo>
                              <a:pt x="513" y="317"/>
                            </a:lnTo>
                            <a:lnTo>
                              <a:pt x="515" y="319"/>
                            </a:lnTo>
                            <a:lnTo>
                              <a:pt x="517" y="320"/>
                            </a:lnTo>
                            <a:lnTo>
                              <a:pt x="520" y="322"/>
                            </a:lnTo>
                            <a:lnTo>
                              <a:pt x="522" y="324"/>
                            </a:lnTo>
                            <a:lnTo>
                              <a:pt x="525" y="326"/>
                            </a:lnTo>
                            <a:lnTo>
                              <a:pt x="527" y="327"/>
                            </a:lnTo>
                            <a:lnTo>
                              <a:pt x="530" y="329"/>
                            </a:lnTo>
                            <a:lnTo>
                              <a:pt x="532" y="331"/>
                            </a:lnTo>
                            <a:lnTo>
                              <a:pt x="534" y="332"/>
                            </a:lnTo>
                            <a:lnTo>
                              <a:pt x="537" y="334"/>
                            </a:lnTo>
                            <a:lnTo>
                              <a:pt x="539" y="336"/>
                            </a:lnTo>
                            <a:lnTo>
                              <a:pt x="542" y="337"/>
                            </a:lnTo>
                            <a:lnTo>
                              <a:pt x="544" y="339"/>
                            </a:lnTo>
                            <a:lnTo>
                              <a:pt x="546" y="340"/>
                            </a:lnTo>
                            <a:lnTo>
                              <a:pt x="549" y="342"/>
                            </a:lnTo>
                            <a:lnTo>
                              <a:pt x="551" y="343"/>
                            </a:lnTo>
                            <a:lnTo>
                              <a:pt x="554" y="345"/>
                            </a:lnTo>
                            <a:lnTo>
                              <a:pt x="556" y="346"/>
                            </a:lnTo>
                            <a:lnTo>
                              <a:pt x="558" y="348"/>
                            </a:lnTo>
                            <a:lnTo>
                              <a:pt x="561" y="350"/>
                            </a:lnTo>
                            <a:lnTo>
                              <a:pt x="563" y="351"/>
                            </a:lnTo>
                            <a:lnTo>
                              <a:pt x="566" y="353"/>
                            </a:lnTo>
                            <a:lnTo>
                              <a:pt x="568" y="354"/>
                            </a:lnTo>
                            <a:lnTo>
                              <a:pt x="570" y="356"/>
                            </a:lnTo>
                            <a:lnTo>
                              <a:pt x="573" y="357"/>
                            </a:lnTo>
                            <a:lnTo>
                              <a:pt x="575" y="359"/>
                            </a:lnTo>
                            <a:lnTo>
                              <a:pt x="578" y="360"/>
                            </a:lnTo>
                            <a:lnTo>
                              <a:pt x="580" y="362"/>
                            </a:lnTo>
                            <a:lnTo>
                              <a:pt x="582" y="363"/>
                            </a:lnTo>
                            <a:lnTo>
                              <a:pt x="585" y="365"/>
                            </a:lnTo>
                            <a:lnTo>
                              <a:pt x="587" y="366"/>
                            </a:lnTo>
                            <a:lnTo>
                              <a:pt x="590" y="368"/>
                            </a:lnTo>
                            <a:lnTo>
                              <a:pt x="592" y="369"/>
                            </a:lnTo>
                            <a:lnTo>
                              <a:pt x="594" y="371"/>
                            </a:lnTo>
                            <a:lnTo>
                              <a:pt x="597" y="372"/>
                            </a:lnTo>
                            <a:lnTo>
                              <a:pt x="599" y="373"/>
                            </a:lnTo>
                            <a:lnTo>
                              <a:pt x="601" y="375"/>
                            </a:lnTo>
                            <a:lnTo>
                              <a:pt x="604" y="376"/>
                            </a:lnTo>
                            <a:lnTo>
                              <a:pt x="606" y="377"/>
                            </a:lnTo>
                            <a:lnTo>
                              <a:pt x="609" y="379"/>
                            </a:lnTo>
                            <a:lnTo>
                              <a:pt x="611" y="380"/>
                            </a:lnTo>
                            <a:lnTo>
                              <a:pt x="613" y="382"/>
                            </a:lnTo>
                            <a:lnTo>
                              <a:pt x="616" y="383"/>
                            </a:lnTo>
                            <a:lnTo>
                              <a:pt x="618" y="384"/>
                            </a:lnTo>
                            <a:lnTo>
                              <a:pt x="621" y="386"/>
                            </a:lnTo>
                            <a:lnTo>
                              <a:pt x="623" y="387"/>
                            </a:lnTo>
                            <a:lnTo>
                              <a:pt x="625" y="388"/>
                            </a:lnTo>
                            <a:lnTo>
                              <a:pt x="628" y="389"/>
                            </a:lnTo>
                            <a:lnTo>
                              <a:pt x="630" y="391"/>
                            </a:lnTo>
                            <a:lnTo>
                              <a:pt x="633" y="392"/>
                            </a:lnTo>
                            <a:lnTo>
                              <a:pt x="635" y="393"/>
                            </a:lnTo>
                            <a:lnTo>
                              <a:pt x="637" y="394"/>
                            </a:lnTo>
                            <a:lnTo>
                              <a:pt x="640" y="396"/>
                            </a:lnTo>
                            <a:lnTo>
                              <a:pt x="642" y="397"/>
                            </a:lnTo>
                            <a:lnTo>
                              <a:pt x="645" y="398"/>
                            </a:lnTo>
                            <a:lnTo>
                              <a:pt x="647" y="400"/>
                            </a:lnTo>
                            <a:lnTo>
                              <a:pt x="649" y="401"/>
                            </a:lnTo>
                            <a:lnTo>
                              <a:pt x="652" y="402"/>
                            </a:lnTo>
                            <a:lnTo>
                              <a:pt x="654" y="403"/>
                            </a:lnTo>
                            <a:lnTo>
                              <a:pt x="657" y="404"/>
                            </a:lnTo>
                            <a:lnTo>
                              <a:pt x="659" y="406"/>
                            </a:lnTo>
                            <a:lnTo>
                              <a:pt x="662" y="407"/>
                            </a:lnTo>
                            <a:lnTo>
                              <a:pt x="664" y="408"/>
                            </a:lnTo>
                            <a:lnTo>
                              <a:pt x="666" y="409"/>
                            </a:lnTo>
                            <a:lnTo>
                              <a:pt x="669" y="410"/>
                            </a:lnTo>
                            <a:lnTo>
                              <a:pt x="671" y="411"/>
                            </a:lnTo>
                            <a:lnTo>
                              <a:pt x="674" y="412"/>
                            </a:lnTo>
                            <a:lnTo>
                              <a:pt x="676" y="414"/>
                            </a:lnTo>
                            <a:lnTo>
                              <a:pt x="678" y="415"/>
                            </a:lnTo>
                            <a:lnTo>
                              <a:pt x="681" y="416"/>
                            </a:lnTo>
                            <a:lnTo>
                              <a:pt x="683" y="417"/>
                            </a:lnTo>
                            <a:lnTo>
                              <a:pt x="686" y="418"/>
                            </a:lnTo>
                            <a:lnTo>
                              <a:pt x="688" y="419"/>
                            </a:lnTo>
                            <a:lnTo>
                              <a:pt x="690" y="420"/>
                            </a:lnTo>
                            <a:lnTo>
                              <a:pt x="693" y="421"/>
                            </a:lnTo>
                            <a:lnTo>
                              <a:pt x="695" y="422"/>
                            </a:lnTo>
                            <a:lnTo>
                              <a:pt x="698" y="423"/>
                            </a:lnTo>
                            <a:lnTo>
                              <a:pt x="700" y="425"/>
                            </a:lnTo>
                            <a:lnTo>
                              <a:pt x="703" y="426"/>
                            </a:lnTo>
                            <a:lnTo>
                              <a:pt x="705" y="427"/>
                            </a:lnTo>
                            <a:lnTo>
                              <a:pt x="707" y="428"/>
                            </a:lnTo>
                            <a:lnTo>
                              <a:pt x="710" y="429"/>
                            </a:lnTo>
                            <a:lnTo>
                              <a:pt x="712" y="430"/>
                            </a:lnTo>
                            <a:lnTo>
                              <a:pt x="715" y="431"/>
                            </a:lnTo>
                            <a:lnTo>
                              <a:pt x="717" y="432"/>
                            </a:lnTo>
                            <a:lnTo>
                              <a:pt x="719" y="433"/>
                            </a:lnTo>
                            <a:lnTo>
                              <a:pt x="722" y="434"/>
                            </a:lnTo>
                            <a:lnTo>
                              <a:pt x="724" y="435"/>
                            </a:lnTo>
                            <a:lnTo>
                              <a:pt x="727" y="436"/>
                            </a:lnTo>
                            <a:lnTo>
                              <a:pt x="729" y="437"/>
                            </a:lnTo>
                            <a:lnTo>
                              <a:pt x="731" y="438"/>
                            </a:lnTo>
                            <a:lnTo>
                              <a:pt x="734" y="439"/>
                            </a:lnTo>
                            <a:lnTo>
                              <a:pt x="736" y="440"/>
                            </a:lnTo>
                            <a:lnTo>
                              <a:pt x="739" y="442"/>
                            </a:lnTo>
                            <a:lnTo>
                              <a:pt x="741" y="442"/>
                            </a:lnTo>
                            <a:lnTo>
                              <a:pt x="743" y="443"/>
                            </a:lnTo>
                            <a:lnTo>
                              <a:pt x="746" y="445"/>
                            </a:lnTo>
                            <a:lnTo>
                              <a:pt x="748" y="445"/>
                            </a:lnTo>
                            <a:lnTo>
                              <a:pt x="751" y="446"/>
                            </a:lnTo>
                            <a:lnTo>
                              <a:pt x="753" y="448"/>
                            </a:lnTo>
                            <a:lnTo>
                              <a:pt x="756" y="448"/>
                            </a:lnTo>
                            <a:lnTo>
                              <a:pt x="758" y="449"/>
                            </a:lnTo>
                            <a:lnTo>
                              <a:pt x="760" y="451"/>
                            </a:lnTo>
                            <a:lnTo>
                              <a:pt x="763" y="451"/>
                            </a:lnTo>
                            <a:lnTo>
                              <a:pt x="765" y="452"/>
                            </a:lnTo>
                            <a:lnTo>
                              <a:pt x="768" y="453"/>
                            </a:lnTo>
                            <a:lnTo>
                              <a:pt x="770" y="454"/>
                            </a:lnTo>
                            <a:lnTo>
                              <a:pt x="772" y="455"/>
                            </a:lnTo>
                            <a:lnTo>
                              <a:pt x="775" y="456"/>
                            </a:lnTo>
                            <a:lnTo>
                              <a:pt x="777" y="457"/>
                            </a:lnTo>
                            <a:lnTo>
                              <a:pt x="780" y="458"/>
                            </a:lnTo>
                            <a:lnTo>
                              <a:pt x="782" y="459"/>
                            </a:lnTo>
                            <a:lnTo>
                              <a:pt x="784" y="460"/>
                            </a:lnTo>
                            <a:lnTo>
                              <a:pt x="787" y="461"/>
                            </a:lnTo>
                            <a:lnTo>
                              <a:pt x="789" y="462"/>
                            </a:lnTo>
                            <a:lnTo>
                              <a:pt x="792" y="463"/>
                            </a:lnTo>
                            <a:lnTo>
                              <a:pt x="794" y="464"/>
                            </a:lnTo>
                            <a:lnTo>
                              <a:pt x="797" y="465"/>
                            </a:lnTo>
                            <a:lnTo>
                              <a:pt x="799" y="466"/>
                            </a:lnTo>
                            <a:lnTo>
                              <a:pt x="801" y="467"/>
                            </a:lnTo>
                            <a:lnTo>
                              <a:pt x="804" y="468"/>
                            </a:lnTo>
                            <a:lnTo>
                              <a:pt x="806" y="469"/>
                            </a:lnTo>
                            <a:lnTo>
                              <a:pt x="809" y="470"/>
                            </a:lnTo>
                            <a:lnTo>
                              <a:pt x="811" y="471"/>
                            </a:lnTo>
                            <a:lnTo>
                              <a:pt x="813" y="472"/>
                            </a:lnTo>
                            <a:lnTo>
                              <a:pt x="816" y="472"/>
                            </a:lnTo>
                            <a:lnTo>
                              <a:pt x="818" y="473"/>
                            </a:lnTo>
                            <a:lnTo>
                              <a:pt x="821" y="474"/>
                            </a:lnTo>
                            <a:lnTo>
                              <a:pt x="823" y="475"/>
                            </a:lnTo>
                            <a:lnTo>
                              <a:pt x="825" y="476"/>
                            </a:lnTo>
                            <a:lnTo>
                              <a:pt x="828" y="477"/>
                            </a:lnTo>
                            <a:lnTo>
                              <a:pt x="830" y="478"/>
                            </a:lnTo>
                            <a:lnTo>
                              <a:pt x="833" y="479"/>
                            </a:lnTo>
                            <a:lnTo>
                              <a:pt x="835" y="480"/>
                            </a:lnTo>
                            <a:lnTo>
                              <a:pt x="837" y="481"/>
                            </a:lnTo>
                            <a:lnTo>
                              <a:pt x="840" y="482"/>
                            </a:lnTo>
                            <a:lnTo>
                              <a:pt x="842" y="483"/>
                            </a:lnTo>
                            <a:lnTo>
                              <a:pt x="845" y="484"/>
                            </a:lnTo>
                            <a:lnTo>
                              <a:pt x="847" y="485"/>
                            </a:lnTo>
                            <a:lnTo>
                              <a:pt x="849" y="485"/>
                            </a:lnTo>
                            <a:lnTo>
                              <a:pt x="852" y="486"/>
                            </a:lnTo>
                            <a:lnTo>
                              <a:pt x="854" y="487"/>
                            </a:lnTo>
                            <a:lnTo>
                              <a:pt x="856" y="488"/>
                            </a:lnTo>
                            <a:lnTo>
                              <a:pt x="859" y="489"/>
                            </a:lnTo>
                            <a:lnTo>
                              <a:pt x="861" y="490"/>
                            </a:lnTo>
                            <a:lnTo>
                              <a:pt x="864" y="491"/>
                            </a:lnTo>
                            <a:lnTo>
                              <a:pt x="866" y="492"/>
                            </a:lnTo>
                            <a:lnTo>
                              <a:pt x="868" y="493"/>
                            </a:lnTo>
                            <a:lnTo>
                              <a:pt x="871" y="494"/>
                            </a:lnTo>
                            <a:lnTo>
                              <a:pt x="873" y="495"/>
                            </a:lnTo>
                            <a:lnTo>
                              <a:pt x="876" y="495"/>
                            </a:lnTo>
                            <a:lnTo>
                              <a:pt x="878" y="497"/>
                            </a:lnTo>
                            <a:lnTo>
                              <a:pt x="880" y="497"/>
                            </a:lnTo>
                            <a:lnTo>
                              <a:pt x="883" y="498"/>
                            </a:lnTo>
                            <a:lnTo>
                              <a:pt x="885" y="499"/>
                            </a:lnTo>
                            <a:lnTo>
                              <a:pt x="888" y="500"/>
                            </a:lnTo>
                            <a:lnTo>
                              <a:pt x="890" y="501"/>
                            </a:lnTo>
                            <a:lnTo>
                              <a:pt x="892" y="502"/>
                            </a:lnTo>
                            <a:lnTo>
                              <a:pt x="895" y="503"/>
                            </a:lnTo>
                            <a:lnTo>
                              <a:pt x="897" y="504"/>
                            </a:lnTo>
                            <a:lnTo>
                              <a:pt x="900" y="505"/>
                            </a:lnTo>
                            <a:lnTo>
                              <a:pt x="902" y="506"/>
                            </a:lnTo>
                            <a:lnTo>
                              <a:pt x="904" y="506"/>
                            </a:lnTo>
                            <a:lnTo>
                              <a:pt x="907" y="508"/>
                            </a:lnTo>
                            <a:lnTo>
                              <a:pt x="909" y="508"/>
                            </a:lnTo>
                            <a:lnTo>
                              <a:pt x="912" y="509"/>
                            </a:lnTo>
                            <a:lnTo>
                              <a:pt x="914" y="510"/>
                            </a:lnTo>
                            <a:lnTo>
                              <a:pt x="916" y="511"/>
                            </a:lnTo>
                            <a:lnTo>
                              <a:pt x="919" y="512"/>
                            </a:lnTo>
                            <a:lnTo>
                              <a:pt x="921" y="513"/>
                            </a:lnTo>
                            <a:lnTo>
                              <a:pt x="924" y="514"/>
                            </a:lnTo>
                            <a:lnTo>
                              <a:pt x="926" y="515"/>
                            </a:lnTo>
                            <a:lnTo>
                              <a:pt x="929" y="515"/>
                            </a:lnTo>
                            <a:lnTo>
                              <a:pt x="931" y="517"/>
                            </a:lnTo>
                            <a:lnTo>
                              <a:pt x="933" y="517"/>
                            </a:lnTo>
                            <a:lnTo>
                              <a:pt x="936" y="518"/>
                            </a:lnTo>
                            <a:lnTo>
                              <a:pt x="938" y="519"/>
                            </a:lnTo>
                            <a:lnTo>
                              <a:pt x="941" y="520"/>
                            </a:lnTo>
                            <a:lnTo>
                              <a:pt x="943" y="521"/>
                            </a:lnTo>
                            <a:lnTo>
                              <a:pt x="945" y="522"/>
                            </a:lnTo>
                            <a:lnTo>
                              <a:pt x="948" y="523"/>
                            </a:lnTo>
                            <a:lnTo>
                              <a:pt x="950" y="524"/>
                            </a:lnTo>
                            <a:lnTo>
                              <a:pt x="953" y="524"/>
                            </a:lnTo>
                            <a:lnTo>
                              <a:pt x="955" y="526"/>
                            </a:lnTo>
                            <a:lnTo>
                              <a:pt x="957" y="526"/>
                            </a:lnTo>
                            <a:lnTo>
                              <a:pt x="960" y="527"/>
                            </a:lnTo>
                            <a:lnTo>
                              <a:pt x="962" y="528"/>
                            </a:lnTo>
                            <a:lnTo>
                              <a:pt x="965" y="529"/>
                            </a:lnTo>
                            <a:lnTo>
                              <a:pt x="967" y="530"/>
                            </a:lnTo>
                            <a:lnTo>
                              <a:pt x="970" y="531"/>
                            </a:lnTo>
                            <a:lnTo>
                              <a:pt x="972" y="532"/>
                            </a:lnTo>
                            <a:lnTo>
                              <a:pt x="974" y="532"/>
                            </a:lnTo>
                            <a:lnTo>
                              <a:pt x="977" y="534"/>
                            </a:lnTo>
                            <a:lnTo>
                              <a:pt x="979" y="534"/>
                            </a:lnTo>
                            <a:lnTo>
                              <a:pt x="982" y="535"/>
                            </a:lnTo>
                            <a:lnTo>
                              <a:pt x="984" y="536"/>
                            </a:lnTo>
                            <a:lnTo>
                              <a:pt x="986" y="537"/>
                            </a:lnTo>
                            <a:lnTo>
                              <a:pt x="989" y="538"/>
                            </a:lnTo>
                            <a:lnTo>
                              <a:pt x="991" y="539"/>
                            </a:lnTo>
                            <a:lnTo>
                              <a:pt x="994" y="540"/>
                            </a:lnTo>
                            <a:lnTo>
                              <a:pt x="996" y="540"/>
                            </a:lnTo>
                            <a:lnTo>
                              <a:pt x="998" y="541"/>
                            </a:lnTo>
                            <a:lnTo>
                              <a:pt x="1001" y="542"/>
                            </a:lnTo>
                            <a:lnTo>
                              <a:pt x="1003" y="543"/>
                            </a:lnTo>
                            <a:lnTo>
                              <a:pt x="1006" y="544"/>
                            </a:lnTo>
                            <a:lnTo>
                              <a:pt x="1008" y="545"/>
                            </a:lnTo>
                            <a:lnTo>
                              <a:pt x="1010" y="546"/>
                            </a:lnTo>
                            <a:lnTo>
                              <a:pt x="1013" y="546"/>
                            </a:lnTo>
                            <a:lnTo>
                              <a:pt x="1015" y="548"/>
                            </a:lnTo>
                            <a:lnTo>
                              <a:pt x="1018" y="548"/>
                            </a:lnTo>
                            <a:lnTo>
                              <a:pt x="1020" y="549"/>
                            </a:lnTo>
                            <a:lnTo>
                              <a:pt x="1023" y="550"/>
                            </a:lnTo>
                            <a:lnTo>
                              <a:pt x="1025" y="551"/>
                            </a:lnTo>
                            <a:lnTo>
                              <a:pt x="1027" y="552"/>
                            </a:lnTo>
                            <a:lnTo>
                              <a:pt x="1030" y="552"/>
                            </a:lnTo>
                            <a:lnTo>
                              <a:pt x="1032" y="553"/>
                            </a:lnTo>
                            <a:lnTo>
                              <a:pt x="1035" y="554"/>
                            </a:lnTo>
                            <a:lnTo>
                              <a:pt x="1037" y="555"/>
                            </a:lnTo>
                            <a:lnTo>
                              <a:pt x="1039" y="556"/>
                            </a:lnTo>
                            <a:lnTo>
                              <a:pt x="1042" y="557"/>
                            </a:lnTo>
                            <a:lnTo>
                              <a:pt x="1044" y="557"/>
                            </a:lnTo>
                            <a:lnTo>
                              <a:pt x="1047" y="558"/>
                            </a:lnTo>
                            <a:lnTo>
                              <a:pt x="1049" y="559"/>
                            </a:lnTo>
                            <a:lnTo>
                              <a:pt x="1051" y="560"/>
                            </a:lnTo>
                            <a:lnTo>
                              <a:pt x="1054" y="561"/>
                            </a:lnTo>
                            <a:lnTo>
                              <a:pt x="1056" y="561"/>
                            </a:lnTo>
                            <a:lnTo>
                              <a:pt x="1059" y="562"/>
                            </a:lnTo>
                            <a:lnTo>
                              <a:pt x="1061" y="563"/>
                            </a:lnTo>
                            <a:lnTo>
                              <a:pt x="1064" y="564"/>
                            </a:lnTo>
                            <a:lnTo>
                              <a:pt x="1066" y="565"/>
                            </a:lnTo>
                            <a:lnTo>
                              <a:pt x="1068" y="566"/>
                            </a:lnTo>
                            <a:lnTo>
                              <a:pt x="1071" y="566"/>
                            </a:lnTo>
                            <a:lnTo>
                              <a:pt x="1073" y="567"/>
                            </a:lnTo>
                            <a:lnTo>
                              <a:pt x="1076" y="568"/>
                            </a:lnTo>
                            <a:lnTo>
                              <a:pt x="1078" y="569"/>
                            </a:lnTo>
                            <a:lnTo>
                              <a:pt x="1080" y="569"/>
                            </a:lnTo>
                            <a:lnTo>
                              <a:pt x="1083" y="570"/>
                            </a:lnTo>
                            <a:lnTo>
                              <a:pt x="1085" y="571"/>
                            </a:lnTo>
                            <a:lnTo>
                              <a:pt x="1088" y="572"/>
                            </a:lnTo>
                            <a:lnTo>
                              <a:pt x="1090" y="573"/>
                            </a:lnTo>
                            <a:lnTo>
                              <a:pt x="1092" y="574"/>
                            </a:lnTo>
                            <a:lnTo>
                              <a:pt x="1095" y="574"/>
                            </a:lnTo>
                            <a:lnTo>
                              <a:pt x="1097" y="575"/>
                            </a:lnTo>
                            <a:lnTo>
                              <a:pt x="1099" y="576"/>
                            </a:lnTo>
                            <a:lnTo>
                              <a:pt x="1102" y="577"/>
                            </a:lnTo>
                            <a:lnTo>
                              <a:pt x="1104" y="577"/>
                            </a:lnTo>
                            <a:lnTo>
                              <a:pt x="1107" y="578"/>
                            </a:lnTo>
                            <a:lnTo>
                              <a:pt x="1109" y="579"/>
                            </a:lnTo>
                            <a:lnTo>
                              <a:pt x="1111" y="580"/>
                            </a:lnTo>
                            <a:lnTo>
                              <a:pt x="1114" y="580"/>
                            </a:lnTo>
                            <a:lnTo>
                              <a:pt x="1116" y="581"/>
                            </a:lnTo>
                            <a:lnTo>
                              <a:pt x="1119" y="582"/>
                            </a:lnTo>
                            <a:lnTo>
                              <a:pt x="1121" y="583"/>
                            </a:lnTo>
                            <a:lnTo>
                              <a:pt x="1123" y="583"/>
                            </a:lnTo>
                            <a:lnTo>
                              <a:pt x="1126" y="584"/>
                            </a:lnTo>
                            <a:lnTo>
                              <a:pt x="1128" y="584"/>
                            </a:lnTo>
                            <a:lnTo>
                              <a:pt x="1131" y="585"/>
                            </a:lnTo>
                            <a:lnTo>
                              <a:pt x="1133" y="586"/>
                            </a:lnTo>
                            <a:lnTo>
                              <a:pt x="1135" y="587"/>
                            </a:lnTo>
                            <a:lnTo>
                              <a:pt x="1138" y="587"/>
                            </a:lnTo>
                            <a:lnTo>
                              <a:pt x="1140" y="588"/>
                            </a:lnTo>
                            <a:lnTo>
                              <a:pt x="1143" y="589"/>
                            </a:lnTo>
                            <a:lnTo>
                              <a:pt x="1145" y="589"/>
                            </a:lnTo>
                            <a:lnTo>
                              <a:pt x="1147" y="590"/>
                            </a:lnTo>
                            <a:lnTo>
                              <a:pt x="1150" y="591"/>
                            </a:lnTo>
                            <a:lnTo>
                              <a:pt x="1152" y="592"/>
                            </a:lnTo>
                            <a:lnTo>
                              <a:pt x="1155" y="592"/>
                            </a:lnTo>
                            <a:lnTo>
                              <a:pt x="1157" y="593"/>
                            </a:lnTo>
                            <a:lnTo>
                              <a:pt x="1159" y="594"/>
                            </a:lnTo>
                            <a:lnTo>
                              <a:pt x="1162" y="594"/>
                            </a:lnTo>
                            <a:lnTo>
                              <a:pt x="1164" y="595"/>
                            </a:lnTo>
                            <a:lnTo>
                              <a:pt x="1167" y="595"/>
                            </a:lnTo>
                            <a:lnTo>
                              <a:pt x="1169" y="596"/>
                            </a:lnTo>
                            <a:lnTo>
                              <a:pt x="1171" y="597"/>
                            </a:lnTo>
                            <a:lnTo>
                              <a:pt x="1174" y="598"/>
                            </a:lnTo>
                            <a:lnTo>
                              <a:pt x="1176" y="598"/>
                            </a:lnTo>
                            <a:lnTo>
                              <a:pt x="1179" y="599"/>
                            </a:lnTo>
                            <a:lnTo>
                              <a:pt x="1181" y="600"/>
                            </a:lnTo>
                            <a:lnTo>
                              <a:pt x="1183" y="600"/>
                            </a:lnTo>
                            <a:lnTo>
                              <a:pt x="1186" y="601"/>
                            </a:lnTo>
                            <a:lnTo>
                              <a:pt x="1188" y="602"/>
                            </a:lnTo>
                            <a:lnTo>
                              <a:pt x="1191" y="602"/>
                            </a:lnTo>
                            <a:lnTo>
                              <a:pt x="1193" y="603"/>
                            </a:lnTo>
                            <a:lnTo>
                              <a:pt x="1196" y="604"/>
                            </a:lnTo>
                            <a:lnTo>
                              <a:pt x="1198" y="604"/>
                            </a:lnTo>
                            <a:lnTo>
                              <a:pt x="1200" y="605"/>
                            </a:lnTo>
                            <a:lnTo>
                              <a:pt x="1203" y="606"/>
                            </a:lnTo>
                            <a:lnTo>
                              <a:pt x="1205" y="606"/>
                            </a:lnTo>
                            <a:lnTo>
                              <a:pt x="1208" y="607"/>
                            </a:lnTo>
                            <a:lnTo>
                              <a:pt x="1210" y="607"/>
                            </a:lnTo>
                            <a:lnTo>
                              <a:pt x="1212" y="608"/>
                            </a:lnTo>
                            <a:lnTo>
                              <a:pt x="1215" y="609"/>
                            </a:lnTo>
                            <a:lnTo>
                              <a:pt x="1217" y="609"/>
                            </a:lnTo>
                            <a:lnTo>
                              <a:pt x="1220" y="610"/>
                            </a:lnTo>
                            <a:lnTo>
                              <a:pt x="1222" y="610"/>
                            </a:lnTo>
                            <a:lnTo>
                              <a:pt x="1224" y="611"/>
                            </a:lnTo>
                            <a:lnTo>
                              <a:pt x="1227" y="612"/>
                            </a:lnTo>
                            <a:lnTo>
                              <a:pt x="1229" y="612"/>
                            </a:lnTo>
                            <a:lnTo>
                              <a:pt x="1232" y="613"/>
                            </a:lnTo>
                            <a:lnTo>
                              <a:pt x="1234" y="614"/>
                            </a:lnTo>
                            <a:lnTo>
                              <a:pt x="1237" y="614"/>
                            </a:lnTo>
                            <a:lnTo>
                              <a:pt x="1239" y="615"/>
                            </a:lnTo>
                            <a:lnTo>
                              <a:pt x="1241" y="615"/>
                            </a:lnTo>
                            <a:lnTo>
                              <a:pt x="1244" y="616"/>
                            </a:lnTo>
                            <a:lnTo>
                              <a:pt x="1246" y="617"/>
                            </a:lnTo>
                            <a:lnTo>
                              <a:pt x="1249" y="617"/>
                            </a:lnTo>
                            <a:lnTo>
                              <a:pt x="1251" y="618"/>
                            </a:lnTo>
                            <a:lnTo>
                              <a:pt x="1253" y="618"/>
                            </a:lnTo>
                            <a:lnTo>
                              <a:pt x="1256" y="619"/>
                            </a:lnTo>
                            <a:lnTo>
                              <a:pt x="1258" y="620"/>
                            </a:lnTo>
                            <a:lnTo>
                              <a:pt x="1261" y="620"/>
                            </a:lnTo>
                            <a:lnTo>
                              <a:pt x="1263" y="621"/>
                            </a:lnTo>
                            <a:lnTo>
                              <a:pt x="1265" y="621"/>
                            </a:lnTo>
                            <a:lnTo>
                              <a:pt x="1268" y="622"/>
                            </a:lnTo>
                            <a:lnTo>
                              <a:pt x="1270" y="622"/>
                            </a:lnTo>
                            <a:lnTo>
                              <a:pt x="1273" y="623"/>
                            </a:lnTo>
                            <a:lnTo>
                              <a:pt x="1275" y="623"/>
                            </a:lnTo>
                            <a:lnTo>
                              <a:pt x="1277" y="624"/>
                            </a:lnTo>
                            <a:lnTo>
                              <a:pt x="1280" y="624"/>
                            </a:lnTo>
                            <a:lnTo>
                              <a:pt x="1282" y="625"/>
                            </a:lnTo>
                            <a:lnTo>
                              <a:pt x="1285" y="626"/>
                            </a:lnTo>
                            <a:lnTo>
                              <a:pt x="1287" y="626"/>
                            </a:lnTo>
                            <a:lnTo>
                              <a:pt x="1290" y="627"/>
                            </a:lnTo>
                            <a:lnTo>
                              <a:pt x="1292" y="627"/>
                            </a:lnTo>
                            <a:lnTo>
                              <a:pt x="1294" y="628"/>
                            </a:lnTo>
                            <a:lnTo>
                              <a:pt x="1297" y="628"/>
                            </a:lnTo>
                            <a:lnTo>
                              <a:pt x="1299" y="629"/>
                            </a:lnTo>
                            <a:lnTo>
                              <a:pt x="1302" y="629"/>
                            </a:lnTo>
                            <a:lnTo>
                              <a:pt x="1304" y="630"/>
                            </a:lnTo>
                            <a:lnTo>
                              <a:pt x="1306" y="630"/>
                            </a:lnTo>
                            <a:lnTo>
                              <a:pt x="1309" y="631"/>
                            </a:lnTo>
                            <a:lnTo>
                              <a:pt x="1311" y="631"/>
                            </a:lnTo>
                            <a:lnTo>
                              <a:pt x="1314" y="632"/>
                            </a:lnTo>
                            <a:lnTo>
                              <a:pt x="1316" y="632"/>
                            </a:lnTo>
                            <a:lnTo>
                              <a:pt x="1318" y="633"/>
                            </a:lnTo>
                            <a:lnTo>
                              <a:pt x="1321" y="634"/>
                            </a:lnTo>
                            <a:lnTo>
                              <a:pt x="1323" y="634"/>
                            </a:lnTo>
                            <a:lnTo>
                              <a:pt x="1326" y="635"/>
                            </a:lnTo>
                            <a:lnTo>
                              <a:pt x="1328" y="635"/>
                            </a:lnTo>
                            <a:lnTo>
                              <a:pt x="1331" y="635"/>
                            </a:lnTo>
                            <a:lnTo>
                              <a:pt x="1333" y="636"/>
                            </a:lnTo>
                            <a:lnTo>
                              <a:pt x="1335" y="637"/>
                            </a:lnTo>
                            <a:lnTo>
                              <a:pt x="1338" y="637"/>
                            </a:lnTo>
                            <a:lnTo>
                              <a:pt x="1340" y="637"/>
                            </a:lnTo>
                            <a:lnTo>
                              <a:pt x="1342" y="638"/>
                            </a:lnTo>
                            <a:lnTo>
                              <a:pt x="1345" y="638"/>
                            </a:lnTo>
                            <a:lnTo>
                              <a:pt x="1347" y="639"/>
                            </a:lnTo>
                            <a:lnTo>
                              <a:pt x="1350" y="640"/>
                            </a:lnTo>
                            <a:lnTo>
                              <a:pt x="1352" y="640"/>
                            </a:lnTo>
                            <a:lnTo>
                              <a:pt x="1354" y="640"/>
                            </a:lnTo>
                            <a:lnTo>
                              <a:pt x="1357" y="641"/>
                            </a:lnTo>
                            <a:lnTo>
                              <a:pt x="1359" y="641"/>
                            </a:lnTo>
                            <a:lnTo>
                              <a:pt x="1362" y="642"/>
                            </a:lnTo>
                            <a:lnTo>
                              <a:pt x="1364" y="642"/>
                            </a:lnTo>
                            <a:lnTo>
                              <a:pt x="1366" y="643"/>
                            </a:lnTo>
                            <a:lnTo>
                              <a:pt x="1369" y="643"/>
                            </a:lnTo>
                            <a:lnTo>
                              <a:pt x="1371" y="644"/>
                            </a:lnTo>
                            <a:lnTo>
                              <a:pt x="1374" y="644"/>
                            </a:lnTo>
                            <a:lnTo>
                              <a:pt x="1376" y="644"/>
                            </a:lnTo>
                            <a:lnTo>
                              <a:pt x="1378" y="645"/>
                            </a:lnTo>
                            <a:lnTo>
                              <a:pt x="1381" y="646"/>
                            </a:lnTo>
                            <a:lnTo>
                              <a:pt x="1383" y="646"/>
                            </a:lnTo>
                            <a:lnTo>
                              <a:pt x="1386" y="647"/>
                            </a:lnTo>
                            <a:lnTo>
                              <a:pt x="1388" y="647"/>
                            </a:lnTo>
                            <a:lnTo>
                              <a:pt x="1390" y="647"/>
                            </a:lnTo>
                            <a:lnTo>
                              <a:pt x="1393" y="648"/>
                            </a:lnTo>
                            <a:lnTo>
                              <a:pt x="1395" y="648"/>
                            </a:lnTo>
                            <a:lnTo>
                              <a:pt x="1398" y="649"/>
                            </a:lnTo>
                            <a:lnTo>
                              <a:pt x="1400" y="649"/>
                            </a:lnTo>
                            <a:lnTo>
                              <a:pt x="1402" y="650"/>
                            </a:lnTo>
                            <a:lnTo>
                              <a:pt x="1405" y="650"/>
                            </a:lnTo>
                            <a:lnTo>
                              <a:pt x="1407" y="651"/>
                            </a:lnTo>
                            <a:lnTo>
                              <a:pt x="1410" y="651"/>
                            </a:lnTo>
                            <a:lnTo>
                              <a:pt x="1412" y="652"/>
                            </a:lnTo>
                            <a:lnTo>
                              <a:pt x="1414" y="652"/>
                            </a:lnTo>
                            <a:lnTo>
                              <a:pt x="1417" y="652"/>
                            </a:lnTo>
                            <a:lnTo>
                              <a:pt x="1419" y="653"/>
                            </a:lnTo>
                            <a:lnTo>
                              <a:pt x="1422" y="653"/>
                            </a:lnTo>
                            <a:lnTo>
                              <a:pt x="1424" y="654"/>
                            </a:lnTo>
                            <a:lnTo>
                              <a:pt x="1426" y="654"/>
                            </a:lnTo>
                            <a:lnTo>
                              <a:pt x="1429" y="655"/>
                            </a:lnTo>
                            <a:lnTo>
                              <a:pt x="1431" y="655"/>
                            </a:lnTo>
                            <a:lnTo>
                              <a:pt x="1434" y="655"/>
                            </a:lnTo>
                            <a:lnTo>
                              <a:pt x="1436" y="656"/>
                            </a:lnTo>
                            <a:lnTo>
                              <a:pt x="1438" y="656"/>
                            </a:lnTo>
                            <a:lnTo>
                              <a:pt x="1441" y="657"/>
                            </a:lnTo>
                            <a:lnTo>
                              <a:pt x="1443" y="657"/>
                            </a:lnTo>
                            <a:lnTo>
                              <a:pt x="1446" y="658"/>
                            </a:lnTo>
                            <a:lnTo>
                              <a:pt x="1448" y="658"/>
                            </a:lnTo>
                            <a:lnTo>
                              <a:pt x="1450" y="658"/>
                            </a:lnTo>
                            <a:lnTo>
                              <a:pt x="1453" y="659"/>
                            </a:lnTo>
                            <a:lnTo>
                              <a:pt x="1455" y="659"/>
                            </a:lnTo>
                            <a:lnTo>
                              <a:pt x="1458" y="660"/>
                            </a:lnTo>
                            <a:lnTo>
                              <a:pt x="1460" y="660"/>
                            </a:lnTo>
                            <a:lnTo>
                              <a:pt x="1463" y="660"/>
                            </a:lnTo>
                            <a:lnTo>
                              <a:pt x="1465" y="661"/>
                            </a:lnTo>
                            <a:lnTo>
                              <a:pt x="1467" y="661"/>
                            </a:lnTo>
                            <a:lnTo>
                              <a:pt x="1470" y="661"/>
                            </a:lnTo>
                            <a:lnTo>
                              <a:pt x="1472" y="662"/>
                            </a:lnTo>
                            <a:lnTo>
                              <a:pt x="1475" y="662"/>
                            </a:lnTo>
                            <a:lnTo>
                              <a:pt x="1477" y="663"/>
                            </a:lnTo>
                            <a:lnTo>
                              <a:pt x="1479" y="663"/>
                            </a:lnTo>
                            <a:lnTo>
                              <a:pt x="1482" y="663"/>
                            </a:lnTo>
                            <a:lnTo>
                              <a:pt x="1484" y="664"/>
                            </a:lnTo>
                            <a:lnTo>
                              <a:pt x="1487" y="664"/>
                            </a:lnTo>
                            <a:lnTo>
                              <a:pt x="1489" y="664"/>
                            </a:lnTo>
                            <a:lnTo>
                              <a:pt x="1491" y="664"/>
                            </a:lnTo>
                            <a:lnTo>
                              <a:pt x="1494" y="665"/>
                            </a:lnTo>
                            <a:lnTo>
                              <a:pt x="1496" y="665"/>
                            </a:lnTo>
                            <a:lnTo>
                              <a:pt x="1499" y="666"/>
                            </a:lnTo>
                            <a:lnTo>
                              <a:pt x="1501" y="666"/>
                            </a:lnTo>
                            <a:lnTo>
                              <a:pt x="1504" y="666"/>
                            </a:lnTo>
                            <a:lnTo>
                              <a:pt x="1506" y="666"/>
                            </a:lnTo>
                            <a:lnTo>
                              <a:pt x="1508" y="667"/>
                            </a:lnTo>
                            <a:lnTo>
                              <a:pt x="1511" y="667"/>
                            </a:lnTo>
                            <a:lnTo>
                              <a:pt x="1513" y="667"/>
                            </a:lnTo>
                            <a:lnTo>
                              <a:pt x="1516" y="668"/>
                            </a:lnTo>
                            <a:lnTo>
                              <a:pt x="1518" y="668"/>
                            </a:lnTo>
                            <a:lnTo>
                              <a:pt x="1520" y="669"/>
                            </a:lnTo>
                            <a:lnTo>
                              <a:pt x="1523" y="669"/>
                            </a:lnTo>
                            <a:lnTo>
                              <a:pt x="1525" y="669"/>
                            </a:lnTo>
                            <a:lnTo>
                              <a:pt x="1528" y="669"/>
                            </a:lnTo>
                            <a:lnTo>
                              <a:pt x="1530" y="670"/>
                            </a:lnTo>
                            <a:lnTo>
                              <a:pt x="1532" y="670"/>
                            </a:lnTo>
                            <a:lnTo>
                              <a:pt x="1535" y="670"/>
                            </a:lnTo>
                            <a:lnTo>
                              <a:pt x="1537" y="671"/>
                            </a:lnTo>
                            <a:lnTo>
                              <a:pt x="1540" y="671"/>
                            </a:lnTo>
                            <a:lnTo>
                              <a:pt x="1542" y="672"/>
                            </a:lnTo>
                            <a:lnTo>
                              <a:pt x="1544" y="672"/>
                            </a:lnTo>
                            <a:lnTo>
                              <a:pt x="1547" y="672"/>
                            </a:lnTo>
                            <a:lnTo>
                              <a:pt x="1549" y="672"/>
                            </a:lnTo>
                            <a:lnTo>
                              <a:pt x="1552" y="673"/>
                            </a:lnTo>
                            <a:lnTo>
                              <a:pt x="1554" y="673"/>
                            </a:lnTo>
                            <a:lnTo>
                              <a:pt x="1557" y="673"/>
                            </a:lnTo>
                            <a:lnTo>
                              <a:pt x="1559" y="674"/>
                            </a:lnTo>
                            <a:lnTo>
                              <a:pt x="1561" y="674"/>
                            </a:lnTo>
                            <a:lnTo>
                              <a:pt x="1564" y="675"/>
                            </a:lnTo>
                            <a:lnTo>
                              <a:pt x="1566" y="675"/>
                            </a:lnTo>
                            <a:lnTo>
                              <a:pt x="1569" y="675"/>
                            </a:lnTo>
                            <a:lnTo>
                              <a:pt x="1571" y="675"/>
                            </a:lnTo>
                            <a:lnTo>
                              <a:pt x="1573" y="676"/>
                            </a:lnTo>
                            <a:lnTo>
                              <a:pt x="1576" y="676"/>
                            </a:lnTo>
                            <a:lnTo>
                              <a:pt x="1578" y="676"/>
                            </a:lnTo>
                            <a:lnTo>
                              <a:pt x="1581" y="676"/>
                            </a:lnTo>
                            <a:lnTo>
                              <a:pt x="1583" y="675"/>
                            </a:lnTo>
                            <a:lnTo>
                              <a:pt x="1585" y="673"/>
                            </a:lnTo>
                            <a:lnTo>
                              <a:pt x="1588" y="671"/>
                            </a:lnTo>
                            <a:lnTo>
                              <a:pt x="1590" y="668"/>
                            </a:lnTo>
                            <a:lnTo>
                              <a:pt x="1593" y="665"/>
                            </a:lnTo>
                            <a:lnTo>
                              <a:pt x="1595" y="661"/>
                            </a:lnTo>
                            <a:lnTo>
                              <a:pt x="1597" y="657"/>
                            </a:lnTo>
                            <a:lnTo>
                              <a:pt x="1600" y="653"/>
                            </a:lnTo>
                            <a:lnTo>
                              <a:pt x="1602" y="649"/>
                            </a:lnTo>
                            <a:lnTo>
                              <a:pt x="1605" y="645"/>
                            </a:lnTo>
                            <a:lnTo>
                              <a:pt x="1607" y="641"/>
                            </a:lnTo>
                            <a:lnTo>
                              <a:pt x="1609" y="636"/>
                            </a:lnTo>
                            <a:lnTo>
                              <a:pt x="1612" y="632"/>
                            </a:lnTo>
                            <a:lnTo>
                              <a:pt x="1614" y="627"/>
                            </a:lnTo>
                            <a:lnTo>
                              <a:pt x="1617" y="623"/>
                            </a:lnTo>
                            <a:lnTo>
                              <a:pt x="1619" y="618"/>
                            </a:lnTo>
                            <a:lnTo>
                              <a:pt x="1621" y="614"/>
                            </a:lnTo>
                            <a:lnTo>
                              <a:pt x="1624" y="609"/>
                            </a:lnTo>
                            <a:lnTo>
                              <a:pt x="1626" y="604"/>
                            </a:lnTo>
                            <a:lnTo>
                              <a:pt x="1629" y="599"/>
                            </a:lnTo>
                            <a:lnTo>
                              <a:pt x="1631" y="594"/>
                            </a:lnTo>
                            <a:lnTo>
                              <a:pt x="1633" y="589"/>
                            </a:lnTo>
                            <a:lnTo>
                              <a:pt x="1636" y="584"/>
                            </a:lnTo>
                            <a:lnTo>
                              <a:pt x="1638" y="579"/>
                            </a:lnTo>
                            <a:lnTo>
                              <a:pt x="1641" y="574"/>
                            </a:lnTo>
                            <a:lnTo>
                              <a:pt x="1643" y="568"/>
                            </a:lnTo>
                            <a:lnTo>
                              <a:pt x="1645" y="563"/>
                            </a:lnTo>
                            <a:lnTo>
                              <a:pt x="1648" y="558"/>
                            </a:lnTo>
                            <a:lnTo>
                              <a:pt x="1650" y="552"/>
                            </a:lnTo>
                            <a:lnTo>
                              <a:pt x="1653" y="546"/>
                            </a:lnTo>
                            <a:lnTo>
                              <a:pt x="1655" y="541"/>
                            </a:lnTo>
                            <a:lnTo>
                              <a:pt x="1657" y="535"/>
                            </a:lnTo>
                            <a:lnTo>
                              <a:pt x="1660" y="530"/>
                            </a:lnTo>
                            <a:lnTo>
                              <a:pt x="1662" y="524"/>
                            </a:lnTo>
                            <a:lnTo>
                              <a:pt x="1665" y="518"/>
                            </a:lnTo>
                            <a:lnTo>
                              <a:pt x="1667" y="512"/>
                            </a:lnTo>
                            <a:lnTo>
                              <a:pt x="1669" y="507"/>
                            </a:lnTo>
                            <a:lnTo>
                              <a:pt x="1672" y="501"/>
                            </a:lnTo>
                            <a:lnTo>
                              <a:pt x="1674" y="495"/>
                            </a:lnTo>
                            <a:lnTo>
                              <a:pt x="1677" y="489"/>
                            </a:lnTo>
                            <a:lnTo>
                              <a:pt x="1679" y="483"/>
                            </a:lnTo>
                            <a:lnTo>
                              <a:pt x="1681" y="477"/>
                            </a:lnTo>
                            <a:lnTo>
                              <a:pt x="1684" y="472"/>
                            </a:lnTo>
                            <a:lnTo>
                              <a:pt x="1686" y="466"/>
                            </a:lnTo>
                            <a:lnTo>
                              <a:pt x="1689" y="460"/>
                            </a:lnTo>
                            <a:lnTo>
                              <a:pt x="1691" y="454"/>
                            </a:lnTo>
                            <a:lnTo>
                              <a:pt x="1693" y="448"/>
                            </a:lnTo>
                            <a:lnTo>
                              <a:pt x="1696" y="442"/>
                            </a:lnTo>
                            <a:lnTo>
                              <a:pt x="1698" y="437"/>
                            </a:lnTo>
                            <a:lnTo>
                              <a:pt x="1701" y="431"/>
                            </a:lnTo>
                            <a:lnTo>
                              <a:pt x="1703" y="425"/>
                            </a:lnTo>
                            <a:lnTo>
                              <a:pt x="1705" y="420"/>
                            </a:lnTo>
                            <a:lnTo>
                              <a:pt x="1708" y="414"/>
                            </a:lnTo>
                            <a:lnTo>
                              <a:pt x="1710" y="409"/>
                            </a:lnTo>
                            <a:lnTo>
                              <a:pt x="1713" y="403"/>
                            </a:lnTo>
                            <a:lnTo>
                              <a:pt x="1715" y="398"/>
                            </a:lnTo>
                            <a:lnTo>
                              <a:pt x="1717" y="392"/>
                            </a:lnTo>
                            <a:lnTo>
                              <a:pt x="1720" y="388"/>
                            </a:lnTo>
                            <a:lnTo>
                              <a:pt x="1722" y="382"/>
                            </a:lnTo>
                            <a:lnTo>
                              <a:pt x="1725" y="377"/>
                            </a:lnTo>
                            <a:lnTo>
                              <a:pt x="1727" y="372"/>
                            </a:lnTo>
                            <a:lnTo>
                              <a:pt x="1730" y="366"/>
                            </a:lnTo>
                            <a:lnTo>
                              <a:pt x="1732" y="361"/>
                            </a:lnTo>
                            <a:lnTo>
                              <a:pt x="1734" y="356"/>
                            </a:lnTo>
                            <a:lnTo>
                              <a:pt x="1737" y="351"/>
                            </a:lnTo>
                            <a:lnTo>
                              <a:pt x="1739" y="346"/>
                            </a:lnTo>
                            <a:lnTo>
                              <a:pt x="1742" y="341"/>
                            </a:lnTo>
                            <a:lnTo>
                              <a:pt x="1744" y="336"/>
                            </a:lnTo>
                            <a:lnTo>
                              <a:pt x="1746" y="331"/>
                            </a:lnTo>
                            <a:lnTo>
                              <a:pt x="1749" y="326"/>
                            </a:lnTo>
                            <a:lnTo>
                              <a:pt x="1751" y="322"/>
                            </a:lnTo>
                            <a:lnTo>
                              <a:pt x="1754" y="317"/>
                            </a:lnTo>
                            <a:lnTo>
                              <a:pt x="1756" y="312"/>
                            </a:lnTo>
                            <a:lnTo>
                              <a:pt x="1758" y="307"/>
                            </a:lnTo>
                            <a:lnTo>
                              <a:pt x="1761" y="303"/>
                            </a:lnTo>
                            <a:lnTo>
                              <a:pt x="1763" y="298"/>
                            </a:lnTo>
                            <a:lnTo>
                              <a:pt x="1766" y="293"/>
                            </a:lnTo>
                            <a:lnTo>
                              <a:pt x="1768" y="289"/>
                            </a:lnTo>
                            <a:lnTo>
                              <a:pt x="1771" y="284"/>
                            </a:lnTo>
                            <a:lnTo>
                              <a:pt x="1773" y="280"/>
                            </a:lnTo>
                            <a:lnTo>
                              <a:pt x="1775" y="276"/>
                            </a:lnTo>
                            <a:lnTo>
                              <a:pt x="1778" y="271"/>
                            </a:lnTo>
                            <a:lnTo>
                              <a:pt x="1780" y="267"/>
                            </a:lnTo>
                            <a:lnTo>
                              <a:pt x="1783" y="263"/>
                            </a:lnTo>
                            <a:lnTo>
                              <a:pt x="1785" y="259"/>
                            </a:lnTo>
                            <a:lnTo>
                              <a:pt x="1787" y="254"/>
                            </a:lnTo>
                            <a:lnTo>
                              <a:pt x="1790" y="250"/>
                            </a:lnTo>
                            <a:lnTo>
                              <a:pt x="1792" y="246"/>
                            </a:lnTo>
                            <a:lnTo>
                              <a:pt x="1795" y="242"/>
                            </a:lnTo>
                            <a:lnTo>
                              <a:pt x="1797" y="238"/>
                            </a:lnTo>
                            <a:lnTo>
                              <a:pt x="1799" y="234"/>
                            </a:lnTo>
                            <a:lnTo>
                              <a:pt x="1802" y="230"/>
                            </a:lnTo>
                            <a:lnTo>
                              <a:pt x="1804" y="226"/>
                            </a:lnTo>
                            <a:lnTo>
                              <a:pt x="1807" y="222"/>
                            </a:lnTo>
                            <a:lnTo>
                              <a:pt x="1809" y="219"/>
                            </a:lnTo>
                            <a:lnTo>
                              <a:pt x="1811" y="215"/>
                            </a:lnTo>
                            <a:lnTo>
                              <a:pt x="1814" y="211"/>
                            </a:lnTo>
                            <a:lnTo>
                              <a:pt x="1816" y="207"/>
                            </a:lnTo>
                            <a:lnTo>
                              <a:pt x="1819" y="204"/>
                            </a:lnTo>
                            <a:lnTo>
                              <a:pt x="1821" y="200"/>
                            </a:lnTo>
                            <a:lnTo>
                              <a:pt x="1824" y="197"/>
                            </a:lnTo>
                            <a:lnTo>
                              <a:pt x="1826" y="193"/>
                            </a:lnTo>
                            <a:lnTo>
                              <a:pt x="1828" y="190"/>
                            </a:lnTo>
                            <a:lnTo>
                              <a:pt x="1831" y="187"/>
                            </a:lnTo>
                            <a:lnTo>
                              <a:pt x="1833" y="184"/>
                            </a:lnTo>
                            <a:lnTo>
                              <a:pt x="1836" y="180"/>
                            </a:lnTo>
                            <a:lnTo>
                              <a:pt x="1838" y="177"/>
                            </a:lnTo>
                            <a:lnTo>
                              <a:pt x="1840" y="174"/>
                            </a:lnTo>
                            <a:lnTo>
                              <a:pt x="1843" y="170"/>
                            </a:lnTo>
                            <a:lnTo>
                              <a:pt x="1845" y="167"/>
                            </a:lnTo>
                            <a:lnTo>
                              <a:pt x="1848" y="164"/>
                            </a:lnTo>
                            <a:lnTo>
                              <a:pt x="1850" y="161"/>
                            </a:lnTo>
                            <a:lnTo>
                              <a:pt x="1852" y="158"/>
                            </a:lnTo>
                            <a:lnTo>
                              <a:pt x="1855" y="155"/>
                            </a:lnTo>
                            <a:lnTo>
                              <a:pt x="1857" y="152"/>
                            </a:lnTo>
                            <a:lnTo>
                              <a:pt x="1860" y="149"/>
                            </a:lnTo>
                            <a:lnTo>
                              <a:pt x="1862" y="147"/>
                            </a:lnTo>
                            <a:lnTo>
                              <a:pt x="1864" y="144"/>
                            </a:lnTo>
                            <a:lnTo>
                              <a:pt x="1867" y="141"/>
                            </a:lnTo>
                            <a:lnTo>
                              <a:pt x="1869" y="139"/>
                            </a:lnTo>
                            <a:lnTo>
                              <a:pt x="1872" y="136"/>
                            </a:lnTo>
                            <a:lnTo>
                              <a:pt x="1874" y="134"/>
                            </a:lnTo>
                            <a:lnTo>
                              <a:pt x="1876" y="131"/>
                            </a:lnTo>
                            <a:lnTo>
                              <a:pt x="1879" y="129"/>
                            </a:lnTo>
                            <a:lnTo>
                              <a:pt x="1881" y="127"/>
                            </a:lnTo>
                            <a:lnTo>
                              <a:pt x="1884" y="124"/>
                            </a:lnTo>
                            <a:lnTo>
                              <a:pt x="1886" y="122"/>
                            </a:lnTo>
                            <a:lnTo>
                              <a:pt x="1888" y="119"/>
                            </a:lnTo>
                            <a:lnTo>
                              <a:pt x="1891" y="117"/>
                            </a:lnTo>
                            <a:lnTo>
                              <a:pt x="1893" y="115"/>
                            </a:lnTo>
                            <a:lnTo>
                              <a:pt x="1896" y="113"/>
                            </a:lnTo>
                            <a:lnTo>
                              <a:pt x="1898" y="110"/>
                            </a:lnTo>
                            <a:lnTo>
                              <a:pt x="1900" y="108"/>
                            </a:lnTo>
                            <a:lnTo>
                              <a:pt x="1903" y="106"/>
                            </a:lnTo>
                            <a:lnTo>
                              <a:pt x="1905" y="104"/>
                            </a:lnTo>
                            <a:lnTo>
                              <a:pt x="1908" y="102"/>
                            </a:lnTo>
                            <a:lnTo>
                              <a:pt x="1910" y="99"/>
                            </a:lnTo>
                            <a:lnTo>
                              <a:pt x="1912" y="97"/>
                            </a:lnTo>
                            <a:lnTo>
                              <a:pt x="1915" y="95"/>
                            </a:lnTo>
                            <a:lnTo>
                              <a:pt x="1917" y="93"/>
                            </a:lnTo>
                            <a:lnTo>
                              <a:pt x="1920" y="91"/>
                            </a:lnTo>
                            <a:lnTo>
                              <a:pt x="1922" y="89"/>
                            </a:lnTo>
                            <a:lnTo>
                              <a:pt x="1924" y="87"/>
                            </a:lnTo>
                            <a:lnTo>
                              <a:pt x="1927" y="85"/>
                            </a:lnTo>
                            <a:lnTo>
                              <a:pt x="1929" y="83"/>
                            </a:lnTo>
                            <a:lnTo>
                              <a:pt x="1932" y="81"/>
                            </a:lnTo>
                            <a:lnTo>
                              <a:pt x="1934" y="79"/>
                            </a:lnTo>
                            <a:lnTo>
                              <a:pt x="1936" y="78"/>
                            </a:lnTo>
                            <a:lnTo>
                              <a:pt x="1939" y="76"/>
                            </a:lnTo>
                            <a:lnTo>
                              <a:pt x="1941" y="74"/>
                            </a:lnTo>
                            <a:lnTo>
                              <a:pt x="1944" y="72"/>
                            </a:lnTo>
                            <a:lnTo>
                              <a:pt x="1946" y="70"/>
                            </a:lnTo>
                            <a:lnTo>
                              <a:pt x="1948" y="68"/>
                            </a:lnTo>
                            <a:lnTo>
                              <a:pt x="1951" y="67"/>
                            </a:lnTo>
                            <a:lnTo>
                              <a:pt x="1953" y="65"/>
                            </a:lnTo>
                            <a:lnTo>
                              <a:pt x="1956" y="63"/>
                            </a:lnTo>
                            <a:lnTo>
                              <a:pt x="1958" y="61"/>
                            </a:lnTo>
                            <a:lnTo>
                              <a:pt x="1960" y="60"/>
                            </a:lnTo>
                            <a:lnTo>
                              <a:pt x="1963" y="58"/>
                            </a:lnTo>
                            <a:lnTo>
                              <a:pt x="1965" y="57"/>
                            </a:lnTo>
                            <a:lnTo>
                              <a:pt x="1968" y="56"/>
                            </a:lnTo>
                            <a:lnTo>
                              <a:pt x="1970" y="54"/>
                            </a:lnTo>
                            <a:lnTo>
                              <a:pt x="1972" y="53"/>
                            </a:lnTo>
                            <a:lnTo>
                              <a:pt x="1975" y="51"/>
                            </a:lnTo>
                            <a:lnTo>
                              <a:pt x="1977" y="50"/>
                            </a:lnTo>
                            <a:lnTo>
                              <a:pt x="1980" y="48"/>
                            </a:lnTo>
                            <a:lnTo>
                              <a:pt x="1982" y="47"/>
                            </a:lnTo>
                            <a:lnTo>
                              <a:pt x="1984" y="46"/>
                            </a:lnTo>
                            <a:lnTo>
                              <a:pt x="1987" y="45"/>
                            </a:lnTo>
                            <a:lnTo>
                              <a:pt x="1989" y="44"/>
                            </a:lnTo>
                            <a:lnTo>
                              <a:pt x="1992" y="42"/>
                            </a:lnTo>
                            <a:lnTo>
                              <a:pt x="1994" y="41"/>
                            </a:lnTo>
                            <a:lnTo>
                              <a:pt x="1997" y="40"/>
                            </a:lnTo>
                            <a:lnTo>
                              <a:pt x="1999" y="39"/>
                            </a:lnTo>
                            <a:lnTo>
                              <a:pt x="2001" y="38"/>
                            </a:lnTo>
                            <a:lnTo>
                              <a:pt x="2004" y="37"/>
                            </a:lnTo>
                            <a:lnTo>
                              <a:pt x="2006" y="36"/>
                            </a:lnTo>
                            <a:lnTo>
                              <a:pt x="2009" y="35"/>
                            </a:lnTo>
                            <a:lnTo>
                              <a:pt x="2011" y="34"/>
                            </a:lnTo>
                            <a:lnTo>
                              <a:pt x="2013" y="33"/>
                            </a:lnTo>
                            <a:lnTo>
                              <a:pt x="2016" y="31"/>
                            </a:lnTo>
                            <a:lnTo>
                              <a:pt x="2018" y="30"/>
                            </a:lnTo>
                            <a:lnTo>
                              <a:pt x="2021" y="30"/>
                            </a:lnTo>
                            <a:lnTo>
                              <a:pt x="2023" y="28"/>
                            </a:lnTo>
                            <a:lnTo>
                              <a:pt x="2025" y="27"/>
                            </a:lnTo>
                            <a:lnTo>
                              <a:pt x="2028" y="27"/>
                            </a:lnTo>
                            <a:lnTo>
                              <a:pt x="2030" y="25"/>
                            </a:lnTo>
                            <a:lnTo>
                              <a:pt x="2033" y="25"/>
                            </a:lnTo>
                            <a:lnTo>
                              <a:pt x="2035" y="24"/>
                            </a:lnTo>
                            <a:lnTo>
                              <a:pt x="2038" y="23"/>
                            </a:lnTo>
                            <a:lnTo>
                              <a:pt x="2040" y="22"/>
                            </a:lnTo>
                            <a:lnTo>
                              <a:pt x="2042" y="21"/>
                            </a:lnTo>
                            <a:lnTo>
                              <a:pt x="2045" y="20"/>
                            </a:lnTo>
                            <a:lnTo>
                              <a:pt x="2047" y="20"/>
                            </a:lnTo>
                            <a:lnTo>
                              <a:pt x="2050" y="19"/>
                            </a:lnTo>
                            <a:lnTo>
                              <a:pt x="2052" y="18"/>
                            </a:lnTo>
                            <a:lnTo>
                              <a:pt x="2054" y="18"/>
                            </a:lnTo>
                            <a:lnTo>
                              <a:pt x="2057" y="17"/>
                            </a:lnTo>
                            <a:lnTo>
                              <a:pt x="2059" y="16"/>
                            </a:lnTo>
                            <a:lnTo>
                              <a:pt x="2062" y="16"/>
                            </a:lnTo>
                            <a:lnTo>
                              <a:pt x="2064" y="15"/>
                            </a:lnTo>
                            <a:lnTo>
                              <a:pt x="2066" y="15"/>
                            </a:lnTo>
                            <a:lnTo>
                              <a:pt x="2069" y="14"/>
                            </a:lnTo>
                            <a:lnTo>
                              <a:pt x="2071" y="13"/>
                            </a:lnTo>
                            <a:lnTo>
                              <a:pt x="2074" y="13"/>
                            </a:lnTo>
                            <a:lnTo>
                              <a:pt x="2076" y="13"/>
                            </a:lnTo>
                            <a:lnTo>
                              <a:pt x="2078" y="12"/>
                            </a:lnTo>
                            <a:lnTo>
                              <a:pt x="2081" y="12"/>
                            </a:lnTo>
                            <a:lnTo>
                              <a:pt x="2083" y="12"/>
                            </a:lnTo>
                            <a:lnTo>
                              <a:pt x="2086" y="11"/>
                            </a:lnTo>
                            <a:lnTo>
                              <a:pt x="2088" y="10"/>
                            </a:lnTo>
                            <a:lnTo>
                              <a:pt x="2091" y="10"/>
                            </a:lnTo>
                            <a:lnTo>
                              <a:pt x="2093" y="10"/>
                            </a:lnTo>
                            <a:lnTo>
                              <a:pt x="2095" y="9"/>
                            </a:lnTo>
                            <a:lnTo>
                              <a:pt x="2098" y="9"/>
                            </a:lnTo>
                            <a:lnTo>
                              <a:pt x="2100" y="8"/>
                            </a:lnTo>
                            <a:lnTo>
                              <a:pt x="2103" y="8"/>
                            </a:lnTo>
                            <a:lnTo>
                              <a:pt x="2105" y="7"/>
                            </a:lnTo>
                            <a:lnTo>
                              <a:pt x="2107" y="7"/>
                            </a:lnTo>
                            <a:lnTo>
                              <a:pt x="2110" y="7"/>
                            </a:lnTo>
                            <a:lnTo>
                              <a:pt x="2112" y="6"/>
                            </a:lnTo>
                            <a:lnTo>
                              <a:pt x="2115" y="6"/>
                            </a:lnTo>
                            <a:lnTo>
                              <a:pt x="2117" y="5"/>
                            </a:lnTo>
                            <a:lnTo>
                              <a:pt x="2119" y="5"/>
                            </a:lnTo>
                            <a:lnTo>
                              <a:pt x="2122" y="5"/>
                            </a:lnTo>
                            <a:lnTo>
                              <a:pt x="2124" y="4"/>
                            </a:lnTo>
                            <a:lnTo>
                              <a:pt x="2127" y="4"/>
                            </a:lnTo>
                            <a:lnTo>
                              <a:pt x="2129" y="4"/>
                            </a:lnTo>
                            <a:lnTo>
                              <a:pt x="2131" y="3"/>
                            </a:lnTo>
                            <a:lnTo>
                              <a:pt x="2134" y="3"/>
                            </a:lnTo>
                            <a:lnTo>
                              <a:pt x="2136" y="2"/>
                            </a:lnTo>
                            <a:lnTo>
                              <a:pt x="2139" y="2"/>
                            </a:lnTo>
                            <a:lnTo>
                              <a:pt x="2141" y="2"/>
                            </a:lnTo>
                            <a:lnTo>
                              <a:pt x="2143" y="1"/>
                            </a:lnTo>
                            <a:lnTo>
                              <a:pt x="2146" y="1"/>
                            </a:lnTo>
                            <a:lnTo>
                              <a:pt x="2148" y="1"/>
                            </a:lnTo>
                            <a:lnTo>
                              <a:pt x="2151" y="1"/>
                            </a:lnTo>
                            <a:lnTo>
                              <a:pt x="2153" y="1"/>
                            </a:lnTo>
                            <a:lnTo>
                              <a:pt x="2155" y="0"/>
                            </a:lnTo>
                            <a:lnTo>
                              <a:pt x="2158" y="1"/>
                            </a:lnTo>
                            <a:lnTo>
                              <a:pt x="2160" y="1"/>
                            </a:lnTo>
                            <a:lnTo>
                              <a:pt x="2163" y="1"/>
                            </a:lnTo>
                            <a:lnTo>
                              <a:pt x="2165" y="1"/>
                            </a:lnTo>
                            <a:lnTo>
                              <a:pt x="2166" y="1"/>
                            </a:lnTo>
                          </a:path>
                        </a:pathLst>
                      </a:custGeom>
                      <a:noFill/>
                      <a:ln w="17526" cap="flat">
                        <a:solidFill>
                          <a:srgbClr val="FF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dirty="0"/>
                      </a:p>
                    </p:txBody>
                  </p:sp>
                </p:grpSp>
              </p:grpSp>
              <p:grpSp>
                <p:nvGrpSpPr>
                  <p:cNvPr id="482" name="그룹 481">
                    <a:extLst>
                      <a:ext uri="{FF2B5EF4-FFF2-40B4-BE49-F238E27FC236}">
                        <a16:creationId xmlns:a16="http://schemas.microsoft.com/office/drawing/2014/main" id="{5F7134DA-4AE8-43ED-AB8A-1F134D7C450A}"/>
                      </a:ext>
                    </a:extLst>
                  </p:cNvPr>
                  <p:cNvGrpSpPr/>
                  <p:nvPr/>
                </p:nvGrpSpPr>
                <p:grpSpPr>
                  <a:xfrm>
                    <a:off x="5876274" y="2943225"/>
                    <a:ext cx="3439315" cy="1101725"/>
                    <a:chOff x="2256880" y="1022999"/>
                    <a:chExt cx="3439315" cy="1101725"/>
                  </a:xfrm>
                </p:grpSpPr>
                <p:sp>
                  <p:nvSpPr>
                    <p:cNvPr id="483" name="Freeform 24">
                      <a:extLst>
                        <a:ext uri="{FF2B5EF4-FFF2-40B4-BE49-F238E27FC236}">
                          <a16:creationId xmlns:a16="http://schemas.microsoft.com/office/drawing/2014/main" id="{DA2BE232-68E5-49B9-A74D-624D77F6EDC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56880" y="1022999"/>
                      <a:ext cx="3438525" cy="1101725"/>
                    </a:xfrm>
                    <a:custGeom>
                      <a:avLst/>
                      <a:gdLst>
                        <a:gd name="T0" fmla="*/ 1111 w 2166"/>
                        <a:gd name="T1" fmla="*/ 509 h 694"/>
                        <a:gd name="T2" fmla="*/ 1042 w 2166"/>
                        <a:gd name="T3" fmla="*/ 492 h 694"/>
                        <a:gd name="T4" fmla="*/ 972 w 2166"/>
                        <a:gd name="T5" fmla="*/ 472 h 694"/>
                        <a:gd name="T6" fmla="*/ 902 w 2166"/>
                        <a:gd name="T7" fmla="*/ 452 h 694"/>
                        <a:gd name="T8" fmla="*/ 833 w 2166"/>
                        <a:gd name="T9" fmla="*/ 432 h 694"/>
                        <a:gd name="T10" fmla="*/ 763 w 2166"/>
                        <a:gd name="T11" fmla="*/ 413 h 694"/>
                        <a:gd name="T12" fmla="*/ 693 w 2166"/>
                        <a:gd name="T13" fmla="*/ 395 h 694"/>
                        <a:gd name="T14" fmla="*/ 623 w 2166"/>
                        <a:gd name="T15" fmla="*/ 373 h 694"/>
                        <a:gd name="T16" fmla="*/ 554 w 2166"/>
                        <a:gd name="T17" fmla="*/ 346 h 694"/>
                        <a:gd name="T18" fmla="*/ 484 w 2166"/>
                        <a:gd name="T19" fmla="*/ 304 h 694"/>
                        <a:gd name="T20" fmla="*/ 414 w 2166"/>
                        <a:gd name="T21" fmla="*/ 244 h 694"/>
                        <a:gd name="T22" fmla="*/ 344 w 2166"/>
                        <a:gd name="T23" fmla="*/ 213 h 694"/>
                        <a:gd name="T24" fmla="*/ 275 w 2166"/>
                        <a:gd name="T25" fmla="*/ 221 h 694"/>
                        <a:gd name="T26" fmla="*/ 205 w 2166"/>
                        <a:gd name="T27" fmla="*/ 216 h 694"/>
                        <a:gd name="T28" fmla="*/ 135 w 2166"/>
                        <a:gd name="T29" fmla="*/ 207 h 694"/>
                        <a:gd name="T30" fmla="*/ 65 w 2166"/>
                        <a:gd name="T31" fmla="*/ 187 h 694"/>
                        <a:gd name="T32" fmla="*/ 3 w 2166"/>
                        <a:gd name="T33" fmla="*/ 307 h 694"/>
                        <a:gd name="T34" fmla="*/ 72 w 2166"/>
                        <a:gd name="T35" fmla="*/ 301 h 694"/>
                        <a:gd name="T36" fmla="*/ 142 w 2166"/>
                        <a:gd name="T37" fmla="*/ 300 h 694"/>
                        <a:gd name="T38" fmla="*/ 212 w 2166"/>
                        <a:gd name="T39" fmla="*/ 292 h 694"/>
                        <a:gd name="T40" fmla="*/ 282 w 2166"/>
                        <a:gd name="T41" fmla="*/ 295 h 694"/>
                        <a:gd name="T42" fmla="*/ 351 w 2166"/>
                        <a:gd name="T43" fmla="*/ 295 h 694"/>
                        <a:gd name="T44" fmla="*/ 421 w 2166"/>
                        <a:gd name="T45" fmla="*/ 347 h 694"/>
                        <a:gd name="T46" fmla="*/ 491 w 2166"/>
                        <a:gd name="T47" fmla="*/ 400 h 694"/>
                        <a:gd name="T48" fmla="*/ 561 w 2166"/>
                        <a:gd name="T49" fmla="*/ 443 h 694"/>
                        <a:gd name="T50" fmla="*/ 630 w 2166"/>
                        <a:gd name="T51" fmla="*/ 482 h 694"/>
                        <a:gd name="T52" fmla="*/ 700 w 2166"/>
                        <a:gd name="T53" fmla="*/ 512 h 694"/>
                        <a:gd name="T54" fmla="*/ 770 w 2166"/>
                        <a:gd name="T55" fmla="*/ 537 h 694"/>
                        <a:gd name="T56" fmla="*/ 840 w 2166"/>
                        <a:gd name="T57" fmla="*/ 558 h 694"/>
                        <a:gd name="T58" fmla="*/ 909 w 2166"/>
                        <a:gd name="T59" fmla="*/ 577 h 694"/>
                        <a:gd name="T60" fmla="*/ 979 w 2166"/>
                        <a:gd name="T61" fmla="*/ 596 h 694"/>
                        <a:gd name="T62" fmla="*/ 1049 w 2166"/>
                        <a:gd name="T63" fmla="*/ 612 h 694"/>
                        <a:gd name="T64" fmla="*/ 1119 w 2166"/>
                        <a:gd name="T65" fmla="*/ 628 h 694"/>
                        <a:gd name="T66" fmla="*/ 1188 w 2166"/>
                        <a:gd name="T67" fmla="*/ 641 h 694"/>
                        <a:gd name="T68" fmla="*/ 1258 w 2166"/>
                        <a:gd name="T69" fmla="*/ 653 h 694"/>
                        <a:gd name="T70" fmla="*/ 1328 w 2166"/>
                        <a:gd name="T71" fmla="*/ 663 h 694"/>
                        <a:gd name="T72" fmla="*/ 1398 w 2166"/>
                        <a:gd name="T73" fmla="*/ 672 h 694"/>
                        <a:gd name="T74" fmla="*/ 1467 w 2166"/>
                        <a:gd name="T75" fmla="*/ 683 h 694"/>
                        <a:gd name="T76" fmla="*/ 1537 w 2166"/>
                        <a:gd name="T77" fmla="*/ 690 h 694"/>
                        <a:gd name="T78" fmla="*/ 1607 w 2166"/>
                        <a:gd name="T79" fmla="*/ 657 h 694"/>
                        <a:gd name="T80" fmla="*/ 1677 w 2166"/>
                        <a:gd name="T81" fmla="*/ 526 h 694"/>
                        <a:gd name="T82" fmla="*/ 1746 w 2166"/>
                        <a:gd name="T83" fmla="*/ 387 h 694"/>
                        <a:gd name="T84" fmla="*/ 1816 w 2166"/>
                        <a:gd name="T85" fmla="*/ 270 h 694"/>
                        <a:gd name="T86" fmla="*/ 1886 w 2166"/>
                        <a:gd name="T87" fmla="*/ 181 h 694"/>
                        <a:gd name="T88" fmla="*/ 1956 w 2166"/>
                        <a:gd name="T89" fmla="*/ 121 h 694"/>
                        <a:gd name="T90" fmla="*/ 2025 w 2166"/>
                        <a:gd name="T91" fmla="*/ 90 h 694"/>
                        <a:gd name="T92" fmla="*/ 2095 w 2166"/>
                        <a:gd name="T93" fmla="*/ 65 h 694"/>
                        <a:gd name="T94" fmla="*/ 2165 w 2166"/>
                        <a:gd name="T95" fmla="*/ 62 h 694"/>
                        <a:gd name="T96" fmla="*/ 2105 w 2166"/>
                        <a:gd name="T97" fmla="*/ 5 h 694"/>
                        <a:gd name="T98" fmla="*/ 2035 w 2166"/>
                        <a:gd name="T99" fmla="*/ 2 h 694"/>
                        <a:gd name="T100" fmla="*/ 1965 w 2166"/>
                        <a:gd name="T101" fmla="*/ 23 h 694"/>
                        <a:gd name="T102" fmla="*/ 1896 w 2166"/>
                        <a:gd name="T103" fmla="*/ 59 h 694"/>
                        <a:gd name="T104" fmla="*/ 1826 w 2166"/>
                        <a:gd name="T105" fmla="*/ 109 h 694"/>
                        <a:gd name="T106" fmla="*/ 1756 w 2166"/>
                        <a:gd name="T107" fmla="*/ 198 h 694"/>
                        <a:gd name="T108" fmla="*/ 1686 w 2166"/>
                        <a:gd name="T109" fmla="*/ 330 h 694"/>
                        <a:gd name="T110" fmla="*/ 1617 w 2166"/>
                        <a:gd name="T111" fmla="*/ 477 h 694"/>
                        <a:gd name="T112" fmla="*/ 1547 w 2166"/>
                        <a:gd name="T113" fmla="*/ 543 h 694"/>
                        <a:gd name="T114" fmla="*/ 1477 w 2166"/>
                        <a:gd name="T115" fmla="*/ 545 h 694"/>
                        <a:gd name="T116" fmla="*/ 1407 w 2166"/>
                        <a:gd name="T117" fmla="*/ 545 h 694"/>
                        <a:gd name="T118" fmla="*/ 1338 w 2166"/>
                        <a:gd name="T119" fmla="*/ 541 h 694"/>
                        <a:gd name="T120" fmla="*/ 1268 w 2166"/>
                        <a:gd name="T121" fmla="*/ 534 h 694"/>
                        <a:gd name="T122" fmla="*/ 1198 w 2166"/>
                        <a:gd name="T123" fmla="*/ 525 h 6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2166" h="694">
                          <a:moveTo>
                            <a:pt x="1179" y="522"/>
                          </a:moveTo>
                          <a:lnTo>
                            <a:pt x="1176" y="521"/>
                          </a:lnTo>
                          <a:lnTo>
                            <a:pt x="1174" y="521"/>
                          </a:lnTo>
                          <a:lnTo>
                            <a:pt x="1171" y="520"/>
                          </a:lnTo>
                          <a:lnTo>
                            <a:pt x="1169" y="520"/>
                          </a:lnTo>
                          <a:lnTo>
                            <a:pt x="1167" y="519"/>
                          </a:lnTo>
                          <a:lnTo>
                            <a:pt x="1164" y="519"/>
                          </a:lnTo>
                          <a:lnTo>
                            <a:pt x="1162" y="519"/>
                          </a:lnTo>
                          <a:lnTo>
                            <a:pt x="1159" y="518"/>
                          </a:lnTo>
                          <a:lnTo>
                            <a:pt x="1157" y="518"/>
                          </a:lnTo>
                          <a:lnTo>
                            <a:pt x="1155" y="518"/>
                          </a:lnTo>
                          <a:lnTo>
                            <a:pt x="1152" y="517"/>
                          </a:lnTo>
                          <a:lnTo>
                            <a:pt x="1150" y="516"/>
                          </a:lnTo>
                          <a:lnTo>
                            <a:pt x="1147" y="516"/>
                          </a:lnTo>
                          <a:lnTo>
                            <a:pt x="1145" y="516"/>
                          </a:lnTo>
                          <a:lnTo>
                            <a:pt x="1143" y="515"/>
                          </a:lnTo>
                          <a:lnTo>
                            <a:pt x="1140" y="515"/>
                          </a:lnTo>
                          <a:lnTo>
                            <a:pt x="1138" y="514"/>
                          </a:lnTo>
                          <a:lnTo>
                            <a:pt x="1135" y="514"/>
                          </a:lnTo>
                          <a:lnTo>
                            <a:pt x="1133" y="513"/>
                          </a:lnTo>
                          <a:lnTo>
                            <a:pt x="1131" y="513"/>
                          </a:lnTo>
                          <a:lnTo>
                            <a:pt x="1128" y="513"/>
                          </a:lnTo>
                          <a:lnTo>
                            <a:pt x="1126" y="512"/>
                          </a:lnTo>
                          <a:lnTo>
                            <a:pt x="1123" y="511"/>
                          </a:lnTo>
                          <a:lnTo>
                            <a:pt x="1121" y="511"/>
                          </a:lnTo>
                          <a:lnTo>
                            <a:pt x="1119" y="510"/>
                          </a:lnTo>
                          <a:lnTo>
                            <a:pt x="1116" y="510"/>
                          </a:lnTo>
                          <a:lnTo>
                            <a:pt x="1114" y="510"/>
                          </a:lnTo>
                          <a:lnTo>
                            <a:pt x="1111" y="509"/>
                          </a:lnTo>
                          <a:lnTo>
                            <a:pt x="1109" y="508"/>
                          </a:lnTo>
                          <a:lnTo>
                            <a:pt x="1107" y="508"/>
                          </a:lnTo>
                          <a:lnTo>
                            <a:pt x="1104" y="508"/>
                          </a:lnTo>
                          <a:lnTo>
                            <a:pt x="1102" y="507"/>
                          </a:lnTo>
                          <a:lnTo>
                            <a:pt x="1099" y="507"/>
                          </a:lnTo>
                          <a:lnTo>
                            <a:pt x="1097" y="506"/>
                          </a:lnTo>
                          <a:lnTo>
                            <a:pt x="1095" y="505"/>
                          </a:lnTo>
                          <a:lnTo>
                            <a:pt x="1092" y="505"/>
                          </a:lnTo>
                          <a:lnTo>
                            <a:pt x="1090" y="504"/>
                          </a:lnTo>
                          <a:lnTo>
                            <a:pt x="1088" y="504"/>
                          </a:lnTo>
                          <a:lnTo>
                            <a:pt x="1085" y="503"/>
                          </a:lnTo>
                          <a:lnTo>
                            <a:pt x="1083" y="502"/>
                          </a:lnTo>
                          <a:lnTo>
                            <a:pt x="1080" y="502"/>
                          </a:lnTo>
                          <a:lnTo>
                            <a:pt x="1078" y="501"/>
                          </a:lnTo>
                          <a:lnTo>
                            <a:pt x="1076" y="501"/>
                          </a:lnTo>
                          <a:lnTo>
                            <a:pt x="1073" y="500"/>
                          </a:lnTo>
                          <a:lnTo>
                            <a:pt x="1071" y="499"/>
                          </a:lnTo>
                          <a:lnTo>
                            <a:pt x="1068" y="499"/>
                          </a:lnTo>
                          <a:lnTo>
                            <a:pt x="1066" y="498"/>
                          </a:lnTo>
                          <a:lnTo>
                            <a:pt x="1064" y="498"/>
                          </a:lnTo>
                          <a:lnTo>
                            <a:pt x="1061" y="497"/>
                          </a:lnTo>
                          <a:lnTo>
                            <a:pt x="1059" y="496"/>
                          </a:lnTo>
                          <a:lnTo>
                            <a:pt x="1056" y="496"/>
                          </a:lnTo>
                          <a:lnTo>
                            <a:pt x="1054" y="495"/>
                          </a:lnTo>
                          <a:lnTo>
                            <a:pt x="1051" y="494"/>
                          </a:lnTo>
                          <a:lnTo>
                            <a:pt x="1049" y="494"/>
                          </a:lnTo>
                          <a:lnTo>
                            <a:pt x="1047" y="493"/>
                          </a:lnTo>
                          <a:lnTo>
                            <a:pt x="1044" y="492"/>
                          </a:lnTo>
                          <a:lnTo>
                            <a:pt x="1042" y="492"/>
                          </a:lnTo>
                          <a:lnTo>
                            <a:pt x="1039" y="491"/>
                          </a:lnTo>
                          <a:lnTo>
                            <a:pt x="1037" y="490"/>
                          </a:lnTo>
                          <a:lnTo>
                            <a:pt x="1035" y="490"/>
                          </a:lnTo>
                          <a:lnTo>
                            <a:pt x="1032" y="489"/>
                          </a:lnTo>
                          <a:lnTo>
                            <a:pt x="1030" y="488"/>
                          </a:lnTo>
                          <a:lnTo>
                            <a:pt x="1027" y="488"/>
                          </a:lnTo>
                          <a:lnTo>
                            <a:pt x="1025" y="487"/>
                          </a:lnTo>
                          <a:lnTo>
                            <a:pt x="1023" y="486"/>
                          </a:lnTo>
                          <a:lnTo>
                            <a:pt x="1020" y="485"/>
                          </a:lnTo>
                          <a:lnTo>
                            <a:pt x="1018" y="485"/>
                          </a:lnTo>
                          <a:lnTo>
                            <a:pt x="1015" y="484"/>
                          </a:lnTo>
                          <a:lnTo>
                            <a:pt x="1013" y="484"/>
                          </a:lnTo>
                          <a:lnTo>
                            <a:pt x="1010" y="483"/>
                          </a:lnTo>
                          <a:lnTo>
                            <a:pt x="1008" y="482"/>
                          </a:lnTo>
                          <a:lnTo>
                            <a:pt x="1006" y="481"/>
                          </a:lnTo>
                          <a:lnTo>
                            <a:pt x="1003" y="481"/>
                          </a:lnTo>
                          <a:lnTo>
                            <a:pt x="1001" y="480"/>
                          </a:lnTo>
                          <a:lnTo>
                            <a:pt x="998" y="479"/>
                          </a:lnTo>
                          <a:lnTo>
                            <a:pt x="996" y="479"/>
                          </a:lnTo>
                          <a:lnTo>
                            <a:pt x="994" y="478"/>
                          </a:lnTo>
                          <a:lnTo>
                            <a:pt x="991" y="478"/>
                          </a:lnTo>
                          <a:lnTo>
                            <a:pt x="989" y="477"/>
                          </a:lnTo>
                          <a:lnTo>
                            <a:pt x="986" y="476"/>
                          </a:lnTo>
                          <a:lnTo>
                            <a:pt x="984" y="475"/>
                          </a:lnTo>
                          <a:lnTo>
                            <a:pt x="982" y="475"/>
                          </a:lnTo>
                          <a:lnTo>
                            <a:pt x="979" y="474"/>
                          </a:lnTo>
                          <a:lnTo>
                            <a:pt x="977" y="473"/>
                          </a:lnTo>
                          <a:lnTo>
                            <a:pt x="974" y="473"/>
                          </a:lnTo>
                          <a:lnTo>
                            <a:pt x="972" y="472"/>
                          </a:lnTo>
                          <a:lnTo>
                            <a:pt x="970" y="471"/>
                          </a:lnTo>
                          <a:lnTo>
                            <a:pt x="967" y="470"/>
                          </a:lnTo>
                          <a:lnTo>
                            <a:pt x="965" y="470"/>
                          </a:lnTo>
                          <a:lnTo>
                            <a:pt x="962" y="469"/>
                          </a:lnTo>
                          <a:lnTo>
                            <a:pt x="960" y="468"/>
                          </a:lnTo>
                          <a:lnTo>
                            <a:pt x="957" y="468"/>
                          </a:lnTo>
                          <a:lnTo>
                            <a:pt x="955" y="467"/>
                          </a:lnTo>
                          <a:lnTo>
                            <a:pt x="953" y="467"/>
                          </a:lnTo>
                          <a:lnTo>
                            <a:pt x="950" y="466"/>
                          </a:lnTo>
                          <a:lnTo>
                            <a:pt x="948" y="465"/>
                          </a:lnTo>
                          <a:lnTo>
                            <a:pt x="945" y="464"/>
                          </a:lnTo>
                          <a:lnTo>
                            <a:pt x="943" y="464"/>
                          </a:lnTo>
                          <a:lnTo>
                            <a:pt x="941" y="463"/>
                          </a:lnTo>
                          <a:lnTo>
                            <a:pt x="938" y="462"/>
                          </a:lnTo>
                          <a:lnTo>
                            <a:pt x="936" y="462"/>
                          </a:lnTo>
                          <a:lnTo>
                            <a:pt x="933" y="461"/>
                          </a:lnTo>
                          <a:lnTo>
                            <a:pt x="931" y="460"/>
                          </a:lnTo>
                          <a:lnTo>
                            <a:pt x="929" y="459"/>
                          </a:lnTo>
                          <a:lnTo>
                            <a:pt x="926" y="459"/>
                          </a:lnTo>
                          <a:lnTo>
                            <a:pt x="924" y="458"/>
                          </a:lnTo>
                          <a:lnTo>
                            <a:pt x="921" y="458"/>
                          </a:lnTo>
                          <a:lnTo>
                            <a:pt x="919" y="457"/>
                          </a:lnTo>
                          <a:lnTo>
                            <a:pt x="916" y="456"/>
                          </a:lnTo>
                          <a:lnTo>
                            <a:pt x="914" y="456"/>
                          </a:lnTo>
                          <a:lnTo>
                            <a:pt x="912" y="455"/>
                          </a:lnTo>
                          <a:lnTo>
                            <a:pt x="909" y="454"/>
                          </a:lnTo>
                          <a:lnTo>
                            <a:pt x="907" y="453"/>
                          </a:lnTo>
                          <a:lnTo>
                            <a:pt x="904" y="453"/>
                          </a:lnTo>
                          <a:lnTo>
                            <a:pt x="902" y="452"/>
                          </a:lnTo>
                          <a:lnTo>
                            <a:pt x="900" y="451"/>
                          </a:lnTo>
                          <a:lnTo>
                            <a:pt x="897" y="451"/>
                          </a:lnTo>
                          <a:lnTo>
                            <a:pt x="895" y="450"/>
                          </a:lnTo>
                          <a:lnTo>
                            <a:pt x="892" y="449"/>
                          </a:lnTo>
                          <a:lnTo>
                            <a:pt x="890" y="448"/>
                          </a:lnTo>
                          <a:lnTo>
                            <a:pt x="888" y="448"/>
                          </a:lnTo>
                          <a:lnTo>
                            <a:pt x="885" y="447"/>
                          </a:lnTo>
                          <a:lnTo>
                            <a:pt x="883" y="447"/>
                          </a:lnTo>
                          <a:lnTo>
                            <a:pt x="880" y="446"/>
                          </a:lnTo>
                          <a:lnTo>
                            <a:pt x="878" y="445"/>
                          </a:lnTo>
                          <a:lnTo>
                            <a:pt x="876" y="444"/>
                          </a:lnTo>
                          <a:lnTo>
                            <a:pt x="873" y="444"/>
                          </a:lnTo>
                          <a:lnTo>
                            <a:pt x="871" y="443"/>
                          </a:lnTo>
                          <a:lnTo>
                            <a:pt x="868" y="442"/>
                          </a:lnTo>
                          <a:lnTo>
                            <a:pt x="866" y="442"/>
                          </a:lnTo>
                          <a:lnTo>
                            <a:pt x="864" y="441"/>
                          </a:lnTo>
                          <a:lnTo>
                            <a:pt x="861" y="440"/>
                          </a:lnTo>
                          <a:lnTo>
                            <a:pt x="859" y="440"/>
                          </a:lnTo>
                          <a:lnTo>
                            <a:pt x="856" y="439"/>
                          </a:lnTo>
                          <a:lnTo>
                            <a:pt x="854" y="438"/>
                          </a:lnTo>
                          <a:lnTo>
                            <a:pt x="852" y="438"/>
                          </a:lnTo>
                          <a:lnTo>
                            <a:pt x="849" y="437"/>
                          </a:lnTo>
                          <a:lnTo>
                            <a:pt x="847" y="436"/>
                          </a:lnTo>
                          <a:lnTo>
                            <a:pt x="845" y="436"/>
                          </a:lnTo>
                          <a:lnTo>
                            <a:pt x="842" y="435"/>
                          </a:lnTo>
                          <a:lnTo>
                            <a:pt x="840" y="435"/>
                          </a:lnTo>
                          <a:lnTo>
                            <a:pt x="837" y="434"/>
                          </a:lnTo>
                          <a:lnTo>
                            <a:pt x="835" y="433"/>
                          </a:lnTo>
                          <a:lnTo>
                            <a:pt x="833" y="432"/>
                          </a:lnTo>
                          <a:lnTo>
                            <a:pt x="830" y="432"/>
                          </a:lnTo>
                          <a:lnTo>
                            <a:pt x="828" y="431"/>
                          </a:lnTo>
                          <a:lnTo>
                            <a:pt x="825" y="430"/>
                          </a:lnTo>
                          <a:lnTo>
                            <a:pt x="823" y="430"/>
                          </a:lnTo>
                          <a:lnTo>
                            <a:pt x="821" y="429"/>
                          </a:lnTo>
                          <a:lnTo>
                            <a:pt x="818" y="428"/>
                          </a:lnTo>
                          <a:lnTo>
                            <a:pt x="816" y="428"/>
                          </a:lnTo>
                          <a:lnTo>
                            <a:pt x="813" y="427"/>
                          </a:lnTo>
                          <a:lnTo>
                            <a:pt x="811" y="427"/>
                          </a:lnTo>
                          <a:lnTo>
                            <a:pt x="809" y="426"/>
                          </a:lnTo>
                          <a:lnTo>
                            <a:pt x="806" y="425"/>
                          </a:lnTo>
                          <a:lnTo>
                            <a:pt x="804" y="424"/>
                          </a:lnTo>
                          <a:lnTo>
                            <a:pt x="801" y="424"/>
                          </a:lnTo>
                          <a:lnTo>
                            <a:pt x="799" y="423"/>
                          </a:lnTo>
                          <a:lnTo>
                            <a:pt x="797" y="422"/>
                          </a:lnTo>
                          <a:lnTo>
                            <a:pt x="794" y="422"/>
                          </a:lnTo>
                          <a:lnTo>
                            <a:pt x="792" y="421"/>
                          </a:lnTo>
                          <a:lnTo>
                            <a:pt x="789" y="421"/>
                          </a:lnTo>
                          <a:lnTo>
                            <a:pt x="787" y="420"/>
                          </a:lnTo>
                          <a:lnTo>
                            <a:pt x="784" y="419"/>
                          </a:lnTo>
                          <a:lnTo>
                            <a:pt x="782" y="419"/>
                          </a:lnTo>
                          <a:lnTo>
                            <a:pt x="780" y="418"/>
                          </a:lnTo>
                          <a:lnTo>
                            <a:pt x="777" y="417"/>
                          </a:lnTo>
                          <a:lnTo>
                            <a:pt x="775" y="417"/>
                          </a:lnTo>
                          <a:lnTo>
                            <a:pt x="772" y="416"/>
                          </a:lnTo>
                          <a:lnTo>
                            <a:pt x="770" y="415"/>
                          </a:lnTo>
                          <a:lnTo>
                            <a:pt x="768" y="415"/>
                          </a:lnTo>
                          <a:lnTo>
                            <a:pt x="765" y="414"/>
                          </a:lnTo>
                          <a:lnTo>
                            <a:pt x="763" y="413"/>
                          </a:lnTo>
                          <a:lnTo>
                            <a:pt x="760" y="413"/>
                          </a:lnTo>
                          <a:lnTo>
                            <a:pt x="758" y="412"/>
                          </a:lnTo>
                          <a:lnTo>
                            <a:pt x="756" y="412"/>
                          </a:lnTo>
                          <a:lnTo>
                            <a:pt x="753" y="411"/>
                          </a:lnTo>
                          <a:lnTo>
                            <a:pt x="751" y="410"/>
                          </a:lnTo>
                          <a:lnTo>
                            <a:pt x="748" y="410"/>
                          </a:lnTo>
                          <a:lnTo>
                            <a:pt x="746" y="409"/>
                          </a:lnTo>
                          <a:lnTo>
                            <a:pt x="743" y="408"/>
                          </a:lnTo>
                          <a:lnTo>
                            <a:pt x="741" y="408"/>
                          </a:lnTo>
                          <a:lnTo>
                            <a:pt x="739" y="407"/>
                          </a:lnTo>
                          <a:lnTo>
                            <a:pt x="736" y="406"/>
                          </a:lnTo>
                          <a:lnTo>
                            <a:pt x="734" y="406"/>
                          </a:lnTo>
                          <a:lnTo>
                            <a:pt x="731" y="405"/>
                          </a:lnTo>
                          <a:lnTo>
                            <a:pt x="729" y="404"/>
                          </a:lnTo>
                          <a:lnTo>
                            <a:pt x="727" y="404"/>
                          </a:lnTo>
                          <a:lnTo>
                            <a:pt x="724" y="403"/>
                          </a:lnTo>
                          <a:lnTo>
                            <a:pt x="722" y="402"/>
                          </a:lnTo>
                          <a:lnTo>
                            <a:pt x="719" y="402"/>
                          </a:lnTo>
                          <a:lnTo>
                            <a:pt x="717" y="401"/>
                          </a:lnTo>
                          <a:lnTo>
                            <a:pt x="715" y="401"/>
                          </a:lnTo>
                          <a:lnTo>
                            <a:pt x="712" y="400"/>
                          </a:lnTo>
                          <a:lnTo>
                            <a:pt x="710" y="399"/>
                          </a:lnTo>
                          <a:lnTo>
                            <a:pt x="707" y="399"/>
                          </a:lnTo>
                          <a:lnTo>
                            <a:pt x="705" y="398"/>
                          </a:lnTo>
                          <a:lnTo>
                            <a:pt x="703" y="397"/>
                          </a:lnTo>
                          <a:lnTo>
                            <a:pt x="700" y="397"/>
                          </a:lnTo>
                          <a:lnTo>
                            <a:pt x="698" y="396"/>
                          </a:lnTo>
                          <a:lnTo>
                            <a:pt x="695" y="395"/>
                          </a:lnTo>
                          <a:lnTo>
                            <a:pt x="693" y="395"/>
                          </a:lnTo>
                          <a:lnTo>
                            <a:pt x="690" y="394"/>
                          </a:lnTo>
                          <a:lnTo>
                            <a:pt x="688" y="393"/>
                          </a:lnTo>
                          <a:lnTo>
                            <a:pt x="686" y="393"/>
                          </a:lnTo>
                          <a:lnTo>
                            <a:pt x="683" y="392"/>
                          </a:lnTo>
                          <a:lnTo>
                            <a:pt x="681" y="392"/>
                          </a:lnTo>
                          <a:lnTo>
                            <a:pt x="678" y="391"/>
                          </a:lnTo>
                          <a:lnTo>
                            <a:pt x="676" y="390"/>
                          </a:lnTo>
                          <a:lnTo>
                            <a:pt x="674" y="389"/>
                          </a:lnTo>
                          <a:lnTo>
                            <a:pt x="671" y="389"/>
                          </a:lnTo>
                          <a:lnTo>
                            <a:pt x="669" y="388"/>
                          </a:lnTo>
                          <a:lnTo>
                            <a:pt x="666" y="387"/>
                          </a:lnTo>
                          <a:lnTo>
                            <a:pt x="664" y="386"/>
                          </a:lnTo>
                          <a:lnTo>
                            <a:pt x="662" y="386"/>
                          </a:lnTo>
                          <a:lnTo>
                            <a:pt x="659" y="385"/>
                          </a:lnTo>
                          <a:lnTo>
                            <a:pt x="657" y="384"/>
                          </a:lnTo>
                          <a:lnTo>
                            <a:pt x="654" y="384"/>
                          </a:lnTo>
                          <a:lnTo>
                            <a:pt x="652" y="383"/>
                          </a:lnTo>
                          <a:lnTo>
                            <a:pt x="649" y="382"/>
                          </a:lnTo>
                          <a:lnTo>
                            <a:pt x="647" y="381"/>
                          </a:lnTo>
                          <a:lnTo>
                            <a:pt x="645" y="381"/>
                          </a:lnTo>
                          <a:lnTo>
                            <a:pt x="642" y="380"/>
                          </a:lnTo>
                          <a:lnTo>
                            <a:pt x="640" y="379"/>
                          </a:lnTo>
                          <a:lnTo>
                            <a:pt x="637" y="378"/>
                          </a:lnTo>
                          <a:lnTo>
                            <a:pt x="635" y="378"/>
                          </a:lnTo>
                          <a:lnTo>
                            <a:pt x="633" y="377"/>
                          </a:lnTo>
                          <a:lnTo>
                            <a:pt x="630" y="376"/>
                          </a:lnTo>
                          <a:lnTo>
                            <a:pt x="628" y="375"/>
                          </a:lnTo>
                          <a:lnTo>
                            <a:pt x="625" y="374"/>
                          </a:lnTo>
                          <a:lnTo>
                            <a:pt x="623" y="373"/>
                          </a:lnTo>
                          <a:lnTo>
                            <a:pt x="621" y="373"/>
                          </a:lnTo>
                          <a:lnTo>
                            <a:pt x="618" y="372"/>
                          </a:lnTo>
                          <a:lnTo>
                            <a:pt x="616" y="371"/>
                          </a:lnTo>
                          <a:lnTo>
                            <a:pt x="613" y="370"/>
                          </a:lnTo>
                          <a:lnTo>
                            <a:pt x="611" y="369"/>
                          </a:lnTo>
                          <a:lnTo>
                            <a:pt x="609" y="369"/>
                          </a:lnTo>
                          <a:lnTo>
                            <a:pt x="606" y="368"/>
                          </a:lnTo>
                          <a:lnTo>
                            <a:pt x="604" y="367"/>
                          </a:lnTo>
                          <a:lnTo>
                            <a:pt x="601" y="366"/>
                          </a:lnTo>
                          <a:lnTo>
                            <a:pt x="599" y="365"/>
                          </a:lnTo>
                          <a:lnTo>
                            <a:pt x="597" y="364"/>
                          </a:lnTo>
                          <a:lnTo>
                            <a:pt x="594" y="363"/>
                          </a:lnTo>
                          <a:lnTo>
                            <a:pt x="592" y="362"/>
                          </a:lnTo>
                          <a:lnTo>
                            <a:pt x="590" y="361"/>
                          </a:lnTo>
                          <a:lnTo>
                            <a:pt x="587" y="360"/>
                          </a:lnTo>
                          <a:lnTo>
                            <a:pt x="585" y="359"/>
                          </a:lnTo>
                          <a:lnTo>
                            <a:pt x="582" y="358"/>
                          </a:lnTo>
                          <a:lnTo>
                            <a:pt x="580" y="358"/>
                          </a:lnTo>
                          <a:lnTo>
                            <a:pt x="578" y="356"/>
                          </a:lnTo>
                          <a:lnTo>
                            <a:pt x="575" y="355"/>
                          </a:lnTo>
                          <a:lnTo>
                            <a:pt x="573" y="355"/>
                          </a:lnTo>
                          <a:lnTo>
                            <a:pt x="570" y="353"/>
                          </a:lnTo>
                          <a:lnTo>
                            <a:pt x="568" y="352"/>
                          </a:lnTo>
                          <a:lnTo>
                            <a:pt x="566" y="351"/>
                          </a:lnTo>
                          <a:lnTo>
                            <a:pt x="563" y="350"/>
                          </a:lnTo>
                          <a:lnTo>
                            <a:pt x="561" y="349"/>
                          </a:lnTo>
                          <a:lnTo>
                            <a:pt x="558" y="348"/>
                          </a:lnTo>
                          <a:lnTo>
                            <a:pt x="556" y="347"/>
                          </a:lnTo>
                          <a:lnTo>
                            <a:pt x="554" y="346"/>
                          </a:lnTo>
                          <a:lnTo>
                            <a:pt x="551" y="344"/>
                          </a:lnTo>
                          <a:lnTo>
                            <a:pt x="549" y="343"/>
                          </a:lnTo>
                          <a:lnTo>
                            <a:pt x="546" y="342"/>
                          </a:lnTo>
                          <a:lnTo>
                            <a:pt x="544" y="341"/>
                          </a:lnTo>
                          <a:lnTo>
                            <a:pt x="542" y="340"/>
                          </a:lnTo>
                          <a:lnTo>
                            <a:pt x="539" y="338"/>
                          </a:lnTo>
                          <a:lnTo>
                            <a:pt x="537" y="337"/>
                          </a:lnTo>
                          <a:lnTo>
                            <a:pt x="534" y="336"/>
                          </a:lnTo>
                          <a:lnTo>
                            <a:pt x="532" y="335"/>
                          </a:lnTo>
                          <a:lnTo>
                            <a:pt x="530" y="333"/>
                          </a:lnTo>
                          <a:lnTo>
                            <a:pt x="527" y="332"/>
                          </a:lnTo>
                          <a:lnTo>
                            <a:pt x="525" y="331"/>
                          </a:lnTo>
                          <a:lnTo>
                            <a:pt x="522" y="329"/>
                          </a:lnTo>
                          <a:lnTo>
                            <a:pt x="520" y="328"/>
                          </a:lnTo>
                          <a:lnTo>
                            <a:pt x="517" y="327"/>
                          </a:lnTo>
                          <a:lnTo>
                            <a:pt x="515" y="325"/>
                          </a:lnTo>
                          <a:lnTo>
                            <a:pt x="513" y="324"/>
                          </a:lnTo>
                          <a:lnTo>
                            <a:pt x="510" y="322"/>
                          </a:lnTo>
                          <a:lnTo>
                            <a:pt x="508" y="321"/>
                          </a:lnTo>
                          <a:lnTo>
                            <a:pt x="505" y="319"/>
                          </a:lnTo>
                          <a:lnTo>
                            <a:pt x="503" y="317"/>
                          </a:lnTo>
                          <a:lnTo>
                            <a:pt x="501" y="316"/>
                          </a:lnTo>
                          <a:lnTo>
                            <a:pt x="498" y="314"/>
                          </a:lnTo>
                          <a:lnTo>
                            <a:pt x="496" y="312"/>
                          </a:lnTo>
                          <a:lnTo>
                            <a:pt x="493" y="311"/>
                          </a:lnTo>
                          <a:lnTo>
                            <a:pt x="491" y="309"/>
                          </a:lnTo>
                          <a:lnTo>
                            <a:pt x="489" y="307"/>
                          </a:lnTo>
                          <a:lnTo>
                            <a:pt x="486" y="306"/>
                          </a:lnTo>
                          <a:lnTo>
                            <a:pt x="484" y="304"/>
                          </a:lnTo>
                          <a:lnTo>
                            <a:pt x="481" y="302"/>
                          </a:lnTo>
                          <a:lnTo>
                            <a:pt x="479" y="301"/>
                          </a:lnTo>
                          <a:lnTo>
                            <a:pt x="476" y="299"/>
                          </a:lnTo>
                          <a:lnTo>
                            <a:pt x="474" y="297"/>
                          </a:lnTo>
                          <a:lnTo>
                            <a:pt x="472" y="295"/>
                          </a:lnTo>
                          <a:lnTo>
                            <a:pt x="469" y="293"/>
                          </a:lnTo>
                          <a:lnTo>
                            <a:pt x="467" y="291"/>
                          </a:lnTo>
                          <a:lnTo>
                            <a:pt x="464" y="289"/>
                          </a:lnTo>
                          <a:lnTo>
                            <a:pt x="462" y="287"/>
                          </a:lnTo>
                          <a:lnTo>
                            <a:pt x="460" y="285"/>
                          </a:lnTo>
                          <a:lnTo>
                            <a:pt x="457" y="283"/>
                          </a:lnTo>
                          <a:lnTo>
                            <a:pt x="455" y="281"/>
                          </a:lnTo>
                          <a:lnTo>
                            <a:pt x="452" y="279"/>
                          </a:lnTo>
                          <a:lnTo>
                            <a:pt x="450" y="277"/>
                          </a:lnTo>
                          <a:lnTo>
                            <a:pt x="448" y="275"/>
                          </a:lnTo>
                          <a:lnTo>
                            <a:pt x="445" y="273"/>
                          </a:lnTo>
                          <a:lnTo>
                            <a:pt x="443" y="270"/>
                          </a:lnTo>
                          <a:lnTo>
                            <a:pt x="440" y="269"/>
                          </a:lnTo>
                          <a:lnTo>
                            <a:pt x="438" y="266"/>
                          </a:lnTo>
                          <a:lnTo>
                            <a:pt x="436" y="264"/>
                          </a:lnTo>
                          <a:lnTo>
                            <a:pt x="433" y="262"/>
                          </a:lnTo>
                          <a:lnTo>
                            <a:pt x="431" y="260"/>
                          </a:lnTo>
                          <a:lnTo>
                            <a:pt x="428" y="257"/>
                          </a:lnTo>
                          <a:lnTo>
                            <a:pt x="426" y="255"/>
                          </a:lnTo>
                          <a:lnTo>
                            <a:pt x="423" y="253"/>
                          </a:lnTo>
                          <a:lnTo>
                            <a:pt x="421" y="251"/>
                          </a:lnTo>
                          <a:lnTo>
                            <a:pt x="419" y="249"/>
                          </a:lnTo>
                          <a:lnTo>
                            <a:pt x="416" y="246"/>
                          </a:lnTo>
                          <a:lnTo>
                            <a:pt x="414" y="244"/>
                          </a:lnTo>
                          <a:lnTo>
                            <a:pt x="411" y="242"/>
                          </a:lnTo>
                          <a:lnTo>
                            <a:pt x="409" y="240"/>
                          </a:lnTo>
                          <a:lnTo>
                            <a:pt x="407" y="238"/>
                          </a:lnTo>
                          <a:lnTo>
                            <a:pt x="404" y="235"/>
                          </a:lnTo>
                          <a:lnTo>
                            <a:pt x="402" y="233"/>
                          </a:lnTo>
                          <a:lnTo>
                            <a:pt x="399" y="231"/>
                          </a:lnTo>
                          <a:lnTo>
                            <a:pt x="397" y="229"/>
                          </a:lnTo>
                          <a:lnTo>
                            <a:pt x="395" y="227"/>
                          </a:lnTo>
                          <a:lnTo>
                            <a:pt x="392" y="225"/>
                          </a:lnTo>
                          <a:lnTo>
                            <a:pt x="390" y="223"/>
                          </a:lnTo>
                          <a:lnTo>
                            <a:pt x="387" y="221"/>
                          </a:lnTo>
                          <a:lnTo>
                            <a:pt x="385" y="220"/>
                          </a:lnTo>
                          <a:lnTo>
                            <a:pt x="382" y="218"/>
                          </a:lnTo>
                          <a:lnTo>
                            <a:pt x="380" y="217"/>
                          </a:lnTo>
                          <a:lnTo>
                            <a:pt x="378" y="216"/>
                          </a:lnTo>
                          <a:lnTo>
                            <a:pt x="375" y="215"/>
                          </a:lnTo>
                          <a:lnTo>
                            <a:pt x="373" y="214"/>
                          </a:lnTo>
                          <a:lnTo>
                            <a:pt x="370" y="214"/>
                          </a:lnTo>
                          <a:lnTo>
                            <a:pt x="368" y="213"/>
                          </a:lnTo>
                          <a:lnTo>
                            <a:pt x="366" y="213"/>
                          </a:lnTo>
                          <a:lnTo>
                            <a:pt x="363" y="214"/>
                          </a:lnTo>
                          <a:lnTo>
                            <a:pt x="361" y="213"/>
                          </a:lnTo>
                          <a:lnTo>
                            <a:pt x="358" y="214"/>
                          </a:lnTo>
                          <a:lnTo>
                            <a:pt x="356" y="214"/>
                          </a:lnTo>
                          <a:lnTo>
                            <a:pt x="354" y="214"/>
                          </a:lnTo>
                          <a:lnTo>
                            <a:pt x="351" y="214"/>
                          </a:lnTo>
                          <a:lnTo>
                            <a:pt x="349" y="214"/>
                          </a:lnTo>
                          <a:lnTo>
                            <a:pt x="347" y="214"/>
                          </a:lnTo>
                          <a:lnTo>
                            <a:pt x="344" y="213"/>
                          </a:lnTo>
                          <a:lnTo>
                            <a:pt x="342" y="213"/>
                          </a:lnTo>
                          <a:lnTo>
                            <a:pt x="339" y="213"/>
                          </a:lnTo>
                          <a:lnTo>
                            <a:pt x="337" y="213"/>
                          </a:lnTo>
                          <a:lnTo>
                            <a:pt x="335" y="213"/>
                          </a:lnTo>
                          <a:lnTo>
                            <a:pt x="332" y="213"/>
                          </a:lnTo>
                          <a:lnTo>
                            <a:pt x="330" y="213"/>
                          </a:lnTo>
                          <a:lnTo>
                            <a:pt x="327" y="213"/>
                          </a:lnTo>
                          <a:lnTo>
                            <a:pt x="325" y="213"/>
                          </a:lnTo>
                          <a:lnTo>
                            <a:pt x="323" y="213"/>
                          </a:lnTo>
                          <a:lnTo>
                            <a:pt x="320" y="213"/>
                          </a:lnTo>
                          <a:lnTo>
                            <a:pt x="318" y="214"/>
                          </a:lnTo>
                          <a:lnTo>
                            <a:pt x="315" y="215"/>
                          </a:lnTo>
                          <a:lnTo>
                            <a:pt x="313" y="215"/>
                          </a:lnTo>
                          <a:lnTo>
                            <a:pt x="311" y="216"/>
                          </a:lnTo>
                          <a:lnTo>
                            <a:pt x="308" y="217"/>
                          </a:lnTo>
                          <a:lnTo>
                            <a:pt x="306" y="217"/>
                          </a:lnTo>
                          <a:lnTo>
                            <a:pt x="303" y="218"/>
                          </a:lnTo>
                          <a:lnTo>
                            <a:pt x="301" y="219"/>
                          </a:lnTo>
                          <a:lnTo>
                            <a:pt x="299" y="219"/>
                          </a:lnTo>
                          <a:lnTo>
                            <a:pt x="296" y="220"/>
                          </a:lnTo>
                          <a:lnTo>
                            <a:pt x="294" y="221"/>
                          </a:lnTo>
                          <a:lnTo>
                            <a:pt x="291" y="221"/>
                          </a:lnTo>
                          <a:lnTo>
                            <a:pt x="289" y="221"/>
                          </a:lnTo>
                          <a:lnTo>
                            <a:pt x="287" y="221"/>
                          </a:lnTo>
                          <a:lnTo>
                            <a:pt x="284" y="221"/>
                          </a:lnTo>
                          <a:lnTo>
                            <a:pt x="282" y="221"/>
                          </a:lnTo>
                          <a:lnTo>
                            <a:pt x="279" y="222"/>
                          </a:lnTo>
                          <a:lnTo>
                            <a:pt x="277" y="221"/>
                          </a:lnTo>
                          <a:lnTo>
                            <a:pt x="275" y="221"/>
                          </a:lnTo>
                          <a:lnTo>
                            <a:pt x="272" y="222"/>
                          </a:lnTo>
                          <a:lnTo>
                            <a:pt x="270" y="222"/>
                          </a:lnTo>
                          <a:lnTo>
                            <a:pt x="267" y="221"/>
                          </a:lnTo>
                          <a:lnTo>
                            <a:pt x="265" y="222"/>
                          </a:lnTo>
                          <a:lnTo>
                            <a:pt x="263" y="223"/>
                          </a:lnTo>
                          <a:lnTo>
                            <a:pt x="260" y="222"/>
                          </a:lnTo>
                          <a:lnTo>
                            <a:pt x="258" y="223"/>
                          </a:lnTo>
                          <a:lnTo>
                            <a:pt x="255" y="223"/>
                          </a:lnTo>
                          <a:lnTo>
                            <a:pt x="253" y="223"/>
                          </a:lnTo>
                          <a:lnTo>
                            <a:pt x="250" y="223"/>
                          </a:lnTo>
                          <a:lnTo>
                            <a:pt x="248" y="224"/>
                          </a:lnTo>
                          <a:lnTo>
                            <a:pt x="246" y="224"/>
                          </a:lnTo>
                          <a:lnTo>
                            <a:pt x="243" y="224"/>
                          </a:lnTo>
                          <a:lnTo>
                            <a:pt x="241" y="224"/>
                          </a:lnTo>
                          <a:lnTo>
                            <a:pt x="238" y="224"/>
                          </a:lnTo>
                          <a:lnTo>
                            <a:pt x="236" y="223"/>
                          </a:lnTo>
                          <a:lnTo>
                            <a:pt x="234" y="223"/>
                          </a:lnTo>
                          <a:lnTo>
                            <a:pt x="231" y="223"/>
                          </a:lnTo>
                          <a:lnTo>
                            <a:pt x="229" y="222"/>
                          </a:lnTo>
                          <a:lnTo>
                            <a:pt x="226" y="222"/>
                          </a:lnTo>
                          <a:lnTo>
                            <a:pt x="224" y="221"/>
                          </a:lnTo>
                          <a:lnTo>
                            <a:pt x="222" y="221"/>
                          </a:lnTo>
                          <a:lnTo>
                            <a:pt x="219" y="220"/>
                          </a:lnTo>
                          <a:lnTo>
                            <a:pt x="217" y="220"/>
                          </a:lnTo>
                          <a:lnTo>
                            <a:pt x="214" y="219"/>
                          </a:lnTo>
                          <a:lnTo>
                            <a:pt x="212" y="218"/>
                          </a:lnTo>
                          <a:lnTo>
                            <a:pt x="209" y="218"/>
                          </a:lnTo>
                          <a:lnTo>
                            <a:pt x="207" y="217"/>
                          </a:lnTo>
                          <a:lnTo>
                            <a:pt x="205" y="216"/>
                          </a:lnTo>
                          <a:lnTo>
                            <a:pt x="202" y="216"/>
                          </a:lnTo>
                          <a:lnTo>
                            <a:pt x="200" y="215"/>
                          </a:lnTo>
                          <a:lnTo>
                            <a:pt x="197" y="215"/>
                          </a:lnTo>
                          <a:lnTo>
                            <a:pt x="195" y="214"/>
                          </a:lnTo>
                          <a:lnTo>
                            <a:pt x="193" y="213"/>
                          </a:lnTo>
                          <a:lnTo>
                            <a:pt x="190" y="213"/>
                          </a:lnTo>
                          <a:lnTo>
                            <a:pt x="188" y="213"/>
                          </a:lnTo>
                          <a:lnTo>
                            <a:pt x="185" y="212"/>
                          </a:lnTo>
                          <a:lnTo>
                            <a:pt x="183" y="212"/>
                          </a:lnTo>
                          <a:lnTo>
                            <a:pt x="181" y="212"/>
                          </a:lnTo>
                          <a:lnTo>
                            <a:pt x="178" y="211"/>
                          </a:lnTo>
                          <a:lnTo>
                            <a:pt x="176" y="211"/>
                          </a:lnTo>
                          <a:lnTo>
                            <a:pt x="173" y="210"/>
                          </a:lnTo>
                          <a:lnTo>
                            <a:pt x="171" y="210"/>
                          </a:lnTo>
                          <a:lnTo>
                            <a:pt x="169" y="210"/>
                          </a:lnTo>
                          <a:lnTo>
                            <a:pt x="166" y="209"/>
                          </a:lnTo>
                          <a:lnTo>
                            <a:pt x="164" y="209"/>
                          </a:lnTo>
                          <a:lnTo>
                            <a:pt x="161" y="209"/>
                          </a:lnTo>
                          <a:lnTo>
                            <a:pt x="159" y="209"/>
                          </a:lnTo>
                          <a:lnTo>
                            <a:pt x="156" y="209"/>
                          </a:lnTo>
                          <a:lnTo>
                            <a:pt x="154" y="209"/>
                          </a:lnTo>
                          <a:lnTo>
                            <a:pt x="152" y="208"/>
                          </a:lnTo>
                          <a:lnTo>
                            <a:pt x="149" y="208"/>
                          </a:lnTo>
                          <a:lnTo>
                            <a:pt x="147" y="208"/>
                          </a:lnTo>
                          <a:lnTo>
                            <a:pt x="144" y="207"/>
                          </a:lnTo>
                          <a:lnTo>
                            <a:pt x="142" y="207"/>
                          </a:lnTo>
                          <a:lnTo>
                            <a:pt x="140" y="207"/>
                          </a:lnTo>
                          <a:lnTo>
                            <a:pt x="137" y="207"/>
                          </a:lnTo>
                          <a:lnTo>
                            <a:pt x="135" y="207"/>
                          </a:lnTo>
                          <a:lnTo>
                            <a:pt x="132" y="207"/>
                          </a:lnTo>
                          <a:lnTo>
                            <a:pt x="130" y="206"/>
                          </a:lnTo>
                          <a:lnTo>
                            <a:pt x="128" y="206"/>
                          </a:lnTo>
                          <a:lnTo>
                            <a:pt x="125" y="206"/>
                          </a:lnTo>
                          <a:lnTo>
                            <a:pt x="123" y="205"/>
                          </a:lnTo>
                          <a:lnTo>
                            <a:pt x="120" y="204"/>
                          </a:lnTo>
                          <a:lnTo>
                            <a:pt x="118" y="204"/>
                          </a:lnTo>
                          <a:lnTo>
                            <a:pt x="115" y="203"/>
                          </a:lnTo>
                          <a:lnTo>
                            <a:pt x="113" y="202"/>
                          </a:lnTo>
                          <a:lnTo>
                            <a:pt x="111" y="201"/>
                          </a:lnTo>
                          <a:lnTo>
                            <a:pt x="108" y="200"/>
                          </a:lnTo>
                          <a:lnTo>
                            <a:pt x="106" y="200"/>
                          </a:lnTo>
                          <a:lnTo>
                            <a:pt x="104" y="199"/>
                          </a:lnTo>
                          <a:lnTo>
                            <a:pt x="101" y="197"/>
                          </a:lnTo>
                          <a:lnTo>
                            <a:pt x="99" y="197"/>
                          </a:lnTo>
                          <a:lnTo>
                            <a:pt x="96" y="196"/>
                          </a:lnTo>
                          <a:lnTo>
                            <a:pt x="94" y="195"/>
                          </a:lnTo>
                          <a:lnTo>
                            <a:pt x="92" y="194"/>
                          </a:lnTo>
                          <a:lnTo>
                            <a:pt x="89" y="193"/>
                          </a:lnTo>
                          <a:lnTo>
                            <a:pt x="87" y="192"/>
                          </a:lnTo>
                          <a:lnTo>
                            <a:pt x="84" y="192"/>
                          </a:lnTo>
                          <a:lnTo>
                            <a:pt x="82" y="190"/>
                          </a:lnTo>
                          <a:lnTo>
                            <a:pt x="80" y="190"/>
                          </a:lnTo>
                          <a:lnTo>
                            <a:pt x="77" y="189"/>
                          </a:lnTo>
                          <a:lnTo>
                            <a:pt x="75" y="188"/>
                          </a:lnTo>
                          <a:lnTo>
                            <a:pt x="72" y="188"/>
                          </a:lnTo>
                          <a:lnTo>
                            <a:pt x="70" y="187"/>
                          </a:lnTo>
                          <a:lnTo>
                            <a:pt x="68" y="187"/>
                          </a:lnTo>
                          <a:lnTo>
                            <a:pt x="65" y="187"/>
                          </a:lnTo>
                          <a:lnTo>
                            <a:pt x="63" y="186"/>
                          </a:lnTo>
                          <a:lnTo>
                            <a:pt x="60" y="186"/>
                          </a:lnTo>
                          <a:lnTo>
                            <a:pt x="58" y="186"/>
                          </a:lnTo>
                          <a:lnTo>
                            <a:pt x="56" y="186"/>
                          </a:lnTo>
                          <a:lnTo>
                            <a:pt x="53" y="185"/>
                          </a:lnTo>
                          <a:lnTo>
                            <a:pt x="51" y="185"/>
                          </a:lnTo>
                          <a:lnTo>
                            <a:pt x="48" y="184"/>
                          </a:lnTo>
                          <a:lnTo>
                            <a:pt x="46" y="184"/>
                          </a:lnTo>
                          <a:lnTo>
                            <a:pt x="44" y="184"/>
                          </a:lnTo>
                          <a:lnTo>
                            <a:pt x="41" y="183"/>
                          </a:lnTo>
                          <a:lnTo>
                            <a:pt x="39" y="183"/>
                          </a:lnTo>
                          <a:lnTo>
                            <a:pt x="36" y="183"/>
                          </a:lnTo>
                          <a:lnTo>
                            <a:pt x="34" y="183"/>
                          </a:lnTo>
                          <a:lnTo>
                            <a:pt x="32" y="182"/>
                          </a:lnTo>
                          <a:lnTo>
                            <a:pt x="29" y="183"/>
                          </a:lnTo>
                          <a:lnTo>
                            <a:pt x="27" y="182"/>
                          </a:lnTo>
                          <a:lnTo>
                            <a:pt x="24" y="181"/>
                          </a:lnTo>
                          <a:lnTo>
                            <a:pt x="22" y="181"/>
                          </a:lnTo>
                          <a:lnTo>
                            <a:pt x="20" y="180"/>
                          </a:lnTo>
                          <a:lnTo>
                            <a:pt x="17" y="179"/>
                          </a:lnTo>
                          <a:lnTo>
                            <a:pt x="15" y="178"/>
                          </a:lnTo>
                          <a:lnTo>
                            <a:pt x="12" y="177"/>
                          </a:lnTo>
                          <a:lnTo>
                            <a:pt x="10" y="176"/>
                          </a:lnTo>
                          <a:lnTo>
                            <a:pt x="8" y="175"/>
                          </a:lnTo>
                          <a:lnTo>
                            <a:pt x="5" y="174"/>
                          </a:lnTo>
                          <a:lnTo>
                            <a:pt x="3" y="173"/>
                          </a:lnTo>
                          <a:lnTo>
                            <a:pt x="0" y="171"/>
                          </a:lnTo>
                          <a:lnTo>
                            <a:pt x="0" y="308"/>
                          </a:lnTo>
                          <a:lnTo>
                            <a:pt x="3" y="307"/>
                          </a:lnTo>
                          <a:lnTo>
                            <a:pt x="5" y="306"/>
                          </a:lnTo>
                          <a:lnTo>
                            <a:pt x="8" y="306"/>
                          </a:lnTo>
                          <a:lnTo>
                            <a:pt x="10" y="305"/>
                          </a:lnTo>
                          <a:lnTo>
                            <a:pt x="12" y="304"/>
                          </a:lnTo>
                          <a:lnTo>
                            <a:pt x="15" y="304"/>
                          </a:lnTo>
                          <a:lnTo>
                            <a:pt x="17" y="304"/>
                          </a:lnTo>
                          <a:lnTo>
                            <a:pt x="20" y="303"/>
                          </a:lnTo>
                          <a:lnTo>
                            <a:pt x="22" y="302"/>
                          </a:lnTo>
                          <a:lnTo>
                            <a:pt x="24" y="302"/>
                          </a:lnTo>
                          <a:lnTo>
                            <a:pt x="27" y="302"/>
                          </a:lnTo>
                          <a:lnTo>
                            <a:pt x="29" y="301"/>
                          </a:lnTo>
                          <a:lnTo>
                            <a:pt x="32" y="301"/>
                          </a:lnTo>
                          <a:lnTo>
                            <a:pt x="34" y="301"/>
                          </a:lnTo>
                          <a:lnTo>
                            <a:pt x="36" y="301"/>
                          </a:lnTo>
                          <a:lnTo>
                            <a:pt x="39" y="301"/>
                          </a:lnTo>
                          <a:lnTo>
                            <a:pt x="41" y="301"/>
                          </a:lnTo>
                          <a:lnTo>
                            <a:pt x="44" y="301"/>
                          </a:lnTo>
                          <a:lnTo>
                            <a:pt x="46" y="301"/>
                          </a:lnTo>
                          <a:lnTo>
                            <a:pt x="48" y="301"/>
                          </a:lnTo>
                          <a:lnTo>
                            <a:pt x="51" y="301"/>
                          </a:lnTo>
                          <a:lnTo>
                            <a:pt x="53" y="301"/>
                          </a:lnTo>
                          <a:lnTo>
                            <a:pt x="56" y="301"/>
                          </a:lnTo>
                          <a:lnTo>
                            <a:pt x="58" y="301"/>
                          </a:lnTo>
                          <a:lnTo>
                            <a:pt x="60" y="301"/>
                          </a:lnTo>
                          <a:lnTo>
                            <a:pt x="63" y="301"/>
                          </a:lnTo>
                          <a:lnTo>
                            <a:pt x="65" y="301"/>
                          </a:lnTo>
                          <a:lnTo>
                            <a:pt x="68" y="301"/>
                          </a:lnTo>
                          <a:lnTo>
                            <a:pt x="70" y="301"/>
                          </a:lnTo>
                          <a:lnTo>
                            <a:pt x="72" y="301"/>
                          </a:lnTo>
                          <a:lnTo>
                            <a:pt x="75" y="301"/>
                          </a:lnTo>
                          <a:lnTo>
                            <a:pt x="77" y="301"/>
                          </a:lnTo>
                          <a:lnTo>
                            <a:pt x="80" y="301"/>
                          </a:lnTo>
                          <a:lnTo>
                            <a:pt x="82" y="301"/>
                          </a:lnTo>
                          <a:lnTo>
                            <a:pt x="84" y="301"/>
                          </a:lnTo>
                          <a:lnTo>
                            <a:pt x="87" y="301"/>
                          </a:lnTo>
                          <a:lnTo>
                            <a:pt x="89" y="302"/>
                          </a:lnTo>
                          <a:lnTo>
                            <a:pt x="92" y="301"/>
                          </a:lnTo>
                          <a:lnTo>
                            <a:pt x="94" y="301"/>
                          </a:lnTo>
                          <a:lnTo>
                            <a:pt x="96" y="302"/>
                          </a:lnTo>
                          <a:lnTo>
                            <a:pt x="99" y="301"/>
                          </a:lnTo>
                          <a:lnTo>
                            <a:pt x="101" y="301"/>
                          </a:lnTo>
                          <a:lnTo>
                            <a:pt x="104" y="302"/>
                          </a:lnTo>
                          <a:lnTo>
                            <a:pt x="106" y="302"/>
                          </a:lnTo>
                          <a:lnTo>
                            <a:pt x="108" y="301"/>
                          </a:lnTo>
                          <a:lnTo>
                            <a:pt x="111" y="302"/>
                          </a:lnTo>
                          <a:lnTo>
                            <a:pt x="113" y="302"/>
                          </a:lnTo>
                          <a:lnTo>
                            <a:pt x="115" y="302"/>
                          </a:lnTo>
                          <a:lnTo>
                            <a:pt x="118" y="301"/>
                          </a:lnTo>
                          <a:lnTo>
                            <a:pt x="120" y="302"/>
                          </a:lnTo>
                          <a:lnTo>
                            <a:pt x="123" y="302"/>
                          </a:lnTo>
                          <a:lnTo>
                            <a:pt x="125" y="301"/>
                          </a:lnTo>
                          <a:lnTo>
                            <a:pt x="128" y="302"/>
                          </a:lnTo>
                          <a:lnTo>
                            <a:pt x="130" y="301"/>
                          </a:lnTo>
                          <a:lnTo>
                            <a:pt x="132" y="301"/>
                          </a:lnTo>
                          <a:lnTo>
                            <a:pt x="135" y="301"/>
                          </a:lnTo>
                          <a:lnTo>
                            <a:pt x="137" y="301"/>
                          </a:lnTo>
                          <a:lnTo>
                            <a:pt x="140" y="300"/>
                          </a:lnTo>
                          <a:lnTo>
                            <a:pt x="142" y="300"/>
                          </a:lnTo>
                          <a:lnTo>
                            <a:pt x="144" y="299"/>
                          </a:lnTo>
                          <a:lnTo>
                            <a:pt x="147" y="299"/>
                          </a:lnTo>
                          <a:lnTo>
                            <a:pt x="149" y="298"/>
                          </a:lnTo>
                          <a:lnTo>
                            <a:pt x="152" y="298"/>
                          </a:lnTo>
                          <a:lnTo>
                            <a:pt x="154" y="298"/>
                          </a:lnTo>
                          <a:lnTo>
                            <a:pt x="156" y="297"/>
                          </a:lnTo>
                          <a:lnTo>
                            <a:pt x="159" y="297"/>
                          </a:lnTo>
                          <a:lnTo>
                            <a:pt x="161" y="296"/>
                          </a:lnTo>
                          <a:lnTo>
                            <a:pt x="164" y="296"/>
                          </a:lnTo>
                          <a:lnTo>
                            <a:pt x="166" y="296"/>
                          </a:lnTo>
                          <a:lnTo>
                            <a:pt x="169" y="295"/>
                          </a:lnTo>
                          <a:lnTo>
                            <a:pt x="171" y="295"/>
                          </a:lnTo>
                          <a:lnTo>
                            <a:pt x="173" y="295"/>
                          </a:lnTo>
                          <a:lnTo>
                            <a:pt x="176" y="294"/>
                          </a:lnTo>
                          <a:lnTo>
                            <a:pt x="178" y="294"/>
                          </a:lnTo>
                          <a:lnTo>
                            <a:pt x="181" y="293"/>
                          </a:lnTo>
                          <a:lnTo>
                            <a:pt x="183" y="293"/>
                          </a:lnTo>
                          <a:lnTo>
                            <a:pt x="185" y="293"/>
                          </a:lnTo>
                          <a:lnTo>
                            <a:pt x="188" y="293"/>
                          </a:lnTo>
                          <a:lnTo>
                            <a:pt x="190" y="293"/>
                          </a:lnTo>
                          <a:lnTo>
                            <a:pt x="193" y="293"/>
                          </a:lnTo>
                          <a:lnTo>
                            <a:pt x="195" y="292"/>
                          </a:lnTo>
                          <a:lnTo>
                            <a:pt x="197" y="292"/>
                          </a:lnTo>
                          <a:lnTo>
                            <a:pt x="200" y="292"/>
                          </a:lnTo>
                          <a:lnTo>
                            <a:pt x="202" y="292"/>
                          </a:lnTo>
                          <a:lnTo>
                            <a:pt x="205" y="292"/>
                          </a:lnTo>
                          <a:lnTo>
                            <a:pt x="207" y="292"/>
                          </a:lnTo>
                          <a:lnTo>
                            <a:pt x="209" y="292"/>
                          </a:lnTo>
                          <a:lnTo>
                            <a:pt x="212" y="292"/>
                          </a:lnTo>
                          <a:lnTo>
                            <a:pt x="214" y="291"/>
                          </a:lnTo>
                          <a:lnTo>
                            <a:pt x="217" y="291"/>
                          </a:lnTo>
                          <a:lnTo>
                            <a:pt x="219" y="291"/>
                          </a:lnTo>
                          <a:lnTo>
                            <a:pt x="222" y="291"/>
                          </a:lnTo>
                          <a:lnTo>
                            <a:pt x="224" y="290"/>
                          </a:lnTo>
                          <a:lnTo>
                            <a:pt x="226" y="290"/>
                          </a:lnTo>
                          <a:lnTo>
                            <a:pt x="229" y="291"/>
                          </a:lnTo>
                          <a:lnTo>
                            <a:pt x="231" y="290"/>
                          </a:lnTo>
                          <a:lnTo>
                            <a:pt x="234" y="290"/>
                          </a:lnTo>
                          <a:lnTo>
                            <a:pt x="236" y="291"/>
                          </a:lnTo>
                          <a:lnTo>
                            <a:pt x="238" y="291"/>
                          </a:lnTo>
                          <a:lnTo>
                            <a:pt x="241" y="291"/>
                          </a:lnTo>
                          <a:lnTo>
                            <a:pt x="243" y="292"/>
                          </a:lnTo>
                          <a:lnTo>
                            <a:pt x="246" y="292"/>
                          </a:lnTo>
                          <a:lnTo>
                            <a:pt x="248" y="292"/>
                          </a:lnTo>
                          <a:lnTo>
                            <a:pt x="250" y="293"/>
                          </a:lnTo>
                          <a:lnTo>
                            <a:pt x="253" y="293"/>
                          </a:lnTo>
                          <a:lnTo>
                            <a:pt x="255" y="293"/>
                          </a:lnTo>
                          <a:lnTo>
                            <a:pt x="258" y="294"/>
                          </a:lnTo>
                          <a:lnTo>
                            <a:pt x="260" y="294"/>
                          </a:lnTo>
                          <a:lnTo>
                            <a:pt x="263" y="294"/>
                          </a:lnTo>
                          <a:lnTo>
                            <a:pt x="265" y="295"/>
                          </a:lnTo>
                          <a:lnTo>
                            <a:pt x="267" y="295"/>
                          </a:lnTo>
                          <a:lnTo>
                            <a:pt x="270" y="295"/>
                          </a:lnTo>
                          <a:lnTo>
                            <a:pt x="272" y="295"/>
                          </a:lnTo>
                          <a:lnTo>
                            <a:pt x="275" y="295"/>
                          </a:lnTo>
                          <a:lnTo>
                            <a:pt x="277" y="295"/>
                          </a:lnTo>
                          <a:lnTo>
                            <a:pt x="279" y="295"/>
                          </a:lnTo>
                          <a:lnTo>
                            <a:pt x="282" y="295"/>
                          </a:lnTo>
                          <a:lnTo>
                            <a:pt x="284" y="295"/>
                          </a:lnTo>
                          <a:lnTo>
                            <a:pt x="287" y="295"/>
                          </a:lnTo>
                          <a:lnTo>
                            <a:pt x="289" y="295"/>
                          </a:lnTo>
                          <a:lnTo>
                            <a:pt x="291" y="295"/>
                          </a:lnTo>
                          <a:lnTo>
                            <a:pt x="294" y="295"/>
                          </a:lnTo>
                          <a:lnTo>
                            <a:pt x="296" y="295"/>
                          </a:lnTo>
                          <a:lnTo>
                            <a:pt x="299" y="295"/>
                          </a:lnTo>
                          <a:lnTo>
                            <a:pt x="301" y="295"/>
                          </a:lnTo>
                          <a:lnTo>
                            <a:pt x="303" y="295"/>
                          </a:lnTo>
                          <a:lnTo>
                            <a:pt x="306" y="295"/>
                          </a:lnTo>
                          <a:lnTo>
                            <a:pt x="308" y="295"/>
                          </a:lnTo>
                          <a:lnTo>
                            <a:pt x="311" y="295"/>
                          </a:lnTo>
                          <a:lnTo>
                            <a:pt x="313" y="294"/>
                          </a:lnTo>
                          <a:lnTo>
                            <a:pt x="315" y="294"/>
                          </a:lnTo>
                          <a:lnTo>
                            <a:pt x="318" y="295"/>
                          </a:lnTo>
                          <a:lnTo>
                            <a:pt x="320" y="294"/>
                          </a:lnTo>
                          <a:lnTo>
                            <a:pt x="323" y="294"/>
                          </a:lnTo>
                          <a:lnTo>
                            <a:pt x="325" y="294"/>
                          </a:lnTo>
                          <a:lnTo>
                            <a:pt x="327" y="295"/>
                          </a:lnTo>
                          <a:lnTo>
                            <a:pt x="330" y="295"/>
                          </a:lnTo>
                          <a:lnTo>
                            <a:pt x="332" y="295"/>
                          </a:lnTo>
                          <a:lnTo>
                            <a:pt x="335" y="295"/>
                          </a:lnTo>
                          <a:lnTo>
                            <a:pt x="337" y="295"/>
                          </a:lnTo>
                          <a:lnTo>
                            <a:pt x="339" y="295"/>
                          </a:lnTo>
                          <a:lnTo>
                            <a:pt x="342" y="295"/>
                          </a:lnTo>
                          <a:lnTo>
                            <a:pt x="344" y="295"/>
                          </a:lnTo>
                          <a:lnTo>
                            <a:pt x="347" y="295"/>
                          </a:lnTo>
                          <a:lnTo>
                            <a:pt x="349" y="295"/>
                          </a:lnTo>
                          <a:lnTo>
                            <a:pt x="351" y="295"/>
                          </a:lnTo>
                          <a:lnTo>
                            <a:pt x="354" y="295"/>
                          </a:lnTo>
                          <a:lnTo>
                            <a:pt x="356" y="295"/>
                          </a:lnTo>
                          <a:lnTo>
                            <a:pt x="358" y="295"/>
                          </a:lnTo>
                          <a:lnTo>
                            <a:pt x="361" y="295"/>
                          </a:lnTo>
                          <a:lnTo>
                            <a:pt x="363" y="296"/>
                          </a:lnTo>
                          <a:lnTo>
                            <a:pt x="366" y="298"/>
                          </a:lnTo>
                          <a:lnTo>
                            <a:pt x="368" y="299"/>
                          </a:lnTo>
                          <a:lnTo>
                            <a:pt x="370" y="301"/>
                          </a:lnTo>
                          <a:lnTo>
                            <a:pt x="373" y="303"/>
                          </a:lnTo>
                          <a:lnTo>
                            <a:pt x="375" y="305"/>
                          </a:lnTo>
                          <a:lnTo>
                            <a:pt x="378" y="307"/>
                          </a:lnTo>
                          <a:lnTo>
                            <a:pt x="380" y="309"/>
                          </a:lnTo>
                          <a:lnTo>
                            <a:pt x="382" y="311"/>
                          </a:lnTo>
                          <a:lnTo>
                            <a:pt x="385" y="313"/>
                          </a:lnTo>
                          <a:lnTo>
                            <a:pt x="387" y="316"/>
                          </a:lnTo>
                          <a:lnTo>
                            <a:pt x="390" y="318"/>
                          </a:lnTo>
                          <a:lnTo>
                            <a:pt x="392" y="321"/>
                          </a:lnTo>
                          <a:lnTo>
                            <a:pt x="395" y="323"/>
                          </a:lnTo>
                          <a:lnTo>
                            <a:pt x="397" y="325"/>
                          </a:lnTo>
                          <a:lnTo>
                            <a:pt x="399" y="327"/>
                          </a:lnTo>
                          <a:lnTo>
                            <a:pt x="402" y="330"/>
                          </a:lnTo>
                          <a:lnTo>
                            <a:pt x="404" y="332"/>
                          </a:lnTo>
                          <a:lnTo>
                            <a:pt x="407" y="335"/>
                          </a:lnTo>
                          <a:lnTo>
                            <a:pt x="409" y="337"/>
                          </a:lnTo>
                          <a:lnTo>
                            <a:pt x="411" y="339"/>
                          </a:lnTo>
                          <a:lnTo>
                            <a:pt x="414" y="341"/>
                          </a:lnTo>
                          <a:lnTo>
                            <a:pt x="416" y="343"/>
                          </a:lnTo>
                          <a:lnTo>
                            <a:pt x="419" y="345"/>
                          </a:lnTo>
                          <a:lnTo>
                            <a:pt x="421" y="347"/>
                          </a:lnTo>
                          <a:lnTo>
                            <a:pt x="423" y="349"/>
                          </a:lnTo>
                          <a:lnTo>
                            <a:pt x="426" y="351"/>
                          </a:lnTo>
                          <a:lnTo>
                            <a:pt x="428" y="353"/>
                          </a:lnTo>
                          <a:lnTo>
                            <a:pt x="431" y="355"/>
                          </a:lnTo>
                          <a:lnTo>
                            <a:pt x="433" y="357"/>
                          </a:lnTo>
                          <a:lnTo>
                            <a:pt x="436" y="359"/>
                          </a:lnTo>
                          <a:lnTo>
                            <a:pt x="438" y="361"/>
                          </a:lnTo>
                          <a:lnTo>
                            <a:pt x="440" y="363"/>
                          </a:lnTo>
                          <a:lnTo>
                            <a:pt x="443" y="365"/>
                          </a:lnTo>
                          <a:lnTo>
                            <a:pt x="445" y="367"/>
                          </a:lnTo>
                          <a:lnTo>
                            <a:pt x="448" y="369"/>
                          </a:lnTo>
                          <a:lnTo>
                            <a:pt x="450" y="371"/>
                          </a:lnTo>
                          <a:lnTo>
                            <a:pt x="452" y="372"/>
                          </a:lnTo>
                          <a:lnTo>
                            <a:pt x="455" y="374"/>
                          </a:lnTo>
                          <a:lnTo>
                            <a:pt x="457" y="376"/>
                          </a:lnTo>
                          <a:lnTo>
                            <a:pt x="460" y="378"/>
                          </a:lnTo>
                          <a:lnTo>
                            <a:pt x="462" y="379"/>
                          </a:lnTo>
                          <a:lnTo>
                            <a:pt x="464" y="381"/>
                          </a:lnTo>
                          <a:lnTo>
                            <a:pt x="467" y="382"/>
                          </a:lnTo>
                          <a:lnTo>
                            <a:pt x="469" y="384"/>
                          </a:lnTo>
                          <a:lnTo>
                            <a:pt x="472" y="386"/>
                          </a:lnTo>
                          <a:lnTo>
                            <a:pt x="474" y="388"/>
                          </a:lnTo>
                          <a:lnTo>
                            <a:pt x="476" y="389"/>
                          </a:lnTo>
                          <a:lnTo>
                            <a:pt x="479" y="391"/>
                          </a:lnTo>
                          <a:lnTo>
                            <a:pt x="481" y="393"/>
                          </a:lnTo>
                          <a:lnTo>
                            <a:pt x="484" y="395"/>
                          </a:lnTo>
                          <a:lnTo>
                            <a:pt x="486" y="396"/>
                          </a:lnTo>
                          <a:lnTo>
                            <a:pt x="489" y="398"/>
                          </a:lnTo>
                          <a:lnTo>
                            <a:pt x="491" y="400"/>
                          </a:lnTo>
                          <a:lnTo>
                            <a:pt x="493" y="401"/>
                          </a:lnTo>
                          <a:lnTo>
                            <a:pt x="496" y="403"/>
                          </a:lnTo>
                          <a:lnTo>
                            <a:pt x="498" y="405"/>
                          </a:lnTo>
                          <a:lnTo>
                            <a:pt x="501" y="406"/>
                          </a:lnTo>
                          <a:lnTo>
                            <a:pt x="503" y="408"/>
                          </a:lnTo>
                          <a:lnTo>
                            <a:pt x="505" y="409"/>
                          </a:lnTo>
                          <a:lnTo>
                            <a:pt x="508" y="411"/>
                          </a:lnTo>
                          <a:lnTo>
                            <a:pt x="510" y="412"/>
                          </a:lnTo>
                          <a:lnTo>
                            <a:pt x="513" y="414"/>
                          </a:lnTo>
                          <a:lnTo>
                            <a:pt x="515" y="415"/>
                          </a:lnTo>
                          <a:lnTo>
                            <a:pt x="517" y="417"/>
                          </a:lnTo>
                          <a:lnTo>
                            <a:pt x="520" y="418"/>
                          </a:lnTo>
                          <a:lnTo>
                            <a:pt x="522" y="420"/>
                          </a:lnTo>
                          <a:lnTo>
                            <a:pt x="525" y="421"/>
                          </a:lnTo>
                          <a:lnTo>
                            <a:pt x="527" y="423"/>
                          </a:lnTo>
                          <a:lnTo>
                            <a:pt x="530" y="425"/>
                          </a:lnTo>
                          <a:lnTo>
                            <a:pt x="532" y="426"/>
                          </a:lnTo>
                          <a:lnTo>
                            <a:pt x="534" y="427"/>
                          </a:lnTo>
                          <a:lnTo>
                            <a:pt x="537" y="429"/>
                          </a:lnTo>
                          <a:lnTo>
                            <a:pt x="539" y="430"/>
                          </a:lnTo>
                          <a:lnTo>
                            <a:pt x="542" y="432"/>
                          </a:lnTo>
                          <a:lnTo>
                            <a:pt x="544" y="433"/>
                          </a:lnTo>
                          <a:lnTo>
                            <a:pt x="546" y="435"/>
                          </a:lnTo>
                          <a:lnTo>
                            <a:pt x="549" y="436"/>
                          </a:lnTo>
                          <a:lnTo>
                            <a:pt x="551" y="438"/>
                          </a:lnTo>
                          <a:lnTo>
                            <a:pt x="554" y="439"/>
                          </a:lnTo>
                          <a:lnTo>
                            <a:pt x="556" y="440"/>
                          </a:lnTo>
                          <a:lnTo>
                            <a:pt x="558" y="442"/>
                          </a:lnTo>
                          <a:lnTo>
                            <a:pt x="561" y="443"/>
                          </a:lnTo>
                          <a:lnTo>
                            <a:pt x="563" y="445"/>
                          </a:lnTo>
                          <a:lnTo>
                            <a:pt x="566" y="446"/>
                          </a:lnTo>
                          <a:lnTo>
                            <a:pt x="568" y="447"/>
                          </a:lnTo>
                          <a:lnTo>
                            <a:pt x="570" y="449"/>
                          </a:lnTo>
                          <a:lnTo>
                            <a:pt x="573" y="450"/>
                          </a:lnTo>
                          <a:lnTo>
                            <a:pt x="575" y="451"/>
                          </a:lnTo>
                          <a:lnTo>
                            <a:pt x="578" y="453"/>
                          </a:lnTo>
                          <a:lnTo>
                            <a:pt x="580" y="454"/>
                          </a:lnTo>
                          <a:lnTo>
                            <a:pt x="582" y="456"/>
                          </a:lnTo>
                          <a:lnTo>
                            <a:pt x="585" y="457"/>
                          </a:lnTo>
                          <a:lnTo>
                            <a:pt x="587" y="458"/>
                          </a:lnTo>
                          <a:lnTo>
                            <a:pt x="590" y="460"/>
                          </a:lnTo>
                          <a:lnTo>
                            <a:pt x="592" y="461"/>
                          </a:lnTo>
                          <a:lnTo>
                            <a:pt x="594" y="462"/>
                          </a:lnTo>
                          <a:lnTo>
                            <a:pt x="597" y="464"/>
                          </a:lnTo>
                          <a:lnTo>
                            <a:pt x="599" y="465"/>
                          </a:lnTo>
                          <a:lnTo>
                            <a:pt x="601" y="467"/>
                          </a:lnTo>
                          <a:lnTo>
                            <a:pt x="604" y="468"/>
                          </a:lnTo>
                          <a:lnTo>
                            <a:pt x="606" y="469"/>
                          </a:lnTo>
                          <a:lnTo>
                            <a:pt x="609" y="470"/>
                          </a:lnTo>
                          <a:lnTo>
                            <a:pt x="611" y="471"/>
                          </a:lnTo>
                          <a:lnTo>
                            <a:pt x="613" y="473"/>
                          </a:lnTo>
                          <a:lnTo>
                            <a:pt x="616" y="474"/>
                          </a:lnTo>
                          <a:lnTo>
                            <a:pt x="618" y="476"/>
                          </a:lnTo>
                          <a:lnTo>
                            <a:pt x="621" y="477"/>
                          </a:lnTo>
                          <a:lnTo>
                            <a:pt x="623" y="478"/>
                          </a:lnTo>
                          <a:lnTo>
                            <a:pt x="625" y="479"/>
                          </a:lnTo>
                          <a:lnTo>
                            <a:pt x="628" y="481"/>
                          </a:lnTo>
                          <a:lnTo>
                            <a:pt x="630" y="482"/>
                          </a:lnTo>
                          <a:lnTo>
                            <a:pt x="633" y="483"/>
                          </a:lnTo>
                          <a:lnTo>
                            <a:pt x="635" y="484"/>
                          </a:lnTo>
                          <a:lnTo>
                            <a:pt x="637" y="485"/>
                          </a:lnTo>
                          <a:lnTo>
                            <a:pt x="640" y="486"/>
                          </a:lnTo>
                          <a:lnTo>
                            <a:pt x="642" y="487"/>
                          </a:lnTo>
                          <a:lnTo>
                            <a:pt x="645" y="488"/>
                          </a:lnTo>
                          <a:lnTo>
                            <a:pt x="647" y="490"/>
                          </a:lnTo>
                          <a:lnTo>
                            <a:pt x="649" y="491"/>
                          </a:lnTo>
                          <a:lnTo>
                            <a:pt x="652" y="492"/>
                          </a:lnTo>
                          <a:lnTo>
                            <a:pt x="654" y="493"/>
                          </a:lnTo>
                          <a:lnTo>
                            <a:pt x="657" y="494"/>
                          </a:lnTo>
                          <a:lnTo>
                            <a:pt x="659" y="495"/>
                          </a:lnTo>
                          <a:lnTo>
                            <a:pt x="662" y="496"/>
                          </a:lnTo>
                          <a:lnTo>
                            <a:pt x="664" y="498"/>
                          </a:lnTo>
                          <a:lnTo>
                            <a:pt x="666" y="499"/>
                          </a:lnTo>
                          <a:lnTo>
                            <a:pt x="669" y="499"/>
                          </a:lnTo>
                          <a:lnTo>
                            <a:pt x="671" y="501"/>
                          </a:lnTo>
                          <a:lnTo>
                            <a:pt x="674" y="502"/>
                          </a:lnTo>
                          <a:lnTo>
                            <a:pt x="676" y="502"/>
                          </a:lnTo>
                          <a:lnTo>
                            <a:pt x="678" y="504"/>
                          </a:lnTo>
                          <a:lnTo>
                            <a:pt x="681" y="504"/>
                          </a:lnTo>
                          <a:lnTo>
                            <a:pt x="683" y="505"/>
                          </a:lnTo>
                          <a:lnTo>
                            <a:pt x="686" y="506"/>
                          </a:lnTo>
                          <a:lnTo>
                            <a:pt x="688" y="507"/>
                          </a:lnTo>
                          <a:lnTo>
                            <a:pt x="690" y="508"/>
                          </a:lnTo>
                          <a:lnTo>
                            <a:pt x="693" y="509"/>
                          </a:lnTo>
                          <a:lnTo>
                            <a:pt x="695" y="510"/>
                          </a:lnTo>
                          <a:lnTo>
                            <a:pt x="698" y="511"/>
                          </a:lnTo>
                          <a:lnTo>
                            <a:pt x="700" y="512"/>
                          </a:lnTo>
                          <a:lnTo>
                            <a:pt x="703" y="513"/>
                          </a:lnTo>
                          <a:lnTo>
                            <a:pt x="705" y="514"/>
                          </a:lnTo>
                          <a:lnTo>
                            <a:pt x="707" y="515"/>
                          </a:lnTo>
                          <a:lnTo>
                            <a:pt x="710" y="516"/>
                          </a:lnTo>
                          <a:lnTo>
                            <a:pt x="712" y="517"/>
                          </a:lnTo>
                          <a:lnTo>
                            <a:pt x="715" y="518"/>
                          </a:lnTo>
                          <a:lnTo>
                            <a:pt x="717" y="519"/>
                          </a:lnTo>
                          <a:lnTo>
                            <a:pt x="719" y="519"/>
                          </a:lnTo>
                          <a:lnTo>
                            <a:pt x="722" y="520"/>
                          </a:lnTo>
                          <a:lnTo>
                            <a:pt x="724" y="521"/>
                          </a:lnTo>
                          <a:lnTo>
                            <a:pt x="727" y="522"/>
                          </a:lnTo>
                          <a:lnTo>
                            <a:pt x="729" y="523"/>
                          </a:lnTo>
                          <a:lnTo>
                            <a:pt x="731" y="524"/>
                          </a:lnTo>
                          <a:lnTo>
                            <a:pt x="734" y="525"/>
                          </a:lnTo>
                          <a:lnTo>
                            <a:pt x="736" y="526"/>
                          </a:lnTo>
                          <a:lnTo>
                            <a:pt x="739" y="527"/>
                          </a:lnTo>
                          <a:lnTo>
                            <a:pt x="741" y="527"/>
                          </a:lnTo>
                          <a:lnTo>
                            <a:pt x="743" y="528"/>
                          </a:lnTo>
                          <a:lnTo>
                            <a:pt x="746" y="529"/>
                          </a:lnTo>
                          <a:lnTo>
                            <a:pt x="748" y="530"/>
                          </a:lnTo>
                          <a:lnTo>
                            <a:pt x="751" y="531"/>
                          </a:lnTo>
                          <a:lnTo>
                            <a:pt x="753" y="531"/>
                          </a:lnTo>
                          <a:lnTo>
                            <a:pt x="756" y="532"/>
                          </a:lnTo>
                          <a:lnTo>
                            <a:pt x="758" y="533"/>
                          </a:lnTo>
                          <a:lnTo>
                            <a:pt x="760" y="534"/>
                          </a:lnTo>
                          <a:lnTo>
                            <a:pt x="763" y="535"/>
                          </a:lnTo>
                          <a:lnTo>
                            <a:pt x="765" y="536"/>
                          </a:lnTo>
                          <a:lnTo>
                            <a:pt x="768" y="536"/>
                          </a:lnTo>
                          <a:lnTo>
                            <a:pt x="770" y="537"/>
                          </a:lnTo>
                          <a:lnTo>
                            <a:pt x="772" y="538"/>
                          </a:lnTo>
                          <a:lnTo>
                            <a:pt x="775" y="539"/>
                          </a:lnTo>
                          <a:lnTo>
                            <a:pt x="777" y="540"/>
                          </a:lnTo>
                          <a:lnTo>
                            <a:pt x="780" y="541"/>
                          </a:lnTo>
                          <a:lnTo>
                            <a:pt x="782" y="541"/>
                          </a:lnTo>
                          <a:lnTo>
                            <a:pt x="784" y="542"/>
                          </a:lnTo>
                          <a:lnTo>
                            <a:pt x="787" y="543"/>
                          </a:lnTo>
                          <a:lnTo>
                            <a:pt x="789" y="544"/>
                          </a:lnTo>
                          <a:lnTo>
                            <a:pt x="792" y="544"/>
                          </a:lnTo>
                          <a:lnTo>
                            <a:pt x="794" y="545"/>
                          </a:lnTo>
                          <a:lnTo>
                            <a:pt x="797" y="545"/>
                          </a:lnTo>
                          <a:lnTo>
                            <a:pt x="799" y="546"/>
                          </a:lnTo>
                          <a:lnTo>
                            <a:pt x="801" y="547"/>
                          </a:lnTo>
                          <a:lnTo>
                            <a:pt x="804" y="548"/>
                          </a:lnTo>
                          <a:lnTo>
                            <a:pt x="806" y="548"/>
                          </a:lnTo>
                          <a:lnTo>
                            <a:pt x="809" y="549"/>
                          </a:lnTo>
                          <a:lnTo>
                            <a:pt x="811" y="550"/>
                          </a:lnTo>
                          <a:lnTo>
                            <a:pt x="813" y="550"/>
                          </a:lnTo>
                          <a:lnTo>
                            <a:pt x="816" y="551"/>
                          </a:lnTo>
                          <a:lnTo>
                            <a:pt x="818" y="551"/>
                          </a:lnTo>
                          <a:lnTo>
                            <a:pt x="821" y="552"/>
                          </a:lnTo>
                          <a:lnTo>
                            <a:pt x="823" y="553"/>
                          </a:lnTo>
                          <a:lnTo>
                            <a:pt x="825" y="554"/>
                          </a:lnTo>
                          <a:lnTo>
                            <a:pt x="828" y="554"/>
                          </a:lnTo>
                          <a:lnTo>
                            <a:pt x="830" y="555"/>
                          </a:lnTo>
                          <a:lnTo>
                            <a:pt x="833" y="556"/>
                          </a:lnTo>
                          <a:lnTo>
                            <a:pt x="835" y="556"/>
                          </a:lnTo>
                          <a:lnTo>
                            <a:pt x="837" y="557"/>
                          </a:lnTo>
                          <a:lnTo>
                            <a:pt x="840" y="558"/>
                          </a:lnTo>
                          <a:lnTo>
                            <a:pt x="842" y="558"/>
                          </a:lnTo>
                          <a:lnTo>
                            <a:pt x="845" y="559"/>
                          </a:lnTo>
                          <a:lnTo>
                            <a:pt x="847" y="560"/>
                          </a:lnTo>
                          <a:lnTo>
                            <a:pt x="849" y="560"/>
                          </a:lnTo>
                          <a:lnTo>
                            <a:pt x="852" y="561"/>
                          </a:lnTo>
                          <a:lnTo>
                            <a:pt x="854" y="562"/>
                          </a:lnTo>
                          <a:lnTo>
                            <a:pt x="856" y="562"/>
                          </a:lnTo>
                          <a:lnTo>
                            <a:pt x="859" y="563"/>
                          </a:lnTo>
                          <a:lnTo>
                            <a:pt x="861" y="564"/>
                          </a:lnTo>
                          <a:lnTo>
                            <a:pt x="864" y="564"/>
                          </a:lnTo>
                          <a:lnTo>
                            <a:pt x="866" y="565"/>
                          </a:lnTo>
                          <a:lnTo>
                            <a:pt x="868" y="565"/>
                          </a:lnTo>
                          <a:lnTo>
                            <a:pt x="871" y="566"/>
                          </a:lnTo>
                          <a:lnTo>
                            <a:pt x="873" y="567"/>
                          </a:lnTo>
                          <a:lnTo>
                            <a:pt x="876" y="568"/>
                          </a:lnTo>
                          <a:lnTo>
                            <a:pt x="878" y="568"/>
                          </a:lnTo>
                          <a:lnTo>
                            <a:pt x="880" y="569"/>
                          </a:lnTo>
                          <a:lnTo>
                            <a:pt x="883" y="570"/>
                          </a:lnTo>
                          <a:lnTo>
                            <a:pt x="885" y="570"/>
                          </a:lnTo>
                          <a:lnTo>
                            <a:pt x="888" y="571"/>
                          </a:lnTo>
                          <a:lnTo>
                            <a:pt x="890" y="571"/>
                          </a:lnTo>
                          <a:lnTo>
                            <a:pt x="892" y="572"/>
                          </a:lnTo>
                          <a:lnTo>
                            <a:pt x="895" y="573"/>
                          </a:lnTo>
                          <a:lnTo>
                            <a:pt x="897" y="573"/>
                          </a:lnTo>
                          <a:lnTo>
                            <a:pt x="900" y="574"/>
                          </a:lnTo>
                          <a:lnTo>
                            <a:pt x="902" y="575"/>
                          </a:lnTo>
                          <a:lnTo>
                            <a:pt x="904" y="576"/>
                          </a:lnTo>
                          <a:lnTo>
                            <a:pt x="907" y="576"/>
                          </a:lnTo>
                          <a:lnTo>
                            <a:pt x="909" y="577"/>
                          </a:lnTo>
                          <a:lnTo>
                            <a:pt x="912" y="577"/>
                          </a:lnTo>
                          <a:lnTo>
                            <a:pt x="914" y="578"/>
                          </a:lnTo>
                          <a:lnTo>
                            <a:pt x="916" y="579"/>
                          </a:lnTo>
                          <a:lnTo>
                            <a:pt x="919" y="579"/>
                          </a:lnTo>
                          <a:lnTo>
                            <a:pt x="921" y="580"/>
                          </a:lnTo>
                          <a:lnTo>
                            <a:pt x="924" y="581"/>
                          </a:lnTo>
                          <a:lnTo>
                            <a:pt x="926" y="582"/>
                          </a:lnTo>
                          <a:lnTo>
                            <a:pt x="929" y="582"/>
                          </a:lnTo>
                          <a:lnTo>
                            <a:pt x="931" y="583"/>
                          </a:lnTo>
                          <a:lnTo>
                            <a:pt x="933" y="584"/>
                          </a:lnTo>
                          <a:lnTo>
                            <a:pt x="936" y="584"/>
                          </a:lnTo>
                          <a:lnTo>
                            <a:pt x="938" y="585"/>
                          </a:lnTo>
                          <a:lnTo>
                            <a:pt x="941" y="585"/>
                          </a:lnTo>
                          <a:lnTo>
                            <a:pt x="943" y="586"/>
                          </a:lnTo>
                          <a:lnTo>
                            <a:pt x="945" y="587"/>
                          </a:lnTo>
                          <a:lnTo>
                            <a:pt x="948" y="587"/>
                          </a:lnTo>
                          <a:lnTo>
                            <a:pt x="950" y="588"/>
                          </a:lnTo>
                          <a:lnTo>
                            <a:pt x="953" y="588"/>
                          </a:lnTo>
                          <a:lnTo>
                            <a:pt x="955" y="589"/>
                          </a:lnTo>
                          <a:lnTo>
                            <a:pt x="957" y="590"/>
                          </a:lnTo>
                          <a:lnTo>
                            <a:pt x="960" y="591"/>
                          </a:lnTo>
                          <a:lnTo>
                            <a:pt x="962" y="591"/>
                          </a:lnTo>
                          <a:lnTo>
                            <a:pt x="965" y="592"/>
                          </a:lnTo>
                          <a:lnTo>
                            <a:pt x="967" y="593"/>
                          </a:lnTo>
                          <a:lnTo>
                            <a:pt x="970" y="593"/>
                          </a:lnTo>
                          <a:lnTo>
                            <a:pt x="972" y="594"/>
                          </a:lnTo>
                          <a:lnTo>
                            <a:pt x="974" y="594"/>
                          </a:lnTo>
                          <a:lnTo>
                            <a:pt x="977" y="595"/>
                          </a:lnTo>
                          <a:lnTo>
                            <a:pt x="979" y="596"/>
                          </a:lnTo>
                          <a:lnTo>
                            <a:pt x="982" y="596"/>
                          </a:lnTo>
                          <a:lnTo>
                            <a:pt x="984" y="597"/>
                          </a:lnTo>
                          <a:lnTo>
                            <a:pt x="986" y="597"/>
                          </a:lnTo>
                          <a:lnTo>
                            <a:pt x="989" y="598"/>
                          </a:lnTo>
                          <a:lnTo>
                            <a:pt x="991" y="599"/>
                          </a:lnTo>
                          <a:lnTo>
                            <a:pt x="994" y="599"/>
                          </a:lnTo>
                          <a:lnTo>
                            <a:pt x="996" y="600"/>
                          </a:lnTo>
                          <a:lnTo>
                            <a:pt x="998" y="600"/>
                          </a:lnTo>
                          <a:lnTo>
                            <a:pt x="1001" y="601"/>
                          </a:lnTo>
                          <a:lnTo>
                            <a:pt x="1003" y="602"/>
                          </a:lnTo>
                          <a:lnTo>
                            <a:pt x="1006" y="602"/>
                          </a:lnTo>
                          <a:lnTo>
                            <a:pt x="1008" y="603"/>
                          </a:lnTo>
                          <a:lnTo>
                            <a:pt x="1010" y="604"/>
                          </a:lnTo>
                          <a:lnTo>
                            <a:pt x="1013" y="604"/>
                          </a:lnTo>
                          <a:lnTo>
                            <a:pt x="1015" y="605"/>
                          </a:lnTo>
                          <a:lnTo>
                            <a:pt x="1018" y="605"/>
                          </a:lnTo>
                          <a:lnTo>
                            <a:pt x="1020" y="605"/>
                          </a:lnTo>
                          <a:lnTo>
                            <a:pt x="1023" y="606"/>
                          </a:lnTo>
                          <a:lnTo>
                            <a:pt x="1025" y="607"/>
                          </a:lnTo>
                          <a:lnTo>
                            <a:pt x="1027" y="607"/>
                          </a:lnTo>
                          <a:lnTo>
                            <a:pt x="1030" y="608"/>
                          </a:lnTo>
                          <a:lnTo>
                            <a:pt x="1032" y="608"/>
                          </a:lnTo>
                          <a:lnTo>
                            <a:pt x="1035" y="609"/>
                          </a:lnTo>
                          <a:lnTo>
                            <a:pt x="1037" y="609"/>
                          </a:lnTo>
                          <a:lnTo>
                            <a:pt x="1039" y="610"/>
                          </a:lnTo>
                          <a:lnTo>
                            <a:pt x="1042" y="610"/>
                          </a:lnTo>
                          <a:lnTo>
                            <a:pt x="1044" y="611"/>
                          </a:lnTo>
                          <a:lnTo>
                            <a:pt x="1047" y="611"/>
                          </a:lnTo>
                          <a:lnTo>
                            <a:pt x="1049" y="612"/>
                          </a:lnTo>
                          <a:lnTo>
                            <a:pt x="1051" y="613"/>
                          </a:lnTo>
                          <a:lnTo>
                            <a:pt x="1054" y="613"/>
                          </a:lnTo>
                          <a:lnTo>
                            <a:pt x="1056" y="614"/>
                          </a:lnTo>
                          <a:lnTo>
                            <a:pt x="1059" y="614"/>
                          </a:lnTo>
                          <a:lnTo>
                            <a:pt x="1061" y="615"/>
                          </a:lnTo>
                          <a:lnTo>
                            <a:pt x="1064" y="615"/>
                          </a:lnTo>
                          <a:lnTo>
                            <a:pt x="1066" y="616"/>
                          </a:lnTo>
                          <a:lnTo>
                            <a:pt x="1068" y="616"/>
                          </a:lnTo>
                          <a:lnTo>
                            <a:pt x="1071" y="617"/>
                          </a:lnTo>
                          <a:lnTo>
                            <a:pt x="1073" y="617"/>
                          </a:lnTo>
                          <a:lnTo>
                            <a:pt x="1076" y="618"/>
                          </a:lnTo>
                          <a:lnTo>
                            <a:pt x="1078" y="619"/>
                          </a:lnTo>
                          <a:lnTo>
                            <a:pt x="1080" y="619"/>
                          </a:lnTo>
                          <a:lnTo>
                            <a:pt x="1083" y="620"/>
                          </a:lnTo>
                          <a:lnTo>
                            <a:pt x="1085" y="620"/>
                          </a:lnTo>
                          <a:lnTo>
                            <a:pt x="1088" y="621"/>
                          </a:lnTo>
                          <a:lnTo>
                            <a:pt x="1090" y="621"/>
                          </a:lnTo>
                          <a:lnTo>
                            <a:pt x="1092" y="622"/>
                          </a:lnTo>
                          <a:lnTo>
                            <a:pt x="1095" y="622"/>
                          </a:lnTo>
                          <a:lnTo>
                            <a:pt x="1097" y="623"/>
                          </a:lnTo>
                          <a:lnTo>
                            <a:pt x="1099" y="623"/>
                          </a:lnTo>
                          <a:lnTo>
                            <a:pt x="1102" y="624"/>
                          </a:lnTo>
                          <a:lnTo>
                            <a:pt x="1104" y="625"/>
                          </a:lnTo>
                          <a:lnTo>
                            <a:pt x="1107" y="625"/>
                          </a:lnTo>
                          <a:lnTo>
                            <a:pt x="1109" y="625"/>
                          </a:lnTo>
                          <a:lnTo>
                            <a:pt x="1111" y="626"/>
                          </a:lnTo>
                          <a:lnTo>
                            <a:pt x="1114" y="627"/>
                          </a:lnTo>
                          <a:lnTo>
                            <a:pt x="1116" y="627"/>
                          </a:lnTo>
                          <a:lnTo>
                            <a:pt x="1119" y="628"/>
                          </a:lnTo>
                          <a:lnTo>
                            <a:pt x="1121" y="628"/>
                          </a:lnTo>
                          <a:lnTo>
                            <a:pt x="1123" y="628"/>
                          </a:lnTo>
                          <a:lnTo>
                            <a:pt x="1126" y="629"/>
                          </a:lnTo>
                          <a:lnTo>
                            <a:pt x="1128" y="630"/>
                          </a:lnTo>
                          <a:lnTo>
                            <a:pt x="1131" y="630"/>
                          </a:lnTo>
                          <a:lnTo>
                            <a:pt x="1133" y="631"/>
                          </a:lnTo>
                          <a:lnTo>
                            <a:pt x="1135" y="631"/>
                          </a:lnTo>
                          <a:lnTo>
                            <a:pt x="1138" y="631"/>
                          </a:lnTo>
                          <a:lnTo>
                            <a:pt x="1140" y="632"/>
                          </a:lnTo>
                          <a:lnTo>
                            <a:pt x="1143" y="632"/>
                          </a:lnTo>
                          <a:lnTo>
                            <a:pt x="1145" y="633"/>
                          </a:lnTo>
                          <a:lnTo>
                            <a:pt x="1147" y="633"/>
                          </a:lnTo>
                          <a:lnTo>
                            <a:pt x="1150" y="634"/>
                          </a:lnTo>
                          <a:lnTo>
                            <a:pt x="1152" y="634"/>
                          </a:lnTo>
                          <a:lnTo>
                            <a:pt x="1155" y="635"/>
                          </a:lnTo>
                          <a:lnTo>
                            <a:pt x="1157" y="635"/>
                          </a:lnTo>
                          <a:lnTo>
                            <a:pt x="1159" y="636"/>
                          </a:lnTo>
                          <a:lnTo>
                            <a:pt x="1162" y="636"/>
                          </a:lnTo>
                          <a:lnTo>
                            <a:pt x="1164" y="637"/>
                          </a:lnTo>
                          <a:lnTo>
                            <a:pt x="1167" y="637"/>
                          </a:lnTo>
                          <a:lnTo>
                            <a:pt x="1169" y="637"/>
                          </a:lnTo>
                          <a:lnTo>
                            <a:pt x="1171" y="638"/>
                          </a:lnTo>
                          <a:lnTo>
                            <a:pt x="1174" y="639"/>
                          </a:lnTo>
                          <a:lnTo>
                            <a:pt x="1176" y="639"/>
                          </a:lnTo>
                          <a:lnTo>
                            <a:pt x="1179" y="639"/>
                          </a:lnTo>
                          <a:lnTo>
                            <a:pt x="1181" y="640"/>
                          </a:lnTo>
                          <a:lnTo>
                            <a:pt x="1183" y="640"/>
                          </a:lnTo>
                          <a:lnTo>
                            <a:pt x="1186" y="641"/>
                          </a:lnTo>
                          <a:lnTo>
                            <a:pt x="1188" y="641"/>
                          </a:lnTo>
                          <a:lnTo>
                            <a:pt x="1191" y="642"/>
                          </a:lnTo>
                          <a:lnTo>
                            <a:pt x="1193" y="642"/>
                          </a:lnTo>
                          <a:lnTo>
                            <a:pt x="1196" y="643"/>
                          </a:lnTo>
                          <a:lnTo>
                            <a:pt x="1198" y="643"/>
                          </a:lnTo>
                          <a:lnTo>
                            <a:pt x="1200" y="643"/>
                          </a:lnTo>
                          <a:lnTo>
                            <a:pt x="1203" y="644"/>
                          </a:lnTo>
                          <a:lnTo>
                            <a:pt x="1205" y="645"/>
                          </a:lnTo>
                          <a:lnTo>
                            <a:pt x="1208" y="645"/>
                          </a:lnTo>
                          <a:lnTo>
                            <a:pt x="1210" y="645"/>
                          </a:lnTo>
                          <a:lnTo>
                            <a:pt x="1212" y="646"/>
                          </a:lnTo>
                          <a:lnTo>
                            <a:pt x="1215" y="647"/>
                          </a:lnTo>
                          <a:lnTo>
                            <a:pt x="1217" y="647"/>
                          </a:lnTo>
                          <a:lnTo>
                            <a:pt x="1220" y="647"/>
                          </a:lnTo>
                          <a:lnTo>
                            <a:pt x="1222" y="648"/>
                          </a:lnTo>
                          <a:lnTo>
                            <a:pt x="1224" y="648"/>
                          </a:lnTo>
                          <a:lnTo>
                            <a:pt x="1227" y="648"/>
                          </a:lnTo>
                          <a:lnTo>
                            <a:pt x="1229" y="649"/>
                          </a:lnTo>
                          <a:lnTo>
                            <a:pt x="1232" y="649"/>
                          </a:lnTo>
                          <a:lnTo>
                            <a:pt x="1234" y="650"/>
                          </a:lnTo>
                          <a:lnTo>
                            <a:pt x="1237" y="650"/>
                          </a:lnTo>
                          <a:lnTo>
                            <a:pt x="1239" y="650"/>
                          </a:lnTo>
                          <a:lnTo>
                            <a:pt x="1241" y="651"/>
                          </a:lnTo>
                          <a:lnTo>
                            <a:pt x="1244" y="651"/>
                          </a:lnTo>
                          <a:lnTo>
                            <a:pt x="1246" y="651"/>
                          </a:lnTo>
                          <a:lnTo>
                            <a:pt x="1249" y="652"/>
                          </a:lnTo>
                          <a:lnTo>
                            <a:pt x="1251" y="652"/>
                          </a:lnTo>
                          <a:lnTo>
                            <a:pt x="1253" y="653"/>
                          </a:lnTo>
                          <a:lnTo>
                            <a:pt x="1256" y="653"/>
                          </a:lnTo>
                          <a:lnTo>
                            <a:pt x="1258" y="653"/>
                          </a:lnTo>
                          <a:lnTo>
                            <a:pt x="1261" y="654"/>
                          </a:lnTo>
                          <a:lnTo>
                            <a:pt x="1263" y="654"/>
                          </a:lnTo>
                          <a:lnTo>
                            <a:pt x="1265" y="654"/>
                          </a:lnTo>
                          <a:lnTo>
                            <a:pt x="1268" y="655"/>
                          </a:lnTo>
                          <a:lnTo>
                            <a:pt x="1270" y="655"/>
                          </a:lnTo>
                          <a:lnTo>
                            <a:pt x="1273" y="656"/>
                          </a:lnTo>
                          <a:lnTo>
                            <a:pt x="1275" y="656"/>
                          </a:lnTo>
                          <a:lnTo>
                            <a:pt x="1277" y="656"/>
                          </a:lnTo>
                          <a:lnTo>
                            <a:pt x="1280" y="657"/>
                          </a:lnTo>
                          <a:lnTo>
                            <a:pt x="1282" y="657"/>
                          </a:lnTo>
                          <a:lnTo>
                            <a:pt x="1285" y="657"/>
                          </a:lnTo>
                          <a:lnTo>
                            <a:pt x="1287" y="658"/>
                          </a:lnTo>
                          <a:lnTo>
                            <a:pt x="1290" y="658"/>
                          </a:lnTo>
                          <a:lnTo>
                            <a:pt x="1292" y="658"/>
                          </a:lnTo>
                          <a:lnTo>
                            <a:pt x="1294" y="659"/>
                          </a:lnTo>
                          <a:lnTo>
                            <a:pt x="1297" y="659"/>
                          </a:lnTo>
                          <a:lnTo>
                            <a:pt x="1299" y="659"/>
                          </a:lnTo>
                          <a:lnTo>
                            <a:pt x="1302" y="660"/>
                          </a:lnTo>
                          <a:lnTo>
                            <a:pt x="1304" y="660"/>
                          </a:lnTo>
                          <a:lnTo>
                            <a:pt x="1306" y="660"/>
                          </a:lnTo>
                          <a:lnTo>
                            <a:pt x="1309" y="661"/>
                          </a:lnTo>
                          <a:lnTo>
                            <a:pt x="1311" y="661"/>
                          </a:lnTo>
                          <a:lnTo>
                            <a:pt x="1314" y="662"/>
                          </a:lnTo>
                          <a:lnTo>
                            <a:pt x="1316" y="662"/>
                          </a:lnTo>
                          <a:lnTo>
                            <a:pt x="1318" y="662"/>
                          </a:lnTo>
                          <a:lnTo>
                            <a:pt x="1321" y="662"/>
                          </a:lnTo>
                          <a:lnTo>
                            <a:pt x="1323" y="663"/>
                          </a:lnTo>
                          <a:lnTo>
                            <a:pt x="1326" y="663"/>
                          </a:lnTo>
                          <a:lnTo>
                            <a:pt x="1328" y="663"/>
                          </a:lnTo>
                          <a:lnTo>
                            <a:pt x="1331" y="663"/>
                          </a:lnTo>
                          <a:lnTo>
                            <a:pt x="1333" y="664"/>
                          </a:lnTo>
                          <a:lnTo>
                            <a:pt x="1335" y="664"/>
                          </a:lnTo>
                          <a:lnTo>
                            <a:pt x="1338" y="664"/>
                          </a:lnTo>
                          <a:lnTo>
                            <a:pt x="1340" y="665"/>
                          </a:lnTo>
                          <a:lnTo>
                            <a:pt x="1342" y="665"/>
                          </a:lnTo>
                          <a:lnTo>
                            <a:pt x="1345" y="665"/>
                          </a:lnTo>
                          <a:lnTo>
                            <a:pt x="1347" y="665"/>
                          </a:lnTo>
                          <a:lnTo>
                            <a:pt x="1350" y="665"/>
                          </a:lnTo>
                          <a:lnTo>
                            <a:pt x="1352" y="666"/>
                          </a:lnTo>
                          <a:lnTo>
                            <a:pt x="1354" y="666"/>
                          </a:lnTo>
                          <a:lnTo>
                            <a:pt x="1357" y="666"/>
                          </a:lnTo>
                          <a:lnTo>
                            <a:pt x="1359" y="666"/>
                          </a:lnTo>
                          <a:lnTo>
                            <a:pt x="1362" y="667"/>
                          </a:lnTo>
                          <a:lnTo>
                            <a:pt x="1364" y="667"/>
                          </a:lnTo>
                          <a:lnTo>
                            <a:pt x="1366" y="668"/>
                          </a:lnTo>
                          <a:lnTo>
                            <a:pt x="1369" y="668"/>
                          </a:lnTo>
                          <a:lnTo>
                            <a:pt x="1371" y="668"/>
                          </a:lnTo>
                          <a:lnTo>
                            <a:pt x="1374" y="668"/>
                          </a:lnTo>
                          <a:lnTo>
                            <a:pt x="1376" y="669"/>
                          </a:lnTo>
                          <a:lnTo>
                            <a:pt x="1378" y="669"/>
                          </a:lnTo>
                          <a:lnTo>
                            <a:pt x="1381" y="670"/>
                          </a:lnTo>
                          <a:lnTo>
                            <a:pt x="1383" y="670"/>
                          </a:lnTo>
                          <a:lnTo>
                            <a:pt x="1386" y="670"/>
                          </a:lnTo>
                          <a:lnTo>
                            <a:pt x="1388" y="671"/>
                          </a:lnTo>
                          <a:lnTo>
                            <a:pt x="1390" y="671"/>
                          </a:lnTo>
                          <a:lnTo>
                            <a:pt x="1393" y="671"/>
                          </a:lnTo>
                          <a:lnTo>
                            <a:pt x="1395" y="672"/>
                          </a:lnTo>
                          <a:lnTo>
                            <a:pt x="1398" y="672"/>
                          </a:lnTo>
                          <a:lnTo>
                            <a:pt x="1400" y="673"/>
                          </a:lnTo>
                          <a:lnTo>
                            <a:pt x="1402" y="673"/>
                          </a:lnTo>
                          <a:lnTo>
                            <a:pt x="1405" y="673"/>
                          </a:lnTo>
                          <a:lnTo>
                            <a:pt x="1407" y="674"/>
                          </a:lnTo>
                          <a:lnTo>
                            <a:pt x="1410" y="674"/>
                          </a:lnTo>
                          <a:lnTo>
                            <a:pt x="1412" y="674"/>
                          </a:lnTo>
                          <a:lnTo>
                            <a:pt x="1414" y="675"/>
                          </a:lnTo>
                          <a:lnTo>
                            <a:pt x="1417" y="675"/>
                          </a:lnTo>
                          <a:lnTo>
                            <a:pt x="1419" y="676"/>
                          </a:lnTo>
                          <a:lnTo>
                            <a:pt x="1422" y="676"/>
                          </a:lnTo>
                          <a:lnTo>
                            <a:pt x="1424" y="676"/>
                          </a:lnTo>
                          <a:lnTo>
                            <a:pt x="1426" y="677"/>
                          </a:lnTo>
                          <a:lnTo>
                            <a:pt x="1429" y="677"/>
                          </a:lnTo>
                          <a:lnTo>
                            <a:pt x="1431" y="677"/>
                          </a:lnTo>
                          <a:lnTo>
                            <a:pt x="1434" y="678"/>
                          </a:lnTo>
                          <a:lnTo>
                            <a:pt x="1436" y="678"/>
                          </a:lnTo>
                          <a:lnTo>
                            <a:pt x="1438" y="679"/>
                          </a:lnTo>
                          <a:lnTo>
                            <a:pt x="1441" y="679"/>
                          </a:lnTo>
                          <a:lnTo>
                            <a:pt x="1443" y="679"/>
                          </a:lnTo>
                          <a:lnTo>
                            <a:pt x="1446" y="680"/>
                          </a:lnTo>
                          <a:lnTo>
                            <a:pt x="1448" y="680"/>
                          </a:lnTo>
                          <a:lnTo>
                            <a:pt x="1450" y="680"/>
                          </a:lnTo>
                          <a:lnTo>
                            <a:pt x="1453" y="681"/>
                          </a:lnTo>
                          <a:lnTo>
                            <a:pt x="1455" y="681"/>
                          </a:lnTo>
                          <a:lnTo>
                            <a:pt x="1458" y="681"/>
                          </a:lnTo>
                          <a:lnTo>
                            <a:pt x="1460" y="682"/>
                          </a:lnTo>
                          <a:lnTo>
                            <a:pt x="1463" y="682"/>
                          </a:lnTo>
                          <a:lnTo>
                            <a:pt x="1465" y="682"/>
                          </a:lnTo>
                          <a:lnTo>
                            <a:pt x="1467" y="683"/>
                          </a:lnTo>
                          <a:lnTo>
                            <a:pt x="1470" y="683"/>
                          </a:lnTo>
                          <a:lnTo>
                            <a:pt x="1472" y="683"/>
                          </a:lnTo>
                          <a:lnTo>
                            <a:pt x="1475" y="683"/>
                          </a:lnTo>
                          <a:lnTo>
                            <a:pt x="1477" y="684"/>
                          </a:lnTo>
                          <a:lnTo>
                            <a:pt x="1479" y="684"/>
                          </a:lnTo>
                          <a:lnTo>
                            <a:pt x="1482" y="684"/>
                          </a:lnTo>
                          <a:lnTo>
                            <a:pt x="1484" y="684"/>
                          </a:lnTo>
                          <a:lnTo>
                            <a:pt x="1487" y="685"/>
                          </a:lnTo>
                          <a:lnTo>
                            <a:pt x="1489" y="685"/>
                          </a:lnTo>
                          <a:lnTo>
                            <a:pt x="1491" y="685"/>
                          </a:lnTo>
                          <a:lnTo>
                            <a:pt x="1494" y="685"/>
                          </a:lnTo>
                          <a:lnTo>
                            <a:pt x="1496" y="685"/>
                          </a:lnTo>
                          <a:lnTo>
                            <a:pt x="1499" y="686"/>
                          </a:lnTo>
                          <a:lnTo>
                            <a:pt x="1501" y="686"/>
                          </a:lnTo>
                          <a:lnTo>
                            <a:pt x="1504" y="686"/>
                          </a:lnTo>
                          <a:lnTo>
                            <a:pt x="1506" y="686"/>
                          </a:lnTo>
                          <a:lnTo>
                            <a:pt x="1508" y="686"/>
                          </a:lnTo>
                          <a:lnTo>
                            <a:pt x="1511" y="687"/>
                          </a:lnTo>
                          <a:lnTo>
                            <a:pt x="1513" y="687"/>
                          </a:lnTo>
                          <a:lnTo>
                            <a:pt x="1516" y="688"/>
                          </a:lnTo>
                          <a:lnTo>
                            <a:pt x="1518" y="688"/>
                          </a:lnTo>
                          <a:lnTo>
                            <a:pt x="1520" y="688"/>
                          </a:lnTo>
                          <a:lnTo>
                            <a:pt x="1523" y="688"/>
                          </a:lnTo>
                          <a:lnTo>
                            <a:pt x="1525" y="688"/>
                          </a:lnTo>
                          <a:lnTo>
                            <a:pt x="1528" y="688"/>
                          </a:lnTo>
                          <a:lnTo>
                            <a:pt x="1530" y="689"/>
                          </a:lnTo>
                          <a:lnTo>
                            <a:pt x="1532" y="689"/>
                          </a:lnTo>
                          <a:lnTo>
                            <a:pt x="1535" y="689"/>
                          </a:lnTo>
                          <a:lnTo>
                            <a:pt x="1537" y="690"/>
                          </a:lnTo>
                          <a:lnTo>
                            <a:pt x="1540" y="690"/>
                          </a:lnTo>
                          <a:lnTo>
                            <a:pt x="1542" y="690"/>
                          </a:lnTo>
                          <a:lnTo>
                            <a:pt x="1544" y="690"/>
                          </a:lnTo>
                          <a:lnTo>
                            <a:pt x="1547" y="691"/>
                          </a:lnTo>
                          <a:lnTo>
                            <a:pt x="1549" y="691"/>
                          </a:lnTo>
                          <a:lnTo>
                            <a:pt x="1552" y="691"/>
                          </a:lnTo>
                          <a:lnTo>
                            <a:pt x="1554" y="691"/>
                          </a:lnTo>
                          <a:lnTo>
                            <a:pt x="1557" y="691"/>
                          </a:lnTo>
                          <a:lnTo>
                            <a:pt x="1559" y="692"/>
                          </a:lnTo>
                          <a:lnTo>
                            <a:pt x="1561" y="692"/>
                          </a:lnTo>
                          <a:lnTo>
                            <a:pt x="1564" y="692"/>
                          </a:lnTo>
                          <a:lnTo>
                            <a:pt x="1566" y="693"/>
                          </a:lnTo>
                          <a:lnTo>
                            <a:pt x="1569" y="693"/>
                          </a:lnTo>
                          <a:lnTo>
                            <a:pt x="1571" y="693"/>
                          </a:lnTo>
                          <a:lnTo>
                            <a:pt x="1573" y="693"/>
                          </a:lnTo>
                          <a:lnTo>
                            <a:pt x="1576" y="694"/>
                          </a:lnTo>
                          <a:lnTo>
                            <a:pt x="1578" y="694"/>
                          </a:lnTo>
                          <a:lnTo>
                            <a:pt x="1581" y="694"/>
                          </a:lnTo>
                          <a:lnTo>
                            <a:pt x="1583" y="693"/>
                          </a:lnTo>
                          <a:lnTo>
                            <a:pt x="1585" y="691"/>
                          </a:lnTo>
                          <a:lnTo>
                            <a:pt x="1588" y="688"/>
                          </a:lnTo>
                          <a:lnTo>
                            <a:pt x="1590" y="685"/>
                          </a:lnTo>
                          <a:lnTo>
                            <a:pt x="1593" y="682"/>
                          </a:lnTo>
                          <a:lnTo>
                            <a:pt x="1595" y="677"/>
                          </a:lnTo>
                          <a:lnTo>
                            <a:pt x="1597" y="673"/>
                          </a:lnTo>
                          <a:lnTo>
                            <a:pt x="1600" y="669"/>
                          </a:lnTo>
                          <a:lnTo>
                            <a:pt x="1602" y="665"/>
                          </a:lnTo>
                          <a:lnTo>
                            <a:pt x="1605" y="660"/>
                          </a:lnTo>
                          <a:lnTo>
                            <a:pt x="1607" y="657"/>
                          </a:lnTo>
                          <a:lnTo>
                            <a:pt x="1609" y="652"/>
                          </a:lnTo>
                          <a:lnTo>
                            <a:pt x="1612" y="648"/>
                          </a:lnTo>
                          <a:lnTo>
                            <a:pt x="1614" y="645"/>
                          </a:lnTo>
                          <a:lnTo>
                            <a:pt x="1617" y="640"/>
                          </a:lnTo>
                          <a:lnTo>
                            <a:pt x="1619" y="636"/>
                          </a:lnTo>
                          <a:lnTo>
                            <a:pt x="1621" y="633"/>
                          </a:lnTo>
                          <a:lnTo>
                            <a:pt x="1624" y="628"/>
                          </a:lnTo>
                          <a:lnTo>
                            <a:pt x="1626" y="625"/>
                          </a:lnTo>
                          <a:lnTo>
                            <a:pt x="1629" y="620"/>
                          </a:lnTo>
                          <a:lnTo>
                            <a:pt x="1631" y="616"/>
                          </a:lnTo>
                          <a:lnTo>
                            <a:pt x="1633" y="612"/>
                          </a:lnTo>
                          <a:lnTo>
                            <a:pt x="1636" y="608"/>
                          </a:lnTo>
                          <a:lnTo>
                            <a:pt x="1638" y="604"/>
                          </a:lnTo>
                          <a:lnTo>
                            <a:pt x="1641" y="599"/>
                          </a:lnTo>
                          <a:lnTo>
                            <a:pt x="1643" y="594"/>
                          </a:lnTo>
                          <a:lnTo>
                            <a:pt x="1645" y="590"/>
                          </a:lnTo>
                          <a:lnTo>
                            <a:pt x="1648" y="585"/>
                          </a:lnTo>
                          <a:lnTo>
                            <a:pt x="1650" y="580"/>
                          </a:lnTo>
                          <a:lnTo>
                            <a:pt x="1653" y="576"/>
                          </a:lnTo>
                          <a:lnTo>
                            <a:pt x="1655" y="571"/>
                          </a:lnTo>
                          <a:lnTo>
                            <a:pt x="1657" y="566"/>
                          </a:lnTo>
                          <a:lnTo>
                            <a:pt x="1660" y="561"/>
                          </a:lnTo>
                          <a:lnTo>
                            <a:pt x="1662" y="557"/>
                          </a:lnTo>
                          <a:lnTo>
                            <a:pt x="1665" y="551"/>
                          </a:lnTo>
                          <a:lnTo>
                            <a:pt x="1667" y="547"/>
                          </a:lnTo>
                          <a:lnTo>
                            <a:pt x="1669" y="541"/>
                          </a:lnTo>
                          <a:lnTo>
                            <a:pt x="1672" y="536"/>
                          </a:lnTo>
                          <a:lnTo>
                            <a:pt x="1674" y="531"/>
                          </a:lnTo>
                          <a:lnTo>
                            <a:pt x="1677" y="526"/>
                          </a:lnTo>
                          <a:lnTo>
                            <a:pt x="1679" y="520"/>
                          </a:lnTo>
                          <a:lnTo>
                            <a:pt x="1681" y="515"/>
                          </a:lnTo>
                          <a:lnTo>
                            <a:pt x="1684" y="510"/>
                          </a:lnTo>
                          <a:lnTo>
                            <a:pt x="1686" y="505"/>
                          </a:lnTo>
                          <a:lnTo>
                            <a:pt x="1689" y="500"/>
                          </a:lnTo>
                          <a:lnTo>
                            <a:pt x="1691" y="494"/>
                          </a:lnTo>
                          <a:lnTo>
                            <a:pt x="1693" y="490"/>
                          </a:lnTo>
                          <a:lnTo>
                            <a:pt x="1696" y="485"/>
                          </a:lnTo>
                          <a:lnTo>
                            <a:pt x="1698" y="480"/>
                          </a:lnTo>
                          <a:lnTo>
                            <a:pt x="1701" y="475"/>
                          </a:lnTo>
                          <a:lnTo>
                            <a:pt x="1703" y="470"/>
                          </a:lnTo>
                          <a:lnTo>
                            <a:pt x="1705" y="465"/>
                          </a:lnTo>
                          <a:lnTo>
                            <a:pt x="1708" y="460"/>
                          </a:lnTo>
                          <a:lnTo>
                            <a:pt x="1710" y="456"/>
                          </a:lnTo>
                          <a:lnTo>
                            <a:pt x="1713" y="451"/>
                          </a:lnTo>
                          <a:lnTo>
                            <a:pt x="1715" y="446"/>
                          </a:lnTo>
                          <a:lnTo>
                            <a:pt x="1717" y="442"/>
                          </a:lnTo>
                          <a:lnTo>
                            <a:pt x="1720" y="437"/>
                          </a:lnTo>
                          <a:lnTo>
                            <a:pt x="1722" y="432"/>
                          </a:lnTo>
                          <a:lnTo>
                            <a:pt x="1725" y="428"/>
                          </a:lnTo>
                          <a:lnTo>
                            <a:pt x="1727" y="423"/>
                          </a:lnTo>
                          <a:lnTo>
                            <a:pt x="1730" y="418"/>
                          </a:lnTo>
                          <a:lnTo>
                            <a:pt x="1732" y="414"/>
                          </a:lnTo>
                          <a:lnTo>
                            <a:pt x="1734" y="410"/>
                          </a:lnTo>
                          <a:lnTo>
                            <a:pt x="1737" y="405"/>
                          </a:lnTo>
                          <a:lnTo>
                            <a:pt x="1739" y="401"/>
                          </a:lnTo>
                          <a:lnTo>
                            <a:pt x="1742" y="396"/>
                          </a:lnTo>
                          <a:lnTo>
                            <a:pt x="1744" y="392"/>
                          </a:lnTo>
                          <a:lnTo>
                            <a:pt x="1746" y="387"/>
                          </a:lnTo>
                          <a:lnTo>
                            <a:pt x="1749" y="383"/>
                          </a:lnTo>
                          <a:lnTo>
                            <a:pt x="1751" y="379"/>
                          </a:lnTo>
                          <a:lnTo>
                            <a:pt x="1754" y="375"/>
                          </a:lnTo>
                          <a:lnTo>
                            <a:pt x="1756" y="370"/>
                          </a:lnTo>
                          <a:lnTo>
                            <a:pt x="1758" y="365"/>
                          </a:lnTo>
                          <a:lnTo>
                            <a:pt x="1761" y="361"/>
                          </a:lnTo>
                          <a:lnTo>
                            <a:pt x="1763" y="357"/>
                          </a:lnTo>
                          <a:lnTo>
                            <a:pt x="1766" y="352"/>
                          </a:lnTo>
                          <a:lnTo>
                            <a:pt x="1768" y="349"/>
                          </a:lnTo>
                          <a:lnTo>
                            <a:pt x="1771" y="344"/>
                          </a:lnTo>
                          <a:lnTo>
                            <a:pt x="1773" y="339"/>
                          </a:lnTo>
                          <a:lnTo>
                            <a:pt x="1775" y="335"/>
                          </a:lnTo>
                          <a:lnTo>
                            <a:pt x="1778" y="332"/>
                          </a:lnTo>
                          <a:lnTo>
                            <a:pt x="1780" y="327"/>
                          </a:lnTo>
                          <a:lnTo>
                            <a:pt x="1783" y="323"/>
                          </a:lnTo>
                          <a:lnTo>
                            <a:pt x="1785" y="320"/>
                          </a:lnTo>
                          <a:lnTo>
                            <a:pt x="1787" y="316"/>
                          </a:lnTo>
                          <a:lnTo>
                            <a:pt x="1790" y="312"/>
                          </a:lnTo>
                          <a:lnTo>
                            <a:pt x="1792" y="308"/>
                          </a:lnTo>
                          <a:lnTo>
                            <a:pt x="1795" y="304"/>
                          </a:lnTo>
                          <a:lnTo>
                            <a:pt x="1797" y="300"/>
                          </a:lnTo>
                          <a:lnTo>
                            <a:pt x="1799" y="297"/>
                          </a:lnTo>
                          <a:lnTo>
                            <a:pt x="1802" y="293"/>
                          </a:lnTo>
                          <a:lnTo>
                            <a:pt x="1804" y="289"/>
                          </a:lnTo>
                          <a:lnTo>
                            <a:pt x="1807" y="285"/>
                          </a:lnTo>
                          <a:lnTo>
                            <a:pt x="1809" y="281"/>
                          </a:lnTo>
                          <a:lnTo>
                            <a:pt x="1811" y="277"/>
                          </a:lnTo>
                          <a:lnTo>
                            <a:pt x="1814" y="274"/>
                          </a:lnTo>
                          <a:lnTo>
                            <a:pt x="1816" y="270"/>
                          </a:lnTo>
                          <a:lnTo>
                            <a:pt x="1819" y="266"/>
                          </a:lnTo>
                          <a:lnTo>
                            <a:pt x="1821" y="263"/>
                          </a:lnTo>
                          <a:lnTo>
                            <a:pt x="1824" y="259"/>
                          </a:lnTo>
                          <a:lnTo>
                            <a:pt x="1826" y="256"/>
                          </a:lnTo>
                          <a:lnTo>
                            <a:pt x="1828" y="252"/>
                          </a:lnTo>
                          <a:lnTo>
                            <a:pt x="1831" y="249"/>
                          </a:lnTo>
                          <a:lnTo>
                            <a:pt x="1833" y="245"/>
                          </a:lnTo>
                          <a:lnTo>
                            <a:pt x="1836" y="242"/>
                          </a:lnTo>
                          <a:lnTo>
                            <a:pt x="1838" y="238"/>
                          </a:lnTo>
                          <a:lnTo>
                            <a:pt x="1840" y="235"/>
                          </a:lnTo>
                          <a:lnTo>
                            <a:pt x="1843" y="232"/>
                          </a:lnTo>
                          <a:lnTo>
                            <a:pt x="1845" y="229"/>
                          </a:lnTo>
                          <a:lnTo>
                            <a:pt x="1848" y="225"/>
                          </a:lnTo>
                          <a:lnTo>
                            <a:pt x="1850" y="223"/>
                          </a:lnTo>
                          <a:lnTo>
                            <a:pt x="1852" y="220"/>
                          </a:lnTo>
                          <a:lnTo>
                            <a:pt x="1855" y="216"/>
                          </a:lnTo>
                          <a:lnTo>
                            <a:pt x="1857" y="213"/>
                          </a:lnTo>
                          <a:lnTo>
                            <a:pt x="1860" y="211"/>
                          </a:lnTo>
                          <a:lnTo>
                            <a:pt x="1862" y="208"/>
                          </a:lnTo>
                          <a:lnTo>
                            <a:pt x="1864" y="205"/>
                          </a:lnTo>
                          <a:lnTo>
                            <a:pt x="1867" y="203"/>
                          </a:lnTo>
                          <a:lnTo>
                            <a:pt x="1869" y="200"/>
                          </a:lnTo>
                          <a:lnTo>
                            <a:pt x="1872" y="197"/>
                          </a:lnTo>
                          <a:lnTo>
                            <a:pt x="1874" y="194"/>
                          </a:lnTo>
                          <a:lnTo>
                            <a:pt x="1876" y="192"/>
                          </a:lnTo>
                          <a:lnTo>
                            <a:pt x="1879" y="189"/>
                          </a:lnTo>
                          <a:lnTo>
                            <a:pt x="1881" y="186"/>
                          </a:lnTo>
                          <a:lnTo>
                            <a:pt x="1884" y="183"/>
                          </a:lnTo>
                          <a:lnTo>
                            <a:pt x="1886" y="181"/>
                          </a:lnTo>
                          <a:lnTo>
                            <a:pt x="1888" y="178"/>
                          </a:lnTo>
                          <a:lnTo>
                            <a:pt x="1891" y="175"/>
                          </a:lnTo>
                          <a:lnTo>
                            <a:pt x="1893" y="173"/>
                          </a:lnTo>
                          <a:lnTo>
                            <a:pt x="1896" y="171"/>
                          </a:lnTo>
                          <a:lnTo>
                            <a:pt x="1898" y="168"/>
                          </a:lnTo>
                          <a:lnTo>
                            <a:pt x="1900" y="166"/>
                          </a:lnTo>
                          <a:lnTo>
                            <a:pt x="1903" y="164"/>
                          </a:lnTo>
                          <a:lnTo>
                            <a:pt x="1905" y="161"/>
                          </a:lnTo>
                          <a:lnTo>
                            <a:pt x="1908" y="160"/>
                          </a:lnTo>
                          <a:lnTo>
                            <a:pt x="1910" y="157"/>
                          </a:lnTo>
                          <a:lnTo>
                            <a:pt x="1912" y="154"/>
                          </a:lnTo>
                          <a:lnTo>
                            <a:pt x="1915" y="153"/>
                          </a:lnTo>
                          <a:lnTo>
                            <a:pt x="1917" y="150"/>
                          </a:lnTo>
                          <a:lnTo>
                            <a:pt x="1920" y="147"/>
                          </a:lnTo>
                          <a:lnTo>
                            <a:pt x="1922" y="146"/>
                          </a:lnTo>
                          <a:lnTo>
                            <a:pt x="1924" y="144"/>
                          </a:lnTo>
                          <a:lnTo>
                            <a:pt x="1927" y="141"/>
                          </a:lnTo>
                          <a:lnTo>
                            <a:pt x="1929" y="140"/>
                          </a:lnTo>
                          <a:lnTo>
                            <a:pt x="1932" y="138"/>
                          </a:lnTo>
                          <a:lnTo>
                            <a:pt x="1934" y="135"/>
                          </a:lnTo>
                          <a:lnTo>
                            <a:pt x="1936" y="134"/>
                          </a:lnTo>
                          <a:lnTo>
                            <a:pt x="1939" y="132"/>
                          </a:lnTo>
                          <a:lnTo>
                            <a:pt x="1941" y="130"/>
                          </a:lnTo>
                          <a:lnTo>
                            <a:pt x="1944" y="129"/>
                          </a:lnTo>
                          <a:lnTo>
                            <a:pt x="1946" y="127"/>
                          </a:lnTo>
                          <a:lnTo>
                            <a:pt x="1948" y="125"/>
                          </a:lnTo>
                          <a:lnTo>
                            <a:pt x="1951" y="124"/>
                          </a:lnTo>
                          <a:lnTo>
                            <a:pt x="1953" y="123"/>
                          </a:lnTo>
                          <a:lnTo>
                            <a:pt x="1956" y="121"/>
                          </a:lnTo>
                          <a:lnTo>
                            <a:pt x="1958" y="120"/>
                          </a:lnTo>
                          <a:lnTo>
                            <a:pt x="1960" y="119"/>
                          </a:lnTo>
                          <a:lnTo>
                            <a:pt x="1963" y="117"/>
                          </a:lnTo>
                          <a:lnTo>
                            <a:pt x="1965" y="115"/>
                          </a:lnTo>
                          <a:lnTo>
                            <a:pt x="1968" y="115"/>
                          </a:lnTo>
                          <a:lnTo>
                            <a:pt x="1970" y="113"/>
                          </a:lnTo>
                          <a:lnTo>
                            <a:pt x="1972" y="112"/>
                          </a:lnTo>
                          <a:lnTo>
                            <a:pt x="1975" y="111"/>
                          </a:lnTo>
                          <a:lnTo>
                            <a:pt x="1977" y="110"/>
                          </a:lnTo>
                          <a:lnTo>
                            <a:pt x="1980" y="109"/>
                          </a:lnTo>
                          <a:lnTo>
                            <a:pt x="1982" y="108"/>
                          </a:lnTo>
                          <a:lnTo>
                            <a:pt x="1984" y="106"/>
                          </a:lnTo>
                          <a:lnTo>
                            <a:pt x="1987" y="105"/>
                          </a:lnTo>
                          <a:lnTo>
                            <a:pt x="1989" y="105"/>
                          </a:lnTo>
                          <a:lnTo>
                            <a:pt x="1992" y="103"/>
                          </a:lnTo>
                          <a:lnTo>
                            <a:pt x="1994" y="102"/>
                          </a:lnTo>
                          <a:lnTo>
                            <a:pt x="1997" y="102"/>
                          </a:lnTo>
                          <a:lnTo>
                            <a:pt x="1999" y="100"/>
                          </a:lnTo>
                          <a:lnTo>
                            <a:pt x="2001" y="99"/>
                          </a:lnTo>
                          <a:lnTo>
                            <a:pt x="2004" y="99"/>
                          </a:lnTo>
                          <a:lnTo>
                            <a:pt x="2006" y="97"/>
                          </a:lnTo>
                          <a:lnTo>
                            <a:pt x="2009" y="96"/>
                          </a:lnTo>
                          <a:lnTo>
                            <a:pt x="2011" y="95"/>
                          </a:lnTo>
                          <a:lnTo>
                            <a:pt x="2013" y="94"/>
                          </a:lnTo>
                          <a:lnTo>
                            <a:pt x="2016" y="93"/>
                          </a:lnTo>
                          <a:lnTo>
                            <a:pt x="2018" y="92"/>
                          </a:lnTo>
                          <a:lnTo>
                            <a:pt x="2021" y="91"/>
                          </a:lnTo>
                          <a:lnTo>
                            <a:pt x="2023" y="90"/>
                          </a:lnTo>
                          <a:lnTo>
                            <a:pt x="2025" y="90"/>
                          </a:lnTo>
                          <a:lnTo>
                            <a:pt x="2028" y="89"/>
                          </a:lnTo>
                          <a:lnTo>
                            <a:pt x="2030" y="88"/>
                          </a:lnTo>
                          <a:lnTo>
                            <a:pt x="2033" y="87"/>
                          </a:lnTo>
                          <a:lnTo>
                            <a:pt x="2035" y="86"/>
                          </a:lnTo>
                          <a:lnTo>
                            <a:pt x="2038" y="85"/>
                          </a:lnTo>
                          <a:lnTo>
                            <a:pt x="2040" y="85"/>
                          </a:lnTo>
                          <a:lnTo>
                            <a:pt x="2042" y="83"/>
                          </a:lnTo>
                          <a:lnTo>
                            <a:pt x="2045" y="82"/>
                          </a:lnTo>
                          <a:lnTo>
                            <a:pt x="2047" y="82"/>
                          </a:lnTo>
                          <a:lnTo>
                            <a:pt x="2050" y="80"/>
                          </a:lnTo>
                          <a:lnTo>
                            <a:pt x="2052" y="79"/>
                          </a:lnTo>
                          <a:lnTo>
                            <a:pt x="2054" y="79"/>
                          </a:lnTo>
                          <a:lnTo>
                            <a:pt x="2057" y="77"/>
                          </a:lnTo>
                          <a:lnTo>
                            <a:pt x="2059" y="77"/>
                          </a:lnTo>
                          <a:lnTo>
                            <a:pt x="2062" y="76"/>
                          </a:lnTo>
                          <a:lnTo>
                            <a:pt x="2064" y="75"/>
                          </a:lnTo>
                          <a:lnTo>
                            <a:pt x="2066" y="74"/>
                          </a:lnTo>
                          <a:lnTo>
                            <a:pt x="2069" y="74"/>
                          </a:lnTo>
                          <a:lnTo>
                            <a:pt x="2071" y="72"/>
                          </a:lnTo>
                          <a:lnTo>
                            <a:pt x="2074" y="72"/>
                          </a:lnTo>
                          <a:lnTo>
                            <a:pt x="2076" y="71"/>
                          </a:lnTo>
                          <a:lnTo>
                            <a:pt x="2078" y="70"/>
                          </a:lnTo>
                          <a:lnTo>
                            <a:pt x="2081" y="69"/>
                          </a:lnTo>
                          <a:lnTo>
                            <a:pt x="2083" y="69"/>
                          </a:lnTo>
                          <a:lnTo>
                            <a:pt x="2086" y="68"/>
                          </a:lnTo>
                          <a:lnTo>
                            <a:pt x="2088" y="67"/>
                          </a:lnTo>
                          <a:lnTo>
                            <a:pt x="2091" y="67"/>
                          </a:lnTo>
                          <a:lnTo>
                            <a:pt x="2093" y="65"/>
                          </a:lnTo>
                          <a:lnTo>
                            <a:pt x="2095" y="65"/>
                          </a:lnTo>
                          <a:lnTo>
                            <a:pt x="2098" y="65"/>
                          </a:lnTo>
                          <a:lnTo>
                            <a:pt x="2100" y="64"/>
                          </a:lnTo>
                          <a:lnTo>
                            <a:pt x="2103" y="64"/>
                          </a:lnTo>
                          <a:lnTo>
                            <a:pt x="2105" y="63"/>
                          </a:lnTo>
                          <a:lnTo>
                            <a:pt x="2107" y="63"/>
                          </a:lnTo>
                          <a:lnTo>
                            <a:pt x="2110" y="63"/>
                          </a:lnTo>
                          <a:lnTo>
                            <a:pt x="2112" y="63"/>
                          </a:lnTo>
                          <a:lnTo>
                            <a:pt x="2115" y="62"/>
                          </a:lnTo>
                          <a:lnTo>
                            <a:pt x="2117" y="62"/>
                          </a:lnTo>
                          <a:lnTo>
                            <a:pt x="2119" y="62"/>
                          </a:lnTo>
                          <a:lnTo>
                            <a:pt x="2122" y="61"/>
                          </a:lnTo>
                          <a:lnTo>
                            <a:pt x="2124" y="61"/>
                          </a:lnTo>
                          <a:lnTo>
                            <a:pt x="2127" y="61"/>
                          </a:lnTo>
                          <a:lnTo>
                            <a:pt x="2129" y="60"/>
                          </a:lnTo>
                          <a:lnTo>
                            <a:pt x="2131" y="60"/>
                          </a:lnTo>
                          <a:lnTo>
                            <a:pt x="2134" y="60"/>
                          </a:lnTo>
                          <a:lnTo>
                            <a:pt x="2136" y="59"/>
                          </a:lnTo>
                          <a:lnTo>
                            <a:pt x="2139" y="59"/>
                          </a:lnTo>
                          <a:lnTo>
                            <a:pt x="2141" y="59"/>
                          </a:lnTo>
                          <a:lnTo>
                            <a:pt x="2143" y="59"/>
                          </a:lnTo>
                          <a:lnTo>
                            <a:pt x="2146" y="58"/>
                          </a:lnTo>
                          <a:lnTo>
                            <a:pt x="2148" y="59"/>
                          </a:lnTo>
                          <a:lnTo>
                            <a:pt x="2151" y="59"/>
                          </a:lnTo>
                          <a:lnTo>
                            <a:pt x="2153" y="59"/>
                          </a:lnTo>
                          <a:lnTo>
                            <a:pt x="2155" y="59"/>
                          </a:lnTo>
                          <a:lnTo>
                            <a:pt x="2158" y="60"/>
                          </a:lnTo>
                          <a:lnTo>
                            <a:pt x="2160" y="60"/>
                          </a:lnTo>
                          <a:lnTo>
                            <a:pt x="2163" y="61"/>
                          </a:lnTo>
                          <a:lnTo>
                            <a:pt x="2165" y="62"/>
                          </a:lnTo>
                          <a:lnTo>
                            <a:pt x="2166" y="62"/>
                          </a:lnTo>
                          <a:lnTo>
                            <a:pt x="2166" y="30"/>
                          </a:lnTo>
                          <a:lnTo>
                            <a:pt x="2166" y="3"/>
                          </a:lnTo>
                          <a:lnTo>
                            <a:pt x="2165" y="3"/>
                          </a:lnTo>
                          <a:lnTo>
                            <a:pt x="2163" y="3"/>
                          </a:lnTo>
                          <a:lnTo>
                            <a:pt x="2160" y="3"/>
                          </a:lnTo>
                          <a:lnTo>
                            <a:pt x="2158" y="3"/>
                          </a:lnTo>
                          <a:lnTo>
                            <a:pt x="2155" y="3"/>
                          </a:lnTo>
                          <a:lnTo>
                            <a:pt x="2153" y="3"/>
                          </a:lnTo>
                          <a:lnTo>
                            <a:pt x="2151" y="3"/>
                          </a:lnTo>
                          <a:lnTo>
                            <a:pt x="2148" y="3"/>
                          </a:lnTo>
                          <a:lnTo>
                            <a:pt x="2146" y="3"/>
                          </a:lnTo>
                          <a:lnTo>
                            <a:pt x="2143" y="3"/>
                          </a:lnTo>
                          <a:lnTo>
                            <a:pt x="2141" y="3"/>
                          </a:lnTo>
                          <a:lnTo>
                            <a:pt x="2139" y="3"/>
                          </a:lnTo>
                          <a:lnTo>
                            <a:pt x="2136" y="3"/>
                          </a:lnTo>
                          <a:lnTo>
                            <a:pt x="2134" y="3"/>
                          </a:lnTo>
                          <a:lnTo>
                            <a:pt x="2131" y="3"/>
                          </a:lnTo>
                          <a:lnTo>
                            <a:pt x="2129" y="4"/>
                          </a:lnTo>
                          <a:lnTo>
                            <a:pt x="2127" y="3"/>
                          </a:lnTo>
                          <a:lnTo>
                            <a:pt x="2124" y="3"/>
                          </a:lnTo>
                          <a:lnTo>
                            <a:pt x="2122" y="4"/>
                          </a:lnTo>
                          <a:lnTo>
                            <a:pt x="2119" y="3"/>
                          </a:lnTo>
                          <a:lnTo>
                            <a:pt x="2117" y="4"/>
                          </a:lnTo>
                          <a:lnTo>
                            <a:pt x="2115" y="4"/>
                          </a:lnTo>
                          <a:lnTo>
                            <a:pt x="2112" y="4"/>
                          </a:lnTo>
                          <a:lnTo>
                            <a:pt x="2110" y="4"/>
                          </a:lnTo>
                          <a:lnTo>
                            <a:pt x="2107" y="5"/>
                          </a:lnTo>
                          <a:lnTo>
                            <a:pt x="2105" y="5"/>
                          </a:lnTo>
                          <a:lnTo>
                            <a:pt x="2103" y="5"/>
                          </a:lnTo>
                          <a:lnTo>
                            <a:pt x="2100" y="5"/>
                          </a:lnTo>
                          <a:lnTo>
                            <a:pt x="2098" y="5"/>
                          </a:lnTo>
                          <a:lnTo>
                            <a:pt x="2095" y="5"/>
                          </a:lnTo>
                          <a:lnTo>
                            <a:pt x="2093" y="5"/>
                          </a:lnTo>
                          <a:lnTo>
                            <a:pt x="2091" y="5"/>
                          </a:lnTo>
                          <a:lnTo>
                            <a:pt x="2088" y="5"/>
                          </a:lnTo>
                          <a:lnTo>
                            <a:pt x="2086" y="4"/>
                          </a:lnTo>
                          <a:lnTo>
                            <a:pt x="2083" y="4"/>
                          </a:lnTo>
                          <a:lnTo>
                            <a:pt x="2081" y="3"/>
                          </a:lnTo>
                          <a:lnTo>
                            <a:pt x="2078" y="3"/>
                          </a:lnTo>
                          <a:lnTo>
                            <a:pt x="2076" y="2"/>
                          </a:lnTo>
                          <a:lnTo>
                            <a:pt x="2074" y="2"/>
                          </a:lnTo>
                          <a:lnTo>
                            <a:pt x="2071" y="2"/>
                          </a:lnTo>
                          <a:lnTo>
                            <a:pt x="2069" y="1"/>
                          </a:lnTo>
                          <a:lnTo>
                            <a:pt x="2066" y="1"/>
                          </a:lnTo>
                          <a:lnTo>
                            <a:pt x="2064" y="1"/>
                          </a:lnTo>
                          <a:lnTo>
                            <a:pt x="2062" y="1"/>
                          </a:lnTo>
                          <a:lnTo>
                            <a:pt x="2059" y="1"/>
                          </a:lnTo>
                          <a:lnTo>
                            <a:pt x="2057" y="1"/>
                          </a:lnTo>
                          <a:lnTo>
                            <a:pt x="2054" y="0"/>
                          </a:lnTo>
                          <a:lnTo>
                            <a:pt x="2052" y="0"/>
                          </a:lnTo>
                          <a:lnTo>
                            <a:pt x="2050" y="0"/>
                          </a:lnTo>
                          <a:lnTo>
                            <a:pt x="2047" y="0"/>
                          </a:lnTo>
                          <a:lnTo>
                            <a:pt x="2045" y="0"/>
                          </a:lnTo>
                          <a:lnTo>
                            <a:pt x="2042" y="1"/>
                          </a:lnTo>
                          <a:lnTo>
                            <a:pt x="2040" y="1"/>
                          </a:lnTo>
                          <a:lnTo>
                            <a:pt x="2038" y="1"/>
                          </a:lnTo>
                          <a:lnTo>
                            <a:pt x="2035" y="2"/>
                          </a:lnTo>
                          <a:lnTo>
                            <a:pt x="2033" y="2"/>
                          </a:lnTo>
                          <a:lnTo>
                            <a:pt x="2030" y="2"/>
                          </a:lnTo>
                          <a:lnTo>
                            <a:pt x="2028" y="3"/>
                          </a:lnTo>
                          <a:lnTo>
                            <a:pt x="2025" y="4"/>
                          </a:lnTo>
                          <a:lnTo>
                            <a:pt x="2023" y="4"/>
                          </a:lnTo>
                          <a:lnTo>
                            <a:pt x="2021" y="5"/>
                          </a:lnTo>
                          <a:lnTo>
                            <a:pt x="2018" y="6"/>
                          </a:lnTo>
                          <a:lnTo>
                            <a:pt x="2016" y="6"/>
                          </a:lnTo>
                          <a:lnTo>
                            <a:pt x="2013" y="7"/>
                          </a:lnTo>
                          <a:lnTo>
                            <a:pt x="2011" y="7"/>
                          </a:lnTo>
                          <a:lnTo>
                            <a:pt x="2009" y="8"/>
                          </a:lnTo>
                          <a:lnTo>
                            <a:pt x="2006" y="8"/>
                          </a:lnTo>
                          <a:lnTo>
                            <a:pt x="2004" y="9"/>
                          </a:lnTo>
                          <a:lnTo>
                            <a:pt x="2001" y="9"/>
                          </a:lnTo>
                          <a:lnTo>
                            <a:pt x="1999" y="10"/>
                          </a:lnTo>
                          <a:lnTo>
                            <a:pt x="1997" y="11"/>
                          </a:lnTo>
                          <a:lnTo>
                            <a:pt x="1994" y="12"/>
                          </a:lnTo>
                          <a:lnTo>
                            <a:pt x="1992" y="12"/>
                          </a:lnTo>
                          <a:lnTo>
                            <a:pt x="1989" y="13"/>
                          </a:lnTo>
                          <a:lnTo>
                            <a:pt x="1987" y="14"/>
                          </a:lnTo>
                          <a:lnTo>
                            <a:pt x="1984" y="15"/>
                          </a:lnTo>
                          <a:lnTo>
                            <a:pt x="1982" y="15"/>
                          </a:lnTo>
                          <a:lnTo>
                            <a:pt x="1980" y="17"/>
                          </a:lnTo>
                          <a:lnTo>
                            <a:pt x="1977" y="18"/>
                          </a:lnTo>
                          <a:lnTo>
                            <a:pt x="1975" y="18"/>
                          </a:lnTo>
                          <a:lnTo>
                            <a:pt x="1972" y="20"/>
                          </a:lnTo>
                          <a:lnTo>
                            <a:pt x="1970" y="20"/>
                          </a:lnTo>
                          <a:lnTo>
                            <a:pt x="1968" y="21"/>
                          </a:lnTo>
                          <a:lnTo>
                            <a:pt x="1965" y="23"/>
                          </a:lnTo>
                          <a:lnTo>
                            <a:pt x="1963" y="23"/>
                          </a:lnTo>
                          <a:lnTo>
                            <a:pt x="1960" y="24"/>
                          </a:lnTo>
                          <a:lnTo>
                            <a:pt x="1958" y="25"/>
                          </a:lnTo>
                          <a:lnTo>
                            <a:pt x="1956" y="27"/>
                          </a:lnTo>
                          <a:lnTo>
                            <a:pt x="1953" y="28"/>
                          </a:lnTo>
                          <a:lnTo>
                            <a:pt x="1951" y="29"/>
                          </a:lnTo>
                          <a:lnTo>
                            <a:pt x="1948" y="31"/>
                          </a:lnTo>
                          <a:lnTo>
                            <a:pt x="1946" y="32"/>
                          </a:lnTo>
                          <a:lnTo>
                            <a:pt x="1944" y="34"/>
                          </a:lnTo>
                          <a:lnTo>
                            <a:pt x="1941" y="35"/>
                          </a:lnTo>
                          <a:lnTo>
                            <a:pt x="1939" y="37"/>
                          </a:lnTo>
                          <a:lnTo>
                            <a:pt x="1936" y="38"/>
                          </a:lnTo>
                          <a:lnTo>
                            <a:pt x="1934" y="39"/>
                          </a:lnTo>
                          <a:lnTo>
                            <a:pt x="1932" y="40"/>
                          </a:lnTo>
                          <a:lnTo>
                            <a:pt x="1929" y="41"/>
                          </a:lnTo>
                          <a:lnTo>
                            <a:pt x="1927" y="43"/>
                          </a:lnTo>
                          <a:lnTo>
                            <a:pt x="1924" y="44"/>
                          </a:lnTo>
                          <a:lnTo>
                            <a:pt x="1922" y="44"/>
                          </a:lnTo>
                          <a:lnTo>
                            <a:pt x="1920" y="46"/>
                          </a:lnTo>
                          <a:lnTo>
                            <a:pt x="1917" y="47"/>
                          </a:lnTo>
                          <a:lnTo>
                            <a:pt x="1915" y="48"/>
                          </a:lnTo>
                          <a:lnTo>
                            <a:pt x="1912" y="50"/>
                          </a:lnTo>
                          <a:lnTo>
                            <a:pt x="1910" y="51"/>
                          </a:lnTo>
                          <a:lnTo>
                            <a:pt x="1908" y="52"/>
                          </a:lnTo>
                          <a:lnTo>
                            <a:pt x="1905" y="54"/>
                          </a:lnTo>
                          <a:lnTo>
                            <a:pt x="1903" y="55"/>
                          </a:lnTo>
                          <a:lnTo>
                            <a:pt x="1900" y="56"/>
                          </a:lnTo>
                          <a:lnTo>
                            <a:pt x="1898" y="57"/>
                          </a:lnTo>
                          <a:lnTo>
                            <a:pt x="1896" y="59"/>
                          </a:lnTo>
                          <a:lnTo>
                            <a:pt x="1893" y="60"/>
                          </a:lnTo>
                          <a:lnTo>
                            <a:pt x="1891" y="61"/>
                          </a:lnTo>
                          <a:lnTo>
                            <a:pt x="1888" y="63"/>
                          </a:lnTo>
                          <a:lnTo>
                            <a:pt x="1886" y="63"/>
                          </a:lnTo>
                          <a:lnTo>
                            <a:pt x="1884" y="64"/>
                          </a:lnTo>
                          <a:lnTo>
                            <a:pt x="1881" y="66"/>
                          </a:lnTo>
                          <a:lnTo>
                            <a:pt x="1879" y="66"/>
                          </a:lnTo>
                          <a:lnTo>
                            <a:pt x="1876" y="68"/>
                          </a:lnTo>
                          <a:lnTo>
                            <a:pt x="1874" y="69"/>
                          </a:lnTo>
                          <a:lnTo>
                            <a:pt x="1872" y="71"/>
                          </a:lnTo>
                          <a:lnTo>
                            <a:pt x="1869" y="72"/>
                          </a:lnTo>
                          <a:lnTo>
                            <a:pt x="1867" y="74"/>
                          </a:lnTo>
                          <a:lnTo>
                            <a:pt x="1864" y="75"/>
                          </a:lnTo>
                          <a:lnTo>
                            <a:pt x="1862" y="77"/>
                          </a:lnTo>
                          <a:lnTo>
                            <a:pt x="1860" y="79"/>
                          </a:lnTo>
                          <a:lnTo>
                            <a:pt x="1857" y="81"/>
                          </a:lnTo>
                          <a:lnTo>
                            <a:pt x="1855" y="83"/>
                          </a:lnTo>
                          <a:lnTo>
                            <a:pt x="1852" y="85"/>
                          </a:lnTo>
                          <a:lnTo>
                            <a:pt x="1850" y="87"/>
                          </a:lnTo>
                          <a:lnTo>
                            <a:pt x="1848" y="89"/>
                          </a:lnTo>
                          <a:lnTo>
                            <a:pt x="1845" y="91"/>
                          </a:lnTo>
                          <a:lnTo>
                            <a:pt x="1843" y="94"/>
                          </a:lnTo>
                          <a:lnTo>
                            <a:pt x="1840" y="96"/>
                          </a:lnTo>
                          <a:lnTo>
                            <a:pt x="1838" y="98"/>
                          </a:lnTo>
                          <a:lnTo>
                            <a:pt x="1836" y="100"/>
                          </a:lnTo>
                          <a:lnTo>
                            <a:pt x="1833" y="102"/>
                          </a:lnTo>
                          <a:lnTo>
                            <a:pt x="1831" y="104"/>
                          </a:lnTo>
                          <a:lnTo>
                            <a:pt x="1828" y="107"/>
                          </a:lnTo>
                          <a:lnTo>
                            <a:pt x="1826" y="109"/>
                          </a:lnTo>
                          <a:lnTo>
                            <a:pt x="1824" y="111"/>
                          </a:lnTo>
                          <a:lnTo>
                            <a:pt x="1821" y="114"/>
                          </a:lnTo>
                          <a:lnTo>
                            <a:pt x="1819" y="116"/>
                          </a:lnTo>
                          <a:lnTo>
                            <a:pt x="1816" y="118"/>
                          </a:lnTo>
                          <a:lnTo>
                            <a:pt x="1814" y="121"/>
                          </a:lnTo>
                          <a:lnTo>
                            <a:pt x="1811" y="123"/>
                          </a:lnTo>
                          <a:lnTo>
                            <a:pt x="1809" y="126"/>
                          </a:lnTo>
                          <a:lnTo>
                            <a:pt x="1807" y="129"/>
                          </a:lnTo>
                          <a:lnTo>
                            <a:pt x="1804" y="132"/>
                          </a:lnTo>
                          <a:lnTo>
                            <a:pt x="1802" y="134"/>
                          </a:lnTo>
                          <a:lnTo>
                            <a:pt x="1799" y="137"/>
                          </a:lnTo>
                          <a:lnTo>
                            <a:pt x="1797" y="141"/>
                          </a:lnTo>
                          <a:lnTo>
                            <a:pt x="1795" y="143"/>
                          </a:lnTo>
                          <a:lnTo>
                            <a:pt x="1792" y="146"/>
                          </a:lnTo>
                          <a:lnTo>
                            <a:pt x="1790" y="150"/>
                          </a:lnTo>
                          <a:lnTo>
                            <a:pt x="1787" y="153"/>
                          </a:lnTo>
                          <a:lnTo>
                            <a:pt x="1785" y="156"/>
                          </a:lnTo>
                          <a:lnTo>
                            <a:pt x="1783" y="160"/>
                          </a:lnTo>
                          <a:lnTo>
                            <a:pt x="1780" y="163"/>
                          </a:lnTo>
                          <a:lnTo>
                            <a:pt x="1778" y="166"/>
                          </a:lnTo>
                          <a:lnTo>
                            <a:pt x="1775" y="169"/>
                          </a:lnTo>
                          <a:lnTo>
                            <a:pt x="1773" y="173"/>
                          </a:lnTo>
                          <a:lnTo>
                            <a:pt x="1771" y="176"/>
                          </a:lnTo>
                          <a:lnTo>
                            <a:pt x="1768" y="180"/>
                          </a:lnTo>
                          <a:lnTo>
                            <a:pt x="1766" y="183"/>
                          </a:lnTo>
                          <a:lnTo>
                            <a:pt x="1763" y="187"/>
                          </a:lnTo>
                          <a:lnTo>
                            <a:pt x="1761" y="191"/>
                          </a:lnTo>
                          <a:lnTo>
                            <a:pt x="1758" y="195"/>
                          </a:lnTo>
                          <a:lnTo>
                            <a:pt x="1756" y="198"/>
                          </a:lnTo>
                          <a:lnTo>
                            <a:pt x="1754" y="203"/>
                          </a:lnTo>
                          <a:lnTo>
                            <a:pt x="1751" y="206"/>
                          </a:lnTo>
                          <a:lnTo>
                            <a:pt x="1749" y="210"/>
                          </a:lnTo>
                          <a:lnTo>
                            <a:pt x="1746" y="215"/>
                          </a:lnTo>
                          <a:lnTo>
                            <a:pt x="1744" y="218"/>
                          </a:lnTo>
                          <a:lnTo>
                            <a:pt x="1742" y="223"/>
                          </a:lnTo>
                          <a:lnTo>
                            <a:pt x="1739" y="227"/>
                          </a:lnTo>
                          <a:lnTo>
                            <a:pt x="1737" y="231"/>
                          </a:lnTo>
                          <a:lnTo>
                            <a:pt x="1734" y="235"/>
                          </a:lnTo>
                          <a:lnTo>
                            <a:pt x="1732" y="239"/>
                          </a:lnTo>
                          <a:lnTo>
                            <a:pt x="1730" y="244"/>
                          </a:lnTo>
                          <a:lnTo>
                            <a:pt x="1727" y="248"/>
                          </a:lnTo>
                          <a:lnTo>
                            <a:pt x="1725" y="252"/>
                          </a:lnTo>
                          <a:lnTo>
                            <a:pt x="1722" y="257"/>
                          </a:lnTo>
                          <a:lnTo>
                            <a:pt x="1720" y="262"/>
                          </a:lnTo>
                          <a:lnTo>
                            <a:pt x="1717" y="266"/>
                          </a:lnTo>
                          <a:lnTo>
                            <a:pt x="1715" y="271"/>
                          </a:lnTo>
                          <a:lnTo>
                            <a:pt x="1713" y="276"/>
                          </a:lnTo>
                          <a:lnTo>
                            <a:pt x="1710" y="280"/>
                          </a:lnTo>
                          <a:lnTo>
                            <a:pt x="1708" y="285"/>
                          </a:lnTo>
                          <a:lnTo>
                            <a:pt x="1705" y="290"/>
                          </a:lnTo>
                          <a:lnTo>
                            <a:pt x="1703" y="295"/>
                          </a:lnTo>
                          <a:lnTo>
                            <a:pt x="1701" y="300"/>
                          </a:lnTo>
                          <a:lnTo>
                            <a:pt x="1698" y="305"/>
                          </a:lnTo>
                          <a:lnTo>
                            <a:pt x="1696" y="310"/>
                          </a:lnTo>
                          <a:lnTo>
                            <a:pt x="1693" y="315"/>
                          </a:lnTo>
                          <a:lnTo>
                            <a:pt x="1691" y="320"/>
                          </a:lnTo>
                          <a:lnTo>
                            <a:pt x="1689" y="325"/>
                          </a:lnTo>
                          <a:lnTo>
                            <a:pt x="1686" y="330"/>
                          </a:lnTo>
                          <a:lnTo>
                            <a:pt x="1684" y="336"/>
                          </a:lnTo>
                          <a:lnTo>
                            <a:pt x="1681" y="341"/>
                          </a:lnTo>
                          <a:lnTo>
                            <a:pt x="1679" y="346"/>
                          </a:lnTo>
                          <a:lnTo>
                            <a:pt x="1677" y="352"/>
                          </a:lnTo>
                          <a:lnTo>
                            <a:pt x="1674" y="356"/>
                          </a:lnTo>
                          <a:lnTo>
                            <a:pt x="1672" y="362"/>
                          </a:lnTo>
                          <a:lnTo>
                            <a:pt x="1669" y="367"/>
                          </a:lnTo>
                          <a:lnTo>
                            <a:pt x="1667" y="372"/>
                          </a:lnTo>
                          <a:lnTo>
                            <a:pt x="1665" y="377"/>
                          </a:lnTo>
                          <a:lnTo>
                            <a:pt x="1662" y="382"/>
                          </a:lnTo>
                          <a:lnTo>
                            <a:pt x="1660" y="387"/>
                          </a:lnTo>
                          <a:lnTo>
                            <a:pt x="1657" y="393"/>
                          </a:lnTo>
                          <a:lnTo>
                            <a:pt x="1655" y="398"/>
                          </a:lnTo>
                          <a:lnTo>
                            <a:pt x="1653" y="403"/>
                          </a:lnTo>
                          <a:lnTo>
                            <a:pt x="1650" y="408"/>
                          </a:lnTo>
                          <a:lnTo>
                            <a:pt x="1648" y="413"/>
                          </a:lnTo>
                          <a:lnTo>
                            <a:pt x="1645" y="418"/>
                          </a:lnTo>
                          <a:lnTo>
                            <a:pt x="1643" y="423"/>
                          </a:lnTo>
                          <a:lnTo>
                            <a:pt x="1641" y="428"/>
                          </a:lnTo>
                          <a:lnTo>
                            <a:pt x="1638" y="433"/>
                          </a:lnTo>
                          <a:lnTo>
                            <a:pt x="1636" y="438"/>
                          </a:lnTo>
                          <a:lnTo>
                            <a:pt x="1633" y="443"/>
                          </a:lnTo>
                          <a:lnTo>
                            <a:pt x="1631" y="448"/>
                          </a:lnTo>
                          <a:lnTo>
                            <a:pt x="1629" y="453"/>
                          </a:lnTo>
                          <a:lnTo>
                            <a:pt x="1626" y="458"/>
                          </a:lnTo>
                          <a:lnTo>
                            <a:pt x="1624" y="463"/>
                          </a:lnTo>
                          <a:lnTo>
                            <a:pt x="1621" y="467"/>
                          </a:lnTo>
                          <a:lnTo>
                            <a:pt x="1619" y="472"/>
                          </a:lnTo>
                          <a:lnTo>
                            <a:pt x="1617" y="477"/>
                          </a:lnTo>
                          <a:lnTo>
                            <a:pt x="1614" y="482"/>
                          </a:lnTo>
                          <a:lnTo>
                            <a:pt x="1612" y="487"/>
                          </a:lnTo>
                          <a:lnTo>
                            <a:pt x="1609" y="491"/>
                          </a:lnTo>
                          <a:lnTo>
                            <a:pt x="1607" y="496"/>
                          </a:lnTo>
                          <a:lnTo>
                            <a:pt x="1605" y="501"/>
                          </a:lnTo>
                          <a:lnTo>
                            <a:pt x="1602" y="505"/>
                          </a:lnTo>
                          <a:lnTo>
                            <a:pt x="1600" y="510"/>
                          </a:lnTo>
                          <a:lnTo>
                            <a:pt x="1597" y="514"/>
                          </a:lnTo>
                          <a:lnTo>
                            <a:pt x="1595" y="519"/>
                          </a:lnTo>
                          <a:lnTo>
                            <a:pt x="1593" y="524"/>
                          </a:lnTo>
                          <a:lnTo>
                            <a:pt x="1590" y="528"/>
                          </a:lnTo>
                          <a:lnTo>
                            <a:pt x="1588" y="532"/>
                          </a:lnTo>
                          <a:lnTo>
                            <a:pt x="1585" y="536"/>
                          </a:lnTo>
                          <a:lnTo>
                            <a:pt x="1583" y="539"/>
                          </a:lnTo>
                          <a:lnTo>
                            <a:pt x="1581" y="541"/>
                          </a:lnTo>
                          <a:lnTo>
                            <a:pt x="1578" y="542"/>
                          </a:lnTo>
                          <a:lnTo>
                            <a:pt x="1576" y="543"/>
                          </a:lnTo>
                          <a:lnTo>
                            <a:pt x="1573" y="543"/>
                          </a:lnTo>
                          <a:lnTo>
                            <a:pt x="1571" y="543"/>
                          </a:lnTo>
                          <a:lnTo>
                            <a:pt x="1569" y="543"/>
                          </a:lnTo>
                          <a:lnTo>
                            <a:pt x="1566" y="543"/>
                          </a:lnTo>
                          <a:lnTo>
                            <a:pt x="1564" y="543"/>
                          </a:lnTo>
                          <a:lnTo>
                            <a:pt x="1561" y="543"/>
                          </a:lnTo>
                          <a:lnTo>
                            <a:pt x="1559" y="543"/>
                          </a:lnTo>
                          <a:lnTo>
                            <a:pt x="1557" y="543"/>
                          </a:lnTo>
                          <a:lnTo>
                            <a:pt x="1554" y="543"/>
                          </a:lnTo>
                          <a:lnTo>
                            <a:pt x="1552" y="543"/>
                          </a:lnTo>
                          <a:lnTo>
                            <a:pt x="1549" y="543"/>
                          </a:lnTo>
                          <a:lnTo>
                            <a:pt x="1547" y="543"/>
                          </a:lnTo>
                          <a:lnTo>
                            <a:pt x="1544" y="543"/>
                          </a:lnTo>
                          <a:lnTo>
                            <a:pt x="1542" y="543"/>
                          </a:lnTo>
                          <a:lnTo>
                            <a:pt x="1540" y="543"/>
                          </a:lnTo>
                          <a:lnTo>
                            <a:pt x="1537" y="543"/>
                          </a:lnTo>
                          <a:lnTo>
                            <a:pt x="1535" y="544"/>
                          </a:lnTo>
                          <a:lnTo>
                            <a:pt x="1532" y="544"/>
                          </a:lnTo>
                          <a:lnTo>
                            <a:pt x="1530" y="544"/>
                          </a:lnTo>
                          <a:lnTo>
                            <a:pt x="1528" y="544"/>
                          </a:lnTo>
                          <a:lnTo>
                            <a:pt x="1525" y="544"/>
                          </a:lnTo>
                          <a:lnTo>
                            <a:pt x="1523" y="544"/>
                          </a:lnTo>
                          <a:lnTo>
                            <a:pt x="1520" y="544"/>
                          </a:lnTo>
                          <a:lnTo>
                            <a:pt x="1518" y="544"/>
                          </a:lnTo>
                          <a:lnTo>
                            <a:pt x="1516" y="544"/>
                          </a:lnTo>
                          <a:lnTo>
                            <a:pt x="1513" y="544"/>
                          </a:lnTo>
                          <a:lnTo>
                            <a:pt x="1511" y="544"/>
                          </a:lnTo>
                          <a:lnTo>
                            <a:pt x="1508" y="544"/>
                          </a:lnTo>
                          <a:lnTo>
                            <a:pt x="1506" y="544"/>
                          </a:lnTo>
                          <a:lnTo>
                            <a:pt x="1504" y="544"/>
                          </a:lnTo>
                          <a:lnTo>
                            <a:pt x="1501" y="544"/>
                          </a:lnTo>
                          <a:lnTo>
                            <a:pt x="1499" y="544"/>
                          </a:lnTo>
                          <a:lnTo>
                            <a:pt x="1496" y="544"/>
                          </a:lnTo>
                          <a:lnTo>
                            <a:pt x="1494" y="544"/>
                          </a:lnTo>
                          <a:lnTo>
                            <a:pt x="1491" y="544"/>
                          </a:lnTo>
                          <a:lnTo>
                            <a:pt x="1489" y="545"/>
                          </a:lnTo>
                          <a:lnTo>
                            <a:pt x="1487" y="545"/>
                          </a:lnTo>
                          <a:lnTo>
                            <a:pt x="1484" y="545"/>
                          </a:lnTo>
                          <a:lnTo>
                            <a:pt x="1482" y="545"/>
                          </a:lnTo>
                          <a:lnTo>
                            <a:pt x="1479" y="545"/>
                          </a:lnTo>
                          <a:lnTo>
                            <a:pt x="1477" y="545"/>
                          </a:lnTo>
                          <a:lnTo>
                            <a:pt x="1475" y="545"/>
                          </a:lnTo>
                          <a:lnTo>
                            <a:pt x="1472" y="545"/>
                          </a:lnTo>
                          <a:lnTo>
                            <a:pt x="1470" y="545"/>
                          </a:lnTo>
                          <a:lnTo>
                            <a:pt x="1467" y="545"/>
                          </a:lnTo>
                          <a:lnTo>
                            <a:pt x="1465" y="545"/>
                          </a:lnTo>
                          <a:lnTo>
                            <a:pt x="1463" y="545"/>
                          </a:lnTo>
                          <a:lnTo>
                            <a:pt x="1460" y="545"/>
                          </a:lnTo>
                          <a:lnTo>
                            <a:pt x="1458" y="545"/>
                          </a:lnTo>
                          <a:lnTo>
                            <a:pt x="1455" y="545"/>
                          </a:lnTo>
                          <a:lnTo>
                            <a:pt x="1453" y="545"/>
                          </a:lnTo>
                          <a:lnTo>
                            <a:pt x="1450" y="545"/>
                          </a:lnTo>
                          <a:lnTo>
                            <a:pt x="1448" y="545"/>
                          </a:lnTo>
                          <a:lnTo>
                            <a:pt x="1446" y="545"/>
                          </a:lnTo>
                          <a:lnTo>
                            <a:pt x="1443" y="545"/>
                          </a:lnTo>
                          <a:lnTo>
                            <a:pt x="1441" y="545"/>
                          </a:lnTo>
                          <a:lnTo>
                            <a:pt x="1438" y="545"/>
                          </a:lnTo>
                          <a:lnTo>
                            <a:pt x="1436" y="545"/>
                          </a:lnTo>
                          <a:lnTo>
                            <a:pt x="1434" y="545"/>
                          </a:lnTo>
                          <a:lnTo>
                            <a:pt x="1431" y="545"/>
                          </a:lnTo>
                          <a:lnTo>
                            <a:pt x="1429" y="545"/>
                          </a:lnTo>
                          <a:lnTo>
                            <a:pt x="1426" y="545"/>
                          </a:lnTo>
                          <a:lnTo>
                            <a:pt x="1424" y="545"/>
                          </a:lnTo>
                          <a:lnTo>
                            <a:pt x="1422" y="545"/>
                          </a:lnTo>
                          <a:lnTo>
                            <a:pt x="1419" y="545"/>
                          </a:lnTo>
                          <a:lnTo>
                            <a:pt x="1417" y="545"/>
                          </a:lnTo>
                          <a:lnTo>
                            <a:pt x="1414" y="545"/>
                          </a:lnTo>
                          <a:lnTo>
                            <a:pt x="1412" y="545"/>
                          </a:lnTo>
                          <a:lnTo>
                            <a:pt x="1410" y="545"/>
                          </a:lnTo>
                          <a:lnTo>
                            <a:pt x="1407" y="545"/>
                          </a:lnTo>
                          <a:lnTo>
                            <a:pt x="1405" y="545"/>
                          </a:lnTo>
                          <a:lnTo>
                            <a:pt x="1402" y="545"/>
                          </a:lnTo>
                          <a:lnTo>
                            <a:pt x="1400" y="545"/>
                          </a:lnTo>
                          <a:lnTo>
                            <a:pt x="1398" y="545"/>
                          </a:lnTo>
                          <a:lnTo>
                            <a:pt x="1395" y="545"/>
                          </a:lnTo>
                          <a:lnTo>
                            <a:pt x="1393" y="545"/>
                          </a:lnTo>
                          <a:lnTo>
                            <a:pt x="1390" y="545"/>
                          </a:lnTo>
                          <a:lnTo>
                            <a:pt x="1388" y="545"/>
                          </a:lnTo>
                          <a:lnTo>
                            <a:pt x="1386" y="545"/>
                          </a:lnTo>
                          <a:lnTo>
                            <a:pt x="1383" y="545"/>
                          </a:lnTo>
                          <a:lnTo>
                            <a:pt x="1381" y="544"/>
                          </a:lnTo>
                          <a:lnTo>
                            <a:pt x="1378" y="544"/>
                          </a:lnTo>
                          <a:lnTo>
                            <a:pt x="1376" y="544"/>
                          </a:lnTo>
                          <a:lnTo>
                            <a:pt x="1374" y="544"/>
                          </a:lnTo>
                          <a:lnTo>
                            <a:pt x="1371" y="544"/>
                          </a:lnTo>
                          <a:lnTo>
                            <a:pt x="1369" y="544"/>
                          </a:lnTo>
                          <a:lnTo>
                            <a:pt x="1366" y="544"/>
                          </a:lnTo>
                          <a:lnTo>
                            <a:pt x="1364" y="544"/>
                          </a:lnTo>
                          <a:lnTo>
                            <a:pt x="1362" y="543"/>
                          </a:lnTo>
                          <a:lnTo>
                            <a:pt x="1359" y="543"/>
                          </a:lnTo>
                          <a:lnTo>
                            <a:pt x="1357" y="543"/>
                          </a:lnTo>
                          <a:lnTo>
                            <a:pt x="1354" y="543"/>
                          </a:lnTo>
                          <a:lnTo>
                            <a:pt x="1352" y="542"/>
                          </a:lnTo>
                          <a:lnTo>
                            <a:pt x="1350" y="542"/>
                          </a:lnTo>
                          <a:lnTo>
                            <a:pt x="1347" y="542"/>
                          </a:lnTo>
                          <a:lnTo>
                            <a:pt x="1345" y="542"/>
                          </a:lnTo>
                          <a:lnTo>
                            <a:pt x="1342" y="542"/>
                          </a:lnTo>
                          <a:lnTo>
                            <a:pt x="1340" y="542"/>
                          </a:lnTo>
                          <a:lnTo>
                            <a:pt x="1338" y="541"/>
                          </a:lnTo>
                          <a:lnTo>
                            <a:pt x="1335" y="541"/>
                          </a:lnTo>
                          <a:lnTo>
                            <a:pt x="1333" y="541"/>
                          </a:lnTo>
                          <a:lnTo>
                            <a:pt x="1331" y="541"/>
                          </a:lnTo>
                          <a:lnTo>
                            <a:pt x="1328" y="540"/>
                          </a:lnTo>
                          <a:lnTo>
                            <a:pt x="1326" y="540"/>
                          </a:lnTo>
                          <a:lnTo>
                            <a:pt x="1323" y="540"/>
                          </a:lnTo>
                          <a:lnTo>
                            <a:pt x="1321" y="539"/>
                          </a:lnTo>
                          <a:lnTo>
                            <a:pt x="1318" y="539"/>
                          </a:lnTo>
                          <a:lnTo>
                            <a:pt x="1316" y="539"/>
                          </a:lnTo>
                          <a:lnTo>
                            <a:pt x="1314" y="539"/>
                          </a:lnTo>
                          <a:lnTo>
                            <a:pt x="1311" y="539"/>
                          </a:lnTo>
                          <a:lnTo>
                            <a:pt x="1309" y="538"/>
                          </a:lnTo>
                          <a:lnTo>
                            <a:pt x="1306" y="538"/>
                          </a:lnTo>
                          <a:lnTo>
                            <a:pt x="1304" y="538"/>
                          </a:lnTo>
                          <a:lnTo>
                            <a:pt x="1302" y="538"/>
                          </a:lnTo>
                          <a:lnTo>
                            <a:pt x="1299" y="537"/>
                          </a:lnTo>
                          <a:lnTo>
                            <a:pt x="1297" y="537"/>
                          </a:lnTo>
                          <a:lnTo>
                            <a:pt x="1294" y="537"/>
                          </a:lnTo>
                          <a:lnTo>
                            <a:pt x="1292" y="537"/>
                          </a:lnTo>
                          <a:lnTo>
                            <a:pt x="1290" y="536"/>
                          </a:lnTo>
                          <a:lnTo>
                            <a:pt x="1287" y="536"/>
                          </a:lnTo>
                          <a:lnTo>
                            <a:pt x="1285" y="536"/>
                          </a:lnTo>
                          <a:lnTo>
                            <a:pt x="1282" y="536"/>
                          </a:lnTo>
                          <a:lnTo>
                            <a:pt x="1280" y="536"/>
                          </a:lnTo>
                          <a:lnTo>
                            <a:pt x="1277" y="535"/>
                          </a:lnTo>
                          <a:lnTo>
                            <a:pt x="1275" y="535"/>
                          </a:lnTo>
                          <a:lnTo>
                            <a:pt x="1273" y="535"/>
                          </a:lnTo>
                          <a:lnTo>
                            <a:pt x="1270" y="534"/>
                          </a:lnTo>
                          <a:lnTo>
                            <a:pt x="1268" y="534"/>
                          </a:lnTo>
                          <a:lnTo>
                            <a:pt x="1265" y="534"/>
                          </a:lnTo>
                          <a:lnTo>
                            <a:pt x="1263" y="534"/>
                          </a:lnTo>
                          <a:lnTo>
                            <a:pt x="1261" y="533"/>
                          </a:lnTo>
                          <a:lnTo>
                            <a:pt x="1258" y="533"/>
                          </a:lnTo>
                          <a:lnTo>
                            <a:pt x="1256" y="533"/>
                          </a:lnTo>
                          <a:lnTo>
                            <a:pt x="1253" y="533"/>
                          </a:lnTo>
                          <a:lnTo>
                            <a:pt x="1251" y="532"/>
                          </a:lnTo>
                          <a:lnTo>
                            <a:pt x="1249" y="532"/>
                          </a:lnTo>
                          <a:lnTo>
                            <a:pt x="1246" y="531"/>
                          </a:lnTo>
                          <a:lnTo>
                            <a:pt x="1244" y="531"/>
                          </a:lnTo>
                          <a:lnTo>
                            <a:pt x="1241" y="531"/>
                          </a:lnTo>
                          <a:lnTo>
                            <a:pt x="1239" y="531"/>
                          </a:lnTo>
                          <a:lnTo>
                            <a:pt x="1237" y="530"/>
                          </a:lnTo>
                          <a:lnTo>
                            <a:pt x="1234" y="530"/>
                          </a:lnTo>
                          <a:lnTo>
                            <a:pt x="1232" y="530"/>
                          </a:lnTo>
                          <a:lnTo>
                            <a:pt x="1229" y="530"/>
                          </a:lnTo>
                          <a:lnTo>
                            <a:pt x="1227" y="529"/>
                          </a:lnTo>
                          <a:lnTo>
                            <a:pt x="1224" y="529"/>
                          </a:lnTo>
                          <a:lnTo>
                            <a:pt x="1222" y="528"/>
                          </a:lnTo>
                          <a:lnTo>
                            <a:pt x="1220" y="528"/>
                          </a:lnTo>
                          <a:lnTo>
                            <a:pt x="1217" y="528"/>
                          </a:lnTo>
                          <a:lnTo>
                            <a:pt x="1215" y="527"/>
                          </a:lnTo>
                          <a:lnTo>
                            <a:pt x="1212" y="527"/>
                          </a:lnTo>
                          <a:lnTo>
                            <a:pt x="1210" y="527"/>
                          </a:lnTo>
                          <a:lnTo>
                            <a:pt x="1208" y="526"/>
                          </a:lnTo>
                          <a:lnTo>
                            <a:pt x="1205" y="526"/>
                          </a:lnTo>
                          <a:lnTo>
                            <a:pt x="1203" y="526"/>
                          </a:lnTo>
                          <a:lnTo>
                            <a:pt x="1200" y="525"/>
                          </a:lnTo>
                          <a:lnTo>
                            <a:pt x="1198" y="525"/>
                          </a:lnTo>
                          <a:lnTo>
                            <a:pt x="1196" y="525"/>
                          </a:lnTo>
                          <a:lnTo>
                            <a:pt x="1193" y="524"/>
                          </a:lnTo>
                          <a:lnTo>
                            <a:pt x="1191" y="524"/>
                          </a:lnTo>
                          <a:lnTo>
                            <a:pt x="1188" y="523"/>
                          </a:lnTo>
                          <a:lnTo>
                            <a:pt x="1186" y="523"/>
                          </a:lnTo>
                          <a:lnTo>
                            <a:pt x="1183" y="522"/>
                          </a:lnTo>
                          <a:lnTo>
                            <a:pt x="1181" y="522"/>
                          </a:lnTo>
                          <a:lnTo>
                            <a:pt x="1179" y="522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84" name="Freeform 28">
                      <a:extLst>
                        <a:ext uri="{FF2B5EF4-FFF2-40B4-BE49-F238E27FC236}">
                          <a16:creationId xmlns:a16="http://schemas.microsoft.com/office/drawing/2014/main" id="{4EED03EF-765F-4987-BDE2-AAAFBF104A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57670" y="1072212"/>
                      <a:ext cx="3438525" cy="931863"/>
                    </a:xfrm>
                    <a:custGeom>
                      <a:avLst/>
                      <a:gdLst>
                        <a:gd name="T0" fmla="*/ 34 w 2166"/>
                        <a:gd name="T1" fmla="*/ 211 h 587"/>
                        <a:gd name="T2" fmla="*/ 70 w 2166"/>
                        <a:gd name="T3" fmla="*/ 213 h 587"/>
                        <a:gd name="T4" fmla="*/ 106 w 2166"/>
                        <a:gd name="T5" fmla="*/ 219 h 587"/>
                        <a:gd name="T6" fmla="*/ 142 w 2166"/>
                        <a:gd name="T7" fmla="*/ 223 h 587"/>
                        <a:gd name="T8" fmla="*/ 178 w 2166"/>
                        <a:gd name="T9" fmla="*/ 221 h 587"/>
                        <a:gd name="T10" fmla="*/ 214 w 2166"/>
                        <a:gd name="T11" fmla="*/ 224 h 587"/>
                        <a:gd name="T12" fmla="*/ 250 w 2166"/>
                        <a:gd name="T13" fmla="*/ 227 h 587"/>
                        <a:gd name="T14" fmla="*/ 287 w 2166"/>
                        <a:gd name="T15" fmla="*/ 227 h 587"/>
                        <a:gd name="T16" fmla="*/ 323 w 2166"/>
                        <a:gd name="T17" fmla="*/ 222 h 587"/>
                        <a:gd name="T18" fmla="*/ 358 w 2166"/>
                        <a:gd name="T19" fmla="*/ 224 h 587"/>
                        <a:gd name="T20" fmla="*/ 395 w 2166"/>
                        <a:gd name="T21" fmla="*/ 244 h 587"/>
                        <a:gd name="T22" fmla="*/ 431 w 2166"/>
                        <a:gd name="T23" fmla="*/ 276 h 587"/>
                        <a:gd name="T24" fmla="*/ 467 w 2166"/>
                        <a:gd name="T25" fmla="*/ 306 h 587"/>
                        <a:gd name="T26" fmla="*/ 503 w 2166"/>
                        <a:gd name="T27" fmla="*/ 331 h 587"/>
                        <a:gd name="T28" fmla="*/ 539 w 2166"/>
                        <a:gd name="T29" fmla="*/ 353 h 587"/>
                        <a:gd name="T30" fmla="*/ 575 w 2166"/>
                        <a:gd name="T31" fmla="*/ 373 h 587"/>
                        <a:gd name="T32" fmla="*/ 611 w 2166"/>
                        <a:gd name="T33" fmla="*/ 390 h 587"/>
                        <a:gd name="T34" fmla="*/ 647 w 2166"/>
                        <a:gd name="T35" fmla="*/ 405 h 587"/>
                        <a:gd name="T36" fmla="*/ 683 w 2166"/>
                        <a:gd name="T37" fmla="*/ 418 h 587"/>
                        <a:gd name="T38" fmla="*/ 719 w 2166"/>
                        <a:gd name="T39" fmla="*/ 430 h 587"/>
                        <a:gd name="T40" fmla="*/ 756 w 2166"/>
                        <a:gd name="T41" fmla="*/ 441 h 587"/>
                        <a:gd name="T42" fmla="*/ 792 w 2166"/>
                        <a:gd name="T43" fmla="*/ 452 h 587"/>
                        <a:gd name="T44" fmla="*/ 828 w 2166"/>
                        <a:gd name="T45" fmla="*/ 462 h 587"/>
                        <a:gd name="T46" fmla="*/ 864 w 2166"/>
                        <a:gd name="T47" fmla="*/ 472 h 587"/>
                        <a:gd name="T48" fmla="*/ 900 w 2166"/>
                        <a:gd name="T49" fmla="*/ 482 h 587"/>
                        <a:gd name="T50" fmla="*/ 936 w 2166"/>
                        <a:gd name="T51" fmla="*/ 492 h 587"/>
                        <a:gd name="T52" fmla="*/ 972 w 2166"/>
                        <a:gd name="T53" fmla="*/ 502 h 587"/>
                        <a:gd name="T54" fmla="*/ 1008 w 2166"/>
                        <a:gd name="T55" fmla="*/ 511 h 587"/>
                        <a:gd name="T56" fmla="*/ 1044 w 2166"/>
                        <a:gd name="T57" fmla="*/ 521 h 587"/>
                        <a:gd name="T58" fmla="*/ 1080 w 2166"/>
                        <a:gd name="T59" fmla="*/ 530 h 587"/>
                        <a:gd name="T60" fmla="*/ 1116 w 2166"/>
                        <a:gd name="T61" fmla="*/ 537 h 587"/>
                        <a:gd name="T62" fmla="*/ 1152 w 2166"/>
                        <a:gd name="T63" fmla="*/ 545 h 587"/>
                        <a:gd name="T64" fmla="*/ 1188 w 2166"/>
                        <a:gd name="T65" fmla="*/ 551 h 587"/>
                        <a:gd name="T66" fmla="*/ 1224 w 2166"/>
                        <a:gd name="T67" fmla="*/ 557 h 587"/>
                        <a:gd name="T68" fmla="*/ 1261 w 2166"/>
                        <a:gd name="T69" fmla="*/ 563 h 587"/>
                        <a:gd name="T70" fmla="*/ 1297 w 2166"/>
                        <a:gd name="T71" fmla="*/ 567 h 587"/>
                        <a:gd name="T72" fmla="*/ 1333 w 2166"/>
                        <a:gd name="T73" fmla="*/ 571 h 587"/>
                        <a:gd name="T74" fmla="*/ 1369 w 2166"/>
                        <a:gd name="T75" fmla="*/ 575 h 587"/>
                        <a:gd name="T76" fmla="*/ 1405 w 2166"/>
                        <a:gd name="T77" fmla="*/ 578 h 587"/>
                        <a:gd name="T78" fmla="*/ 1441 w 2166"/>
                        <a:gd name="T79" fmla="*/ 581 h 587"/>
                        <a:gd name="T80" fmla="*/ 1477 w 2166"/>
                        <a:gd name="T81" fmla="*/ 583 h 587"/>
                        <a:gd name="T82" fmla="*/ 1513 w 2166"/>
                        <a:gd name="T83" fmla="*/ 585 h 587"/>
                        <a:gd name="T84" fmla="*/ 1549 w 2166"/>
                        <a:gd name="T85" fmla="*/ 586 h 587"/>
                        <a:gd name="T86" fmla="*/ 1585 w 2166"/>
                        <a:gd name="T87" fmla="*/ 582 h 587"/>
                        <a:gd name="T88" fmla="*/ 1621 w 2166"/>
                        <a:gd name="T89" fmla="*/ 519 h 587"/>
                        <a:gd name="T90" fmla="*/ 1657 w 2166"/>
                        <a:gd name="T91" fmla="*/ 448 h 587"/>
                        <a:gd name="T92" fmla="*/ 1693 w 2166"/>
                        <a:gd name="T93" fmla="*/ 371 h 587"/>
                        <a:gd name="T94" fmla="*/ 1730 w 2166"/>
                        <a:gd name="T95" fmla="*/ 300 h 587"/>
                        <a:gd name="T96" fmla="*/ 1766 w 2166"/>
                        <a:gd name="T97" fmla="*/ 237 h 587"/>
                        <a:gd name="T98" fmla="*/ 1802 w 2166"/>
                        <a:gd name="T99" fmla="*/ 182 h 587"/>
                        <a:gd name="T100" fmla="*/ 1838 w 2166"/>
                        <a:gd name="T101" fmla="*/ 137 h 587"/>
                        <a:gd name="T102" fmla="*/ 1874 w 2166"/>
                        <a:gd name="T103" fmla="*/ 101 h 587"/>
                        <a:gd name="T104" fmla="*/ 1910 w 2166"/>
                        <a:gd name="T105" fmla="*/ 73 h 587"/>
                        <a:gd name="T106" fmla="*/ 1946 w 2166"/>
                        <a:gd name="T107" fmla="*/ 49 h 587"/>
                        <a:gd name="T108" fmla="*/ 1982 w 2166"/>
                        <a:gd name="T109" fmla="*/ 31 h 587"/>
                        <a:gd name="T110" fmla="*/ 2018 w 2166"/>
                        <a:gd name="T111" fmla="*/ 18 h 587"/>
                        <a:gd name="T112" fmla="*/ 2054 w 2166"/>
                        <a:gd name="T113" fmla="*/ 9 h 587"/>
                        <a:gd name="T114" fmla="*/ 2091 w 2166"/>
                        <a:gd name="T115" fmla="*/ 4 h 587"/>
                        <a:gd name="T116" fmla="*/ 2127 w 2166"/>
                        <a:gd name="T117" fmla="*/ 1 h 587"/>
                        <a:gd name="T118" fmla="*/ 2163 w 2166"/>
                        <a:gd name="T119" fmla="*/ 1 h 58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66" h="587">
                          <a:moveTo>
                            <a:pt x="0" y="209"/>
                          </a:moveTo>
                          <a:lnTo>
                            <a:pt x="3" y="209"/>
                          </a:lnTo>
                          <a:lnTo>
                            <a:pt x="5" y="209"/>
                          </a:lnTo>
                          <a:lnTo>
                            <a:pt x="8" y="209"/>
                          </a:lnTo>
                          <a:lnTo>
                            <a:pt x="10" y="210"/>
                          </a:lnTo>
                          <a:lnTo>
                            <a:pt x="12" y="210"/>
                          </a:lnTo>
                          <a:lnTo>
                            <a:pt x="15" y="210"/>
                          </a:lnTo>
                          <a:lnTo>
                            <a:pt x="17" y="210"/>
                          </a:lnTo>
                          <a:lnTo>
                            <a:pt x="20" y="210"/>
                          </a:lnTo>
                          <a:lnTo>
                            <a:pt x="22" y="210"/>
                          </a:lnTo>
                          <a:lnTo>
                            <a:pt x="24" y="210"/>
                          </a:lnTo>
                          <a:lnTo>
                            <a:pt x="27" y="211"/>
                          </a:lnTo>
                          <a:lnTo>
                            <a:pt x="29" y="211"/>
                          </a:lnTo>
                          <a:lnTo>
                            <a:pt x="32" y="211"/>
                          </a:lnTo>
                          <a:lnTo>
                            <a:pt x="34" y="211"/>
                          </a:lnTo>
                          <a:lnTo>
                            <a:pt x="36" y="211"/>
                          </a:lnTo>
                          <a:lnTo>
                            <a:pt x="39" y="211"/>
                          </a:lnTo>
                          <a:lnTo>
                            <a:pt x="41" y="212"/>
                          </a:lnTo>
                          <a:lnTo>
                            <a:pt x="44" y="212"/>
                          </a:lnTo>
                          <a:lnTo>
                            <a:pt x="46" y="212"/>
                          </a:lnTo>
                          <a:lnTo>
                            <a:pt x="48" y="212"/>
                          </a:lnTo>
                          <a:lnTo>
                            <a:pt x="51" y="212"/>
                          </a:lnTo>
                          <a:lnTo>
                            <a:pt x="53" y="212"/>
                          </a:lnTo>
                          <a:lnTo>
                            <a:pt x="56" y="212"/>
                          </a:lnTo>
                          <a:lnTo>
                            <a:pt x="58" y="213"/>
                          </a:lnTo>
                          <a:lnTo>
                            <a:pt x="60" y="212"/>
                          </a:lnTo>
                          <a:lnTo>
                            <a:pt x="63" y="213"/>
                          </a:lnTo>
                          <a:lnTo>
                            <a:pt x="65" y="213"/>
                          </a:lnTo>
                          <a:lnTo>
                            <a:pt x="68" y="213"/>
                          </a:lnTo>
                          <a:lnTo>
                            <a:pt x="70" y="213"/>
                          </a:lnTo>
                          <a:lnTo>
                            <a:pt x="72" y="213"/>
                          </a:lnTo>
                          <a:lnTo>
                            <a:pt x="75" y="214"/>
                          </a:lnTo>
                          <a:lnTo>
                            <a:pt x="77" y="214"/>
                          </a:lnTo>
                          <a:lnTo>
                            <a:pt x="80" y="215"/>
                          </a:lnTo>
                          <a:lnTo>
                            <a:pt x="82" y="215"/>
                          </a:lnTo>
                          <a:lnTo>
                            <a:pt x="84" y="215"/>
                          </a:lnTo>
                          <a:lnTo>
                            <a:pt x="87" y="216"/>
                          </a:lnTo>
                          <a:lnTo>
                            <a:pt x="89" y="216"/>
                          </a:lnTo>
                          <a:lnTo>
                            <a:pt x="92" y="217"/>
                          </a:lnTo>
                          <a:lnTo>
                            <a:pt x="94" y="217"/>
                          </a:lnTo>
                          <a:lnTo>
                            <a:pt x="96" y="218"/>
                          </a:lnTo>
                          <a:lnTo>
                            <a:pt x="99" y="218"/>
                          </a:lnTo>
                          <a:lnTo>
                            <a:pt x="101" y="218"/>
                          </a:lnTo>
                          <a:lnTo>
                            <a:pt x="104" y="219"/>
                          </a:lnTo>
                          <a:lnTo>
                            <a:pt x="106" y="219"/>
                          </a:lnTo>
                          <a:lnTo>
                            <a:pt x="108" y="220"/>
                          </a:lnTo>
                          <a:lnTo>
                            <a:pt x="111" y="221"/>
                          </a:lnTo>
                          <a:lnTo>
                            <a:pt x="113" y="221"/>
                          </a:lnTo>
                          <a:lnTo>
                            <a:pt x="115" y="221"/>
                          </a:lnTo>
                          <a:lnTo>
                            <a:pt x="118" y="222"/>
                          </a:lnTo>
                          <a:lnTo>
                            <a:pt x="120" y="222"/>
                          </a:lnTo>
                          <a:lnTo>
                            <a:pt x="123" y="222"/>
                          </a:lnTo>
                          <a:lnTo>
                            <a:pt x="125" y="222"/>
                          </a:lnTo>
                          <a:lnTo>
                            <a:pt x="128" y="223"/>
                          </a:lnTo>
                          <a:lnTo>
                            <a:pt x="130" y="223"/>
                          </a:lnTo>
                          <a:lnTo>
                            <a:pt x="132" y="223"/>
                          </a:lnTo>
                          <a:lnTo>
                            <a:pt x="135" y="223"/>
                          </a:lnTo>
                          <a:lnTo>
                            <a:pt x="137" y="223"/>
                          </a:lnTo>
                          <a:lnTo>
                            <a:pt x="140" y="223"/>
                          </a:lnTo>
                          <a:lnTo>
                            <a:pt x="142" y="223"/>
                          </a:lnTo>
                          <a:lnTo>
                            <a:pt x="144" y="222"/>
                          </a:lnTo>
                          <a:lnTo>
                            <a:pt x="147" y="222"/>
                          </a:lnTo>
                          <a:lnTo>
                            <a:pt x="149" y="222"/>
                          </a:lnTo>
                          <a:lnTo>
                            <a:pt x="152" y="222"/>
                          </a:lnTo>
                          <a:lnTo>
                            <a:pt x="154" y="222"/>
                          </a:lnTo>
                          <a:lnTo>
                            <a:pt x="156" y="222"/>
                          </a:lnTo>
                          <a:lnTo>
                            <a:pt x="159" y="222"/>
                          </a:lnTo>
                          <a:lnTo>
                            <a:pt x="161" y="222"/>
                          </a:lnTo>
                          <a:lnTo>
                            <a:pt x="164" y="221"/>
                          </a:lnTo>
                          <a:lnTo>
                            <a:pt x="166" y="221"/>
                          </a:lnTo>
                          <a:lnTo>
                            <a:pt x="169" y="221"/>
                          </a:lnTo>
                          <a:lnTo>
                            <a:pt x="171" y="221"/>
                          </a:lnTo>
                          <a:lnTo>
                            <a:pt x="173" y="221"/>
                          </a:lnTo>
                          <a:lnTo>
                            <a:pt x="176" y="221"/>
                          </a:lnTo>
                          <a:lnTo>
                            <a:pt x="178" y="221"/>
                          </a:lnTo>
                          <a:lnTo>
                            <a:pt x="181" y="221"/>
                          </a:lnTo>
                          <a:lnTo>
                            <a:pt x="183" y="221"/>
                          </a:lnTo>
                          <a:lnTo>
                            <a:pt x="185" y="222"/>
                          </a:lnTo>
                          <a:lnTo>
                            <a:pt x="188" y="222"/>
                          </a:lnTo>
                          <a:lnTo>
                            <a:pt x="190" y="222"/>
                          </a:lnTo>
                          <a:lnTo>
                            <a:pt x="193" y="222"/>
                          </a:lnTo>
                          <a:lnTo>
                            <a:pt x="195" y="222"/>
                          </a:lnTo>
                          <a:lnTo>
                            <a:pt x="197" y="222"/>
                          </a:lnTo>
                          <a:lnTo>
                            <a:pt x="200" y="223"/>
                          </a:lnTo>
                          <a:lnTo>
                            <a:pt x="202" y="223"/>
                          </a:lnTo>
                          <a:lnTo>
                            <a:pt x="205" y="223"/>
                          </a:lnTo>
                          <a:lnTo>
                            <a:pt x="207" y="223"/>
                          </a:lnTo>
                          <a:lnTo>
                            <a:pt x="209" y="224"/>
                          </a:lnTo>
                          <a:lnTo>
                            <a:pt x="212" y="224"/>
                          </a:lnTo>
                          <a:lnTo>
                            <a:pt x="214" y="224"/>
                          </a:lnTo>
                          <a:lnTo>
                            <a:pt x="217" y="224"/>
                          </a:lnTo>
                          <a:lnTo>
                            <a:pt x="219" y="224"/>
                          </a:lnTo>
                          <a:lnTo>
                            <a:pt x="222" y="225"/>
                          </a:lnTo>
                          <a:lnTo>
                            <a:pt x="224" y="225"/>
                          </a:lnTo>
                          <a:lnTo>
                            <a:pt x="226" y="225"/>
                          </a:lnTo>
                          <a:lnTo>
                            <a:pt x="229" y="225"/>
                          </a:lnTo>
                          <a:lnTo>
                            <a:pt x="231" y="225"/>
                          </a:lnTo>
                          <a:lnTo>
                            <a:pt x="234" y="226"/>
                          </a:lnTo>
                          <a:lnTo>
                            <a:pt x="236" y="226"/>
                          </a:lnTo>
                          <a:lnTo>
                            <a:pt x="238" y="226"/>
                          </a:lnTo>
                          <a:lnTo>
                            <a:pt x="241" y="226"/>
                          </a:lnTo>
                          <a:lnTo>
                            <a:pt x="243" y="227"/>
                          </a:lnTo>
                          <a:lnTo>
                            <a:pt x="246" y="227"/>
                          </a:lnTo>
                          <a:lnTo>
                            <a:pt x="248" y="227"/>
                          </a:lnTo>
                          <a:lnTo>
                            <a:pt x="250" y="227"/>
                          </a:lnTo>
                          <a:lnTo>
                            <a:pt x="253" y="227"/>
                          </a:lnTo>
                          <a:lnTo>
                            <a:pt x="255" y="227"/>
                          </a:lnTo>
                          <a:lnTo>
                            <a:pt x="258" y="227"/>
                          </a:lnTo>
                          <a:lnTo>
                            <a:pt x="260" y="227"/>
                          </a:lnTo>
                          <a:lnTo>
                            <a:pt x="263" y="227"/>
                          </a:lnTo>
                          <a:lnTo>
                            <a:pt x="265" y="227"/>
                          </a:lnTo>
                          <a:lnTo>
                            <a:pt x="267" y="227"/>
                          </a:lnTo>
                          <a:lnTo>
                            <a:pt x="270" y="227"/>
                          </a:lnTo>
                          <a:lnTo>
                            <a:pt x="272" y="227"/>
                          </a:lnTo>
                          <a:lnTo>
                            <a:pt x="275" y="227"/>
                          </a:lnTo>
                          <a:lnTo>
                            <a:pt x="277" y="227"/>
                          </a:lnTo>
                          <a:lnTo>
                            <a:pt x="279" y="227"/>
                          </a:lnTo>
                          <a:lnTo>
                            <a:pt x="282" y="227"/>
                          </a:lnTo>
                          <a:lnTo>
                            <a:pt x="284" y="227"/>
                          </a:lnTo>
                          <a:lnTo>
                            <a:pt x="287" y="227"/>
                          </a:lnTo>
                          <a:lnTo>
                            <a:pt x="289" y="227"/>
                          </a:lnTo>
                          <a:lnTo>
                            <a:pt x="291" y="227"/>
                          </a:lnTo>
                          <a:lnTo>
                            <a:pt x="294" y="227"/>
                          </a:lnTo>
                          <a:lnTo>
                            <a:pt x="296" y="226"/>
                          </a:lnTo>
                          <a:lnTo>
                            <a:pt x="299" y="226"/>
                          </a:lnTo>
                          <a:lnTo>
                            <a:pt x="301" y="226"/>
                          </a:lnTo>
                          <a:lnTo>
                            <a:pt x="303" y="225"/>
                          </a:lnTo>
                          <a:lnTo>
                            <a:pt x="306" y="225"/>
                          </a:lnTo>
                          <a:lnTo>
                            <a:pt x="308" y="225"/>
                          </a:lnTo>
                          <a:lnTo>
                            <a:pt x="311" y="224"/>
                          </a:lnTo>
                          <a:lnTo>
                            <a:pt x="313" y="224"/>
                          </a:lnTo>
                          <a:lnTo>
                            <a:pt x="315" y="224"/>
                          </a:lnTo>
                          <a:lnTo>
                            <a:pt x="318" y="223"/>
                          </a:lnTo>
                          <a:lnTo>
                            <a:pt x="320" y="223"/>
                          </a:lnTo>
                          <a:lnTo>
                            <a:pt x="323" y="222"/>
                          </a:lnTo>
                          <a:lnTo>
                            <a:pt x="325" y="223"/>
                          </a:lnTo>
                          <a:lnTo>
                            <a:pt x="327" y="223"/>
                          </a:lnTo>
                          <a:lnTo>
                            <a:pt x="330" y="222"/>
                          </a:lnTo>
                          <a:lnTo>
                            <a:pt x="332" y="222"/>
                          </a:lnTo>
                          <a:lnTo>
                            <a:pt x="335" y="223"/>
                          </a:lnTo>
                          <a:lnTo>
                            <a:pt x="337" y="223"/>
                          </a:lnTo>
                          <a:lnTo>
                            <a:pt x="339" y="223"/>
                          </a:lnTo>
                          <a:lnTo>
                            <a:pt x="342" y="224"/>
                          </a:lnTo>
                          <a:lnTo>
                            <a:pt x="344" y="224"/>
                          </a:lnTo>
                          <a:lnTo>
                            <a:pt x="347" y="224"/>
                          </a:lnTo>
                          <a:lnTo>
                            <a:pt x="349" y="224"/>
                          </a:lnTo>
                          <a:lnTo>
                            <a:pt x="351" y="224"/>
                          </a:lnTo>
                          <a:lnTo>
                            <a:pt x="354" y="224"/>
                          </a:lnTo>
                          <a:lnTo>
                            <a:pt x="356" y="224"/>
                          </a:lnTo>
                          <a:lnTo>
                            <a:pt x="358" y="224"/>
                          </a:lnTo>
                          <a:lnTo>
                            <a:pt x="361" y="224"/>
                          </a:lnTo>
                          <a:lnTo>
                            <a:pt x="363" y="224"/>
                          </a:lnTo>
                          <a:lnTo>
                            <a:pt x="366" y="224"/>
                          </a:lnTo>
                          <a:lnTo>
                            <a:pt x="368" y="225"/>
                          </a:lnTo>
                          <a:lnTo>
                            <a:pt x="370" y="226"/>
                          </a:lnTo>
                          <a:lnTo>
                            <a:pt x="373" y="227"/>
                          </a:lnTo>
                          <a:lnTo>
                            <a:pt x="375" y="229"/>
                          </a:lnTo>
                          <a:lnTo>
                            <a:pt x="378" y="230"/>
                          </a:lnTo>
                          <a:lnTo>
                            <a:pt x="380" y="232"/>
                          </a:lnTo>
                          <a:lnTo>
                            <a:pt x="382" y="234"/>
                          </a:lnTo>
                          <a:lnTo>
                            <a:pt x="385" y="236"/>
                          </a:lnTo>
                          <a:lnTo>
                            <a:pt x="387" y="238"/>
                          </a:lnTo>
                          <a:lnTo>
                            <a:pt x="390" y="240"/>
                          </a:lnTo>
                          <a:lnTo>
                            <a:pt x="392" y="242"/>
                          </a:lnTo>
                          <a:lnTo>
                            <a:pt x="395" y="244"/>
                          </a:lnTo>
                          <a:lnTo>
                            <a:pt x="397" y="246"/>
                          </a:lnTo>
                          <a:lnTo>
                            <a:pt x="399" y="248"/>
                          </a:lnTo>
                          <a:lnTo>
                            <a:pt x="402" y="251"/>
                          </a:lnTo>
                          <a:lnTo>
                            <a:pt x="404" y="253"/>
                          </a:lnTo>
                          <a:lnTo>
                            <a:pt x="407" y="255"/>
                          </a:lnTo>
                          <a:lnTo>
                            <a:pt x="409" y="257"/>
                          </a:lnTo>
                          <a:lnTo>
                            <a:pt x="411" y="259"/>
                          </a:lnTo>
                          <a:lnTo>
                            <a:pt x="414" y="261"/>
                          </a:lnTo>
                          <a:lnTo>
                            <a:pt x="416" y="264"/>
                          </a:lnTo>
                          <a:lnTo>
                            <a:pt x="419" y="266"/>
                          </a:lnTo>
                          <a:lnTo>
                            <a:pt x="421" y="268"/>
                          </a:lnTo>
                          <a:lnTo>
                            <a:pt x="423" y="270"/>
                          </a:lnTo>
                          <a:lnTo>
                            <a:pt x="426" y="272"/>
                          </a:lnTo>
                          <a:lnTo>
                            <a:pt x="428" y="275"/>
                          </a:lnTo>
                          <a:lnTo>
                            <a:pt x="431" y="276"/>
                          </a:lnTo>
                          <a:lnTo>
                            <a:pt x="433" y="279"/>
                          </a:lnTo>
                          <a:lnTo>
                            <a:pt x="436" y="281"/>
                          </a:lnTo>
                          <a:lnTo>
                            <a:pt x="438" y="283"/>
                          </a:lnTo>
                          <a:lnTo>
                            <a:pt x="440" y="285"/>
                          </a:lnTo>
                          <a:lnTo>
                            <a:pt x="443" y="287"/>
                          </a:lnTo>
                          <a:lnTo>
                            <a:pt x="445" y="289"/>
                          </a:lnTo>
                          <a:lnTo>
                            <a:pt x="448" y="291"/>
                          </a:lnTo>
                          <a:lnTo>
                            <a:pt x="450" y="293"/>
                          </a:lnTo>
                          <a:lnTo>
                            <a:pt x="452" y="295"/>
                          </a:lnTo>
                          <a:lnTo>
                            <a:pt x="455" y="296"/>
                          </a:lnTo>
                          <a:lnTo>
                            <a:pt x="457" y="298"/>
                          </a:lnTo>
                          <a:lnTo>
                            <a:pt x="460" y="300"/>
                          </a:lnTo>
                          <a:lnTo>
                            <a:pt x="462" y="302"/>
                          </a:lnTo>
                          <a:lnTo>
                            <a:pt x="464" y="304"/>
                          </a:lnTo>
                          <a:lnTo>
                            <a:pt x="467" y="306"/>
                          </a:lnTo>
                          <a:lnTo>
                            <a:pt x="469" y="308"/>
                          </a:lnTo>
                          <a:lnTo>
                            <a:pt x="472" y="310"/>
                          </a:lnTo>
                          <a:lnTo>
                            <a:pt x="474" y="311"/>
                          </a:lnTo>
                          <a:lnTo>
                            <a:pt x="476" y="313"/>
                          </a:lnTo>
                          <a:lnTo>
                            <a:pt x="479" y="315"/>
                          </a:lnTo>
                          <a:lnTo>
                            <a:pt x="481" y="316"/>
                          </a:lnTo>
                          <a:lnTo>
                            <a:pt x="484" y="318"/>
                          </a:lnTo>
                          <a:lnTo>
                            <a:pt x="486" y="320"/>
                          </a:lnTo>
                          <a:lnTo>
                            <a:pt x="489" y="322"/>
                          </a:lnTo>
                          <a:lnTo>
                            <a:pt x="491" y="324"/>
                          </a:lnTo>
                          <a:lnTo>
                            <a:pt x="493" y="325"/>
                          </a:lnTo>
                          <a:lnTo>
                            <a:pt x="496" y="327"/>
                          </a:lnTo>
                          <a:lnTo>
                            <a:pt x="498" y="328"/>
                          </a:lnTo>
                          <a:lnTo>
                            <a:pt x="501" y="330"/>
                          </a:lnTo>
                          <a:lnTo>
                            <a:pt x="503" y="331"/>
                          </a:lnTo>
                          <a:lnTo>
                            <a:pt x="505" y="333"/>
                          </a:lnTo>
                          <a:lnTo>
                            <a:pt x="508" y="334"/>
                          </a:lnTo>
                          <a:lnTo>
                            <a:pt x="510" y="336"/>
                          </a:lnTo>
                          <a:lnTo>
                            <a:pt x="513" y="338"/>
                          </a:lnTo>
                          <a:lnTo>
                            <a:pt x="515" y="339"/>
                          </a:lnTo>
                          <a:lnTo>
                            <a:pt x="517" y="341"/>
                          </a:lnTo>
                          <a:lnTo>
                            <a:pt x="520" y="342"/>
                          </a:lnTo>
                          <a:lnTo>
                            <a:pt x="522" y="344"/>
                          </a:lnTo>
                          <a:lnTo>
                            <a:pt x="525" y="345"/>
                          </a:lnTo>
                          <a:lnTo>
                            <a:pt x="527" y="347"/>
                          </a:lnTo>
                          <a:lnTo>
                            <a:pt x="530" y="348"/>
                          </a:lnTo>
                          <a:lnTo>
                            <a:pt x="532" y="350"/>
                          </a:lnTo>
                          <a:lnTo>
                            <a:pt x="534" y="351"/>
                          </a:lnTo>
                          <a:lnTo>
                            <a:pt x="537" y="352"/>
                          </a:lnTo>
                          <a:lnTo>
                            <a:pt x="539" y="353"/>
                          </a:lnTo>
                          <a:lnTo>
                            <a:pt x="542" y="355"/>
                          </a:lnTo>
                          <a:lnTo>
                            <a:pt x="544" y="356"/>
                          </a:lnTo>
                          <a:lnTo>
                            <a:pt x="546" y="358"/>
                          </a:lnTo>
                          <a:lnTo>
                            <a:pt x="549" y="359"/>
                          </a:lnTo>
                          <a:lnTo>
                            <a:pt x="551" y="360"/>
                          </a:lnTo>
                          <a:lnTo>
                            <a:pt x="554" y="361"/>
                          </a:lnTo>
                          <a:lnTo>
                            <a:pt x="556" y="362"/>
                          </a:lnTo>
                          <a:lnTo>
                            <a:pt x="558" y="364"/>
                          </a:lnTo>
                          <a:lnTo>
                            <a:pt x="561" y="365"/>
                          </a:lnTo>
                          <a:lnTo>
                            <a:pt x="563" y="367"/>
                          </a:lnTo>
                          <a:lnTo>
                            <a:pt x="566" y="368"/>
                          </a:lnTo>
                          <a:lnTo>
                            <a:pt x="568" y="369"/>
                          </a:lnTo>
                          <a:lnTo>
                            <a:pt x="570" y="370"/>
                          </a:lnTo>
                          <a:lnTo>
                            <a:pt x="573" y="371"/>
                          </a:lnTo>
                          <a:lnTo>
                            <a:pt x="575" y="373"/>
                          </a:lnTo>
                          <a:lnTo>
                            <a:pt x="578" y="374"/>
                          </a:lnTo>
                          <a:lnTo>
                            <a:pt x="580" y="375"/>
                          </a:lnTo>
                          <a:lnTo>
                            <a:pt x="582" y="376"/>
                          </a:lnTo>
                          <a:lnTo>
                            <a:pt x="585" y="377"/>
                          </a:lnTo>
                          <a:lnTo>
                            <a:pt x="587" y="378"/>
                          </a:lnTo>
                          <a:lnTo>
                            <a:pt x="590" y="379"/>
                          </a:lnTo>
                          <a:lnTo>
                            <a:pt x="592" y="381"/>
                          </a:lnTo>
                          <a:lnTo>
                            <a:pt x="594" y="382"/>
                          </a:lnTo>
                          <a:lnTo>
                            <a:pt x="597" y="383"/>
                          </a:lnTo>
                          <a:lnTo>
                            <a:pt x="599" y="384"/>
                          </a:lnTo>
                          <a:lnTo>
                            <a:pt x="601" y="385"/>
                          </a:lnTo>
                          <a:lnTo>
                            <a:pt x="604" y="386"/>
                          </a:lnTo>
                          <a:lnTo>
                            <a:pt x="606" y="387"/>
                          </a:lnTo>
                          <a:lnTo>
                            <a:pt x="609" y="388"/>
                          </a:lnTo>
                          <a:lnTo>
                            <a:pt x="611" y="390"/>
                          </a:lnTo>
                          <a:lnTo>
                            <a:pt x="613" y="391"/>
                          </a:lnTo>
                          <a:lnTo>
                            <a:pt x="616" y="392"/>
                          </a:lnTo>
                          <a:lnTo>
                            <a:pt x="618" y="393"/>
                          </a:lnTo>
                          <a:lnTo>
                            <a:pt x="621" y="394"/>
                          </a:lnTo>
                          <a:lnTo>
                            <a:pt x="623" y="395"/>
                          </a:lnTo>
                          <a:lnTo>
                            <a:pt x="625" y="396"/>
                          </a:lnTo>
                          <a:lnTo>
                            <a:pt x="628" y="397"/>
                          </a:lnTo>
                          <a:lnTo>
                            <a:pt x="630" y="398"/>
                          </a:lnTo>
                          <a:lnTo>
                            <a:pt x="633" y="399"/>
                          </a:lnTo>
                          <a:lnTo>
                            <a:pt x="635" y="400"/>
                          </a:lnTo>
                          <a:lnTo>
                            <a:pt x="637" y="401"/>
                          </a:lnTo>
                          <a:lnTo>
                            <a:pt x="640" y="402"/>
                          </a:lnTo>
                          <a:lnTo>
                            <a:pt x="642" y="403"/>
                          </a:lnTo>
                          <a:lnTo>
                            <a:pt x="645" y="404"/>
                          </a:lnTo>
                          <a:lnTo>
                            <a:pt x="647" y="405"/>
                          </a:lnTo>
                          <a:lnTo>
                            <a:pt x="649" y="405"/>
                          </a:lnTo>
                          <a:lnTo>
                            <a:pt x="652" y="407"/>
                          </a:lnTo>
                          <a:lnTo>
                            <a:pt x="654" y="407"/>
                          </a:lnTo>
                          <a:lnTo>
                            <a:pt x="657" y="408"/>
                          </a:lnTo>
                          <a:lnTo>
                            <a:pt x="659" y="409"/>
                          </a:lnTo>
                          <a:lnTo>
                            <a:pt x="662" y="410"/>
                          </a:lnTo>
                          <a:lnTo>
                            <a:pt x="664" y="411"/>
                          </a:lnTo>
                          <a:lnTo>
                            <a:pt x="666" y="412"/>
                          </a:lnTo>
                          <a:lnTo>
                            <a:pt x="669" y="413"/>
                          </a:lnTo>
                          <a:lnTo>
                            <a:pt x="671" y="414"/>
                          </a:lnTo>
                          <a:lnTo>
                            <a:pt x="674" y="414"/>
                          </a:lnTo>
                          <a:lnTo>
                            <a:pt x="676" y="415"/>
                          </a:lnTo>
                          <a:lnTo>
                            <a:pt x="678" y="416"/>
                          </a:lnTo>
                          <a:lnTo>
                            <a:pt x="681" y="417"/>
                          </a:lnTo>
                          <a:lnTo>
                            <a:pt x="683" y="418"/>
                          </a:lnTo>
                          <a:lnTo>
                            <a:pt x="686" y="419"/>
                          </a:lnTo>
                          <a:lnTo>
                            <a:pt x="688" y="419"/>
                          </a:lnTo>
                          <a:lnTo>
                            <a:pt x="690" y="420"/>
                          </a:lnTo>
                          <a:lnTo>
                            <a:pt x="693" y="421"/>
                          </a:lnTo>
                          <a:lnTo>
                            <a:pt x="695" y="422"/>
                          </a:lnTo>
                          <a:lnTo>
                            <a:pt x="698" y="422"/>
                          </a:lnTo>
                          <a:lnTo>
                            <a:pt x="700" y="423"/>
                          </a:lnTo>
                          <a:lnTo>
                            <a:pt x="703" y="424"/>
                          </a:lnTo>
                          <a:lnTo>
                            <a:pt x="705" y="425"/>
                          </a:lnTo>
                          <a:lnTo>
                            <a:pt x="707" y="426"/>
                          </a:lnTo>
                          <a:lnTo>
                            <a:pt x="710" y="427"/>
                          </a:lnTo>
                          <a:lnTo>
                            <a:pt x="712" y="427"/>
                          </a:lnTo>
                          <a:lnTo>
                            <a:pt x="715" y="428"/>
                          </a:lnTo>
                          <a:lnTo>
                            <a:pt x="717" y="429"/>
                          </a:lnTo>
                          <a:lnTo>
                            <a:pt x="719" y="430"/>
                          </a:lnTo>
                          <a:lnTo>
                            <a:pt x="722" y="430"/>
                          </a:lnTo>
                          <a:lnTo>
                            <a:pt x="724" y="431"/>
                          </a:lnTo>
                          <a:lnTo>
                            <a:pt x="727" y="432"/>
                          </a:lnTo>
                          <a:lnTo>
                            <a:pt x="729" y="433"/>
                          </a:lnTo>
                          <a:lnTo>
                            <a:pt x="731" y="433"/>
                          </a:lnTo>
                          <a:lnTo>
                            <a:pt x="734" y="434"/>
                          </a:lnTo>
                          <a:lnTo>
                            <a:pt x="736" y="435"/>
                          </a:lnTo>
                          <a:lnTo>
                            <a:pt x="739" y="436"/>
                          </a:lnTo>
                          <a:lnTo>
                            <a:pt x="741" y="436"/>
                          </a:lnTo>
                          <a:lnTo>
                            <a:pt x="743" y="437"/>
                          </a:lnTo>
                          <a:lnTo>
                            <a:pt x="746" y="438"/>
                          </a:lnTo>
                          <a:lnTo>
                            <a:pt x="748" y="439"/>
                          </a:lnTo>
                          <a:lnTo>
                            <a:pt x="751" y="439"/>
                          </a:lnTo>
                          <a:lnTo>
                            <a:pt x="753" y="440"/>
                          </a:lnTo>
                          <a:lnTo>
                            <a:pt x="756" y="441"/>
                          </a:lnTo>
                          <a:lnTo>
                            <a:pt x="758" y="442"/>
                          </a:lnTo>
                          <a:lnTo>
                            <a:pt x="760" y="442"/>
                          </a:lnTo>
                          <a:lnTo>
                            <a:pt x="763" y="443"/>
                          </a:lnTo>
                          <a:lnTo>
                            <a:pt x="765" y="444"/>
                          </a:lnTo>
                          <a:lnTo>
                            <a:pt x="768" y="445"/>
                          </a:lnTo>
                          <a:lnTo>
                            <a:pt x="770" y="445"/>
                          </a:lnTo>
                          <a:lnTo>
                            <a:pt x="772" y="446"/>
                          </a:lnTo>
                          <a:lnTo>
                            <a:pt x="775" y="447"/>
                          </a:lnTo>
                          <a:lnTo>
                            <a:pt x="777" y="447"/>
                          </a:lnTo>
                          <a:lnTo>
                            <a:pt x="780" y="448"/>
                          </a:lnTo>
                          <a:lnTo>
                            <a:pt x="782" y="449"/>
                          </a:lnTo>
                          <a:lnTo>
                            <a:pt x="784" y="450"/>
                          </a:lnTo>
                          <a:lnTo>
                            <a:pt x="787" y="450"/>
                          </a:lnTo>
                          <a:lnTo>
                            <a:pt x="789" y="451"/>
                          </a:lnTo>
                          <a:lnTo>
                            <a:pt x="792" y="452"/>
                          </a:lnTo>
                          <a:lnTo>
                            <a:pt x="794" y="452"/>
                          </a:lnTo>
                          <a:lnTo>
                            <a:pt x="797" y="453"/>
                          </a:lnTo>
                          <a:lnTo>
                            <a:pt x="799" y="454"/>
                          </a:lnTo>
                          <a:lnTo>
                            <a:pt x="801" y="454"/>
                          </a:lnTo>
                          <a:lnTo>
                            <a:pt x="804" y="455"/>
                          </a:lnTo>
                          <a:lnTo>
                            <a:pt x="806" y="456"/>
                          </a:lnTo>
                          <a:lnTo>
                            <a:pt x="809" y="456"/>
                          </a:lnTo>
                          <a:lnTo>
                            <a:pt x="811" y="457"/>
                          </a:lnTo>
                          <a:lnTo>
                            <a:pt x="813" y="458"/>
                          </a:lnTo>
                          <a:lnTo>
                            <a:pt x="816" y="458"/>
                          </a:lnTo>
                          <a:lnTo>
                            <a:pt x="818" y="459"/>
                          </a:lnTo>
                          <a:lnTo>
                            <a:pt x="821" y="460"/>
                          </a:lnTo>
                          <a:lnTo>
                            <a:pt x="823" y="460"/>
                          </a:lnTo>
                          <a:lnTo>
                            <a:pt x="825" y="461"/>
                          </a:lnTo>
                          <a:lnTo>
                            <a:pt x="828" y="462"/>
                          </a:lnTo>
                          <a:lnTo>
                            <a:pt x="830" y="462"/>
                          </a:lnTo>
                          <a:lnTo>
                            <a:pt x="833" y="463"/>
                          </a:lnTo>
                          <a:lnTo>
                            <a:pt x="835" y="464"/>
                          </a:lnTo>
                          <a:lnTo>
                            <a:pt x="837" y="464"/>
                          </a:lnTo>
                          <a:lnTo>
                            <a:pt x="840" y="465"/>
                          </a:lnTo>
                          <a:lnTo>
                            <a:pt x="842" y="466"/>
                          </a:lnTo>
                          <a:lnTo>
                            <a:pt x="845" y="467"/>
                          </a:lnTo>
                          <a:lnTo>
                            <a:pt x="847" y="467"/>
                          </a:lnTo>
                          <a:lnTo>
                            <a:pt x="849" y="468"/>
                          </a:lnTo>
                          <a:lnTo>
                            <a:pt x="852" y="468"/>
                          </a:lnTo>
                          <a:lnTo>
                            <a:pt x="854" y="469"/>
                          </a:lnTo>
                          <a:lnTo>
                            <a:pt x="856" y="470"/>
                          </a:lnTo>
                          <a:lnTo>
                            <a:pt x="859" y="470"/>
                          </a:lnTo>
                          <a:lnTo>
                            <a:pt x="861" y="471"/>
                          </a:lnTo>
                          <a:lnTo>
                            <a:pt x="864" y="472"/>
                          </a:lnTo>
                          <a:lnTo>
                            <a:pt x="866" y="472"/>
                          </a:lnTo>
                          <a:lnTo>
                            <a:pt x="868" y="473"/>
                          </a:lnTo>
                          <a:lnTo>
                            <a:pt x="871" y="474"/>
                          </a:lnTo>
                          <a:lnTo>
                            <a:pt x="873" y="474"/>
                          </a:lnTo>
                          <a:lnTo>
                            <a:pt x="876" y="475"/>
                          </a:lnTo>
                          <a:lnTo>
                            <a:pt x="878" y="476"/>
                          </a:lnTo>
                          <a:lnTo>
                            <a:pt x="880" y="476"/>
                          </a:lnTo>
                          <a:lnTo>
                            <a:pt x="883" y="477"/>
                          </a:lnTo>
                          <a:lnTo>
                            <a:pt x="885" y="478"/>
                          </a:lnTo>
                          <a:lnTo>
                            <a:pt x="888" y="479"/>
                          </a:lnTo>
                          <a:lnTo>
                            <a:pt x="890" y="479"/>
                          </a:lnTo>
                          <a:lnTo>
                            <a:pt x="892" y="480"/>
                          </a:lnTo>
                          <a:lnTo>
                            <a:pt x="895" y="480"/>
                          </a:lnTo>
                          <a:lnTo>
                            <a:pt x="897" y="481"/>
                          </a:lnTo>
                          <a:lnTo>
                            <a:pt x="900" y="482"/>
                          </a:lnTo>
                          <a:lnTo>
                            <a:pt x="902" y="482"/>
                          </a:lnTo>
                          <a:lnTo>
                            <a:pt x="904" y="483"/>
                          </a:lnTo>
                          <a:lnTo>
                            <a:pt x="907" y="484"/>
                          </a:lnTo>
                          <a:lnTo>
                            <a:pt x="909" y="484"/>
                          </a:lnTo>
                          <a:lnTo>
                            <a:pt x="912" y="485"/>
                          </a:lnTo>
                          <a:lnTo>
                            <a:pt x="914" y="486"/>
                          </a:lnTo>
                          <a:lnTo>
                            <a:pt x="916" y="487"/>
                          </a:lnTo>
                          <a:lnTo>
                            <a:pt x="919" y="487"/>
                          </a:lnTo>
                          <a:lnTo>
                            <a:pt x="921" y="488"/>
                          </a:lnTo>
                          <a:lnTo>
                            <a:pt x="924" y="488"/>
                          </a:lnTo>
                          <a:lnTo>
                            <a:pt x="926" y="489"/>
                          </a:lnTo>
                          <a:lnTo>
                            <a:pt x="929" y="490"/>
                          </a:lnTo>
                          <a:lnTo>
                            <a:pt x="931" y="490"/>
                          </a:lnTo>
                          <a:lnTo>
                            <a:pt x="933" y="491"/>
                          </a:lnTo>
                          <a:lnTo>
                            <a:pt x="936" y="492"/>
                          </a:lnTo>
                          <a:lnTo>
                            <a:pt x="938" y="493"/>
                          </a:lnTo>
                          <a:lnTo>
                            <a:pt x="941" y="493"/>
                          </a:lnTo>
                          <a:lnTo>
                            <a:pt x="943" y="494"/>
                          </a:lnTo>
                          <a:lnTo>
                            <a:pt x="945" y="494"/>
                          </a:lnTo>
                          <a:lnTo>
                            <a:pt x="948" y="495"/>
                          </a:lnTo>
                          <a:lnTo>
                            <a:pt x="950" y="496"/>
                          </a:lnTo>
                          <a:lnTo>
                            <a:pt x="953" y="497"/>
                          </a:lnTo>
                          <a:lnTo>
                            <a:pt x="955" y="497"/>
                          </a:lnTo>
                          <a:lnTo>
                            <a:pt x="957" y="498"/>
                          </a:lnTo>
                          <a:lnTo>
                            <a:pt x="960" y="499"/>
                          </a:lnTo>
                          <a:lnTo>
                            <a:pt x="962" y="499"/>
                          </a:lnTo>
                          <a:lnTo>
                            <a:pt x="965" y="500"/>
                          </a:lnTo>
                          <a:lnTo>
                            <a:pt x="967" y="500"/>
                          </a:lnTo>
                          <a:lnTo>
                            <a:pt x="970" y="501"/>
                          </a:lnTo>
                          <a:lnTo>
                            <a:pt x="972" y="502"/>
                          </a:lnTo>
                          <a:lnTo>
                            <a:pt x="974" y="502"/>
                          </a:lnTo>
                          <a:lnTo>
                            <a:pt x="977" y="503"/>
                          </a:lnTo>
                          <a:lnTo>
                            <a:pt x="979" y="504"/>
                          </a:lnTo>
                          <a:lnTo>
                            <a:pt x="982" y="504"/>
                          </a:lnTo>
                          <a:lnTo>
                            <a:pt x="984" y="505"/>
                          </a:lnTo>
                          <a:lnTo>
                            <a:pt x="986" y="506"/>
                          </a:lnTo>
                          <a:lnTo>
                            <a:pt x="989" y="506"/>
                          </a:lnTo>
                          <a:lnTo>
                            <a:pt x="991" y="507"/>
                          </a:lnTo>
                          <a:lnTo>
                            <a:pt x="994" y="508"/>
                          </a:lnTo>
                          <a:lnTo>
                            <a:pt x="996" y="508"/>
                          </a:lnTo>
                          <a:lnTo>
                            <a:pt x="998" y="509"/>
                          </a:lnTo>
                          <a:lnTo>
                            <a:pt x="1001" y="510"/>
                          </a:lnTo>
                          <a:lnTo>
                            <a:pt x="1003" y="510"/>
                          </a:lnTo>
                          <a:lnTo>
                            <a:pt x="1006" y="511"/>
                          </a:lnTo>
                          <a:lnTo>
                            <a:pt x="1008" y="511"/>
                          </a:lnTo>
                          <a:lnTo>
                            <a:pt x="1010" y="512"/>
                          </a:lnTo>
                          <a:lnTo>
                            <a:pt x="1013" y="513"/>
                          </a:lnTo>
                          <a:lnTo>
                            <a:pt x="1015" y="513"/>
                          </a:lnTo>
                          <a:lnTo>
                            <a:pt x="1018" y="514"/>
                          </a:lnTo>
                          <a:lnTo>
                            <a:pt x="1020" y="514"/>
                          </a:lnTo>
                          <a:lnTo>
                            <a:pt x="1023" y="515"/>
                          </a:lnTo>
                          <a:lnTo>
                            <a:pt x="1025" y="516"/>
                          </a:lnTo>
                          <a:lnTo>
                            <a:pt x="1027" y="516"/>
                          </a:lnTo>
                          <a:lnTo>
                            <a:pt x="1030" y="517"/>
                          </a:lnTo>
                          <a:lnTo>
                            <a:pt x="1032" y="518"/>
                          </a:lnTo>
                          <a:lnTo>
                            <a:pt x="1035" y="518"/>
                          </a:lnTo>
                          <a:lnTo>
                            <a:pt x="1037" y="519"/>
                          </a:lnTo>
                          <a:lnTo>
                            <a:pt x="1039" y="519"/>
                          </a:lnTo>
                          <a:lnTo>
                            <a:pt x="1042" y="520"/>
                          </a:lnTo>
                          <a:lnTo>
                            <a:pt x="1044" y="521"/>
                          </a:lnTo>
                          <a:lnTo>
                            <a:pt x="1047" y="521"/>
                          </a:lnTo>
                          <a:lnTo>
                            <a:pt x="1049" y="522"/>
                          </a:lnTo>
                          <a:lnTo>
                            <a:pt x="1051" y="522"/>
                          </a:lnTo>
                          <a:lnTo>
                            <a:pt x="1054" y="523"/>
                          </a:lnTo>
                          <a:lnTo>
                            <a:pt x="1056" y="524"/>
                          </a:lnTo>
                          <a:lnTo>
                            <a:pt x="1059" y="524"/>
                          </a:lnTo>
                          <a:lnTo>
                            <a:pt x="1061" y="525"/>
                          </a:lnTo>
                          <a:lnTo>
                            <a:pt x="1064" y="525"/>
                          </a:lnTo>
                          <a:lnTo>
                            <a:pt x="1066" y="526"/>
                          </a:lnTo>
                          <a:lnTo>
                            <a:pt x="1068" y="526"/>
                          </a:lnTo>
                          <a:lnTo>
                            <a:pt x="1071" y="527"/>
                          </a:lnTo>
                          <a:lnTo>
                            <a:pt x="1073" y="528"/>
                          </a:lnTo>
                          <a:lnTo>
                            <a:pt x="1076" y="528"/>
                          </a:lnTo>
                          <a:lnTo>
                            <a:pt x="1078" y="529"/>
                          </a:lnTo>
                          <a:lnTo>
                            <a:pt x="1080" y="530"/>
                          </a:lnTo>
                          <a:lnTo>
                            <a:pt x="1083" y="530"/>
                          </a:lnTo>
                          <a:lnTo>
                            <a:pt x="1085" y="531"/>
                          </a:lnTo>
                          <a:lnTo>
                            <a:pt x="1088" y="531"/>
                          </a:lnTo>
                          <a:lnTo>
                            <a:pt x="1090" y="532"/>
                          </a:lnTo>
                          <a:lnTo>
                            <a:pt x="1092" y="532"/>
                          </a:lnTo>
                          <a:lnTo>
                            <a:pt x="1095" y="533"/>
                          </a:lnTo>
                          <a:lnTo>
                            <a:pt x="1097" y="533"/>
                          </a:lnTo>
                          <a:lnTo>
                            <a:pt x="1099" y="534"/>
                          </a:lnTo>
                          <a:lnTo>
                            <a:pt x="1102" y="534"/>
                          </a:lnTo>
                          <a:lnTo>
                            <a:pt x="1104" y="535"/>
                          </a:lnTo>
                          <a:lnTo>
                            <a:pt x="1107" y="536"/>
                          </a:lnTo>
                          <a:lnTo>
                            <a:pt x="1109" y="536"/>
                          </a:lnTo>
                          <a:lnTo>
                            <a:pt x="1111" y="537"/>
                          </a:lnTo>
                          <a:lnTo>
                            <a:pt x="1114" y="537"/>
                          </a:lnTo>
                          <a:lnTo>
                            <a:pt x="1116" y="537"/>
                          </a:lnTo>
                          <a:lnTo>
                            <a:pt x="1119" y="538"/>
                          </a:lnTo>
                          <a:lnTo>
                            <a:pt x="1121" y="539"/>
                          </a:lnTo>
                          <a:lnTo>
                            <a:pt x="1123" y="539"/>
                          </a:lnTo>
                          <a:lnTo>
                            <a:pt x="1126" y="539"/>
                          </a:lnTo>
                          <a:lnTo>
                            <a:pt x="1128" y="540"/>
                          </a:lnTo>
                          <a:lnTo>
                            <a:pt x="1131" y="540"/>
                          </a:lnTo>
                          <a:lnTo>
                            <a:pt x="1133" y="541"/>
                          </a:lnTo>
                          <a:lnTo>
                            <a:pt x="1135" y="542"/>
                          </a:lnTo>
                          <a:lnTo>
                            <a:pt x="1138" y="542"/>
                          </a:lnTo>
                          <a:lnTo>
                            <a:pt x="1140" y="542"/>
                          </a:lnTo>
                          <a:lnTo>
                            <a:pt x="1143" y="543"/>
                          </a:lnTo>
                          <a:lnTo>
                            <a:pt x="1145" y="543"/>
                          </a:lnTo>
                          <a:lnTo>
                            <a:pt x="1147" y="543"/>
                          </a:lnTo>
                          <a:lnTo>
                            <a:pt x="1150" y="544"/>
                          </a:lnTo>
                          <a:lnTo>
                            <a:pt x="1152" y="545"/>
                          </a:lnTo>
                          <a:lnTo>
                            <a:pt x="1155" y="545"/>
                          </a:lnTo>
                          <a:lnTo>
                            <a:pt x="1157" y="545"/>
                          </a:lnTo>
                          <a:lnTo>
                            <a:pt x="1159" y="546"/>
                          </a:lnTo>
                          <a:lnTo>
                            <a:pt x="1162" y="546"/>
                          </a:lnTo>
                          <a:lnTo>
                            <a:pt x="1164" y="547"/>
                          </a:lnTo>
                          <a:lnTo>
                            <a:pt x="1167" y="547"/>
                          </a:lnTo>
                          <a:lnTo>
                            <a:pt x="1169" y="548"/>
                          </a:lnTo>
                          <a:lnTo>
                            <a:pt x="1171" y="548"/>
                          </a:lnTo>
                          <a:lnTo>
                            <a:pt x="1174" y="549"/>
                          </a:lnTo>
                          <a:lnTo>
                            <a:pt x="1176" y="549"/>
                          </a:lnTo>
                          <a:lnTo>
                            <a:pt x="1179" y="549"/>
                          </a:lnTo>
                          <a:lnTo>
                            <a:pt x="1181" y="550"/>
                          </a:lnTo>
                          <a:lnTo>
                            <a:pt x="1183" y="550"/>
                          </a:lnTo>
                          <a:lnTo>
                            <a:pt x="1186" y="551"/>
                          </a:lnTo>
                          <a:lnTo>
                            <a:pt x="1188" y="551"/>
                          </a:lnTo>
                          <a:lnTo>
                            <a:pt x="1191" y="552"/>
                          </a:lnTo>
                          <a:lnTo>
                            <a:pt x="1193" y="552"/>
                          </a:lnTo>
                          <a:lnTo>
                            <a:pt x="1196" y="553"/>
                          </a:lnTo>
                          <a:lnTo>
                            <a:pt x="1198" y="553"/>
                          </a:lnTo>
                          <a:lnTo>
                            <a:pt x="1200" y="553"/>
                          </a:lnTo>
                          <a:lnTo>
                            <a:pt x="1203" y="554"/>
                          </a:lnTo>
                          <a:lnTo>
                            <a:pt x="1205" y="554"/>
                          </a:lnTo>
                          <a:lnTo>
                            <a:pt x="1208" y="555"/>
                          </a:lnTo>
                          <a:lnTo>
                            <a:pt x="1210" y="555"/>
                          </a:lnTo>
                          <a:lnTo>
                            <a:pt x="1212" y="556"/>
                          </a:lnTo>
                          <a:lnTo>
                            <a:pt x="1215" y="556"/>
                          </a:lnTo>
                          <a:lnTo>
                            <a:pt x="1217" y="556"/>
                          </a:lnTo>
                          <a:lnTo>
                            <a:pt x="1220" y="557"/>
                          </a:lnTo>
                          <a:lnTo>
                            <a:pt x="1222" y="557"/>
                          </a:lnTo>
                          <a:lnTo>
                            <a:pt x="1224" y="557"/>
                          </a:lnTo>
                          <a:lnTo>
                            <a:pt x="1227" y="558"/>
                          </a:lnTo>
                          <a:lnTo>
                            <a:pt x="1229" y="558"/>
                          </a:lnTo>
                          <a:lnTo>
                            <a:pt x="1232" y="559"/>
                          </a:lnTo>
                          <a:lnTo>
                            <a:pt x="1234" y="559"/>
                          </a:lnTo>
                          <a:lnTo>
                            <a:pt x="1237" y="559"/>
                          </a:lnTo>
                          <a:lnTo>
                            <a:pt x="1239" y="560"/>
                          </a:lnTo>
                          <a:lnTo>
                            <a:pt x="1241" y="560"/>
                          </a:lnTo>
                          <a:lnTo>
                            <a:pt x="1244" y="560"/>
                          </a:lnTo>
                          <a:lnTo>
                            <a:pt x="1246" y="560"/>
                          </a:lnTo>
                          <a:lnTo>
                            <a:pt x="1249" y="561"/>
                          </a:lnTo>
                          <a:lnTo>
                            <a:pt x="1251" y="561"/>
                          </a:lnTo>
                          <a:lnTo>
                            <a:pt x="1253" y="562"/>
                          </a:lnTo>
                          <a:lnTo>
                            <a:pt x="1256" y="562"/>
                          </a:lnTo>
                          <a:lnTo>
                            <a:pt x="1258" y="562"/>
                          </a:lnTo>
                          <a:lnTo>
                            <a:pt x="1261" y="563"/>
                          </a:lnTo>
                          <a:lnTo>
                            <a:pt x="1263" y="563"/>
                          </a:lnTo>
                          <a:lnTo>
                            <a:pt x="1265" y="563"/>
                          </a:lnTo>
                          <a:lnTo>
                            <a:pt x="1268" y="563"/>
                          </a:lnTo>
                          <a:lnTo>
                            <a:pt x="1270" y="564"/>
                          </a:lnTo>
                          <a:lnTo>
                            <a:pt x="1273" y="564"/>
                          </a:lnTo>
                          <a:lnTo>
                            <a:pt x="1275" y="565"/>
                          </a:lnTo>
                          <a:lnTo>
                            <a:pt x="1277" y="565"/>
                          </a:lnTo>
                          <a:lnTo>
                            <a:pt x="1280" y="565"/>
                          </a:lnTo>
                          <a:lnTo>
                            <a:pt x="1282" y="565"/>
                          </a:lnTo>
                          <a:lnTo>
                            <a:pt x="1285" y="566"/>
                          </a:lnTo>
                          <a:lnTo>
                            <a:pt x="1287" y="566"/>
                          </a:lnTo>
                          <a:lnTo>
                            <a:pt x="1290" y="566"/>
                          </a:lnTo>
                          <a:lnTo>
                            <a:pt x="1292" y="566"/>
                          </a:lnTo>
                          <a:lnTo>
                            <a:pt x="1294" y="567"/>
                          </a:lnTo>
                          <a:lnTo>
                            <a:pt x="1297" y="567"/>
                          </a:lnTo>
                          <a:lnTo>
                            <a:pt x="1299" y="568"/>
                          </a:lnTo>
                          <a:lnTo>
                            <a:pt x="1302" y="568"/>
                          </a:lnTo>
                          <a:lnTo>
                            <a:pt x="1304" y="568"/>
                          </a:lnTo>
                          <a:lnTo>
                            <a:pt x="1306" y="568"/>
                          </a:lnTo>
                          <a:lnTo>
                            <a:pt x="1309" y="569"/>
                          </a:lnTo>
                          <a:lnTo>
                            <a:pt x="1311" y="569"/>
                          </a:lnTo>
                          <a:lnTo>
                            <a:pt x="1314" y="569"/>
                          </a:lnTo>
                          <a:lnTo>
                            <a:pt x="1316" y="569"/>
                          </a:lnTo>
                          <a:lnTo>
                            <a:pt x="1318" y="569"/>
                          </a:lnTo>
                          <a:lnTo>
                            <a:pt x="1321" y="570"/>
                          </a:lnTo>
                          <a:lnTo>
                            <a:pt x="1323" y="570"/>
                          </a:lnTo>
                          <a:lnTo>
                            <a:pt x="1326" y="571"/>
                          </a:lnTo>
                          <a:lnTo>
                            <a:pt x="1328" y="571"/>
                          </a:lnTo>
                          <a:lnTo>
                            <a:pt x="1331" y="571"/>
                          </a:lnTo>
                          <a:lnTo>
                            <a:pt x="1333" y="571"/>
                          </a:lnTo>
                          <a:lnTo>
                            <a:pt x="1335" y="571"/>
                          </a:lnTo>
                          <a:lnTo>
                            <a:pt x="1338" y="572"/>
                          </a:lnTo>
                          <a:lnTo>
                            <a:pt x="1340" y="572"/>
                          </a:lnTo>
                          <a:lnTo>
                            <a:pt x="1342" y="572"/>
                          </a:lnTo>
                          <a:lnTo>
                            <a:pt x="1345" y="573"/>
                          </a:lnTo>
                          <a:lnTo>
                            <a:pt x="1347" y="573"/>
                          </a:lnTo>
                          <a:lnTo>
                            <a:pt x="1350" y="573"/>
                          </a:lnTo>
                          <a:lnTo>
                            <a:pt x="1352" y="573"/>
                          </a:lnTo>
                          <a:lnTo>
                            <a:pt x="1354" y="573"/>
                          </a:lnTo>
                          <a:lnTo>
                            <a:pt x="1357" y="574"/>
                          </a:lnTo>
                          <a:lnTo>
                            <a:pt x="1359" y="574"/>
                          </a:lnTo>
                          <a:lnTo>
                            <a:pt x="1362" y="574"/>
                          </a:lnTo>
                          <a:lnTo>
                            <a:pt x="1364" y="574"/>
                          </a:lnTo>
                          <a:lnTo>
                            <a:pt x="1366" y="574"/>
                          </a:lnTo>
                          <a:lnTo>
                            <a:pt x="1369" y="575"/>
                          </a:lnTo>
                          <a:lnTo>
                            <a:pt x="1371" y="575"/>
                          </a:lnTo>
                          <a:lnTo>
                            <a:pt x="1374" y="575"/>
                          </a:lnTo>
                          <a:lnTo>
                            <a:pt x="1376" y="576"/>
                          </a:lnTo>
                          <a:lnTo>
                            <a:pt x="1378" y="576"/>
                          </a:lnTo>
                          <a:lnTo>
                            <a:pt x="1381" y="576"/>
                          </a:lnTo>
                          <a:lnTo>
                            <a:pt x="1383" y="576"/>
                          </a:lnTo>
                          <a:lnTo>
                            <a:pt x="1386" y="576"/>
                          </a:lnTo>
                          <a:lnTo>
                            <a:pt x="1388" y="577"/>
                          </a:lnTo>
                          <a:lnTo>
                            <a:pt x="1390" y="577"/>
                          </a:lnTo>
                          <a:lnTo>
                            <a:pt x="1393" y="577"/>
                          </a:lnTo>
                          <a:lnTo>
                            <a:pt x="1395" y="577"/>
                          </a:lnTo>
                          <a:lnTo>
                            <a:pt x="1398" y="577"/>
                          </a:lnTo>
                          <a:lnTo>
                            <a:pt x="1400" y="578"/>
                          </a:lnTo>
                          <a:lnTo>
                            <a:pt x="1402" y="578"/>
                          </a:lnTo>
                          <a:lnTo>
                            <a:pt x="1405" y="578"/>
                          </a:lnTo>
                          <a:lnTo>
                            <a:pt x="1407" y="579"/>
                          </a:lnTo>
                          <a:lnTo>
                            <a:pt x="1410" y="579"/>
                          </a:lnTo>
                          <a:lnTo>
                            <a:pt x="1412" y="579"/>
                          </a:lnTo>
                          <a:lnTo>
                            <a:pt x="1414" y="579"/>
                          </a:lnTo>
                          <a:lnTo>
                            <a:pt x="1417" y="579"/>
                          </a:lnTo>
                          <a:lnTo>
                            <a:pt x="1419" y="579"/>
                          </a:lnTo>
                          <a:lnTo>
                            <a:pt x="1422" y="580"/>
                          </a:lnTo>
                          <a:lnTo>
                            <a:pt x="1424" y="580"/>
                          </a:lnTo>
                          <a:lnTo>
                            <a:pt x="1426" y="580"/>
                          </a:lnTo>
                          <a:lnTo>
                            <a:pt x="1429" y="580"/>
                          </a:lnTo>
                          <a:lnTo>
                            <a:pt x="1431" y="580"/>
                          </a:lnTo>
                          <a:lnTo>
                            <a:pt x="1434" y="580"/>
                          </a:lnTo>
                          <a:lnTo>
                            <a:pt x="1436" y="581"/>
                          </a:lnTo>
                          <a:lnTo>
                            <a:pt x="1438" y="581"/>
                          </a:lnTo>
                          <a:lnTo>
                            <a:pt x="1441" y="581"/>
                          </a:lnTo>
                          <a:lnTo>
                            <a:pt x="1443" y="581"/>
                          </a:lnTo>
                          <a:lnTo>
                            <a:pt x="1446" y="582"/>
                          </a:lnTo>
                          <a:lnTo>
                            <a:pt x="1448" y="582"/>
                          </a:lnTo>
                          <a:lnTo>
                            <a:pt x="1450" y="582"/>
                          </a:lnTo>
                          <a:lnTo>
                            <a:pt x="1453" y="582"/>
                          </a:lnTo>
                          <a:lnTo>
                            <a:pt x="1455" y="582"/>
                          </a:lnTo>
                          <a:lnTo>
                            <a:pt x="1458" y="582"/>
                          </a:lnTo>
                          <a:lnTo>
                            <a:pt x="1460" y="582"/>
                          </a:lnTo>
                          <a:lnTo>
                            <a:pt x="1463" y="582"/>
                          </a:lnTo>
                          <a:lnTo>
                            <a:pt x="1465" y="583"/>
                          </a:lnTo>
                          <a:lnTo>
                            <a:pt x="1467" y="583"/>
                          </a:lnTo>
                          <a:lnTo>
                            <a:pt x="1470" y="583"/>
                          </a:lnTo>
                          <a:lnTo>
                            <a:pt x="1472" y="583"/>
                          </a:lnTo>
                          <a:lnTo>
                            <a:pt x="1475" y="583"/>
                          </a:lnTo>
                          <a:lnTo>
                            <a:pt x="1477" y="583"/>
                          </a:lnTo>
                          <a:lnTo>
                            <a:pt x="1479" y="583"/>
                          </a:lnTo>
                          <a:lnTo>
                            <a:pt x="1482" y="583"/>
                          </a:lnTo>
                          <a:lnTo>
                            <a:pt x="1484" y="583"/>
                          </a:lnTo>
                          <a:lnTo>
                            <a:pt x="1487" y="583"/>
                          </a:lnTo>
                          <a:lnTo>
                            <a:pt x="1489" y="583"/>
                          </a:lnTo>
                          <a:lnTo>
                            <a:pt x="1491" y="584"/>
                          </a:lnTo>
                          <a:lnTo>
                            <a:pt x="1494" y="584"/>
                          </a:lnTo>
                          <a:lnTo>
                            <a:pt x="1496" y="584"/>
                          </a:lnTo>
                          <a:lnTo>
                            <a:pt x="1499" y="584"/>
                          </a:lnTo>
                          <a:lnTo>
                            <a:pt x="1501" y="584"/>
                          </a:lnTo>
                          <a:lnTo>
                            <a:pt x="1504" y="584"/>
                          </a:lnTo>
                          <a:lnTo>
                            <a:pt x="1506" y="584"/>
                          </a:lnTo>
                          <a:lnTo>
                            <a:pt x="1508" y="584"/>
                          </a:lnTo>
                          <a:lnTo>
                            <a:pt x="1511" y="585"/>
                          </a:lnTo>
                          <a:lnTo>
                            <a:pt x="1513" y="585"/>
                          </a:lnTo>
                          <a:lnTo>
                            <a:pt x="1516" y="585"/>
                          </a:lnTo>
                          <a:lnTo>
                            <a:pt x="1518" y="585"/>
                          </a:lnTo>
                          <a:lnTo>
                            <a:pt x="1520" y="585"/>
                          </a:lnTo>
                          <a:lnTo>
                            <a:pt x="1523" y="585"/>
                          </a:lnTo>
                          <a:lnTo>
                            <a:pt x="1525" y="585"/>
                          </a:lnTo>
                          <a:lnTo>
                            <a:pt x="1528" y="585"/>
                          </a:lnTo>
                          <a:lnTo>
                            <a:pt x="1530" y="585"/>
                          </a:lnTo>
                          <a:lnTo>
                            <a:pt x="1532" y="585"/>
                          </a:lnTo>
                          <a:lnTo>
                            <a:pt x="1535" y="585"/>
                          </a:lnTo>
                          <a:lnTo>
                            <a:pt x="1537" y="585"/>
                          </a:lnTo>
                          <a:lnTo>
                            <a:pt x="1540" y="586"/>
                          </a:lnTo>
                          <a:lnTo>
                            <a:pt x="1542" y="586"/>
                          </a:lnTo>
                          <a:lnTo>
                            <a:pt x="1544" y="586"/>
                          </a:lnTo>
                          <a:lnTo>
                            <a:pt x="1547" y="586"/>
                          </a:lnTo>
                          <a:lnTo>
                            <a:pt x="1549" y="586"/>
                          </a:lnTo>
                          <a:lnTo>
                            <a:pt x="1552" y="586"/>
                          </a:lnTo>
                          <a:lnTo>
                            <a:pt x="1554" y="586"/>
                          </a:lnTo>
                          <a:lnTo>
                            <a:pt x="1557" y="586"/>
                          </a:lnTo>
                          <a:lnTo>
                            <a:pt x="1559" y="586"/>
                          </a:lnTo>
                          <a:lnTo>
                            <a:pt x="1561" y="586"/>
                          </a:lnTo>
                          <a:lnTo>
                            <a:pt x="1564" y="586"/>
                          </a:lnTo>
                          <a:lnTo>
                            <a:pt x="1566" y="587"/>
                          </a:lnTo>
                          <a:lnTo>
                            <a:pt x="1569" y="587"/>
                          </a:lnTo>
                          <a:lnTo>
                            <a:pt x="1571" y="587"/>
                          </a:lnTo>
                          <a:lnTo>
                            <a:pt x="1573" y="587"/>
                          </a:lnTo>
                          <a:lnTo>
                            <a:pt x="1576" y="587"/>
                          </a:lnTo>
                          <a:lnTo>
                            <a:pt x="1578" y="587"/>
                          </a:lnTo>
                          <a:lnTo>
                            <a:pt x="1581" y="586"/>
                          </a:lnTo>
                          <a:lnTo>
                            <a:pt x="1583" y="585"/>
                          </a:lnTo>
                          <a:lnTo>
                            <a:pt x="1585" y="582"/>
                          </a:lnTo>
                          <a:lnTo>
                            <a:pt x="1588" y="579"/>
                          </a:lnTo>
                          <a:lnTo>
                            <a:pt x="1590" y="576"/>
                          </a:lnTo>
                          <a:lnTo>
                            <a:pt x="1593" y="571"/>
                          </a:lnTo>
                          <a:lnTo>
                            <a:pt x="1595" y="567"/>
                          </a:lnTo>
                          <a:lnTo>
                            <a:pt x="1597" y="563"/>
                          </a:lnTo>
                          <a:lnTo>
                            <a:pt x="1600" y="559"/>
                          </a:lnTo>
                          <a:lnTo>
                            <a:pt x="1602" y="554"/>
                          </a:lnTo>
                          <a:lnTo>
                            <a:pt x="1605" y="549"/>
                          </a:lnTo>
                          <a:lnTo>
                            <a:pt x="1607" y="545"/>
                          </a:lnTo>
                          <a:lnTo>
                            <a:pt x="1609" y="541"/>
                          </a:lnTo>
                          <a:lnTo>
                            <a:pt x="1612" y="536"/>
                          </a:lnTo>
                          <a:lnTo>
                            <a:pt x="1614" y="532"/>
                          </a:lnTo>
                          <a:lnTo>
                            <a:pt x="1617" y="528"/>
                          </a:lnTo>
                          <a:lnTo>
                            <a:pt x="1619" y="523"/>
                          </a:lnTo>
                          <a:lnTo>
                            <a:pt x="1621" y="519"/>
                          </a:lnTo>
                          <a:lnTo>
                            <a:pt x="1624" y="514"/>
                          </a:lnTo>
                          <a:lnTo>
                            <a:pt x="1626" y="510"/>
                          </a:lnTo>
                          <a:lnTo>
                            <a:pt x="1629" y="506"/>
                          </a:lnTo>
                          <a:lnTo>
                            <a:pt x="1631" y="501"/>
                          </a:lnTo>
                          <a:lnTo>
                            <a:pt x="1633" y="497"/>
                          </a:lnTo>
                          <a:lnTo>
                            <a:pt x="1636" y="492"/>
                          </a:lnTo>
                          <a:lnTo>
                            <a:pt x="1638" y="487"/>
                          </a:lnTo>
                          <a:lnTo>
                            <a:pt x="1641" y="483"/>
                          </a:lnTo>
                          <a:lnTo>
                            <a:pt x="1643" y="478"/>
                          </a:lnTo>
                          <a:lnTo>
                            <a:pt x="1645" y="473"/>
                          </a:lnTo>
                          <a:lnTo>
                            <a:pt x="1648" y="468"/>
                          </a:lnTo>
                          <a:lnTo>
                            <a:pt x="1650" y="463"/>
                          </a:lnTo>
                          <a:lnTo>
                            <a:pt x="1653" y="458"/>
                          </a:lnTo>
                          <a:lnTo>
                            <a:pt x="1655" y="453"/>
                          </a:lnTo>
                          <a:lnTo>
                            <a:pt x="1657" y="448"/>
                          </a:lnTo>
                          <a:lnTo>
                            <a:pt x="1660" y="444"/>
                          </a:lnTo>
                          <a:lnTo>
                            <a:pt x="1662" y="438"/>
                          </a:lnTo>
                          <a:lnTo>
                            <a:pt x="1665" y="433"/>
                          </a:lnTo>
                          <a:lnTo>
                            <a:pt x="1667" y="428"/>
                          </a:lnTo>
                          <a:lnTo>
                            <a:pt x="1669" y="423"/>
                          </a:lnTo>
                          <a:lnTo>
                            <a:pt x="1672" y="418"/>
                          </a:lnTo>
                          <a:lnTo>
                            <a:pt x="1674" y="413"/>
                          </a:lnTo>
                          <a:lnTo>
                            <a:pt x="1677" y="408"/>
                          </a:lnTo>
                          <a:lnTo>
                            <a:pt x="1679" y="402"/>
                          </a:lnTo>
                          <a:lnTo>
                            <a:pt x="1681" y="397"/>
                          </a:lnTo>
                          <a:lnTo>
                            <a:pt x="1684" y="392"/>
                          </a:lnTo>
                          <a:lnTo>
                            <a:pt x="1686" y="387"/>
                          </a:lnTo>
                          <a:lnTo>
                            <a:pt x="1689" y="381"/>
                          </a:lnTo>
                          <a:lnTo>
                            <a:pt x="1691" y="376"/>
                          </a:lnTo>
                          <a:lnTo>
                            <a:pt x="1693" y="371"/>
                          </a:lnTo>
                          <a:lnTo>
                            <a:pt x="1696" y="366"/>
                          </a:lnTo>
                          <a:lnTo>
                            <a:pt x="1698" y="361"/>
                          </a:lnTo>
                          <a:lnTo>
                            <a:pt x="1701" y="356"/>
                          </a:lnTo>
                          <a:lnTo>
                            <a:pt x="1703" y="351"/>
                          </a:lnTo>
                          <a:lnTo>
                            <a:pt x="1705" y="347"/>
                          </a:lnTo>
                          <a:lnTo>
                            <a:pt x="1708" y="342"/>
                          </a:lnTo>
                          <a:lnTo>
                            <a:pt x="1710" y="337"/>
                          </a:lnTo>
                          <a:lnTo>
                            <a:pt x="1713" y="332"/>
                          </a:lnTo>
                          <a:lnTo>
                            <a:pt x="1715" y="327"/>
                          </a:lnTo>
                          <a:lnTo>
                            <a:pt x="1717" y="323"/>
                          </a:lnTo>
                          <a:lnTo>
                            <a:pt x="1720" y="318"/>
                          </a:lnTo>
                          <a:lnTo>
                            <a:pt x="1722" y="313"/>
                          </a:lnTo>
                          <a:lnTo>
                            <a:pt x="1725" y="309"/>
                          </a:lnTo>
                          <a:lnTo>
                            <a:pt x="1727" y="305"/>
                          </a:lnTo>
                          <a:lnTo>
                            <a:pt x="1730" y="300"/>
                          </a:lnTo>
                          <a:lnTo>
                            <a:pt x="1732" y="296"/>
                          </a:lnTo>
                          <a:lnTo>
                            <a:pt x="1734" y="291"/>
                          </a:lnTo>
                          <a:lnTo>
                            <a:pt x="1737" y="287"/>
                          </a:lnTo>
                          <a:lnTo>
                            <a:pt x="1739" y="283"/>
                          </a:lnTo>
                          <a:lnTo>
                            <a:pt x="1742" y="278"/>
                          </a:lnTo>
                          <a:lnTo>
                            <a:pt x="1744" y="274"/>
                          </a:lnTo>
                          <a:lnTo>
                            <a:pt x="1746" y="270"/>
                          </a:lnTo>
                          <a:lnTo>
                            <a:pt x="1749" y="266"/>
                          </a:lnTo>
                          <a:lnTo>
                            <a:pt x="1751" y="261"/>
                          </a:lnTo>
                          <a:lnTo>
                            <a:pt x="1754" y="258"/>
                          </a:lnTo>
                          <a:lnTo>
                            <a:pt x="1756" y="253"/>
                          </a:lnTo>
                          <a:lnTo>
                            <a:pt x="1758" y="249"/>
                          </a:lnTo>
                          <a:lnTo>
                            <a:pt x="1761" y="245"/>
                          </a:lnTo>
                          <a:lnTo>
                            <a:pt x="1763" y="241"/>
                          </a:lnTo>
                          <a:lnTo>
                            <a:pt x="1766" y="237"/>
                          </a:lnTo>
                          <a:lnTo>
                            <a:pt x="1768" y="233"/>
                          </a:lnTo>
                          <a:lnTo>
                            <a:pt x="1771" y="229"/>
                          </a:lnTo>
                          <a:lnTo>
                            <a:pt x="1773" y="225"/>
                          </a:lnTo>
                          <a:lnTo>
                            <a:pt x="1775" y="221"/>
                          </a:lnTo>
                          <a:lnTo>
                            <a:pt x="1778" y="218"/>
                          </a:lnTo>
                          <a:lnTo>
                            <a:pt x="1780" y="214"/>
                          </a:lnTo>
                          <a:lnTo>
                            <a:pt x="1783" y="210"/>
                          </a:lnTo>
                          <a:lnTo>
                            <a:pt x="1785" y="207"/>
                          </a:lnTo>
                          <a:lnTo>
                            <a:pt x="1787" y="203"/>
                          </a:lnTo>
                          <a:lnTo>
                            <a:pt x="1790" y="200"/>
                          </a:lnTo>
                          <a:lnTo>
                            <a:pt x="1792" y="196"/>
                          </a:lnTo>
                          <a:lnTo>
                            <a:pt x="1795" y="193"/>
                          </a:lnTo>
                          <a:lnTo>
                            <a:pt x="1797" y="189"/>
                          </a:lnTo>
                          <a:lnTo>
                            <a:pt x="1799" y="186"/>
                          </a:lnTo>
                          <a:lnTo>
                            <a:pt x="1802" y="182"/>
                          </a:lnTo>
                          <a:lnTo>
                            <a:pt x="1804" y="179"/>
                          </a:lnTo>
                          <a:lnTo>
                            <a:pt x="1807" y="176"/>
                          </a:lnTo>
                          <a:lnTo>
                            <a:pt x="1809" y="173"/>
                          </a:lnTo>
                          <a:lnTo>
                            <a:pt x="1811" y="169"/>
                          </a:lnTo>
                          <a:lnTo>
                            <a:pt x="1814" y="166"/>
                          </a:lnTo>
                          <a:lnTo>
                            <a:pt x="1816" y="163"/>
                          </a:lnTo>
                          <a:lnTo>
                            <a:pt x="1819" y="160"/>
                          </a:lnTo>
                          <a:lnTo>
                            <a:pt x="1821" y="157"/>
                          </a:lnTo>
                          <a:lnTo>
                            <a:pt x="1824" y="154"/>
                          </a:lnTo>
                          <a:lnTo>
                            <a:pt x="1826" y="151"/>
                          </a:lnTo>
                          <a:lnTo>
                            <a:pt x="1828" y="149"/>
                          </a:lnTo>
                          <a:lnTo>
                            <a:pt x="1831" y="146"/>
                          </a:lnTo>
                          <a:lnTo>
                            <a:pt x="1833" y="143"/>
                          </a:lnTo>
                          <a:lnTo>
                            <a:pt x="1836" y="140"/>
                          </a:lnTo>
                          <a:lnTo>
                            <a:pt x="1838" y="137"/>
                          </a:lnTo>
                          <a:lnTo>
                            <a:pt x="1840" y="135"/>
                          </a:lnTo>
                          <a:lnTo>
                            <a:pt x="1843" y="132"/>
                          </a:lnTo>
                          <a:lnTo>
                            <a:pt x="1845" y="129"/>
                          </a:lnTo>
                          <a:lnTo>
                            <a:pt x="1848" y="126"/>
                          </a:lnTo>
                          <a:lnTo>
                            <a:pt x="1850" y="124"/>
                          </a:lnTo>
                          <a:lnTo>
                            <a:pt x="1852" y="121"/>
                          </a:lnTo>
                          <a:lnTo>
                            <a:pt x="1855" y="119"/>
                          </a:lnTo>
                          <a:lnTo>
                            <a:pt x="1857" y="116"/>
                          </a:lnTo>
                          <a:lnTo>
                            <a:pt x="1860" y="114"/>
                          </a:lnTo>
                          <a:lnTo>
                            <a:pt x="1862" y="112"/>
                          </a:lnTo>
                          <a:lnTo>
                            <a:pt x="1864" y="109"/>
                          </a:lnTo>
                          <a:lnTo>
                            <a:pt x="1867" y="107"/>
                          </a:lnTo>
                          <a:lnTo>
                            <a:pt x="1869" y="105"/>
                          </a:lnTo>
                          <a:lnTo>
                            <a:pt x="1872" y="103"/>
                          </a:lnTo>
                          <a:lnTo>
                            <a:pt x="1874" y="101"/>
                          </a:lnTo>
                          <a:lnTo>
                            <a:pt x="1876" y="99"/>
                          </a:lnTo>
                          <a:lnTo>
                            <a:pt x="1879" y="97"/>
                          </a:lnTo>
                          <a:lnTo>
                            <a:pt x="1881" y="95"/>
                          </a:lnTo>
                          <a:lnTo>
                            <a:pt x="1884" y="93"/>
                          </a:lnTo>
                          <a:lnTo>
                            <a:pt x="1886" y="91"/>
                          </a:lnTo>
                          <a:lnTo>
                            <a:pt x="1888" y="89"/>
                          </a:lnTo>
                          <a:lnTo>
                            <a:pt x="1891" y="87"/>
                          </a:lnTo>
                          <a:lnTo>
                            <a:pt x="1893" y="86"/>
                          </a:lnTo>
                          <a:lnTo>
                            <a:pt x="1896" y="84"/>
                          </a:lnTo>
                          <a:lnTo>
                            <a:pt x="1898" y="82"/>
                          </a:lnTo>
                          <a:lnTo>
                            <a:pt x="1900" y="80"/>
                          </a:lnTo>
                          <a:lnTo>
                            <a:pt x="1903" y="78"/>
                          </a:lnTo>
                          <a:lnTo>
                            <a:pt x="1905" y="76"/>
                          </a:lnTo>
                          <a:lnTo>
                            <a:pt x="1908" y="75"/>
                          </a:lnTo>
                          <a:lnTo>
                            <a:pt x="1910" y="73"/>
                          </a:lnTo>
                          <a:lnTo>
                            <a:pt x="1912" y="71"/>
                          </a:lnTo>
                          <a:lnTo>
                            <a:pt x="1915" y="69"/>
                          </a:lnTo>
                          <a:lnTo>
                            <a:pt x="1917" y="68"/>
                          </a:lnTo>
                          <a:lnTo>
                            <a:pt x="1920" y="66"/>
                          </a:lnTo>
                          <a:lnTo>
                            <a:pt x="1922" y="64"/>
                          </a:lnTo>
                          <a:lnTo>
                            <a:pt x="1924" y="63"/>
                          </a:lnTo>
                          <a:lnTo>
                            <a:pt x="1927" y="61"/>
                          </a:lnTo>
                          <a:lnTo>
                            <a:pt x="1929" y="60"/>
                          </a:lnTo>
                          <a:lnTo>
                            <a:pt x="1932" y="58"/>
                          </a:lnTo>
                          <a:lnTo>
                            <a:pt x="1934" y="56"/>
                          </a:lnTo>
                          <a:lnTo>
                            <a:pt x="1936" y="55"/>
                          </a:lnTo>
                          <a:lnTo>
                            <a:pt x="1939" y="53"/>
                          </a:lnTo>
                          <a:lnTo>
                            <a:pt x="1941" y="52"/>
                          </a:lnTo>
                          <a:lnTo>
                            <a:pt x="1944" y="50"/>
                          </a:lnTo>
                          <a:lnTo>
                            <a:pt x="1946" y="49"/>
                          </a:lnTo>
                          <a:lnTo>
                            <a:pt x="1948" y="47"/>
                          </a:lnTo>
                          <a:lnTo>
                            <a:pt x="1951" y="46"/>
                          </a:lnTo>
                          <a:lnTo>
                            <a:pt x="1953" y="44"/>
                          </a:lnTo>
                          <a:lnTo>
                            <a:pt x="1956" y="43"/>
                          </a:lnTo>
                          <a:lnTo>
                            <a:pt x="1958" y="41"/>
                          </a:lnTo>
                          <a:lnTo>
                            <a:pt x="1960" y="41"/>
                          </a:lnTo>
                          <a:lnTo>
                            <a:pt x="1963" y="39"/>
                          </a:lnTo>
                          <a:lnTo>
                            <a:pt x="1965" y="38"/>
                          </a:lnTo>
                          <a:lnTo>
                            <a:pt x="1968" y="37"/>
                          </a:lnTo>
                          <a:lnTo>
                            <a:pt x="1970" y="36"/>
                          </a:lnTo>
                          <a:lnTo>
                            <a:pt x="1972" y="35"/>
                          </a:lnTo>
                          <a:lnTo>
                            <a:pt x="1975" y="34"/>
                          </a:lnTo>
                          <a:lnTo>
                            <a:pt x="1977" y="33"/>
                          </a:lnTo>
                          <a:lnTo>
                            <a:pt x="1980" y="32"/>
                          </a:lnTo>
                          <a:lnTo>
                            <a:pt x="1982" y="31"/>
                          </a:lnTo>
                          <a:lnTo>
                            <a:pt x="1984" y="30"/>
                          </a:lnTo>
                          <a:lnTo>
                            <a:pt x="1987" y="29"/>
                          </a:lnTo>
                          <a:lnTo>
                            <a:pt x="1989" y="28"/>
                          </a:lnTo>
                          <a:lnTo>
                            <a:pt x="1992" y="27"/>
                          </a:lnTo>
                          <a:lnTo>
                            <a:pt x="1994" y="26"/>
                          </a:lnTo>
                          <a:lnTo>
                            <a:pt x="1997" y="25"/>
                          </a:lnTo>
                          <a:lnTo>
                            <a:pt x="1999" y="24"/>
                          </a:lnTo>
                          <a:lnTo>
                            <a:pt x="2001" y="23"/>
                          </a:lnTo>
                          <a:lnTo>
                            <a:pt x="2004" y="23"/>
                          </a:lnTo>
                          <a:lnTo>
                            <a:pt x="2006" y="22"/>
                          </a:lnTo>
                          <a:lnTo>
                            <a:pt x="2009" y="21"/>
                          </a:lnTo>
                          <a:lnTo>
                            <a:pt x="2011" y="20"/>
                          </a:lnTo>
                          <a:lnTo>
                            <a:pt x="2013" y="20"/>
                          </a:lnTo>
                          <a:lnTo>
                            <a:pt x="2016" y="18"/>
                          </a:lnTo>
                          <a:lnTo>
                            <a:pt x="2018" y="18"/>
                          </a:lnTo>
                          <a:lnTo>
                            <a:pt x="2021" y="17"/>
                          </a:lnTo>
                          <a:lnTo>
                            <a:pt x="2023" y="16"/>
                          </a:lnTo>
                          <a:lnTo>
                            <a:pt x="2025" y="16"/>
                          </a:lnTo>
                          <a:lnTo>
                            <a:pt x="2028" y="15"/>
                          </a:lnTo>
                          <a:lnTo>
                            <a:pt x="2030" y="14"/>
                          </a:lnTo>
                          <a:lnTo>
                            <a:pt x="2033" y="13"/>
                          </a:lnTo>
                          <a:lnTo>
                            <a:pt x="2035" y="13"/>
                          </a:lnTo>
                          <a:lnTo>
                            <a:pt x="2038" y="12"/>
                          </a:lnTo>
                          <a:lnTo>
                            <a:pt x="2040" y="12"/>
                          </a:lnTo>
                          <a:lnTo>
                            <a:pt x="2042" y="11"/>
                          </a:lnTo>
                          <a:lnTo>
                            <a:pt x="2045" y="10"/>
                          </a:lnTo>
                          <a:lnTo>
                            <a:pt x="2047" y="10"/>
                          </a:lnTo>
                          <a:lnTo>
                            <a:pt x="2050" y="9"/>
                          </a:lnTo>
                          <a:lnTo>
                            <a:pt x="2052" y="9"/>
                          </a:lnTo>
                          <a:lnTo>
                            <a:pt x="2054" y="9"/>
                          </a:lnTo>
                          <a:lnTo>
                            <a:pt x="2057" y="8"/>
                          </a:lnTo>
                          <a:lnTo>
                            <a:pt x="2059" y="8"/>
                          </a:lnTo>
                          <a:lnTo>
                            <a:pt x="2062" y="7"/>
                          </a:lnTo>
                          <a:lnTo>
                            <a:pt x="2064" y="7"/>
                          </a:lnTo>
                          <a:lnTo>
                            <a:pt x="2066" y="7"/>
                          </a:lnTo>
                          <a:lnTo>
                            <a:pt x="2069" y="6"/>
                          </a:lnTo>
                          <a:lnTo>
                            <a:pt x="2071" y="6"/>
                          </a:lnTo>
                          <a:lnTo>
                            <a:pt x="2074" y="6"/>
                          </a:lnTo>
                          <a:lnTo>
                            <a:pt x="2076" y="6"/>
                          </a:lnTo>
                          <a:lnTo>
                            <a:pt x="2078" y="5"/>
                          </a:lnTo>
                          <a:lnTo>
                            <a:pt x="2081" y="5"/>
                          </a:lnTo>
                          <a:lnTo>
                            <a:pt x="2083" y="5"/>
                          </a:lnTo>
                          <a:lnTo>
                            <a:pt x="2086" y="5"/>
                          </a:lnTo>
                          <a:lnTo>
                            <a:pt x="2088" y="4"/>
                          </a:lnTo>
                          <a:lnTo>
                            <a:pt x="2091" y="4"/>
                          </a:lnTo>
                          <a:lnTo>
                            <a:pt x="2093" y="4"/>
                          </a:lnTo>
                          <a:lnTo>
                            <a:pt x="2095" y="4"/>
                          </a:lnTo>
                          <a:lnTo>
                            <a:pt x="2098" y="4"/>
                          </a:lnTo>
                          <a:lnTo>
                            <a:pt x="2100" y="4"/>
                          </a:lnTo>
                          <a:lnTo>
                            <a:pt x="2103" y="3"/>
                          </a:lnTo>
                          <a:lnTo>
                            <a:pt x="2105" y="3"/>
                          </a:lnTo>
                          <a:lnTo>
                            <a:pt x="2107" y="3"/>
                          </a:lnTo>
                          <a:lnTo>
                            <a:pt x="2110" y="3"/>
                          </a:lnTo>
                          <a:lnTo>
                            <a:pt x="2112" y="2"/>
                          </a:lnTo>
                          <a:lnTo>
                            <a:pt x="2115" y="2"/>
                          </a:lnTo>
                          <a:lnTo>
                            <a:pt x="2117" y="2"/>
                          </a:lnTo>
                          <a:lnTo>
                            <a:pt x="2119" y="2"/>
                          </a:lnTo>
                          <a:lnTo>
                            <a:pt x="2122" y="1"/>
                          </a:lnTo>
                          <a:lnTo>
                            <a:pt x="2124" y="1"/>
                          </a:lnTo>
                          <a:lnTo>
                            <a:pt x="2127" y="1"/>
                          </a:lnTo>
                          <a:lnTo>
                            <a:pt x="2129" y="1"/>
                          </a:lnTo>
                          <a:lnTo>
                            <a:pt x="2131" y="1"/>
                          </a:lnTo>
                          <a:lnTo>
                            <a:pt x="2134" y="1"/>
                          </a:lnTo>
                          <a:lnTo>
                            <a:pt x="2136" y="0"/>
                          </a:lnTo>
                          <a:lnTo>
                            <a:pt x="2139" y="0"/>
                          </a:lnTo>
                          <a:lnTo>
                            <a:pt x="2141" y="0"/>
                          </a:lnTo>
                          <a:lnTo>
                            <a:pt x="2143" y="0"/>
                          </a:lnTo>
                          <a:lnTo>
                            <a:pt x="2146" y="0"/>
                          </a:lnTo>
                          <a:lnTo>
                            <a:pt x="2148" y="0"/>
                          </a:lnTo>
                          <a:lnTo>
                            <a:pt x="2151" y="0"/>
                          </a:lnTo>
                          <a:lnTo>
                            <a:pt x="2153" y="0"/>
                          </a:lnTo>
                          <a:lnTo>
                            <a:pt x="2155" y="0"/>
                          </a:lnTo>
                          <a:lnTo>
                            <a:pt x="2158" y="0"/>
                          </a:lnTo>
                          <a:lnTo>
                            <a:pt x="2160" y="1"/>
                          </a:lnTo>
                          <a:lnTo>
                            <a:pt x="2163" y="1"/>
                          </a:lnTo>
                          <a:lnTo>
                            <a:pt x="2165" y="1"/>
                          </a:lnTo>
                          <a:lnTo>
                            <a:pt x="2166" y="2"/>
                          </a:lnTo>
                        </a:path>
                      </a:pathLst>
                    </a:custGeom>
                    <a:noFill/>
                    <a:ln w="17526" cap="flat">
                      <a:solidFill>
                        <a:srgbClr val="FFFF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</p:grpSp>
          </p:grpSp>
          <p:grpSp>
            <p:nvGrpSpPr>
              <p:cNvPr id="469" name="그룹 468">
                <a:extLst>
                  <a:ext uri="{FF2B5EF4-FFF2-40B4-BE49-F238E27FC236}">
                    <a16:creationId xmlns:a16="http://schemas.microsoft.com/office/drawing/2014/main" id="{C3771EBF-A23E-48D4-846E-386E2ADC50B1}"/>
                  </a:ext>
                </a:extLst>
              </p:cNvPr>
              <p:cNvGrpSpPr/>
              <p:nvPr/>
            </p:nvGrpSpPr>
            <p:grpSpPr>
              <a:xfrm>
                <a:off x="4646149" y="873610"/>
                <a:ext cx="559738" cy="458936"/>
                <a:chOff x="4646149" y="873610"/>
                <a:chExt cx="559738" cy="458936"/>
              </a:xfrm>
            </p:grpSpPr>
            <p:grpSp>
              <p:nvGrpSpPr>
                <p:cNvPr id="470" name="그룹 469">
                  <a:extLst>
                    <a:ext uri="{FF2B5EF4-FFF2-40B4-BE49-F238E27FC236}">
                      <a16:creationId xmlns:a16="http://schemas.microsoft.com/office/drawing/2014/main" id="{50612BEE-A4A7-4C5A-ABCA-F222A6F729A6}"/>
                    </a:ext>
                  </a:extLst>
                </p:cNvPr>
                <p:cNvGrpSpPr/>
                <p:nvPr/>
              </p:nvGrpSpPr>
              <p:grpSpPr>
                <a:xfrm>
                  <a:off x="4646149" y="873610"/>
                  <a:ext cx="559738" cy="299663"/>
                  <a:chOff x="3867261" y="6197894"/>
                  <a:chExt cx="617024" cy="330331"/>
                </a:xfrm>
              </p:grpSpPr>
              <p:grpSp>
                <p:nvGrpSpPr>
                  <p:cNvPr id="473" name="그룹 472">
                    <a:extLst>
                      <a:ext uri="{FF2B5EF4-FFF2-40B4-BE49-F238E27FC236}">
                        <a16:creationId xmlns:a16="http://schemas.microsoft.com/office/drawing/2014/main" id="{A02319E1-6263-4AEA-B401-D8AD5AEFE81B}"/>
                      </a:ext>
                    </a:extLst>
                  </p:cNvPr>
                  <p:cNvGrpSpPr/>
                  <p:nvPr/>
                </p:nvGrpSpPr>
                <p:grpSpPr>
                  <a:xfrm>
                    <a:off x="3867282" y="6197894"/>
                    <a:ext cx="445598" cy="169284"/>
                    <a:chOff x="3867282" y="6197894"/>
                    <a:chExt cx="445598" cy="169284"/>
                  </a:xfrm>
                </p:grpSpPr>
                <p:cxnSp>
                  <p:nvCxnSpPr>
                    <p:cNvPr id="477" name="직선 연결선 476">
                      <a:extLst>
                        <a:ext uri="{FF2B5EF4-FFF2-40B4-BE49-F238E27FC236}">
                          <a16:creationId xmlns:a16="http://schemas.microsoft.com/office/drawing/2014/main" id="{A41F2D79-276D-43AB-94CA-1C5E2647B20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67282" y="6282532"/>
                      <a:ext cx="215350" cy="0"/>
                    </a:xfrm>
                    <a:prstGeom prst="line">
                      <a:avLst/>
                    </a:prstGeom>
                    <a:ln w="19050" cap="rnd">
                      <a:solidFill>
                        <a:srgbClr val="0000FF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78" name="직사각형 477">
                      <a:extLst>
                        <a:ext uri="{FF2B5EF4-FFF2-40B4-BE49-F238E27FC236}">
                          <a16:creationId xmlns:a16="http://schemas.microsoft.com/office/drawing/2014/main" id="{7DE31468-3149-48DB-A3A6-F1E091A2E3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2640" y="6197894"/>
                      <a:ext cx="180240" cy="1692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defTabSz="829544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ko-KR" sz="998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</a:t>
                      </a:r>
                    </a:p>
                  </p:txBody>
                </p:sp>
              </p:grpSp>
              <p:grpSp>
                <p:nvGrpSpPr>
                  <p:cNvPr id="474" name="그룹 473">
                    <a:extLst>
                      <a:ext uri="{FF2B5EF4-FFF2-40B4-BE49-F238E27FC236}">
                        <a16:creationId xmlns:a16="http://schemas.microsoft.com/office/drawing/2014/main" id="{58D6C085-52F3-4970-A44C-2F15BDD3B346}"/>
                      </a:ext>
                    </a:extLst>
                  </p:cNvPr>
                  <p:cNvGrpSpPr/>
                  <p:nvPr/>
                </p:nvGrpSpPr>
                <p:grpSpPr>
                  <a:xfrm>
                    <a:off x="3867261" y="6358941"/>
                    <a:ext cx="617024" cy="169284"/>
                    <a:chOff x="3867261" y="6358941"/>
                    <a:chExt cx="617024" cy="169284"/>
                  </a:xfrm>
                </p:grpSpPr>
                <p:cxnSp>
                  <p:nvCxnSpPr>
                    <p:cNvPr id="475" name="직선 연결선 474">
                      <a:extLst>
                        <a:ext uri="{FF2B5EF4-FFF2-40B4-BE49-F238E27FC236}">
                          <a16:creationId xmlns:a16="http://schemas.microsoft.com/office/drawing/2014/main" id="{D3A17C8B-85F8-49E2-97A7-9D9CC918DEC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67261" y="6443579"/>
                      <a:ext cx="215350" cy="0"/>
                    </a:xfrm>
                    <a:prstGeom prst="line">
                      <a:avLst/>
                    </a:prstGeom>
                    <a:ln w="19050" cap="rnd">
                      <a:solidFill>
                        <a:srgbClr val="FF0000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76" name="직사각형 475">
                      <a:extLst>
                        <a:ext uri="{FF2B5EF4-FFF2-40B4-BE49-F238E27FC236}">
                          <a16:creationId xmlns:a16="http://schemas.microsoft.com/office/drawing/2014/main" id="{C954C2F4-AC9B-43F9-A9E7-AA65D71D11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6736" y="6358941"/>
                      <a:ext cx="367549" cy="1692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defTabSz="829544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ko-KR" sz="998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HbO2</a:t>
                      </a:r>
                    </a:p>
                  </p:txBody>
                </p:sp>
              </p:grpSp>
            </p:grpSp>
            <p:cxnSp>
              <p:nvCxnSpPr>
                <p:cNvPr id="471" name="직선 연결선 470">
                  <a:extLst>
                    <a:ext uri="{FF2B5EF4-FFF2-40B4-BE49-F238E27FC236}">
                      <a16:creationId xmlns:a16="http://schemas.microsoft.com/office/drawing/2014/main" id="{219574BD-4B2A-4CC9-8E1A-9DEF693209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5677" y="1255762"/>
                  <a:ext cx="195357" cy="0"/>
                </a:xfrm>
                <a:prstGeom prst="line">
                  <a:avLst/>
                </a:prstGeom>
                <a:ln w="19050" cap="rnd">
                  <a:solidFill>
                    <a:srgbClr val="FFFF00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2" name="직사각형 471">
                  <a:extLst>
                    <a:ext uri="{FF2B5EF4-FFF2-40B4-BE49-F238E27FC236}">
                      <a16:creationId xmlns:a16="http://schemas.microsoft.com/office/drawing/2014/main" id="{3D50D253-2FC2-4C29-A595-4CC766290DD6}"/>
                    </a:ext>
                  </a:extLst>
                </p:cNvPr>
                <p:cNvSpPr/>
                <p:nvPr/>
              </p:nvSpPr>
              <p:spPr>
                <a:xfrm>
                  <a:off x="4872465" y="1178978"/>
                  <a:ext cx="242054" cy="1535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998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HbT</a:t>
                  </a:r>
                  <a:endParaRPr lang="en-US" altLang="ko-KR" sz="998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ED6A3D-EB1F-49AA-ADA3-26E29731DD0C}"/>
                </a:ext>
              </a:extLst>
            </p:cNvPr>
            <p:cNvSpPr txBox="1"/>
            <p:nvPr/>
          </p:nvSpPr>
          <p:spPr>
            <a:xfrm>
              <a:off x="957120" y="655963"/>
              <a:ext cx="591829" cy="287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70" dirty="0">
                  <a:latin typeface="Arial" panose="020B0604020202020204" pitchFamily="34" charset="0"/>
                  <a:cs typeface="Arial" panose="020B0604020202020204" pitchFamily="34" charset="0"/>
                </a:rPr>
                <a:t>x 10</a:t>
              </a:r>
              <a:r>
                <a:rPr lang="en-US" altLang="ko-KR" sz="127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-5</a:t>
              </a:r>
              <a:endParaRPr lang="ko-KR" altLang="en-US" sz="127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5352F9E4-24F8-413D-B4C5-E51D9D68BBC7}"/>
              </a:ext>
            </a:extLst>
          </p:cNvPr>
          <p:cNvGrpSpPr/>
          <p:nvPr/>
        </p:nvGrpSpPr>
        <p:grpSpPr>
          <a:xfrm>
            <a:off x="501735" y="3066981"/>
            <a:ext cx="4366622" cy="2920241"/>
            <a:chOff x="501735" y="3066981"/>
            <a:chExt cx="4366622" cy="2920241"/>
          </a:xfrm>
        </p:grpSpPr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C7632CDB-70FB-4542-9D2F-811D7CF0F4DB}"/>
                </a:ext>
              </a:extLst>
            </p:cNvPr>
            <p:cNvGrpSpPr/>
            <p:nvPr/>
          </p:nvGrpSpPr>
          <p:grpSpPr>
            <a:xfrm>
              <a:off x="501735" y="3586292"/>
              <a:ext cx="4366622" cy="2400930"/>
              <a:chOff x="854708" y="749404"/>
              <a:chExt cx="4366622" cy="2400930"/>
            </a:xfrm>
          </p:grpSpPr>
          <p:grpSp>
            <p:nvGrpSpPr>
              <p:cNvPr id="414" name="그룹 413">
                <a:extLst>
                  <a:ext uri="{FF2B5EF4-FFF2-40B4-BE49-F238E27FC236}">
                    <a16:creationId xmlns:a16="http://schemas.microsoft.com/office/drawing/2014/main" id="{9F79A054-FDD7-46EB-B106-389941D80181}"/>
                  </a:ext>
                </a:extLst>
              </p:cNvPr>
              <p:cNvGrpSpPr/>
              <p:nvPr/>
            </p:nvGrpSpPr>
            <p:grpSpPr>
              <a:xfrm>
                <a:off x="1655740" y="860293"/>
                <a:ext cx="3457137" cy="1539677"/>
                <a:chOff x="3425388" y="1958464"/>
                <a:chExt cx="3457137" cy="1539677"/>
              </a:xfrm>
            </p:grpSpPr>
            <p:grpSp>
              <p:nvGrpSpPr>
                <p:cNvPr id="457" name="그룹 456">
                  <a:extLst>
                    <a:ext uri="{FF2B5EF4-FFF2-40B4-BE49-F238E27FC236}">
                      <a16:creationId xmlns:a16="http://schemas.microsoft.com/office/drawing/2014/main" id="{B95BCE0E-A19B-4546-AAFF-ED599861C609}"/>
                    </a:ext>
                  </a:extLst>
                </p:cNvPr>
                <p:cNvGrpSpPr/>
                <p:nvPr/>
              </p:nvGrpSpPr>
              <p:grpSpPr>
                <a:xfrm>
                  <a:off x="3434475" y="2913503"/>
                  <a:ext cx="3448050" cy="309563"/>
                  <a:chOff x="7579995" y="2573487"/>
                  <a:chExt cx="3448050" cy="309563"/>
                </a:xfrm>
              </p:grpSpPr>
              <p:sp>
                <p:nvSpPr>
                  <p:cNvPr id="465" name="Freeform 24">
                    <a:extLst>
                      <a:ext uri="{FF2B5EF4-FFF2-40B4-BE49-F238E27FC236}">
                        <a16:creationId xmlns:a16="http://schemas.microsoft.com/office/drawing/2014/main" id="{70FA02BC-2F25-4814-838F-290F4F00494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89520" y="2573487"/>
                    <a:ext cx="3438525" cy="309563"/>
                  </a:xfrm>
                  <a:custGeom>
                    <a:avLst/>
                    <a:gdLst>
                      <a:gd name="T0" fmla="*/ 279 w 2166"/>
                      <a:gd name="T1" fmla="*/ 108 h 195"/>
                      <a:gd name="T2" fmla="*/ 349 w 2166"/>
                      <a:gd name="T3" fmla="*/ 108 h 195"/>
                      <a:gd name="T4" fmla="*/ 419 w 2166"/>
                      <a:gd name="T5" fmla="*/ 105 h 195"/>
                      <a:gd name="T6" fmla="*/ 489 w 2166"/>
                      <a:gd name="T7" fmla="*/ 88 h 195"/>
                      <a:gd name="T8" fmla="*/ 558 w 2166"/>
                      <a:gd name="T9" fmla="*/ 81 h 195"/>
                      <a:gd name="T10" fmla="*/ 628 w 2166"/>
                      <a:gd name="T11" fmla="*/ 80 h 195"/>
                      <a:gd name="T12" fmla="*/ 698 w 2166"/>
                      <a:gd name="T13" fmla="*/ 80 h 195"/>
                      <a:gd name="T14" fmla="*/ 768 w 2166"/>
                      <a:gd name="T15" fmla="*/ 80 h 195"/>
                      <a:gd name="T16" fmla="*/ 837 w 2166"/>
                      <a:gd name="T17" fmla="*/ 81 h 195"/>
                      <a:gd name="T18" fmla="*/ 907 w 2166"/>
                      <a:gd name="T19" fmla="*/ 82 h 195"/>
                      <a:gd name="T20" fmla="*/ 977 w 2166"/>
                      <a:gd name="T21" fmla="*/ 82 h 195"/>
                      <a:gd name="T22" fmla="*/ 1047 w 2166"/>
                      <a:gd name="T23" fmla="*/ 83 h 195"/>
                      <a:gd name="T24" fmla="*/ 1116 w 2166"/>
                      <a:gd name="T25" fmla="*/ 83 h 195"/>
                      <a:gd name="T26" fmla="*/ 1186 w 2166"/>
                      <a:gd name="T27" fmla="*/ 83 h 195"/>
                      <a:gd name="T28" fmla="*/ 1256 w 2166"/>
                      <a:gd name="T29" fmla="*/ 83 h 195"/>
                      <a:gd name="T30" fmla="*/ 1326 w 2166"/>
                      <a:gd name="T31" fmla="*/ 84 h 195"/>
                      <a:gd name="T32" fmla="*/ 1395 w 2166"/>
                      <a:gd name="T33" fmla="*/ 86 h 195"/>
                      <a:gd name="T34" fmla="*/ 1465 w 2166"/>
                      <a:gd name="T35" fmla="*/ 86 h 195"/>
                      <a:gd name="T36" fmla="*/ 1535 w 2166"/>
                      <a:gd name="T37" fmla="*/ 86 h 195"/>
                      <a:gd name="T38" fmla="*/ 1605 w 2166"/>
                      <a:gd name="T39" fmla="*/ 94 h 195"/>
                      <a:gd name="T40" fmla="*/ 1674 w 2166"/>
                      <a:gd name="T41" fmla="*/ 186 h 195"/>
                      <a:gd name="T42" fmla="*/ 1744 w 2166"/>
                      <a:gd name="T43" fmla="*/ 185 h 195"/>
                      <a:gd name="T44" fmla="*/ 1814 w 2166"/>
                      <a:gd name="T45" fmla="*/ 170 h 195"/>
                      <a:gd name="T46" fmla="*/ 1884 w 2166"/>
                      <a:gd name="T47" fmla="*/ 151 h 195"/>
                      <a:gd name="T48" fmla="*/ 1953 w 2166"/>
                      <a:gd name="T49" fmla="*/ 147 h 195"/>
                      <a:gd name="T50" fmla="*/ 2023 w 2166"/>
                      <a:gd name="T51" fmla="*/ 135 h 195"/>
                      <a:gd name="T52" fmla="*/ 2093 w 2166"/>
                      <a:gd name="T53" fmla="*/ 131 h 195"/>
                      <a:gd name="T54" fmla="*/ 2163 w 2166"/>
                      <a:gd name="T55" fmla="*/ 130 h 195"/>
                      <a:gd name="T56" fmla="*/ 2107 w 2166"/>
                      <a:gd name="T57" fmla="*/ 122 h 195"/>
                      <a:gd name="T58" fmla="*/ 2038 w 2166"/>
                      <a:gd name="T59" fmla="*/ 125 h 195"/>
                      <a:gd name="T60" fmla="*/ 1968 w 2166"/>
                      <a:gd name="T61" fmla="*/ 135 h 195"/>
                      <a:gd name="T62" fmla="*/ 1898 w 2166"/>
                      <a:gd name="T63" fmla="*/ 140 h 195"/>
                      <a:gd name="T64" fmla="*/ 1828 w 2166"/>
                      <a:gd name="T65" fmla="*/ 146 h 195"/>
                      <a:gd name="T66" fmla="*/ 1758 w 2166"/>
                      <a:gd name="T67" fmla="*/ 159 h 195"/>
                      <a:gd name="T68" fmla="*/ 1689 w 2166"/>
                      <a:gd name="T69" fmla="*/ 169 h 195"/>
                      <a:gd name="T70" fmla="*/ 1619 w 2166"/>
                      <a:gd name="T71" fmla="*/ 121 h 195"/>
                      <a:gd name="T72" fmla="*/ 1549 w 2166"/>
                      <a:gd name="T73" fmla="*/ 73 h 195"/>
                      <a:gd name="T74" fmla="*/ 1479 w 2166"/>
                      <a:gd name="T75" fmla="*/ 71 h 195"/>
                      <a:gd name="T76" fmla="*/ 1410 w 2166"/>
                      <a:gd name="T77" fmla="*/ 71 h 195"/>
                      <a:gd name="T78" fmla="*/ 1340 w 2166"/>
                      <a:gd name="T79" fmla="*/ 73 h 195"/>
                      <a:gd name="T80" fmla="*/ 1270 w 2166"/>
                      <a:gd name="T81" fmla="*/ 74 h 195"/>
                      <a:gd name="T82" fmla="*/ 1200 w 2166"/>
                      <a:gd name="T83" fmla="*/ 76 h 195"/>
                      <a:gd name="T84" fmla="*/ 1131 w 2166"/>
                      <a:gd name="T85" fmla="*/ 77 h 195"/>
                      <a:gd name="T86" fmla="*/ 1061 w 2166"/>
                      <a:gd name="T87" fmla="*/ 77 h 195"/>
                      <a:gd name="T88" fmla="*/ 991 w 2166"/>
                      <a:gd name="T89" fmla="*/ 79 h 195"/>
                      <a:gd name="T90" fmla="*/ 921 w 2166"/>
                      <a:gd name="T91" fmla="*/ 77 h 195"/>
                      <a:gd name="T92" fmla="*/ 852 w 2166"/>
                      <a:gd name="T93" fmla="*/ 74 h 195"/>
                      <a:gd name="T94" fmla="*/ 782 w 2166"/>
                      <a:gd name="T95" fmla="*/ 72 h 195"/>
                      <a:gd name="T96" fmla="*/ 712 w 2166"/>
                      <a:gd name="T97" fmla="*/ 71 h 195"/>
                      <a:gd name="T98" fmla="*/ 642 w 2166"/>
                      <a:gd name="T99" fmla="*/ 69 h 195"/>
                      <a:gd name="T100" fmla="*/ 573 w 2166"/>
                      <a:gd name="T101" fmla="*/ 67 h 195"/>
                      <a:gd name="T102" fmla="*/ 503 w 2166"/>
                      <a:gd name="T103" fmla="*/ 72 h 195"/>
                      <a:gd name="T104" fmla="*/ 433 w 2166"/>
                      <a:gd name="T105" fmla="*/ 88 h 195"/>
                      <a:gd name="T106" fmla="*/ 363 w 2166"/>
                      <a:gd name="T107" fmla="*/ 99 h 195"/>
                      <a:gd name="T108" fmla="*/ 294 w 2166"/>
                      <a:gd name="T109" fmla="*/ 97 h 195"/>
                      <a:gd name="T110" fmla="*/ 224 w 2166"/>
                      <a:gd name="T111" fmla="*/ 105 h 195"/>
                      <a:gd name="T112" fmla="*/ 154 w 2166"/>
                      <a:gd name="T113" fmla="*/ 100 h 195"/>
                      <a:gd name="T114" fmla="*/ 84 w 2166"/>
                      <a:gd name="T115" fmla="*/ 100 h 195"/>
                      <a:gd name="T116" fmla="*/ 15 w 2166"/>
                      <a:gd name="T117" fmla="*/ 103 h 195"/>
                      <a:gd name="T118" fmla="*/ 53 w 2166"/>
                      <a:gd name="T119" fmla="*/ 115 h 195"/>
                      <a:gd name="T120" fmla="*/ 123 w 2166"/>
                      <a:gd name="T121" fmla="*/ 115 h 195"/>
                      <a:gd name="T122" fmla="*/ 193 w 2166"/>
                      <a:gd name="T123" fmla="*/ 115 h 1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2166" h="195">
                        <a:moveTo>
                          <a:pt x="212" y="111"/>
                        </a:moveTo>
                        <a:lnTo>
                          <a:pt x="214" y="114"/>
                        </a:lnTo>
                        <a:lnTo>
                          <a:pt x="217" y="110"/>
                        </a:lnTo>
                        <a:lnTo>
                          <a:pt x="219" y="110"/>
                        </a:lnTo>
                        <a:lnTo>
                          <a:pt x="222" y="115"/>
                        </a:lnTo>
                        <a:lnTo>
                          <a:pt x="224" y="110"/>
                        </a:lnTo>
                        <a:lnTo>
                          <a:pt x="226" y="112"/>
                        </a:lnTo>
                        <a:lnTo>
                          <a:pt x="229" y="114"/>
                        </a:lnTo>
                        <a:lnTo>
                          <a:pt x="231" y="109"/>
                        </a:lnTo>
                        <a:lnTo>
                          <a:pt x="234" y="111"/>
                        </a:lnTo>
                        <a:lnTo>
                          <a:pt x="236" y="113"/>
                        </a:lnTo>
                        <a:lnTo>
                          <a:pt x="238" y="107"/>
                        </a:lnTo>
                        <a:lnTo>
                          <a:pt x="241" y="110"/>
                        </a:lnTo>
                        <a:lnTo>
                          <a:pt x="243" y="115"/>
                        </a:lnTo>
                        <a:lnTo>
                          <a:pt x="246" y="107"/>
                        </a:lnTo>
                        <a:lnTo>
                          <a:pt x="248" y="109"/>
                        </a:lnTo>
                        <a:lnTo>
                          <a:pt x="250" y="112"/>
                        </a:lnTo>
                        <a:lnTo>
                          <a:pt x="253" y="107"/>
                        </a:lnTo>
                        <a:lnTo>
                          <a:pt x="255" y="109"/>
                        </a:lnTo>
                        <a:lnTo>
                          <a:pt x="258" y="111"/>
                        </a:lnTo>
                        <a:lnTo>
                          <a:pt x="260" y="106"/>
                        </a:lnTo>
                        <a:lnTo>
                          <a:pt x="263" y="109"/>
                        </a:lnTo>
                        <a:lnTo>
                          <a:pt x="265" y="112"/>
                        </a:lnTo>
                        <a:lnTo>
                          <a:pt x="267" y="106"/>
                        </a:lnTo>
                        <a:lnTo>
                          <a:pt x="270" y="110"/>
                        </a:lnTo>
                        <a:lnTo>
                          <a:pt x="272" y="111"/>
                        </a:lnTo>
                        <a:lnTo>
                          <a:pt x="275" y="107"/>
                        </a:lnTo>
                        <a:lnTo>
                          <a:pt x="277" y="109"/>
                        </a:lnTo>
                        <a:lnTo>
                          <a:pt x="279" y="108"/>
                        </a:lnTo>
                        <a:lnTo>
                          <a:pt x="282" y="107"/>
                        </a:lnTo>
                        <a:lnTo>
                          <a:pt x="284" y="109"/>
                        </a:lnTo>
                        <a:lnTo>
                          <a:pt x="287" y="106"/>
                        </a:lnTo>
                        <a:lnTo>
                          <a:pt x="289" y="107"/>
                        </a:lnTo>
                        <a:lnTo>
                          <a:pt x="291" y="109"/>
                        </a:lnTo>
                        <a:lnTo>
                          <a:pt x="294" y="105"/>
                        </a:lnTo>
                        <a:lnTo>
                          <a:pt x="296" y="106"/>
                        </a:lnTo>
                        <a:lnTo>
                          <a:pt x="299" y="109"/>
                        </a:lnTo>
                        <a:lnTo>
                          <a:pt x="301" y="105"/>
                        </a:lnTo>
                        <a:lnTo>
                          <a:pt x="303" y="105"/>
                        </a:lnTo>
                        <a:lnTo>
                          <a:pt x="306" y="109"/>
                        </a:lnTo>
                        <a:lnTo>
                          <a:pt x="308" y="105"/>
                        </a:lnTo>
                        <a:lnTo>
                          <a:pt x="311" y="105"/>
                        </a:lnTo>
                        <a:lnTo>
                          <a:pt x="313" y="108"/>
                        </a:lnTo>
                        <a:lnTo>
                          <a:pt x="315" y="107"/>
                        </a:lnTo>
                        <a:lnTo>
                          <a:pt x="318" y="106"/>
                        </a:lnTo>
                        <a:lnTo>
                          <a:pt x="320" y="108"/>
                        </a:lnTo>
                        <a:lnTo>
                          <a:pt x="323" y="105"/>
                        </a:lnTo>
                        <a:lnTo>
                          <a:pt x="325" y="106"/>
                        </a:lnTo>
                        <a:lnTo>
                          <a:pt x="327" y="108"/>
                        </a:lnTo>
                        <a:lnTo>
                          <a:pt x="330" y="102"/>
                        </a:lnTo>
                        <a:lnTo>
                          <a:pt x="332" y="106"/>
                        </a:lnTo>
                        <a:lnTo>
                          <a:pt x="335" y="111"/>
                        </a:lnTo>
                        <a:lnTo>
                          <a:pt x="337" y="103"/>
                        </a:lnTo>
                        <a:lnTo>
                          <a:pt x="339" y="106"/>
                        </a:lnTo>
                        <a:lnTo>
                          <a:pt x="342" y="111"/>
                        </a:lnTo>
                        <a:lnTo>
                          <a:pt x="344" y="103"/>
                        </a:lnTo>
                        <a:lnTo>
                          <a:pt x="347" y="107"/>
                        </a:lnTo>
                        <a:lnTo>
                          <a:pt x="349" y="108"/>
                        </a:lnTo>
                        <a:lnTo>
                          <a:pt x="351" y="103"/>
                        </a:lnTo>
                        <a:lnTo>
                          <a:pt x="354" y="104"/>
                        </a:lnTo>
                        <a:lnTo>
                          <a:pt x="356" y="108"/>
                        </a:lnTo>
                        <a:lnTo>
                          <a:pt x="358" y="106"/>
                        </a:lnTo>
                        <a:lnTo>
                          <a:pt x="361" y="109"/>
                        </a:lnTo>
                        <a:lnTo>
                          <a:pt x="363" y="110"/>
                        </a:lnTo>
                        <a:lnTo>
                          <a:pt x="366" y="112"/>
                        </a:lnTo>
                        <a:lnTo>
                          <a:pt x="368" y="112"/>
                        </a:lnTo>
                        <a:lnTo>
                          <a:pt x="370" y="113"/>
                        </a:lnTo>
                        <a:lnTo>
                          <a:pt x="373" y="114"/>
                        </a:lnTo>
                        <a:lnTo>
                          <a:pt x="375" y="114"/>
                        </a:lnTo>
                        <a:lnTo>
                          <a:pt x="378" y="114"/>
                        </a:lnTo>
                        <a:lnTo>
                          <a:pt x="380" y="113"/>
                        </a:lnTo>
                        <a:lnTo>
                          <a:pt x="382" y="113"/>
                        </a:lnTo>
                        <a:lnTo>
                          <a:pt x="385" y="112"/>
                        </a:lnTo>
                        <a:lnTo>
                          <a:pt x="387" y="112"/>
                        </a:lnTo>
                        <a:lnTo>
                          <a:pt x="390" y="111"/>
                        </a:lnTo>
                        <a:lnTo>
                          <a:pt x="392" y="110"/>
                        </a:lnTo>
                        <a:lnTo>
                          <a:pt x="395" y="110"/>
                        </a:lnTo>
                        <a:lnTo>
                          <a:pt x="397" y="109"/>
                        </a:lnTo>
                        <a:lnTo>
                          <a:pt x="399" y="109"/>
                        </a:lnTo>
                        <a:lnTo>
                          <a:pt x="402" y="109"/>
                        </a:lnTo>
                        <a:lnTo>
                          <a:pt x="404" y="108"/>
                        </a:lnTo>
                        <a:lnTo>
                          <a:pt x="407" y="108"/>
                        </a:lnTo>
                        <a:lnTo>
                          <a:pt x="409" y="107"/>
                        </a:lnTo>
                        <a:lnTo>
                          <a:pt x="411" y="106"/>
                        </a:lnTo>
                        <a:lnTo>
                          <a:pt x="414" y="106"/>
                        </a:lnTo>
                        <a:lnTo>
                          <a:pt x="416" y="105"/>
                        </a:lnTo>
                        <a:lnTo>
                          <a:pt x="419" y="105"/>
                        </a:lnTo>
                        <a:lnTo>
                          <a:pt x="421" y="104"/>
                        </a:lnTo>
                        <a:lnTo>
                          <a:pt x="423" y="103"/>
                        </a:lnTo>
                        <a:lnTo>
                          <a:pt x="426" y="103"/>
                        </a:lnTo>
                        <a:lnTo>
                          <a:pt x="428" y="102"/>
                        </a:lnTo>
                        <a:lnTo>
                          <a:pt x="431" y="101"/>
                        </a:lnTo>
                        <a:lnTo>
                          <a:pt x="433" y="101"/>
                        </a:lnTo>
                        <a:lnTo>
                          <a:pt x="436" y="100"/>
                        </a:lnTo>
                        <a:lnTo>
                          <a:pt x="438" y="99"/>
                        </a:lnTo>
                        <a:lnTo>
                          <a:pt x="440" y="99"/>
                        </a:lnTo>
                        <a:lnTo>
                          <a:pt x="443" y="97"/>
                        </a:lnTo>
                        <a:lnTo>
                          <a:pt x="445" y="97"/>
                        </a:lnTo>
                        <a:lnTo>
                          <a:pt x="448" y="97"/>
                        </a:lnTo>
                        <a:lnTo>
                          <a:pt x="450" y="95"/>
                        </a:lnTo>
                        <a:lnTo>
                          <a:pt x="452" y="94"/>
                        </a:lnTo>
                        <a:lnTo>
                          <a:pt x="455" y="95"/>
                        </a:lnTo>
                        <a:lnTo>
                          <a:pt x="457" y="94"/>
                        </a:lnTo>
                        <a:lnTo>
                          <a:pt x="460" y="93"/>
                        </a:lnTo>
                        <a:lnTo>
                          <a:pt x="462" y="93"/>
                        </a:lnTo>
                        <a:lnTo>
                          <a:pt x="464" y="92"/>
                        </a:lnTo>
                        <a:lnTo>
                          <a:pt x="467" y="91"/>
                        </a:lnTo>
                        <a:lnTo>
                          <a:pt x="469" y="91"/>
                        </a:lnTo>
                        <a:lnTo>
                          <a:pt x="472" y="91"/>
                        </a:lnTo>
                        <a:lnTo>
                          <a:pt x="474" y="90"/>
                        </a:lnTo>
                        <a:lnTo>
                          <a:pt x="476" y="90"/>
                        </a:lnTo>
                        <a:lnTo>
                          <a:pt x="479" y="89"/>
                        </a:lnTo>
                        <a:lnTo>
                          <a:pt x="481" y="89"/>
                        </a:lnTo>
                        <a:lnTo>
                          <a:pt x="484" y="88"/>
                        </a:lnTo>
                        <a:lnTo>
                          <a:pt x="486" y="88"/>
                        </a:lnTo>
                        <a:lnTo>
                          <a:pt x="489" y="88"/>
                        </a:lnTo>
                        <a:lnTo>
                          <a:pt x="491" y="87"/>
                        </a:lnTo>
                        <a:lnTo>
                          <a:pt x="493" y="86"/>
                        </a:lnTo>
                        <a:lnTo>
                          <a:pt x="496" y="86"/>
                        </a:lnTo>
                        <a:lnTo>
                          <a:pt x="498" y="85"/>
                        </a:lnTo>
                        <a:lnTo>
                          <a:pt x="501" y="85"/>
                        </a:lnTo>
                        <a:lnTo>
                          <a:pt x="503" y="85"/>
                        </a:lnTo>
                        <a:lnTo>
                          <a:pt x="505" y="85"/>
                        </a:lnTo>
                        <a:lnTo>
                          <a:pt x="508" y="85"/>
                        </a:lnTo>
                        <a:lnTo>
                          <a:pt x="510" y="84"/>
                        </a:lnTo>
                        <a:lnTo>
                          <a:pt x="513" y="84"/>
                        </a:lnTo>
                        <a:lnTo>
                          <a:pt x="515" y="84"/>
                        </a:lnTo>
                        <a:lnTo>
                          <a:pt x="517" y="83"/>
                        </a:lnTo>
                        <a:lnTo>
                          <a:pt x="520" y="83"/>
                        </a:lnTo>
                        <a:lnTo>
                          <a:pt x="522" y="84"/>
                        </a:lnTo>
                        <a:lnTo>
                          <a:pt x="525" y="83"/>
                        </a:lnTo>
                        <a:lnTo>
                          <a:pt x="527" y="83"/>
                        </a:lnTo>
                        <a:lnTo>
                          <a:pt x="530" y="83"/>
                        </a:lnTo>
                        <a:lnTo>
                          <a:pt x="532" y="82"/>
                        </a:lnTo>
                        <a:lnTo>
                          <a:pt x="534" y="83"/>
                        </a:lnTo>
                        <a:lnTo>
                          <a:pt x="537" y="82"/>
                        </a:lnTo>
                        <a:lnTo>
                          <a:pt x="539" y="82"/>
                        </a:lnTo>
                        <a:lnTo>
                          <a:pt x="542" y="82"/>
                        </a:lnTo>
                        <a:lnTo>
                          <a:pt x="544" y="81"/>
                        </a:lnTo>
                        <a:lnTo>
                          <a:pt x="546" y="81"/>
                        </a:lnTo>
                        <a:lnTo>
                          <a:pt x="549" y="82"/>
                        </a:lnTo>
                        <a:lnTo>
                          <a:pt x="551" y="81"/>
                        </a:lnTo>
                        <a:lnTo>
                          <a:pt x="554" y="81"/>
                        </a:lnTo>
                        <a:lnTo>
                          <a:pt x="556" y="81"/>
                        </a:lnTo>
                        <a:lnTo>
                          <a:pt x="558" y="81"/>
                        </a:lnTo>
                        <a:lnTo>
                          <a:pt x="561" y="81"/>
                        </a:lnTo>
                        <a:lnTo>
                          <a:pt x="563" y="81"/>
                        </a:lnTo>
                        <a:lnTo>
                          <a:pt x="566" y="80"/>
                        </a:lnTo>
                        <a:lnTo>
                          <a:pt x="568" y="80"/>
                        </a:lnTo>
                        <a:lnTo>
                          <a:pt x="570" y="80"/>
                        </a:lnTo>
                        <a:lnTo>
                          <a:pt x="573" y="80"/>
                        </a:lnTo>
                        <a:lnTo>
                          <a:pt x="575" y="80"/>
                        </a:lnTo>
                        <a:lnTo>
                          <a:pt x="578" y="80"/>
                        </a:lnTo>
                        <a:lnTo>
                          <a:pt x="580" y="80"/>
                        </a:lnTo>
                        <a:lnTo>
                          <a:pt x="582" y="80"/>
                        </a:lnTo>
                        <a:lnTo>
                          <a:pt x="585" y="80"/>
                        </a:lnTo>
                        <a:lnTo>
                          <a:pt x="587" y="80"/>
                        </a:lnTo>
                        <a:lnTo>
                          <a:pt x="590" y="80"/>
                        </a:lnTo>
                        <a:lnTo>
                          <a:pt x="592" y="80"/>
                        </a:lnTo>
                        <a:lnTo>
                          <a:pt x="594" y="80"/>
                        </a:lnTo>
                        <a:lnTo>
                          <a:pt x="597" y="80"/>
                        </a:lnTo>
                        <a:lnTo>
                          <a:pt x="599" y="80"/>
                        </a:lnTo>
                        <a:lnTo>
                          <a:pt x="601" y="80"/>
                        </a:lnTo>
                        <a:lnTo>
                          <a:pt x="604" y="80"/>
                        </a:lnTo>
                        <a:lnTo>
                          <a:pt x="606" y="80"/>
                        </a:lnTo>
                        <a:lnTo>
                          <a:pt x="609" y="80"/>
                        </a:lnTo>
                        <a:lnTo>
                          <a:pt x="611" y="80"/>
                        </a:lnTo>
                        <a:lnTo>
                          <a:pt x="613" y="80"/>
                        </a:lnTo>
                        <a:lnTo>
                          <a:pt x="616" y="80"/>
                        </a:lnTo>
                        <a:lnTo>
                          <a:pt x="618" y="80"/>
                        </a:lnTo>
                        <a:lnTo>
                          <a:pt x="621" y="80"/>
                        </a:lnTo>
                        <a:lnTo>
                          <a:pt x="623" y="80"/>
                        </a:lnTo>
                        <a:lnTo>
                          <a:pt x="625" y="79"/>
                        </a:lnTo>
                        <a:lnTo>
                          <a:pt x="628" y="80"/>
                        </a:lnTo>
                        <a:lnTo>
                          <a:pt x="630" y="80"/>
                        </a:lnTo>
                        <a:lnTo>
                          <a:pt x="633" y="79"/>
                        </a:lnTo>
                        <a:lnTo>
                          <a:pt x="635" y="80"/>
                        </a:lnTo>
                        <a:lnTo>
                          <a:pt x="637" y="80"/>
                        </a:lnTo>
                        <a:lnTo>
                          <a:pt x="640" y="79"/>
                        </a:lnTo>
                        <a:lnTo>
                          <a:pt x="642" y="80"/>
                        </a:lnTo>
                        <a:lnTo>
                          <a:pt x="645" y="80"/>
                        </a:lnTo>
                        <a:lnTo>
                          <a:pt x="647" y="80"/>
                        </a:lnTo>
                        <a:lnTo>
                          <a:pt x="649" y="80"/>
                        </a:lnTo>
                        <a:lnTo>
                          <a:pt x="652" y="80"/>
                        </a:lnTo>
                        <a:lnTo>
                          <a:pt x="654" y="80"/>
                        </a:lnTo>
                        <a:lnTo>
                          <a:pt x="657" y="80"/>
                        </a:lnTo>
                        <a:lnTo>
                          <a:pt x="659" y="80"/>
                        </a:lnTo>
                        <a:lnTo>
                          <a:pt x="662" y="80"/>
                        </a:lnTo>
                        <a:lnTo>
                          <a:pt x="664" y="80"/>
                        </a:lnTo>
                        <a:lnTo>
                          <a:pt x="666" y="80"/>
                        </a:lnTo>
                        <a:lnTo>
                          <a:pt x="669" y="80"/>
                        </a:lnTo>
                        <a:lnTo>
                          <a:pt x="671" y="80"/>
                        </a:lnTo>
                        <a:lnTo>
                          <a:pt x="674" y="79"/>
                        </a:lnTo>
                        <a:lnTo>
                          <a:pt x="676" y="80"/>
                        </a:lnTo>
                        <a:lnTo>
                          <a:pt x="678" y="79"/>
                        </a:lnTo>
                        <a:lnTo>
                          <a:pt x="681" y="79"/>
                        </a:lnTo>
                        <a:lnTo>
                          <a:pt x="683" y="80"/>
                        </a:lnTo>
                        <a:lnTo>
                          <a:pt x="686" y="79"/>
                        </a:lnTo>
                        <a:lnTo>
                          <a:pt x="688" y="80"/>
                        </a:lnTo>
                        <a:lnTo>
                          <a:pt x="690" y="80"/>
                        </a:lnTo>
                        <a:lnTo>
                          <a:pt x="693" y="79"/>
                        </a:lnTo>
                        <a:lnTo>
                          <a:pt x="695" y="80"/>
                        </a:lnTo>
                        <a:lnTo>
                          <a:pt x="698" y="80"/>
                        </a:lnTo>
                        <a:lnTo>
                          <a:pt x="700" y="80"/>
                        </a:lnTo>
                        <a:lnTo>
                          <a:pt x="703" y="80"/>
                        </a:lnTo>
                        <a:lnTo>
                          <a:pt x="705" y="80"/>
                        </a:lnTo>
                        <a:lnTo>
                          <a:pt x="707" y="80"/>
                        </a:lnTo>
                        <a:lnTo>
                          <a:pt x="710" y="80"/>
                        </a:lnTo>
                        <a:lnTo>
                          <a:pt x="712" y="80"/>
                        </a:lnTo>
                        <a:lnTo>
                          <a:pt x="715" y="80"/>
                        </a:lnTo>
                        <a:lnTo>
                          <a:pt x="717" y="80"/>
                        </a:lnTo>
                        <a:lnTo>
                          <a:pt x="719" y="80"/>
                        </a:lnTo>
                        <a:lnTo>
                          <a:pt x="722" y="80"/>
                        </a:lnTo>
                        <a:lnTo>
                          <a:pt x="724" y="80"/>
                        </a:lnTo>
                        <a:lnTo>
                          <a:pt x="727" y="80"/>
                        </a:lnTo>
                        <a:lnTo>
                          <a:pt x="729" y="81"/>
                        </a:lnTo>
                        <a:lnTo>
                          <a:pt x="731" y="80"/>
                        </a:lnTo>
                        <a:lnTo>
                          <a:pt x="734" y="80"/>
                        </a:lnTo>
                        <a:lnTo>
                          <a:pt x="736" y="81"/>
                        </a:lnTo>
                        <a:lnTo>
                          <a:pt x="739" y="80"/>
                        </a:lnTo>
                        <a:lnTo>
                          <a:pt x="741" y="80"/>
                        </a:lnTo>
                        <a:lnTo>
                          <a:pt x="743" y="81"/>
                        </a:lnTo>
                        <a:lnTo>
                          <a:pt x="746" y="80"/>
                        </a:lnTo>
                        <a:lnTo>
                          <a:pt x="748" y="81"/>
                        </a:lnTo>
                        <a:lnTo>
                          <a:pt x="751" y="81"/>
                        </a:lnTo>
                        <a:lnTo>
                          <a:pt x="753" y="80"/>
                        </a:lnTo>
                        <a:lnTo>
                          <a:pt x="756" y="80"/>
                        </a:lnTo>
                        <a:lnTo>
                          <a:pt x="758" y="80"/>
                        </a:lnTo>
                        <a:lnTo>
                          <a:pt x="760" y="80"/>
                        </a:lnTo>
                        <a:lnTo>
                          <a:pt x="763" y="80"/>
                        </a:lnTo>
                        <a:lnTo>
                          <a:pt x="765" y="80"/>
                        </a:lnTo>
                        <a:lnTo>
                          <a:pt x="768" y="80"/>
                        </a:lnTo>
                        <a:lnTo>
                          <a:pt x="770" y="81"/>
                        </a:lnTo>
                        <a:lnTo>
                          <a:pt x="772" y="80"/>
                        </a:lnTo>
                        <a:lnTo>
                          <a:pt x="775" y="80"/>
                        </a:lnTo>
                        <a:lnTo>
                          <a:pt x="777" y="81"/>
                        </a:lnTo>
                        <a:lnTo>
                          <a:pt x="780" y="80"/>
                        </a:lnTo>
                        <a:lnTo>
                          <a:pt x="782" y="80"/>
                        </a:lnTo>
                        <a:lnTo>
                          <a:pt x="784" y="80"/>
                        </a:lnTo>
                        <a:lnTo>
                          <a:pt x="787" y="80"/>
                        </a:lnTo>
                        <a:lnTo>
                          <a:pt x="789" y="80"/>
                        </a:lnTo>
                        <a:lnTo>
                          <a:pt x="792" y="80"/>
                        </a:lnTo>
                        <a:lnTo>
                          <a:pt x="794" y="80"/>
                        </a:lnTo>
                        <a:lnTo>
                          <a:pt x="797" y="80"/>
                        </a:lnTo>
                        <a:lnTo>
                          <a:pt x="799" y="80"/>
                        </a:lnTo>
                        <a:lnTo>
                          <a:pt x="801" y="80"/>
                        </a:lnTo>
                        <a:lnTo>
                          <a:pt x="804" y="80"/>
                        </a:lnTo>
                        <a:lnTo>
                          <a:pt x="806" y="80"/>
                        </a:lnTo>
                        <a:lnTo>
                          <a:pt x="809" y="80"/>
                        </a:lnTo>
                        <a:lnTo>
                          <a:pt x="811" y="80"/>
                        </a:lnTo>
                        <a:lnTo>
                          <a:pt x="813" y="80"/>
                        </a:lnTo>
                        <a:lnTo>
                          <a:pt x="816" y="80"/>
                        </a:lnTo>
                        <a:lnTo>
                          <a:pt x="818" y="80"/>
                        </a:lnTo>
                        <a:lnTo>
                          <a:pt x="821" y="80"/>
                        </a:lnTo>
                        <a:lnTo>
                          <a:pt x="823" y="80"/>
                        </a:lnTo>
                        <a:lnTo>
                          <a:pt x="825" y="80"/>
                        </a:lnTo>
                        <a:lnTo>
                          <a:pt x="828" y="80"/>
                        </a:lnTo>
                        <a:lnTo>
                          <a:pt x="830" y="80"/>
                        </a:lnTo>
                        <a:lnTo>
                          <a:pt x="833" y="80"/>
                        </a:lnTo>
                        <a:lnTo>
                          <a:pt x="835" y="80"/>
                        </a:lnTo>
                        <a:lnTo>
                          <a:pt x="837" y="81"/>
                        </a:lnTo>
                        <a:lnTo>
                          <a:pt x="840" y="80"/>
                        </a:lnTo>
                        <a:lnTo>
                          <a:pt x="842" y="80"/>
                        </a:lnTo>
                        <a:lnTo>
                          <a:pt x="845" y="80"/>
                        </a:lnTo>
                        <a:lnTo>
                          <a:pt x="847" y="80"/>
                        </a:lnTo>
                        <a:lnTo>
                          <a:pt x="849" y="80"/>
                        </a:lnTo>
                        <a:lnTo>
                          <a:pt x="852" y="81"/>
                        </a:lnTo>
                        <a:lnTo>
                          <a:pt x="854" y="80"/>
                        </a:lnTo>
                        <a:lnTo>
                          <a:pt x="856" y="80"/>
                        </a:lnTo>
                        <a:lnTo>
                          <a:pt x="859" y="81"/>
                        </a:lnTo>
                        <a:lnTo>
                          <a:pt x="861" y="80"/>
                        </a:lnTo>
                        <a:lnTo>
                          <a:pt x="864" y="81"/>
                        </a:lnTo>
                        <a:lnTo>
                          <a:pt x="866" y="81"/>
                        </a:lnTo>
                        <a:lnTo>
                          <a:pt x="868" y="80"/>
                        </a:lnTo>
                        <a:lnTo>
                          <a:pt x="871" y="81"/>
                        </a:lnTo>
                        <a:lnTo>
                          <a:pt x="873" y="81"/>
                        </a:lnTo>
                        <a:lnTo>
                          <a:pt x="876" y="81"/>
                        </a:lnTo>
                        <a:lnTo>
                          <a:pt x="878" y="81"/>
                        </a:lnTo>
                        <a:lnTo>
                          <a:pt x="880" y="80"/>
                        </a:lnTo>
                        <a:lnTo>
                          <a:pt x="883" y="80"/>
                        </a:lnTo>
                        <a:lnTo>
                          <a:pt x="885" y="81"/>
                        </a:lnTo>
                        <a:lnTo>
                          <a:pt x="888" y="80"/>
                        </a:lnTo>
                        <a:lnTo>
                          <a:pt x="890" y="80"/>
                        </a:lnTo>
                        <a:lnTo>
                          <a:pt x="892" y="81"/>
                        </a:lnTo>
                        <a:lnTo>
                          <a:pt x="895" y="81"/>
                        </a:lnTo>
                        <a:lnTo>
                          <a:pt x="897" y="80"/>
                        </a:lnTo>
                        <a:lnTo>
                          <a:pt x="900" y="81"/>
                        </a:lnTo>
                        <a:lnTo>
                          <a:pt x="902" y="81"/>
                        </a:lnTo>
                        <a:lnTo>
                          <a:pt x="904" y="81"/>
                        </a:lnTo>
                        <a:lnTo>
                          <a:pt x="907" y="82"/>
                        </a:lnTo>
                        <a:lnTo>
                          <a:pt x="909" y="81"/>
                        </a:lnTo>
                        <a:lnTo>
                          <a:pt x="912" y="82"/>
                        </a:lnTo>
                        <a:lnTo>
                          <a:pt x="914" y="82"/>
                        </a:lnTo>
                        <a:lnTo>
                          <a:pt x="916" y="82"/>
                        </a:lnTo>
                        <a:lnTo>
                          <a:pt x="919" y="82"/>
                        </a:lnTo>
                        <a:lnTo>
                          <a:pt x="921" y="82"/>
                        </a:lnTo>
                        <a:lnTo>
                          <a:pt x="924" y="82"/>
                        </a:lnTo>
                        <a:lnTo>
                          <a:pt x="926" y="81"/>
                        </a:lnTo>
                        <a:lnTo>
                          <a:pt x="929" y="82"/>
                        </a:lnTo>
                        <a:lnTo>
                          <a:pt x="931" y="81"/>
                        </a:lnTo>
                        <a:lnTo>
                          <a:pt x="933" y="81"/>
                        </a:lnTo>
                        <a:lnTo>
                          <a:pt x="936" y="82"/>
                        </a:lnTo>
                        <a:lnTo>
                          <a:pt x="938" y="81"/>
                        </a:lnTo>
                        <a:lnTo>
                          <a:pt x="941" y="82"/>
                        </a:lnTo>
                        <a:lnTo>
                          <a:pt x="943" y="82"/>
                        </a:lnTo>
                        <a:lnTo>
                          <a:pt x="945" y="81"/>
                        </a:lnTo>
                        <a:lnTo>
                          <a:pt x="948" y="82"/>
                        </a:lnTo>
                        <a:lnTo>
                          <a:pt x="950" y="82"/>
                        </a:lnTo>
                        <a:lnTo>
                          <a:pt x="953" y="82"/>
                        </a:lnTo>
                        <a:lnTo>
                          <a:pt x="955" y="82"/>
                        </a:lnTo>
                        <a:lnTo>
                          <a:pt x="957" y="82"/>
                        </a:lnTo>
                        <a:lnTo>
                          <a:pt x="960" y="82"/>
                        </a:lnTo>
                        <a:lnTo>
                          <a:pt x="962" y="82"/>
                        </a:lnTo>
                        <a:lnTo>
                          <a:pt x="965" y="82"/>
                        </a:lnTo>
                        <a:lnTo>
                          <a:pt x="967" y="82"/>
                        </a:lnTo>
                        <a:lnTo>
                          <a:pt x="970" y="82"/>
                        </a:lnTo>
                        <a:lnTo>
                          <a:pt x="972" y="82"/>
                        </a:lnTo>
                        <a:lnTo>
                          <a:pt x="974" y="82"/>
                        </a:lnTo>
                        <a:lnTo>
                          <a:pt x="977" y="82"/>
                        </a:lnTo>
                        <a:lnTo>
                          <a:pt x="979" y="82"/>
                        </a:lnTo>
                        <a:lnTo>
                          <a:pt x="982" y="82"/>
                        </a:lnTo>
                        <a:lnTo>
                          <a:pt x="984" y="83"/>
                        </a:lnTo>
                        <a:lnTo>
                          <a:pt x="986" y="83"/>
                        </a:lnTo>
                        <a:lnTo>
                          <a:pt x="989" y="83"/>
                        </a:lnTo>
                        <a:lnTo>
                          <a:pt x="991" y="83"/>
                        </a:lnTo>
                        <a:lnTo>
                          <a:pt x="994" y="83"/>
                        </a:lnTo>
                        <a:lnTo>
                          <a:pt x="996" y="83"/>
                        </a:lnTo>
                        <a:lnTo>
                          <a:pt x="998" y="82"/>
                        </a:lnTo>
                        <a:lnTo>
                          <a:pt x="1001" y="83"/>
                        </a:lnTo>
                        <a:lnTo>
                          <a:pt x="1003" y="82"/>
                        </a:lnTo>
                        <a:lnTo>
                          <a:pt x="1006" y="82"/>
                        </a:lnTo>
                        <a:lnTo>
                          <a:pt x="1008" y="83"/>
                        </a:lnTo>
                        <a:lnTo>
                          <a:pt x="1010" y="82"/>
                        </a:lnTo>
                        <a:lnTo>
                          <a:pt x="1013" y="83"/>
                        </a:lnTo>
                        <a:lnTo>
                          <a:pt x="1015" y="83"/>
                        </a:lnTo>
                        <a:lnTo>
                          <a:pt x="1018" y="82"/>
                        </a:lnTo>
                        <a:lnTo>
                          <a:pt x="1020" y="83"/>
                        </a:lnTo>
                        <a:lnTo>
                          <a:pt x="1023" y="83"/>
                        </a:lnTo>
                        <a:lnTo>
                          <a:pt x="1025" y="83"/>
                        </a:lnTo>
                        <a:lnTo>
                          <a:pt x="1027" y="83"/>
                        </a:lnTo>
                        <a:lnTo>
                          <a:pt x="1030" y="83"/>
                        </a:lnTo>
                        <a:lnTo>
                          <a:pt x="1032" y="83"/>
                        </a:lnTo>
                        <a:lnTo>
                          <a:pt x="1035" y="83"/>
                        </a:lnTo>
                        <a:lnTo>
                          <a:pt x="1037" y="83"/>
                        </a:lnTo>
                        <a:lnTo>
                          <a:pt x="1039" y="83"/>
                        </a:lnTo>
                        <a:lnTo>
                          <a:pt x="1042" y="83"/>
                        </a:lnTo>
                        <a:lnTo>
                          <a:pt x="1044" y="83"/>
                        </a:lnTo>
                        <a:lnTo>
                          <a:pt x="1047" y="83"/>
                        </a:lnTo>
                        <a:lnTo>
                          <a:pt x="1049" y="83"/>
                        </a:lnTo>
                        <a:lnTo>
                          <a:pt x="1051" y="84"/>
                        </a:lnTo>
                        <a:lnTo>
                          <a:pt x="1054" y="83"/>
                        </a:lnTo>
                        <a:lnTo>
                          <a:pt x="1056" y="84"/>
                        </a:lnTo>
                        <a:lnTo>
                          <a:pt x="1059" y="83"/>
                        </a:lnTo>
                        <a:lnTo>
                          <a:pt x="1061" y="83"/>
                        </a:lnTo>
                        <a:lnTo>
                          <a:pt x="1064" y="84"/>
                        </a:lnTo>
                        <a:lnTo>
                          <a:pt x="1066" y="83"/>
                        </a:lnTo>
                        <a:lnTo>
                          <a:pt x="1068" y="83"/>
                        </a:lnTo>
                        <a:lnTo>
                          <a:pt x="1071" y="83"/>
                        </a:lnTo>
                        <a:lnTo>
                          <a:pt x="1073" y="83"/>
                        </a:lnTo>
                        <a:lnTo>
                          <a:pt x="1076" y="83"/>
                        </a:lnTo>
                        <a:lnTo>
                          <a:pt x="1078" y="83"/>
                        </a:lnTo>
                        <a:lnTo>
                          <a:pt x="1080" y="83"/>
                        </a:lnTo>
                        <a:lnTo>
                          <a:pt x="1083" y="83"/>
                        </a:lnTo>
                        <a:lnTo>
                          <a:pt x="1085" y="83"/>
                        </a:lnTo>
                        <a:lnTo>
                          <a:pt x="1088" y="83"/>
                        </a:lnTo>
                        <a:lnTo>
                          <a:pt x="1090" y="84"/>
                        </a:lnTo>
                        <a:lnTo>
                          <a:pt x="1092" y="83"/>
                        </a:lnTo>
                        <a:lnTo>
                          <a:pt x="1095" y="83"/>
                        </a:lnTo>
                        <a:lnTo>
                          <a:pt x="1097" y="83"/>
                        </a:lnTo>
                        <a:lnTo>
                          <a:pt x="1099" y="83"/>
                        </a:lnTo>
                        <a:lnTo>
                          <a:pt x="1102" y="83"/>
                        </a:lnTo>
                        <a:lnTo>
                          <a:pt x="1104" y="83"/>
                        </a:lnTo>
                        <a:lnTo>
                          <a:pt x="1107" y="83"/>
                        </a:lnTo>
                        <a:lnTo>
                          <a:pt x="1109" y="83"/>
                        </a:lnTo>
                        <a:lnTo>
                          <a:pt x="1111" y="83"/>
                        </a:lnTo>
                        <a:lnTo>
                          <a:pt x="1114" y="83"/>
                        </a:lnTo>
                        <a:lnTo>
                          <a:pt x="1116" y="83"/>
                        </a:lnTo>
                        <a:lnTo>
                          <a:pt x="1119" y="83"/>
                        </a:lnTo>
                        <a:lnTo>
                          <a:pt x="1121" y="83"/>
                        </a:lnTo>
                        <a:lnTo>
                          <a:pt x="1123" y="83"/>
                        </a:lnTo>
                        <a:lnTo>
                          <a:pt x="1126" y="83"/>
                        </a:lnTo>
                        <a:lnTo>
                          <a:pt x="1128" y="84"/>
                        </a:lnTo>
                        <a:lnTo>
                          <a:pt x="1131" y="83"/>
                        </a:lnTo>
                        <a:lnTo>
                          <a:pt x="1133" y="83"/>
                        </a:lnTo>
                        <a:lnTo>
                          <a:pt x="1135" y="83"/>
                        </a:lnTo>
                        <a:lnTo>
                          <a:pt x="1138" y="83"/>
                        </a:lnTo>
                        <a:lnTo>
                          <a:pt x="1140" y="83"/>
                        </a:lnTo>
                        <a:lnTo>
                          <a:pt x="1143" y="83"/>
                        </a:lnTo>
                        <a:lnTo>
                          <a:pt x="1145" y="83"/>
                        </a:lnTo>
                        <a:lnTo>
                          <a:pt x="1147" y="83"/>
                        </a:lnTo>
                        <a:lnTo>
                          <a:pt x="1150" y="83"/>
                        </a:lnTo>
                        <a:lnTo>
                          <a:pt x="1152" y="83"/>
                        </a:lnTo>
                        <a:lnTo>
                          <a:pt x="1155" y="84"/>
                        </a:lnTo>
                        <a:lnTo>
                          <a:pt x="1157" y="83"/>
                        </a:lnTo>
                        <a:lnTo>
                          <a:pt x="1159" y="83"/>
                        </a:lnTo>
                        <a:lnTo>
                          <a:pt x="1162" y="83"/>
                        </a:lnTo>
                        <a:lnTo>
                          <a:pt x="1164" y="83"/>
                        </a:lnTo>
                        <a:lnTo>
                          <a:pt x="1167" y="84"/>
                        </a:lnTo>
                        <a:lnTo>
                          <a:pt x="1169" y="83"/>
                        </a:lnTo>
                        <a:lnTo>
                          <a:pt x="1171" y="84"/>
                        </a:lnTo>
                        <a:lnTo>
                          <a:pt x="1174" y="83"/>
                        </a:lnTo>
                        <a:lnTo>
                          <a:pt x="1176" y="83"/>
                        </a:lnTo>
                        <a:lnTo>
                          <a:pt x="1179" y="83"/>
                        </a:lnTo>
                        <a:lnTo>
                          <a:pt x="1181" y="83"/>
                        </a:lnTo>
                        <a:lnTo>
                          <a:pt x="1183" y="83"/>
                        </a:lnTo>
                        <a:lnTo>
                          <a:pt x="1186" y="83"/>
                        </a:lnTo>
                        <a:lnTo>
                          <a:pt x="1188" y="83"/>
                        </a:lnTo>
                        <a:lnTo>
                          <a:pt x="1191" y="84"/>
                        </a:lnTo>
                        <a:lnTo>
                          <a:pt x="1193" y="84"/>
                        </a:lnTo>
                        <a:lnTo>
                          <a:pt x="1196" y="83"/>
                        </a:lnTo>
                        <a:lnTo>
                          <a:pt x="1198" y="84"/>
                        </a:lnTo>
                        <a:lnTo>
                          <a:pt x="1200" y="84"/>
                        </a:lnTo>
                        <a:lnTo>
                          <a:pt x="1203" y="84"/>
                        </a:lnTo>
                        <a:lnTo>
                          <a:pt x="1205" y="84"/>
                        </a:lnTo>
                        <a:lnTo>
                          <a:pt x="1208" y="83"/>
                        </a:lnTo>
                        <a:lnTo>
                          <a:pt x="1210" y="83"/>
                        </a:lnTo>
                        <a:lnTo>
                          <a:pt x="1212" y="83"/>
                        </a:lnTo>
                        <a:lnTo>
                          <a:pt x="1215" y="83"/>
                        </a:lnTo>
                        <a:lnTo>
                          <a:pt x="1217" y="83"/>
                        </a:lnTo>
                        <a:lnTo>
                          <a:pt x="1220" y="83"/>
                        </a:lnTo>
                        <a:lnTo>
                          <a:pt x="1222" y="83"/>
                        </a:lnTo>
                        <a:lnTo>
                          <a:pt x="1224" y="83"/>
                        </a:lnTo>
                        <a:lnTo>
                          <a:pt x="1227" y="83"/>
                        </a:lnTo>
                        <a:lnTo>
                          <a:pt x="1229" y="83"/>
                        </a:lnTo>
                        <a:lnTo>
                          <a:pt x="1232" y="83"/>
                        </a:lnTo>
                        <a:lnTo>
                          <a:pt x="1234" y="83"/>
                        </a:lnTo>
                        <a:lnTo>
                          <a:pt x="1237" y="83"/>
                        </a:lnTo>
                        <a:lnTo>
                          <a:pt x="1239" y="83"/>
                        </a:lnTo>
                        <a:lnTo>
                          <a:pt x="1241" y="84"/>
                        </a:lnTo>
                        <a:lnTo>
                          <a:pt x="1244" y="83"/>
                        </a:lnTo>
                        <a:lnTo>
                          <a:pt x="1246" y="83"/>
                        </a:lnTo>
                        <a:lnTo>
                          <a:pt x="1249" y="83"/>
                        </a:lnTo>
                        <a:lnTo>
                          <a:pt x="1251" y="83"/>
                        </a:lnTo>
                        <a:lnTo>
                          <a:pt x="1253" y="83"/>
                        </a:lnTo>
                        <a:lnTo>
                          <a:pt x="1256" y="83"/>
                        </a:lnTo>
                        <a:lnTo>
                          <a:pt x="1258" y="83"/>
                        </a:lnTo>
                        <a:lnTo>
                          <a:pt x="1261" y="83"/>
                        </a:lnTo>
                        <a:lnTo>
                          <a:pt x="1263" y="83"/>
                        </a:lnTo>
                        <a:lnTo>
                          <a:pt x="1265" y="83"/>
                        </a:lnTo>
                        <a:lnTo>
                          <a:pt x="1268" y="83"/>
                        </a:lnTo>
                        <a:lnTo>
                          <a:pt x="1270" y="83"/>
                        </a:lnTo>
                        <a:lnTo>
                          <a:pt x="1273" y="83"/>
                        </a:lnTo>
                        <a:lnTo>
                          <a:pt x="1275" y="83"/>
                        </a:lnTo>
                        <a:lnTo>
                          <a:pt x="1277" y="83"/>
                        </a:lnTo>
                        <a:lnTo>
                          <a:pt x="1280" y="83"/>
                        </a:lnTo>
                        <a:lnTo>
                          <a:pt x="1282" y="84"/>
                        </a:lnTo>
                        <a:lnTo>
                          <a:pt x="1285" y="83"/>
                        </a:lnTo>
                        <a:lnTo>
                          <a:pt x="1287" y="83"/>
                        </a:lnTo>
                        <a:lnTo>
                          <a:pt x="1290" y="83"/>
                        </a:lnTo>
                        <a:lnTo>
                          <a:pt x="1292" y="83"/>
                        </a:lnTo>
                        <a:lnTo>
                          <a:pt x="1294" y="84"/>
                        </a:lnTo>
                        <a:lnTo>
                          <a:pt x="1297" y="83"/>
                        </a:lnTo>
                        <a:lnTo>
                          <a:pt x="1299" y="84"/>
                        </a:lnTo>
                        <a:lnTo>
                          <a:pt x="1302" y="84"/>
                        </a:lnTo>
                        <a:lnTo>
                          <a:pt x="1304" y="83"/>
                        </a:lnTo>
                        <a:lnTo>
                          <a:pt x="1306" y="84"/>
                        </a:lnTo>
                        <a:lnTo>
                          <a:pt x="1309" y="83"/>
                        </a:lnTo>
                        <a:lnTo>
                          <a:pt x="1311" y="84"/>
                        </a:lnTo>
                        <a:lnTo>
                          <a:pt x="1314" y="84"/>
                        </a:lnTo>
                        <a:lnTo>
                          <a:pt x="1316" y="84"/>
                        </a:lnTo>
                        <a:lnTo>
                          <a:pt x="1318" y="84"/>
                        </a:lnTo>
                        <a:lnTo>
                          <a:pt x="1321" y="84"/>
                        </a:lnTo>
                        <a:lnTo>
                          <a:pt x="1323" y="84"/>
                        </a:lnTo>
                        <a:lnTo>
                          <a:pt x="1326" y="84"/>
                        </a:lnTo>
                        <a:lnTo>
                          <a:pt x="1328" y="84"/>
                        </a:lnTo>
                        <a:lnTo>
                          <a:pt x="1331" y="85"/>
                        </a:lnTo>
                        <a:lnTo>
                          <a:pt x="1333" y="83"/>
                        </a:lnTo>
                        <a:lnTo>
                          <a:pt x="1335" y="84"/>
                        </a:lnTo>
                        <a:lnTo>
                          <a:pt x="1338" y="84"/>
                        </a:lnTo>
                        <a:lnTo>
                          <a:pt x="1340" y="84"/>
                        </a:lnTo>
                        <a:lnTo>
                          <a:pt x="1342" y="84"/>
                        </a:lnTo>
                        <a:lnTo>
                          <a:pt x="1345" y="84"/>
                        </a:lnTo>
                        <a:lnTo>
                          <a:pt x="1347" y="84"/>
                        </a:lnTo>
                        <a:lnTo>
                          <a:pt x="1350" y="84"/>
                        </a:lnTo>
                        <a:lnTo>
                          <a:pt x="1352" y="84"/>
                        </a:lnTo>
                        <a:lnTo>
                          <a:pt x="1354" y="85"/>
                        </a:lnTo>
                        <a:lnTo>
                          <a:pt x="1357" y="85"/>
                        </a:lnTo>
                        <a:lnTo>
                          <a:pt x="1359" y="85"/>
                        </a:lnTo>
                        <a:lnTo>
                          <a:pt x="1362" y="85"/>
                        </a:lnTo>
                        <a:lnTo>
                          <a:pt x="1364" y="85"/>
                        </a:lnTo>
                        <a:lnTo>
                          <a:pt x="1366" y="85"/>
                        </a:lnTo>
                        <a:lnTo>
                          <a:pt x="1369" y="85"/>
                        </a:lnTo>
                        <a:lnTo>
                          <a:pt x="1371" y="85"/>
                        </a:lnTo>
                        <a:lnTo>
                          <a:pt x="1374" y="86"/>
                        </a:lnTo>
                        <a:lnTo>
                          <a:pt x="1376" y="85"/>
                        </a:lnTo>
                        <a:lnTo>
                          <a:pt x="1378" y="86"/>
                        </a:lnTo>
                        <a:lnTo>
                          <a:pt x="1381" y="86"/>
                        </a:lnTo>
                        <a:lnTo>
                          <a:pt x="1383" y="85"/>
                        </a:lnTo>
                        <a:lnTo>
                          <a:pt x="1386" y="86"/>
                        </a:lnTo>
                        <a:lnTo>
                          <a:pt x="1388" y="86"/>
                        </a:lnTo>
                        <a:lnTo>
                          <a:pt x="1390" y="86"/>
                        </a:lnTo>
                        <a:lnTo>
                          <a:pt x="1393" y="86"/>
                        </a:lnTo>
                        <a:lnTo>
                          <a:pt x="1395" y="86"/>
                        </a:lnTo>
                        <a:lnTo>
                          <a:pt x="1398" y="86"/>
                        </a:lnTo>
                        <a:lnTo>
                          <a:pt x="1400" y="87"/>
                        </a:lnTo>
                        <a:lnTo>
                          <a:pt x="1402" y="87"/>
                        </a:lnTo>
                        <a:lnTo>
                          <a:pt x="1405" y="87"/>
                        </a:lnTo>
                        <a:lnTo>
                          <a:pt x="1407" y="86"/>
                        </a:lnTo>
                        <a:lnTo>
                          <a:pt x="1410" y="86"/>
                        </a:lnTo>
                        <a:lnTo>
                          <a:pt x="1412" y="86"/>
                        </a:lnTo>
                        <a:lnTo>
                          <a:pt x="1414" y="86"/>
                        </a:lnTo>
                        <a:lnTo>
                          <a:pt x="1417" y="86"/>
                        </a:lnTo>
                        <a:lnTo>
                          <a:pt x="1419" y="86"/>
                        </a:lnTo>
                        <a:lnTo>
                          <a:pt x="1422" y="86"/>
                        </a:lnTo>
                        <a:lnTo>
                          <a:pt x="1424" y="87"/>
                        </a:lnTo>
                        <a:lnTo>
                          <a:pt x="1426" y="86"/>
                        </a:lnTo>
                        <a:lnTo>
                          <a:pt x="1429" y="86"/>
                        </a:lnTo>
                        <a:lnTo>
                          <a:pt x="1431" y="87"/>
                        </a:lnTo>
                        <a:lnTo>
                          <a:pt x="1434" y="86"/>
                        </a:lnTo>
                        <a:lnTo>
                          <a:pt x="1436" y="87"/>
                        </a:lnTo>
                        <a:lnTo>
                          <a:pt x="1438" y="87"/>
                        </a:lnTo>
                        <a:lnTo>
                          <a:pt x="1441" y="86"/>
                        </a:lnTo>
                        <a:lnTo>
                          <a:pt x="1443" y="87"/>
                        </a:lnTo>
                        <a:lnTo>
                          <a:pt x="1446" y="87"/>
                        </a:lnTo>
                        <a:lnTo>
                          <a:pt x="1448" y="86"/>
                        </a:lnTo>
                        <a:lnTo>
                          <a:pt x="1450" y="86"/>
                        </a:lnTo>
                        <a:lnTo>
                          <a:pt x="1453" y="86"/>
                        </a:lnTo>
                        <a:lnTo>
                          <a:pt x="1455" y="86"/>
                        </a:lnTo>
                        <a:lnTo>
                          <a:pt x="1458" y="86"/>
                        </a:lnTo>
                        <a:lnTo>
                          <a:pt x="1460" y="86"/>
                        </a:lnTo>
                        <a:lnTo>
                          <a:pt x="1463" y="86"/>
                        </a:lnTo>
                        <a:lnTo>
                          <a:pt x="1465" y="86"/>
                        </a:lnTo>
                        <a:lnTo>
                          <a:pt x="1467" y="86"/>
                        </a:lnTo>
                        <a:lnTo>
                          <a:pt x="1470" y="86"/>
                        </a:lnTo>
                        <a:lnTo>
                          <a:pt x="1472" y="86"/>
                        </a:lnTo>
                        <a:lnTo>
                          <a:pt x="1475" y="86"/>
                        </a:lnTo>
                        <a:lnTo>
                          <a:pt x="1477" y="86"/>
                        </a:lnTo>
                        <a:lnTo>
                          <a:pt x="1479" y="86"/>
                        </a:lnTo>
                        <a:lnTo>
                          <a:pt x="1482" y="86"/>
                        </a:lnTo>
                        <a:lnTo>
                          <a:pt x="1484" y="85"/>
                        </a:lnTo>
                        <a:lnTo>
                          <a:pt x="1487" y="85"/>
                        </a:lnTo>
                        <a:lnTo>
                          <a:pt x="1489" y="85"/>
                        </a:lnTo>
                        <a:lnTo>
                          <a:pt x="1491" y="85"/>
                        </a:lnTo>
                        <a:lnTo>
                          <a:pt x="1494" y="86"/>
                        </a:lnTo>
                        <a:lnTo>
                          <a:pt x="1496" y="85"/>
                        </a:lnTo>
                        <a:lnTo>
                          <a:pt x="1499" y="86"/>
                        </a:lnTo>
                        <a:lnTo>
                          <a:pt x="1501" y="86"/>
                        </a:lnTo>
                        <a:lnTo>
                          <a:pt x="1504" y="86"/>
                        </a:lnTo>
                        <a:lnTo>
                          <a:pt x="1506" y="86"/>
                        </a:lnTo>
                        <a:lnTo>
                          <a:pt x="1508" y="86"/>
                        </a:lnTo>
                        <a:lnTo>
                          <a:pt x="1511" y="86"/>
                        </a:lnTo>
                        <a:lnTo>
                          <a:pt x="1513" y="86"/>
                        </a:lnTo>
                        <a:lnTo>
                          <a:pt x="1516" y="86"/>
                        </a:lnTo>
                        <a:lnTo>
                          <a:pt x="1518" y="86"/>
                        </a:lnTo>
                        <a:lnTo>
                          <a:pt x="1520" y="86"/>
                        </a:lnTo>
                        <a:lnTo>
                          <a:pt x="1523" y="86"/>
                        </a:lnTo>
                        <a:lnTo>
                          <a:pt x="1525" y="86"/>
                        </a:lnTo>
                        <a:lnTo>
                          <a:pt x="1528" y="86"/>
                        </a:lnTo>
                        <a:lnTo>
                          <a:pt x="1530" y="86"/>
                        </a:lnTo>
                        <a:lnTo>
                          <a:pt x="1532" y="86"/>
                        </a:lnTo>
                        <a:lnTo>
                          <a:pt x="1535" y="86"/>
                        </a:lnTo>
                        <a:lnTo>
                          <a:pt x="1537" y="87"/>
                        </a:lnTo>
                        <a:lnTo>
                          <a:pt x="1540" y="87"/>
                        </a:lnTo>
                        <a:lnTo>
                          <a:pt x="1542" y="88"/>
                        </a:lnTo>
                        <a:lnTo>
                          <a:pt x="1544" y="87"/>
                        </a:lnTo>
                        <a:lnTo>
                          <a:pt x="1547" y="87"/>
                        </a:lnTo>
                        <a:lnTo>
                          <a:pt x="1549" y="87"/>
                        </a:lnTo>
                        <a:lnTo>
                          <a:pt x="1552" y="86"/>
                        </a:lnTo>
                        <a:lnTo>
                          <a:pt x="1554" y="87"/>
                        </a:lnTo>
                        <a:lnTo>
                          <a:pt x="1557" y="87"/>
                        </a:lnTo>
                        <a:lnTo>
                          <a:pt x="1559" y="87"/>
                        </a:lnTo>
                        <a:lnTo>
                          <a:pt x="1561" y="88"/>
                        </a:lnTo>
                        <a:lnTo>
                          <a:pt x="1564" y="87"/>
                        </a:lnTo>
                        <a:lnTo>
                          <a:pt x="1566" y="88"/>
                        </a:lnTo>
                        <a:lnTo>
                          <a:pt x="1569" y="87"/>
                        </a:lnTo>
                        <a:lnTo>
                          <a:pt x="1571" y="87"/>
                        </a:lnTo>
                        <a:lnTo>
                          <a:pt x="1573" y="89"/>
                        </a:lnTo>
                        <a:lnTo>
                          <a:pt x="1576" y="89"/>
                        </a:lnTo>
                        <a:lnTo>
                          <a:pt x="1578" y="86"/>
                        </a:lnTo>
                        <a:lnTo>
                          <a:pt x="1581" y="76"/>
                        </a:lnTo>
                        <a:lnTo>
                          <a:pt x="1583" y="64"/>
                        </a:lnTo>
                        <a:lnTo>
                          <a:pt x="1585" y="53"/>
                        </a:lnTo>
                        <a:lnTo>
                          <a:pt x="1588" y="41"/>
                        </a:lnTo>
                        <a:lnTo>
                          <a:pt x="1590" y="42"/>
                        </a:lnTo>
                        <a:lnTo>
                          <a:pt x="1593" y="42"/>
                        </a:lnTo>
                        <a:lnTo>
                          <a:pt x="1595" y="50"/>
                        </a:lnTo>
                        <a:lnTo>
                          <a:pt x="1597" y="63"/>
                        </a:lnTo>
                        <a:lnTo>
                          <a:pt x="1600" y="72"/>
                        </a:lnTo>
                        <a:lnTo>
                          <a:pt x="1602" y="82"/>
                        </a:lnTo>
                        <a:lnTo>
                          <a:pt x="1605" y="94"/>
                        </a:lnTo>
                        <a:lnTo>
                          <a:pt x="1607" y="105"/>
                        </a:lnTo>
                        <a:lnTo>
                          <a:pt x="1609" y="116"/>
                        </a:lnTo>
                        <a:lnTo>
                          <a:pt x="1612" y="123"/>
                        </a:lnTo>
                        <a:lnTo>
                          <a:pt x="1614" y="131"/>
                        </a:lnTo>
                        <a:lnTo>
                          <a:pt x="1617" y="137"/>
                        </a:lnTo>
                        <a:lnTo>
                          <a:pt x="1619" y="141"/>
                        </a:lnTo>
                        <a:lnTo>
                          <a:pt x="1621" y="145"/>
                        </a:lnTo>
                        <a:lnTo>
                          <a:pt x="1624" y="152"/>
                        </a:lnTo>
                        <a:lnTo>
                          <a:pt x="1626" y="153"/>
                        </a:lnTo>
                        <a:lnTo>
                          <a:pt x="1629" y="157"/>
                        </a:lnTo>
                        <a:lnTo>
                          <a:pt x="1631" y="163"/>
                        </a:lnTo>
                        <a:lnTo>
                          <a:pt x="1633" y="164"/>
                        </a:lnTo>
                        <a:lnTo>
                          <a:pt x="1636" y="168"/>
                        </a:lnTo>
                        <a:lnTo>
                          <a:pt x="1638" y="172"/>
                        </a:lnTo>
                        <a:lnTo>
                          <a:pt x="1641" y="172"/>
                        </a:lnTo>
                        <a:lnTo>
                          <a:pt x="1643" y="175"/>
                        </a:lnTo>
                        <a:lnTo>
                          <a:pt x="1645" y="177"/>
                        </a:lnTo>
                        <a:lnTo>
                          <a:pt x="1648" y="177"/>
                        </a:lnTo>
                        <a:lnTo>
                          <a:pt x="1650" y="181"/>
                        </a:lnTo>
                        <a:lnTo>
                          <a:pt x="1653" y="179"/>
                        </a:lnTo>
                        <a:lnTo>
                          <a:pt x="1655" y="181"/>
                        </a:lnTo>
                        <a:lnTo>
                          <a:pt x="1657" y="185"/>
                        </a:lnTo>
                        <a:lnTo>
                          <a:pt x="1660" y="182"/>
                        </a:lnTo>
                        <a:lnTo>
                          <a:pt x="1662" y="185"/>
                        </a:lnTo>
                        <a:lnTo>
                          <a:pt x="1665" y="189"/>
                        </a:lnTo>
                        <a:lnTo>
                          <a:pt x="1667" y="185"/>
                        </a:lnTo>
                        <a:lnTo>
                          <a:pt x="1669" y="189"/>
                        </a:lnTo>
                        <a:lnTo>
                          <a:pt x="1672" y="191"/>
                        </a:lnTo>
                        <a:lnTo>
                          <a:pt x="1674" y="186"/>
                        </a:lnTo>
                        <a:lnTo>
                          <a:pt x="1677" y="192"/>
                        </a:lnTo>
                        <a:lnTo>
                          <a:pt x="1679" y="192"/>
                        </a:lnTo>
                        <a:lnTo>
                          <a:pt x="1681" y="188"/>
                        </a:lnTo>
                        <a:lnTo>
                          <a:pt x="1684" y="193"/>
                        </a:lnTo>
                        <a:lnTo>
                          <a:pt x="1686" y="189"/>
                        </a:lnTo>
                        <a:lnTo>
                          <a:pt x="1689" y="189"/>
                        </a:lnTo>
                        <a:lnTo>
                          <a:pt x="1691" y="195"/>
                        </a:lnTo>
                        <a:lnTo>
                          <a:pt x="1693" y="189"/>
                        </a:lnTo>
                        <a:lnTo>
                          <a:pt x="1696" y="190"/>
                        </a:lnTo>
                        <a:lnTo>
                          <a:pt x="1698" y="195"/>
                        </a:lnTo>
                        <a:lnTo>
                          <a:pt x="1701" y="188"/>
                        </a:lnTo>
                        <a:lnTo>
                          <a:pt x="1703" y="192"/>
                        </a:lnTo>
                        <a:lnTo>
                          <a:pt x="1705" y="194"/>
                        </a:lnTo>
                        <a:lnTo>
                          <a:pt x="1708" y="188"/>
                        </a:lnTo>
                        <a:lnTo>
                          <a:pt x="1710" y="192"/>
                        </a:lnTo>
                        <a:lnTo>
                          <a:pt x="1713" y="195"/>
                        </a:lnTo>
                        <a:lnTo>
                          <a:pt x="1715" y="189"/>
                        </a:lnTo>
                        <a:lnTo>
                          <a:pt x="1717" y="192"/>
                        </a:lnTo>
                        <a:lnTo>
                          <a:pt x="1720" y="193"/>
                        </a:lnTo>
                        <a:lnTo>
                          <a:pt x="1722" y="186"/>
                        </a:lnTo>
                        <a:lnTo>
                          <a:pt x="1725" y="190"/>
                        </a:lnTo>
                        <a:lnTo>
                          <a:pt x="1727" y="193"/>
                        </a:lnTo>
                        <a:lnTo>
                          <a:pt x="1730" y="185"/>
                        </a:lnTo>
                        <a:lnTo>
                          <a:pt x="1732" y="189"/>
                        </a:lnTo>
                        <a:lnTo>
                          <a:pt x="1734" y="192"/>
                        </a:lnTo>
                        <a:lnTo>
                          <a:pt x="1737" y="185"/>
                        </a:lnTo>
                        <a:lnTo>
                          <a:pt x="1739" y="188"/>
                        </a:lnTo>
                        <a:lnTo>
                          <a:pt x="1742" y="189"/>
                        </a:lnTo>
                        <a:lnTo>
                          <a:pt x="1744" y="185"/>
                        </a:lnTo>
                        <a:lnTo>
                          <a:pt x="1746" y="186"/>
                        </a:lnTo>
                        <a:lnTo>
                          <a:pt x="1749" y="188"/>
                        </a:lnTo>
                        <a:lnTo>
                          <a:pt x="1751" y="181"/>
                        </a:lnTo>
                        <a:lnTo>
                          <a:pt x="1754" y="184"/>
                        </a:lnTo>
                        <a:lnTo>
                          <a:pt x="1756" y="187"/>
                        </a:lnTo>
                        <a:lnTo>
                          <a:pt x="1758" y="178"/>
                        </a:lnTo>
                        <a:lnTo>
                          <a:pt x="1761" y="183"/>
                        </a:lnTo>
                        <a:lnTo>
                          <a:pt x="1763" y="185"/>
                        </a:lnTo>
                        <a:lnTo>
                          <a:pt x="1766" y="177"/>
                        </a:lnTo>
                        <a:lnTo>
                          <a:pt x="1768" y="181"/>
                        </a:lnTo>
                        <a:lnTo>
                          <a:pt x="1771" y="183"/>
                        </a:lnTo>
                        <a:lnTo>
                          <a:pt x="1773" y="178"/>
                        </a:lnTo>
                        <a:lnTo>
                          <a:pt x="1775" y="180"/>
                        </a:lnTo>
                        <a:lnTo>
                          <a:pt x="1778" y="180"/>
                        </a:lnTo>
                        <a:lnTo>
                          <a:pt x="1780" y="174"/>
                        </a:lnTo>
                        <a:lnTo>
                          <a:pt x="1783" y="179"/>
                        </a:lnTo>
                        <a:lnTo>
                          <a:pt x="1785" y="178"/>
                        </a:lnTo>
                        <a:lnTo>
                          <a:pt x="1787" y="172"/>
                        </a:lnTo>
                        <a:lnTo>
                          <a:pt x="1790" y="176"/>
                        </a:lnTo>
                        <a:lnTo>
                          <a:pt x="1792" y="177"/>
                        </a:lnTo>
                        <a:lnTo>
                          <a:pt x="1795" y="171"/>
                        </a:lnTo>
                        <a:lnTo>
                          <a:pt x="1797" y="175"/>
                        </a:lnTo>
                        <a:lnTo>
                          <a:pt x="1799" y="175"/>
                        </a:lnTo>
                        <a:lnTo>
                          <a:pt x="1802" y="168"/>
                        </a:lnTo>
                        <a:lnTo>
                          <a:pt x="1804" y="173"/>
                        </a:lnTo>
                        <a:lnTo>
                          <a:pt x="1807" y="173"/>
                        </a:lnTo>
                        <a:lnTo>
                          <a:pt x="1809" y="169"/>
                        </a:lnTo>
                        <a:lnTo>
                          <a:pt x="1811" y="170"/>
                        </a:lnTo>
                        <a:lnTo>
                          <a:pt x="1814" y="170"/>
                        </a:lnTo>
                        <a:lnTo>
                          <a:pt x="1816" y="174"/>
                        </a:lnTo>
                        <a:lnTo>
                          <a:pt x="1819" y="168"/>
                        </a:lnTo>
                        <a:lnTo>
                          <a:pt x="1821" y="169"/>
                        </a:lnTo>
                        <a:lnTo>
                          <a:pt x="1824" y="171"/>
                        </a:lnTo>
                        <a:lnTo>
                          <a:pt x="1826" y="166"/>
                        </a:lnTo>
                        <a:lnTo>
                          <a:pt x="1828" y="168"/>
                        </a:lnTo>
                        <a:lnTo>
                          <a:pt x="1831" y="166"/>
                        </a:lnTo>
                        <a:lnTo>
                          <a:pt x="1833" y="165"/>
                        </a:lnTo>
                        <a:lnTo>
                          <a:pt x="1836" y="166"/>
                        </a:lnTo>
                        <a:lnTo>
                          <a:pt x="1838" y="163"/>
                        </a:lnTo>
                        <a:lnTo>
                          <a:pt x="1840" y="163"/>
                        </a:lnTo>
                        <a:lnTo>
                          <a:pt x="1843" y="165"/>
                        </a:lnTo>
                        <a:lnTo>
                          <a:pt x="1845" y="165"/>
                        </a:lnTo>
                        <a:lnTo>
                          <a:pt x="1848" y="161"/>
                        </a:lnTo>
                        <a:lnTo>
                          <a:pt x="1850" y="163"/>
                        </a:lnTo>
                        <a:lnTo>
                          <a:pt x="1852" y="168"/>
                        </a:lnTo>
                        <a:lnTo>
                          <a:pt x="1855" y="158"/>
                        </a:lnTo>
                        <a:lnTo>
                          <a:pt x="1857" y="161"/>
                        </a:lnTo>
                        <a:lnTo>
                          <a:pt x="1860" y="164"/>
                        </a:lnTo>
                        <a:lnTo>
                          <a:pt x="1862" y="156"/>
                        </a:lnTo>
                        <a:lnTo>
                          <a:pt x="1864" y="159"/>
                        </a:lnTo>
                        <a:lnTo>
                          <a:pt x="1867" y="162"/>
                        </a:lnTo>
                        <a:lnTo>
                          <a:pt x="1869" y="155"/>
                        </a:lnTo>
                        <a:lnTo>
                          <a:pt x="1872" y="159"/>
                        </a:lnTo>
                        <a:lnTo>
                          <a:pt x="1874" y="159"/>
                        </a:lnTo>
                        <a:lnTo>
                          <a:pt x="1876" y="152"/>
                        </a:lnTo>
                        <a:lnTo>
                          <a:pt x="1879" y="156"/>
                        </a:lnTo>
                        <a:lnTo>
                          <a:pt x="1881" y="163"/>
                        </a:lnTo>
                        <a:lnTo>
                          <a:pt x="1884" y="151"/>
                        </a:lnTo>
                        <a:lnTo>
                          <a:pt x="1886" y="153"/>
                        </a:lnTo>
                        <a:lnTo>
                          <a:pt x="1888" y="162"/>
                        </a:lnTo>
                        <a:lnTo>
                          <a:pt x="1891" y="149"/>
                        </a:lnTo>
                        <a:lnTo>
                          <a:pt x="1893" y="151"/>
                        </a:lnTo>
                        <a:lnTo>
                          <a:pt x="1896" y="159"/>
                        </a:lnTo>
                        <a:lnTo>
                          <a:pt x="1898" y="146"/>
                        </a:lnTo>
                        <a:lnTo>
                          <a:pt x="1900" y="150"/>
                        </a:lnTo>
                        <a:lnTo>
                          <a:pt x="1903" y="158"/>
                        </a:lnTo>
                        <a:lnTo>
                          <a:pt x="1905" y="147"/>
                        </a:lnTo>
                        <a:lnTo>
                          <a:pt x="1908" y="150"/>
                        </a:lnTo>
                        <a:lnTo>
                          <a:pt x="1910" y="155"/>
                        </a:lnTo>
                        <a:lnTo>
                          <a:pt x="1912" y="147"/>
                        </a:lnTo>
                        <a:lnTo>
                          <a:pt x="1915" y="150"/>
                        </a:lnTo>
                        <a:lnTo>
                          <a:pt x="1917" y="149"/>
                        </a:lnTo>
                        <a:lnTo>
                          <a:pt x="1920" y="146"/>
                        </a:lnTo>
                        <a:lnTo>
                          <a:pt x="1922" y="150"/>
                        </a:lnTo>
                        <a:lnTo>
                          <a:pt x="1924" y="150"/>
                        </a:lnTo>
                        <a:lnTo>
                          <a:pt x="1927" y="145"/>
                        </a:lnTo>
                        <a:lnTo>
                          <a:pt x="1929" y="148"/>
                        </a:lnTo>
                        <a:lnTo>
                          <a:pt x="1932" y="153"/>
                        </a:lnTo>
                        <a:lnTo>
                          <a:pt x="1934" y="142"/>
                        </a:lnTo>
                        <a:lnTo>
                          <a:pt x="1936" y="146"/>
                        </a:lnTo>
                        <a:lnTo>
                          <a:pt x="1939" y="150"/>
                        </a:lnTo>
                        <a:lnTo>
                          <a:pt x="1941" y="141"/>
                        </a:lnTo>
                        <a:lnTo>
                          <a:pt x="1944" y="145"/>
                        </a:lnTo>
                        <a:lnTo>
                          <a:pt x="1946" y="148"/>
                        </a:lnTo>
                        <a:lnTo>
                          <a:pt x="1948" y="140"/>
                        </a:lnTo>
                        <a:lnTo>
                          <a:pt x="1951" y="144"/>
                        </a:lnTo>
                        <a:lnTo>
                          <a:pt x="1953" y="147"/>
                        </a:lnTo>
                        <a:lnTo>
                          <a:pt x="1956" y="141"/>
                        </a:lnTo>
                        <a:lnTo>
                          <a:pt x="1958" y="143"/>
                        </a:lnTo>
                        <a:lnTo>
                          <a:pt x="1960" y="148"/>
                        </a:lnTo>
                        <a:lnTo>
                          <a:pt x="1963" y="139"/>
                        </a:lnTo>
                        <a:lnTo>
                          <a:pt x="1965" y="140"/>
                        </a:lnTo>
                        <a:lnTo>
                          <a:pt x="1968" y="146"/>
                        </a:lnTo>
                        <a:lnTo>
                          <a:pt x="1970" y="137"/>
                        </a:lnTo>
                        <a:lnTo>
                          <a:pt x="1972" y="139"/>
                        </a:lnTo>
                        <a:lnTo>
                          <a:pt x="1975" y="145"/>
                        </a:lnTo>
                        <a:lnTo>
                          <a:pt x="1977" y="136"/>
                        </a:lnTo>
                        <a:lnTo>
                          <a:pt x="1980" y="139"/>
                        </a:lnTo>
                        <a:lnTo>
                          <a:pt x="1982" y="142"/>
                        </a:lnTo>
                        <a:lnTo>
                          <a:pt x="1984" y="135"/>
                        </a:lnTo>
                        <a:lnTo>
                          <a:pt x="1987" y="139"/>
                        </a:lnTo>
                        <a:lnTo>
                          <a:pt x="1989" y="140"/>
                        </a:lnTo>
                        <a:lnTo>
                          <a:pt x="1992" y="134"/>
                        </a:lnTo>
                        <a:lnTo>
                          <a:pt x="1994" y="136"/>
                        </a:lnTo>
                        <a:lnTo>
                          <a:pt x="1997" y="139"/>
                        </a:lnTo>
                        <a:lnTo>
                          <a:pt x="1999" y="134"/>
                        </a:lnTo>
                        <a:lnTo>
                          <a:pt x="2001" y="135"/>
                        </a:lnTo>
                        <a:lnTo>
                          <a:pt x="2004" y="142"/>
                        </a:lnTo>
                        <a:lnTo>
                          <a:pt x="2006" y="133"/>
                        </a:lnTo>
                        <a:lnTo>
                          <a:pt x="2009" y="134"/>
                        </a:lnTo>
                        <a:lnTo>
                          <a:pt x="2011" y="138"/>
                        </a:lnTo>
                        <a:lnTo>
                          <a:pt x="2013" y="135"/>
                        </a:lnTo>
                        <a:lnTo>
                          <a:pt x="2016" y="135"/>
                        </a:lnTo>
                        <a:lnTo>
                          <a:pt x="2018" y="134"/>
                        </a:lnTo>
                        <a:lnTo>
                          <a:pt x="2021" y="135"/>
                        </a:lnTo>
                        <a:lnTo>
                          <a:pt x="2023" y="135"/>
                        </a:lnTo>
                        <a:lnTo>
                          <a:pt x="2025" y="133"/>
                        </a:lnTo>
                        <a:lnTo>
                          <a:pt x="2028" y="135"/>
                        </a:lnTo>
                        <a:lnTo>
                          <a:pt x="2030" y="134"/>
                        </a:lnTo>
                        <a:lnTo>
                          <a:pt x="2033" y="133"/>
                        </a:lnTo>
                        <a:lnTo>
                          <a:pt x="2035" y="135"/>
                        </a:lnTo>
                        <a:lnTo>
                          <a:pt x="2038" y="133"/>
                        </a:lnTo>
                        <a:lnTo>
                          <a:pt x="2040" y="132"/>
                        </a:lnTo>
                        <a:lnTo>
                          <a:pt x="2042" y="135"/>
                        </a:lnTo>
                        <a:lnTo>
                          <a:pt x="2045" y="131"/>
                        </a:lnTo>
                        <a:lnTo>
                          <a:pt x="2047" y="135"/>
                        </a:lnTo>
                        <a:lnTo>
                          <a:pt x="2050" y="135"/>
                        </a:lnTo>
                        <a:lnTo>
                          <a:pt x="2052" y="131"/>
                        </a:lnTo>
                        <a:lnTo>
                          <a:pt x="2054" y="133"/>
                        </a:lnTo>
                        <a:lnTo>
                          <a:pt x="2057" y="134"/>
                        </a:lnTo>
                        <a:lnTo>
                          <a:pt x="2059" y="131"/>
                        </a:lnTo>
                        <a:lnTo>
                          <a:pt x="2062" y="131"/>
                        </a:lnTo>
                        <a:lnTo>
                          <a:pt x="2064" y="134"/>
                        </a:lnTo>
                        <a:lnTo>
                          <a:pt x="2066" y="131"/>
                        </a:lnTo>
                        <a:lnTo>
                          <a:pt x="2069" y="132"/>
                        </a:lnTo>
                        <a:lnTo>
                          <a:pt x="2071" y="134"/>
                        </a:lnTo>
                        <a:lnTo>
                          <a:pt x="2074" y="131"/>
                        </a:lnTo>
                        <a:lnTo>
                          <a:pt x="2076" y="132"/>
                        </a:lnTo>
                        <a:lnTo>
                          <a:pt x="2078" y="132"/>
                        </a:lnTo>
                        <a:lnTo>
                          <a:pt x="2081" y="128"/>
                        </a:lnTo>
                        <a:lnTo>
                          <a:pt x="2083" y="130"/>
                        </a:lnTo>
                        <a:lnTo>
                          <a:pt x="2086" y="132"/>
                        </a:lnTo>
                        <a:lnTo>
                          <a:pt x="2088" y="127"/>
                        </a:lnTo>
                        <a:lnTo>
                          <a:pt x="2091" y="132"/>
                        </a:lnTo>
                        <a:lnTo>
                          <a:pt x="2093" y="131"/>
                        </a:lnTo>
                        <a:lnTo>
                          <a:pt x="2095" y="128"/>
                        </a:lnTo>
                        <a:lnTo>
                          <a:pt x="2098" y="130"/>
                        </a:lnTo>
                        <a:lnTo>
                          <a:pt x="2100" y="131"/>
                        </a:lnTo>
                        <a:lnTo>
                          <a:pt x="2103" y="128"/>
                        </a:lnTo>
                        <a:lnTo>
                          <a:pt x="2105" y="129"/>
                        </a:lnTo>
                        <a:lnTo>
                          <a:pt x="2107" y="131"/>
                        </a:lnTo>
                        <a:lnTo>
                          <a:pt x="2110" y="128"/>
                        </a:lnTo>
                        <a:lnTo>
                          <a:pt x="2112" y="130"/>
                        </a:lnTo>
                        <a:lnTo>
                          <a:pt x="2115" y="130"/>
                        </a:lnTo>
                        <a:lnTo>
                          <a:pt x="2117" y="125"/>
                        </a:lnTo>
                        <a:lnTo>
                          <a:pt x="2119" y="131"/>
                        </a:lnTo>
                        <a:lnTo>
                          <a:pt x="2122" y="129"/>
                        </a:lnTo>
                        <a:lnTo>
                          <a:pt x="2124" y="125"/>
                        </a:lnTo>
                        <a:lnTo>
                          <a:pt x="2127" y="131"/>
                        </a:lnTo>
                        <a:lnTo>
                          <a:pt x="2129" y="128"/>
                        </a:lnTo>
                        <a:lnTo>
                          <a:pt x="2131" y="126"/>
                        </a:lnTo>
                        <a:lnTo>
                          <a:pt x="2134" y="131"/>
                        </a:lnTo>
                        <a:lnTo>
                          <a:pt x="2136" y="122"/>
                        </a:lnTo>
                        <a:lnTo>
                          <a:pt x="2139" y="126"/>
                        </a:lnTo>
                        <a:lnTo>
                          <a:pt x="2141" y="131"/>
                        </a:lnTo>
                        <a:lnTo>
                          <a:pt x="2143" y="122"/>
                        </a:lnTo>
                        <a:lnTo>
                          <a:pt x="2146" y="126"/>
                        </a:lnTo>
                        <a:lnTo>
                          <a:pt x="2148" y="131"/>
                        </a:lnTo>
                        <a:lnTo>
                          <a:pt x="2151" y="122"/>
                        </a:lnTo>
                        <a:lnTo>
                          <a:pt x="2153" y="128"/>
                        </a:lnTo>
                        <a:lnTo>
                          <a:pt x="2155" y="131"/>
                        </a:lnTo>
                        <a:lnTo>
                          <a:pt x="2158" y="130"/>
                        </a:lnTo>
                        <a:lnTo>
                          <a:pt x="2160" y="127"/>
                        </a:lnTo>
                        <a:lnTo>
                          <a:pt x="2163" y="130"/>
                        </a:lnTo>
                        <a:lnTo>
                          <a:pt x="2165" y="129"/>
                        </a:lnTo>
                        <a:lnTo>
                          <a:pt x="2166" y="128"/>
                        </a:lnTo>
                        <a:lnTo>
                          <a:pt x="2166" y="125"/>
                        </a:lnTo>
                        <a:lnTo>
                          <a:pt x="2166" y="122"/>
                        </a:lnTo>
                        <a:lnTo>
                          <a:pt x="2165" y="120"/>
                        </a:lnTo>
                        <a:lnTo>
                          <a:pt x="2163" y="119"/>
                        </a:lnTo>
                        <a:lnTo>
                          <a:pt x="2160" y="123"/>
                        </a:lnTo>
                        <a:lnTo>
                          <a:pt x="2158" y="120"/>
                        </a:lnTo>
                        <a:lnTo>
                          <a:pt x="2155" y="118"/>
                        </a:lnTo>
                        <a:lnTo>
                          <a:pt x="2153" y="123"/>
                        </a:lnTo>
                        <a:lnTo>
                          <a:pt x="2151" y="119"/>
                        </a:lnTo>
                        <a:lnTo>
                          <a:pt x="2148" y="117"/>
                        </a:lnTo>
                        <a:lnTo>
                          <a:pt x="2146" y="122"/>
                        </a:lnTo>
                        <a:lnTo>
                          <a:pt x="2143" y="119"/>
                        </a:lnTo>
                        <a:lnTo>
                          <a:pt x="2141" y="117"/>
                        </a:lnTo>
                        <a:lnTo>
                          <a:pt x="2139" y="122"/>
                        </a:lnTo>
                        <a:lnTo>
                          <a:pt x="2136" y="119"/>
                        </a:lnTo>
                        <a:lnTo>
                          <a:pt x="2134" y="117"/>
                        </a:lnTo>
                        <a:lnTo>
                          <a:pt x="2131" y="123"/>
                        </a:lnTo>
                        <a:lnTo>
                          <a:pt x="2129" y="118"/>
                        </a:lnTo>
                        <a:lnTo>
                          <a:pt x="2127" y="116"/>
                        </a:lnTo>
                        <a:lnTo>
                          <a:pt x="2124" y="124"/>
                        </a:lnTo>
                        <a:lnTo>
                          <a:pt x="2122" y="118"/>
                        </a:lnTo>
                        <a:lnTo>
                          <a:pt x="2119" y="116"/>
                        </a:lnTo>
                        <a:lnTo>
                          <a:pt x="2117" y="123"/>
                        </a:lnTo>
                        <a:lnTo>
                          <a:pt x="2115" y="121"/>
                        </a:lnTo>
                        <a:lnTo>
                          <a:pt x="2112" y="117"/>
                        </a:lnTo>
                        <a:lnTo>
                          <a:pt x="2110" y="123"/>
                        </a:lnTo>
                        <a:lnTo>
                          <a:pt x="2107" y="122"/>
                        </a:lnTo>
                        <a:lnTo>
                          <a:pt x="2105" y="121"/>
                        </a:lnTo>
                        <a:lnTo>
                          <a:pt x="2103" y="121"/>
                        </a:lnTo>
                        <a:lnTo>
                          <a:pt x="2100" y="121"/>
                        </a:lnTo>
                        <a:lnTo>
                          <a:pt x="2098" y="127"/>
                        </a:lnTo>
                        <a:lnTo>
                          <a:pt x="2095" y="122"/>
                        </a:lnTo>
                        <a:lnTo>
                          <a:pt x="2093" y="120"/>
                        </a:lnTo>
                        <a:lnTo>
                          <a:pt x="2091" y="129"/>
                        </a:lnTo>
                        <a:lnTo>
                          <a:pt x="2088" y="126"/>
                        </a:lnTo>
                        <a:lnTo>
                          <a:pt x="2086" y="120"/>
                        </a:lnTo>
                        <a:lnTo>
                          <a:pt x="2083" y="129"/>
                        </a:lnTo>
                        <a:lnTo>
                          <a:pt x="2081" y="126"/>
                        </a:lnTo>
                        <a:lnTo>
                          <a:pt x="2078" y="120"/>
                        </a:lnTo>
                        <a:lnTo>
                          <a:pt x="2076" y="124"/>
                        </a:lnTo>
                        <a:lnTo>
                          <a:pt x="2074" y="126"/>
                        </a:lnTo>
                        <a:lnTo>
                          <a:pt x="2071" y="120"/>
                        </a:lnTo>
                        <a:lnTo>
                          <a:pt x="2069" y="122"/>
                        </a:lnTo>
                        <a:lnTo>
                          <a:pt x="2066" y="125"/>
                        </a:lnTo>
                        <a:lnTo>
                          <a:pt x="2064" y="123"/>
                        </a:lnTo>
                        <a:lnTo>
                          <a:pt x="2062" y="126"/>
                        </a:lnTo>
                        <a:lnTo>
                          <a:pt x="2059" y="124"/>
                        </a:lnTo>
                        <a:lnTo>
                          <a:pt x="2057" y="120"/>
                        </a:lnTo>
                        <a:lnTo>
                          <a:pt x="2054" y="129"/>
                        </a:lnTo>
                        <a:lnTo>
                          <a:pt x="2052" y="125"/>
                        </a:lnTo>
                        <a:lnTo>
                          <a:pt x="2050" y="120"/>
                        </a:lnTo>
                        <a:lnTo>
                          <a:pt x="2047" y="129"/>
                        </a:lnTo>
                        <a:lnTo>
                          <a:pt x="2045" y="124"/>
                        </a:lnTo>
                        <a:lnTo>
                          <a:pt x="2042" y="122"/>
                        </a:lnTo>
                        <a:lnTo>
                          <a:pt x="2040" y="128"/>
                        </a:lnTo>
                        <a:lnTo>
                          <a:pt x="2038" y="125"/>
                        </a:lnTo>
                        <a:lnTo>
                          <a:pt x="2035" y="122"/>
                        </a:lnTo>
                        <a:lnTo>
                          <a:pt x="2033" y="126"/>
                        </a:lnTo>
                        <a:lnTo>
                          <a:pt x="2030" y="125"/>
                        </a:lnTo>
                        <a:lnTo>
                          <a:pt x="2028" y="126"/>
                        </a:lnTo>
                        <a:lnTo>
                          <a:pt x="2025" y="125"/>
                        </a:lnTo>
                        <a:lnTo>
                          <a:pt x="2023" y="125"/>
                        </a:lnTo>
                        <a:lnTo>
                          <a:pt x="2021" y="125"/>
                        </a:lnTo>
                        <a:lnTo>
                          <a:pt x="2018" y="128"/>
                        </a:lnTo>
                        <a:lnTo>
                          <a:pt x="2016" y="125"/>
                        </a:lnTo>
                        <a:lnTo>
                          <a:pt x="2013" y="127"/>
                        </a:lnTo>
                        <a:lnTo>
                          <a:pt x="2011" y="131"/>
                        </a:lnTo>
                        <a:lnTo>
                          <a:pt x="2009" y="128"/>
                        </a:lnTo>
                        <a:lnTo>
                          <a:pt x="2006" y="128"/>
                        </a:lnTo>
                        <a:lnTo>
                          <a:pt x="2004" y="132"/>
                        </a:lnTo>
                        <a:lnTo>
                          <a:pt x="2001" y="133"/>
                        </a:lnTo>
                        <a:lnTo>
                          <a:pt x="1999" y="128"/>
                        </a:lnTo>
                        <a:lnTo>
                          <a:pt x="1997" y="132"/>
                        </a:lnTo>
                        <a:lnTo>
                          <a:pt x="1994" y="132"/>
                        </a:lnTo>
                        <a:lnTo>
                          <a:pt x="1992" y="130"/>
                        </a:lnTo>
                        <a:lnTo>
                          <a:pt x="1989" y="129"/>
                        </a:lnTo>
                        <a:lnTo>
                          <a:pt x="1987" y="128"/>
                        </a:lnTo>
                        <a:lnTo>
                          <a:pt x="1984" y="132"/>
                        </a:lnTo>
                        <a:lnTo>
                          <a:pt x="1982" y="130"/>
                        </a:lnTo>
                        <a:lnTo>
                          <a:pt x="1980" y="131"/>
                        </a:lnTo>
                        <a:lnTo>
                          <a:pt x="1977" y="132"/>
                        </a:lnTo>
                        <a:lnTo>
                          <a:pt x="1975" y="134"/>
                        </a:lnTo>
                        <a:lnTo>
                          <a:pt x="1972" y="133"/>
                        </a:lnTo>
                        <a:lnTo>
                          <a:pt x="1970" y="132"/>
                        </a:lnTo>
                        <a:lnTo>
                          <a:pt x="1968" y="135"/>
                        </a:lnTo>
                        <a:lnTo>
                          <a:pt x="1965" y="132"/>
                        </a:lnTo>
                        <a:lnTo>
                          <a:pt x="1963" y="134"/>
                        </a:lnTo>
                        <a:lnTo>
                          <a:pt x="1960" y="134"/>
                        </a:lnTo>
                        <a:lnTo>
                          <a:pt x="1958" y="133"/>
                        </a:lnTo>
                        <a:lnTo>
                          <a:pt x="1956" y="135"/>
                        </a:lnTo>
                        <a:lnTo>
                          <a:pt x="1953" y="131"/>
                        </a:lnTo>
                        <a:lnTo>
                          <a:pt x="1951" y="135"/>
                        </a:lnTo>
                        <a:lnTo>
                          <a:pt x="1948" y="130"/>
                        </a:lnTo>
                        <a:lnTo>
                          <a:pt x="1946" y="130"/>
                        </a:lnTo>
                        <a:lnTo>
                          <a:pt x="1944" y="136"/>
                        </a:lnTo>
                        <a:lnTo>
                          <a:pt x="1941" y="131"/>
                        </a:lnTo>
                        <a:lnTo>
                          <a:pt x="1939" y="129"/>
                        </a:lnTo>
                        <a:lnTo>
                          <a:pt x="1936" y="137"/>
                        </a:lnTo>
                        <a:lnTo>
                          <a:pt x="1934" y="131"/>
                        </a:lnTo>
                        <a:lnTo>
                          <a:pt x="1932" y="132"/>
                        </a:lnTo>
                        <a:lnTo>
                          <a:pt x="1929" y="139"/>
                        </a:lnTo>
                        <a:lnTo>
                          <a:pt x="1927" y="134"/>
                        </a:lnTo>
                        <a:lnTo>
                          <a:pt x="1924" y="132"/>
                        </a:lnTo>
                        <a:lnTo>
                          <a:pt x="1922" y="139"/>
                        </a:lnTo>
                        <a:lnTo>
                          <a:pt x="1920" y="135"/>
                        </a:lnTo>
                        <a:lnTo>
                          <a:pt x="1917" y="134"/>
                        </a:lnTo>
                        <a:lnTo>
                          <a:pt x="1915" y="140"/>
                        </a:lnTo>
                        <a:lnTo>
                          <a:pt x="1912" y="137"/>
                        </a:lnTo>
                        <a:lnTo>
                          <a:pt x="1910" y="135"/>
                        </a:lnTo>
                        <a:lnTo>
                          <a:pt x="1908" y="143"/>
                        </a:lnTo>
                        <a:lnTo>
                          <a:pt x="1905" y="137"/>
                        </a:lnTo>
                        <a:lnTo>
                          <a:pt x="1903" y="137"/>
                        </a:lnTo>
                        <a:lnTo>
                          <a:pt x="1900" y="146"/>
                        </a:lnTo>
                        <a:lnTo>
                          <a:pt x="1898" y="140"/>
                        </a:lnTo>
                        <a:lnTo>
                          <a:pt x="1896" y="138"/>
                        </a:lnTo>
                        <a:lnTo>
                          <a:pt x="1893" y="148"/>
                        </a:lnTo>
                        <a:lnTo>
                          <a:pt x="1891" y="142"/>
                        </a:lnTo>
                        <a:lnTo>
                          <a:pt x="1888" y="139"/>
                        </a:lnTo>
                        <a:lnTo>
                          <a:pt x="1886" y="148"/>
                        </a:lnTo>
                        <a:lnTo>
                          <a:pt x="1884" y="144"/>
                        </a:lnTo>
                        <a:lnTo>
                          <a:pt x="1881" y="142"/>
                        </a:lnTo>
                        <a:lnTo>
                          <a:pt x="1879" y="149"/>
                        </a:lnTo>
                        <a:lnTo>
                          <a:pt x="1876" y="146"/>
                        </a:lnTo>
                        <a:lnTo>
                          <a:pt x="1874" y="138"/>
                        </a:lnTo>
                        <a:lnTo>
                          <a:pt x="1872" y="148"/>
                        </a:lnTo>
                        <a:lnTo>
                          <a:pt x="1869" y="146"/>
                        </a:lnTo>
                        <a:lnTo>
                          <a:pt x="1867" y="141"/>
                        </a:lnTo>
                        <a:lnTo>
                          <a:pt x="1864" y="147"/>
                        </a:lnTo>
                        <a:lnTo>
                          <a:pt x="1862" y="147"/>
                        </a:lnTo>
                        <a:lnTo>
                          <a:pt x="1860" y="141"/>
                        </a:lnTo>
                        <a:lnTo>
                          <a:pt x="1857" y="145"/>
                        </a:lnTo>
                        <a:lnTo>
                          <a:pt x="1855" y="147"/>
                        </a:lnTo>
                        <a:lnTo>
                          <a:pt x="1852" y="141"/>
                        </a:lnTo>
                        <a:lnTo>
                          <a:pt x="1850" y="144"/>
                        </a:lnTo>
                        <a:lnTo>
                          <a:pt x="1848" y="149"/>
                        </a:lnTo>
                        <a:lnTo>
                          <a:pt x="1845" y="144"/>
                        </a:lnTo>
                        <a:lnTo>
                          <a:pt x="1843" y="141"/>
                        </a:lnTo>
                        <a:lnTo>
                          <a:pt x="1840" y="151"/>
                        </a:lnTo>
                        <a:lnTo>
                          <a:pt x="1838" y="146"/>
                        </a:lnTo>
                        <a:lnTo>
                          <a:pt x="1836" y="142"/>
                        </a:lnTo>
                        <a:lnTo>
                          <a:pt x="1833" y="152"/>
                        </a:lnTo>
                        <a:lnTo>
                          <a:pt x="1831" y="149"/>
                        </a:lnTo>
                        <a:lnTo>
                          <a:pt x="1828" y="146"/>
                        </a:lnTo>
                        <a:lnTo>
                          <a:pt x="1826" y="153"/>
                        </a:lnTo>
                        <a:lnTo>
                          <a:pt x="1824" y="149"/>
                        </a:lnTo>
                        <a:lnTo>
                          <a:pt x="1821" y="150"/>
                        </a:lnTo>
                        <a:lnTo>
                          <a:pt x="1819" y="152"/>
                        </a:lnTo>
                        <a:lnTo>
                          <a:pt x="1816" y="148"/>
                        </a:lnTo>
                        <a:lnTo>
                          <a:pt x="1814" y="150"/>
                        </a:lnTo>
                        <a:lnTo>
                          <a:pt x="1811" y="154"/>
                        </a:lnTo>
                        <a:lnTo>
                          <a:pt x="1809" y="149"/>
                        </a:lnTo>
                        <a:lnTo>
                          <a:pt x="1807" y="145"/>
                        </a:lnTo>
                        <a:lnTo>
                          <a:pt x="1804" y="155"/>
                        </a:lnTo>
                        <a:lnTo>
                          <a:pt x="1802" y="152"/>
                        </a:lnTo>
                        <a:lnTo>
                          <a:pt x="1799" y="148"/>
                        </a:lnTo>
                        <a:lnTo>
                          <a:pt x="1797" y="157"/>
                        </a:lnTo>
                        <a:lnTo>
                          <a:pt x="1795" y="155"/>
                        </a:lnTo>
                        <a:lnTo>
                          <a:pt x="1792" y="151"/>
                        </a:lnTo>
                        <a:lnTo>
                          <a:pt x="1790" y="158"/>
                        </a:lnTo>
                        <a:lnTo>
                          <a:pt x="1787" y="156"/>
                        </a:lnTo>
                        <a:lnTo>
                          <a:pt x="1785" y="154"/>
                        </a:lnTo>
                        <a:lnTo>
                          <a:pt x="1783" y="160"/>
                        </a:lnTo>
                        <a:lnTo>
                          <a:pt x="1780" y="156"/>
                        </a:lnTo>
                        <a:lnTo>
                          <a:pt x="1778" y="151"/>
                        </a:lnTo>
                        <a:lnTo>
                          <a:pt x="1775" y="161"/>
                        </a:lnTo>
                        <a:lnTo>
                          <a:pt x="1773" y="154"/>
                        </a:lnTo>
                        <a:lnTo>
                          <a:pt x="1771" y="148"/>
                        </a:lnTo>
                        <a:lnTo>
                          <a:pt x="1768" y="161"/>
                        </a:lnTo>
                        <a:lnTo>
                          <a:pt x="1766" y="156"/>
                        </a:lnTo>
                        <a:lnTo>
                          <a:pt x="1763" y="149"/>
                        </a:lnTo>
                        <a:lnTo>
                          <a:pt x="1761" y="163"/>
                        </a:lnTo>
                        <a:lnTo>
                          <a:pt x="1758" y="159"/>
                        </a:lnTo>
                        <a:lnTo>
                          <a:pt x="1756" y="152"/>
                        </a:lnTo>
                        <a:lnTo>
                          <a:pt x="1754" y="165"/>
                        </a:lnTo>
                        <a:lnTo>
                          <a:pt x="1751" y="161"/>
                        </a:lnTo>
                        <a:lnTo>
                          <a:pt x="1749" y="154"/>
                        </a:lnTo>
                        <a:lnTo>
                          <a:pt x="1746" y="165"/>
                        </a:lnTo>
                        <a:lnTo>
                          <a:pt x="1744" y="161"/>
                        </a:lnTo>
                        <a:lnTo>
                          <a:pt x="1742" y="157"/>
                        </a:lnTo>
                        <a:lnTo>
                          <a:pt x="1739" y="168"/>
                        </a:lnTo>
                        <a:lnTo>
                          <a:pt x="1737" y="163"/>
                        </a:lnTo>
                        <a:lnTo>
                          <a:pt x="1734" y="157"/>
                        </a:lnTo>
                        <a:lnTo>
                          <a:pt x="1732" y="169"/>
                        </a:lnTo>
                        <a:lnTo>
                          <a:pt x="1730" y="164"/>
                        </a:lnTo>
                        <a:lnTo>
                          <a:pt x="1727" y="158"/>
                        </a:lnTo>
                        <a:lnTo>
                          <a:pt x="1725" y="169"/>
                        </a:lnTo>
                        <a:lnTo>
                          <a:pt x="1722" y="165"/>
                        </a:lnTo>
                        <a:lnTo>
                          <a:pt x="1720" y="160"/>
                        </a:lnTo>
                        <a:lnTo>
                          <a:pt x="1717" y="169"/>
                        </a:lnTo>
                        <a:lnTo>
                          <a:pt x="1715" y="165"/>
                        </a:lnTo>
                        <a:lnTo>
                          <a:pt x="1713" y="160"/>
                        </a:lnTo>
                        <a:lnTo>
                          <a:pt x="1710" y="168"/>
                        </a:lnTo>
                        <a:lnTo>
                          <a:pt x="1708" y="166"/>
                        </a:lnTo>
                        <a:lnTo>
                          <a:pt x="1705" y="163"/>
                        </a:lnTo>
                        <a:lnTo>
                          <a:pt x="1703" y="169"/>
                        </a:lnTo>
                        <a:lnTo>
                          <a:pt x="1701" y="166"/>
                        </a:lnTo>
                        <a:lnTo>
                          <a:pt x="1698" y="164"/>
                        </a:lnTo>
                        <a:lnTo>
                          <a:pt x="1696" y="170"/>
                        </a:lnTo>
                        <a:lnTo>
                          <a:pt x="1693" y="165"/>
                        </a:lnTo>
                        <a:lnTo>
                          <a:pt x="1691" y="165"/>
                        </a:lnTo>
                        <a:lnTo>
                          <a:pt x="1689" y="169"/>
                        </a:lnTo>
                        <a:lnTo>
                          <a:pt x="1686" y="164"/>
                        </a:lnTo>
                        <a:lnTo>
                          <a:pt x="1684" y="163"/>
                        </a:lnTo>
                        <a:lnTo>
                          <a:pt x="1681" y="167"/>
                        </a:lnTo>
                        <a:lnTo>
                          <a:pt x="1679" y="160"/>
                        </a:lnTo>
                        <a:lnTo>
                          <a:pt x="1677" y="161"/>
                        </a:lnTo>
                        <a:lnTo>
                          <a:pt x="1674" y="164"/>
                        </a:lnTo>
                        <a:lnTo>
                          <a:pt x="1672" y="158"/>
                        </a:lnTo>
                        <a:lnTo>
                          <a:pt x="1669" y="158"/>
                        </a:lnTo>
                        <a:lnTo>
                          <a:pt x="1667" y="160"/>
                        </a:lnTo>
                        <a:lnTo>
                          <a:pt x="1665" y="155"/>
                        </a:lnTo>
                        <a:lnTo>
                          <a:pt x="1662" y="159"/>
                        </a:lnTo>
                        <a:lnTo>
                          <a:pt x="1660" y="158"/>
                        </a:lnTo>
                        <a:lnTo>
                          <a:pt x="1657" y="154"/>
                        </a:lnTo>
                        <a:lnTo>
                          <a:pt x="1655" y="159"/>
                        </a:lnTo>
                        <a:lnTo>
                          <a:pt x="1653" y="155"/>
                        </a:lnTo>
                        <a:lnTo>
                          <a:pt x="1650" y="151"/>
                        </a:lnTo>
                        <a:lnTo>
                          <a:pt x="1648" y="154"/>
                        </a:lnTo>
                        <a:lnTo>
                          <a:pt x="1645" y="150"/>
                        </a:lnTo>
                        <a:lnTo>
                          <a:pt x="1643" y="146"/>
                        </a:lnTo>
                        <a:lnTo>
                          <a:pt x="1641" y="149"/>
                        </a:lnTo>
                        <a:lnTo>
                          <a:pt x="1638" y="143"/>
                        </a:lnTo>
                        <a:lnTo>
                          <a:pt x="1636" y="141"/>
                        </a:lnTo>
                        <a:lnTo>
                          <a:pt x="1633" y="144"/>
                        </a:lnTo>
                        <a:lnTo>
                          <a:pt x="1631" y="138"/>
                        </a:lnTo>
                        <a:lnTo>
                          <a:pt x="1629" y="136"/>
                        </a:lnTo>
                        <a:lnTo>
                          <a:pt x="1626" y="135"/>
                        </a:lnTo>
                        <a:lnTo>
                          <a:pt x="1624" y="129"/>
                        </a:lnTo>
                        <a:lnTo>
                          <a:pt x="1621" y="126"/>
                        </a:lnTo>
                        <a:lnTo>
                          <a:pt x="1619" y="121"/>
                        </a:lnTo>
                        <a:lnTo>
                          <a:pt x="1617" y="113"/>
                        </a:lnTo>
                        <a:lnTo>
                          <a:pt x="1614" y="108"/>
                        </a:lnTo>
                        <a:lnTo>
                          <a:pt x="1612" y="102"/>
                        </a:lnTo>
                        <a:lnTo>
                          <a:pt x="1609" y="94"/>
                        </a:lnTo>
                        <a:lnTo>
                          <a:pt x="1607" y="91"/>
                        </a:lnTo>
                        <a:lnTo>
                          <a:pt x="1605" y="85"/>
                        </a:lnTo>
                        <a:lnTo>
                          <a:pt x="1602" y="76"/>
                        </a:lnTo>
                        <a:lnTo>
                          <a:pt x="1600" y="65"/>
                        </a:lnTo>
                        <a:lnTo>
                          <a:pt x="1597" y="51"/>
                        </a:lnTo>
                        <a:lnTo>
                          <a:pt x="1595" y="37"/>
                        </a:lnTo>
                        <a:lnTo>
                          <a:pt x="1593" y="22"/>
                        </a:lnTo>
                        <a:lnTo>
                          <a:pt x="1590" y="10"/>
                        </a:lnTo>
                        <a:lnTo>
                          <a:pt x="1588" y="3"/>
                        </a:lnTo>
                        <a:lnTo>
                          <a:pt x="1585" y="0"/>
                        </a:lnTo>
                        <a:lnTo>
                          <a:pt x="1583" y="11"/>
                        </a:lnTo>
                        <a:lnTo>
                          <a:pt x="1581" y="27"/>
                        </a:lnTo>
                        <a:lnTo>
                          <a:pt x="1578" y="51"/>
                        </a:lnTo>
                        <a:lnTo>
                          <a:pt x="1576" y="62"/>
                        </a:lnTo>
                        <a:lnTo>
                          <a:pt x="1573" y="68"/>
                        </a:lnTo>
                        <a:lnTo>
                          <a:pt x="1571" y="74"/>
                        </a:lnTo>
                        <a:lnTo>
                          <a:pt x="1569" y="74"/>
                        </a:lnTo>
                        <a:lnTo>
                          <a:pt x="1566" y="73"/>
                        </a:lnTo>
                        <a:lnTo>
                          <a:pt x="1564" y="74"/>
                        </a:lnTo>
                        <a:lnTo>
                          <a:pt x="1561" y="74"/>
                        </a:lnTo>
                        <a:lnTo>
                          <a:pt x="1559" y="73"/>
                        </a:lnTo>
                        <a:lnTo>
                          <a:pt x="1557" y="73"/>
                        </a:lnTo>
                        <a:lnTo>
                          <a:pt x="1554" y="73"/>
                        </a:lnTo>
                        <a:lnTo>
                          <a:pt x="1552" y="73"/>
                        </a:lnTo>
                        <a:lnTo>
                          <a:pt x="1549" y="73"/>
                        </a:lnTo>
                        <a:lnTo>
                          <a:pt x="1547" y="72"/>
                        </a:lnTo>
                        <a:lnTo>
                          <a:pt x="1544" y="72"/>
                        </a:lnTo>
                        <a:lnTo>
                          <a:pt x="1542" y="72"/>
                        </a:lnTo>
                        <a:lnTo>
                          <a:pt x="1540" y="72"/>
                        </a:lnTo>
                        <a:lnTo>
                          <a:pt x="1537" y="72"/>
                        </a:lnTo>
                        <a:lnTo>
                          <a:pt x="1535" y="72"/>
                        </a:lnTo>
                        <a:lnTo>
                          <a:pt x="1532" y="72"/>
                        </a:lnTo>
                        <a:lnTo>
                          <a:pt x="1530" y="72"/>
                        </a:lnTo>
                        <a:lnTo>
                          <a:pt x="1528" y="73"/>
                        </a:lnTo>
                        <a:lnTo>
                          <a:pt x="1525" y="72"/>
                        </a:lnTo>
                        <a:lnTo>
                          <a:pt x="1523" y="72"/>
                        </a:lnTo>
                        <a:lnTo>
                          <a:pt x="1520" y="72"/>
                        </a:lnTo>
                        <a:lnTo>
                          <a:pt x="1518" y="72"/>
                        </a:lnTo>
                        <a:lnTo>
                          <a:pt x="1516" y="72"/>
                        </a:lnTo>
                        <a:lnTo>
                          <a:pt x="1513" y="72"/>
                        </a:lnTo>
                        <a:lnTo>
                          <a:pt x="1511" y="71"/>
                        </a:lnTo>
                        <a:lnTo>
                          <a:pt x="1508" y="72"/>
                        </a:lnTo>
                        <a:lnTo>
                          <a:pt x="1506" y="71"/>
                        </a:lnTo>
                        <a:lnTo>
                          <a:pt x="1504" y="71"/>
                        </a:lnTo>
                        <a:lnTo>
                          <a:pt x="1501" y="72"/>
                        </a:lnTo>
                        <a:lnTo>
                          <a:pt x="1499" y="71"/>
                        </a:lnTo>
                        <a:lnTo>
                          <a:pt x="1496" y="72"/>
                        </a:lnTo>
                        <a:lnTo>
                          <a:pt x="1494" y="72"/>
                        </a:lnTo>
                        <a:lnTo>
                          <a:pt x="1491" y="72"/>
                        </a:lnTo>
                        <a:lnTo>
                          <a:pt x="1489" y="72"/>
                        </a:lnTo>
                        <a:lnTo>
                          <a:pt x="1487" y="72"/>
                        </a:lnTo>
                        <a:lnTo>
                          <a:pt x="1484" y="72"/>
                        </a:lnTo>
                        <a:lnTo>
                          <a:pt x="1482" y="72"/>
                        </a:lnTo>
                        <a:lnTo>
                          <a:pt x="1479" y="71"/>
                        </a:lnTo>
                        <a:lnTo>
                          <a:pt x="1477" y="71"/>
                        </a:lnTo>
                        <a:lnTo>
                          <a:pt x="1475" y="71"/>
                        </a:lnTo>
                        <a:lnTo>
                          <a:pt x="1472" y="71"/>
                        </a:lnTo>
                        <a:lnTo>
                          <a:pt x="1470" y="71"/>
                        </a:lnTo>
                        <a:lnTo>
                          <a:pt x="1467" y="71"/>
                        </a:lnTo>
                        <a:lnTo>
                          <a:pt x="1465" y="71"/>
                        </a:lnTo>
                        <a:lnTo>
                          <a:pt x="1463" y="72"/>
                        </a:lnTo>
                        <a:lnTo>
                          <a:pt x="1460" y="71"/>
                        </a:lnTo>
                        <a:lnTo>
                          <a:pt x="1458" y="72"/>
                        </a:lnTo>
                        <a:lnTo>
                          <a:pt x="1455" y="72"/>
                        </a:lnTo>
                        <a:lnTo>
                          <a:pt x="1453" y="71"/>
                        </a:lnTo>
                        <a:lnTo>
                          <a:pt x="1450" y="72"/>
                        </a:lnTo>
                        <a:lnTo>
                          <a:pt x="1448" y="72"/>
                        </a:lnTo>
                        <a:lnTo>
                          <a:pt x="1446" y="71"/>
                        </a:lnTo>
                        <a:lnTo>
                          <a:pt x="1443" y="71"/>
                        </a:lnTo>
                        <a:lnTo>
                          <a:pt x="1441" y="71"/>
                        </a:lnTo>
                        <a:lnTo>
                          <a:pt x="1438" y="71"/>
                        </a:lnTo>
                        <a:lnTo>
                          <a:pt x="1436" y="71"/>
                        </a:lnTo>
                        <a:lnTo>
                          <a:pt x="1434" y="71"/>
                        </a:lnTo>
                        <a:lnTo>
                          <a:pt x="1431" y="71"/>
                        </a:lnTo>
                        <a:lnTo>
                          <a:pt x="1429" y="71"/>
                        </a:lnTo>
                        <a:lnTo>
                          <a:pt x="1426" y="71"/>
                        </a:lnTo>
                        <a:lnTo>
                          <a:pt x="1424" y="71"/>
                        </a:lnTo>
                        <a:lnTo>
                          <a:pt x="1422" y="72"/>
                        </a:lnTo>
                        <a:lnTo>
                          <a:pt x="1419" y="71"/>
                        </a:lnTo>
                        <a:lnTo>
                          <a:pt x="1417" y="71"/>
                        </a:lnTo>
                        <a:lnTo>
                          <a:pt x="1414" y="72"/>
                        </a:lnTo>
                        <a:lnTo>
                          <a:pt x="1412" y="71"/>
                        </a:lnTo>
                        <a:lnTo>
                          <a:pt x="1410" y="71"/>
                        </a:lnTo>
                        <a:lnTo>
                          <a:pt x="1407" y="71"/>
                        </a:lnTo>
                        <a:lnTo>
                          <a:pt x="1405" y="71"/>
                        </a:lnTo>
                        <a:lnTo>
                          <a:pt x="1402" y="71"/>
                        </a:lnTo>
                        <a:lnTo>
                          <a:pt x="1400" y="71"/>
                        </a:lnTo>
                        <a:lnTo>
                          <a:pt x="1398" y="71"/>
                        </a:lnTo>
                        <a:lnTo>
                          <a:pt x="1395" y="71"/>
                        </a:lnTo>
                        <a:lnTo>
                          <a:pt x="1393" y="71"/>
                        </a:lnTo>
                        <a:lnTo>
                          <a:pt x="1390" y="71"/>
                        </a:lnTo>
                        <a:lnTo>
                          <a:pt x="1388" y="71"/>
                        </a:lnTo>
                        <a:lnTo>
                          <a:pt x="1386" y="71"/>
                        </a:lnTo>
                        <a:lnTo>
                          <a:pt x="1383" y="72"/>
                        </a:lnTo>
                        <a:lnTo>
                          <a:pt x="1381" y="72"/>
                        </a:lnTo>
                        <a:lnTo>
                          <a:pt x="1378" y="72"/>
                        </a:lnTo>
                        <a:lnTo>
                          <a:pt x="1376" y="72"/>
                        </a:lnTo>
                        <a:lnTo>
                          <a:pt x="1374" y="72"/>
                        </a:lnTo>
                        <a:lnTo>
                          <a:pt x="1371" y="72"/>
                        </a:lnTo>
                        <a:lnTo>
                          <a:pt x="1369" y="72"/>
                        </a:lnTo>
                        <a:lnTo>
                          <a:pt x="1366" y="72"/>
                        </a:lnTo>
                        <a:lnTo>
                          <a:pt x="1364" y="71"/>
                        </a:lnTo>
                        <a:lnTo>
                          <a:pt x="1362" y="72"/>
                        </a:lnTo>
                        <a:lnTo>
                          <a:pt x="1359" y="72"/>
                        </a:lnTo>
                        <a:lnTo>
                          <a:pt x="1357" y="72"/>
                        </a:lnTo>
                        <a:lnTo>
                          <a:pt x="1354" y="73"/>
                        </a:lnTo>
                        <a:lnTo>
                          <a:pt x="1352" y="72"/>
                        </a:lnTo>
                        <a:lnTo>
                          <a:pt x="1350" y="72"/>
                        </a:lnTo>
                        <a:lnTo>
                          <a:pt x="1347" y="73"/>
                        </a:lnTo>
                        <a:lnTo>
                          <a:pt x="1345" y="72"/>
                        </a:lnTo>
                        <a:lnTo>
                          <a:pt x="1342" y="73"/>
                        </a:lnTo>
                        <a:lnTo>
                          <a:pt x="1340" y="73"/>
                        </a:lnTo>
                        <a:lnTo>
                          <a:pt x="1338" y="73"/>
                        </a:lnTo>
                        <a:lnTo>
                          <a:pt x="1335" y="74"/>
                        </a:lnTo>
                        <a:lnTo>
                          <a:pt x="1333" y="73"/>
                        </a:lnTo>
                        <a:lnTo>
                          <a:pt x="1331" y="73"/>
                        </a:lnTo>
                        <a:lnTo>
                          <a:pt x="1328" y="73"/>
                        </a:lnTo>
                        <a:lnTo>
                          <a:pt x="1326" y="73"/>
                        </a:lnTo>
                        <a:lnTo>
                          <a:pt x="1323" y="73"/>
                        </a:lnTo>
                        <a:lnTo>
                          <a:pt x="1321" y="73"/>
                        </a:lnTo>
                        <a:lnTo>
                          <a:pt x="1318" y="73"/>
                        </a:lnTo>
                        <a:lnTo>
                          <a:pt x="1316" y="73"/>
                        </a:lnTo>
                        <a:lnTo>
                          <a:pt x="1314" y="73"/>
                        </a:lnTo>
                        <a:lnTo>
                          <a:pt x="1311" y="73"/>
                        </a:lnTo>
                        <a:lnTo>
                          <a:pt x="1309" y="73"/>
                        </a:lnTo>
                        <a:lnTo>
                          <a:pt x="1306" y="74"/>
                        </a:lnTo>
                        <a:lnTo>
                          <a:pt x="1304" y="73"/>
                        </a:lnTo>
                        <a:lnTo>
                          <a:pt x="1302" y="73"/>
                        </a:lnTo>
                        <a:lnTo>
                          <a:pt x="1299" y="74"/>
                        </a:lnTo>
                        <a:lnTo>
                          <a:pt x="1297" y="73"/>
                        </a:lnTo>
                        <a:lnTo>
                          <a:pt x="1294" y="74"/>
                        </a:lnTo>
                        <a:lnTo>
                          <a:pt x="1292" y="74"/>
                        </a:lnTo>
                        <a:lnTo>
                          <a:pt x="1290" y="73"/>
                        </a:lnTo>
                        <a:lnTo>
                          <a:pt x="1287" y="74"/>
                        </a:lnTo>
                        <a:lnTo>
                          <a:pt x="1285" y="74"/>
                        </a:lnTo>
                        <a:lnTo>
                          <a:pt x="1282" y="73"/>
                        </a:lnTo>
                        <a:lnTo>
                          <a:pt x="1280" y="74"/>
                        </a:lnTo>
                        <a:lnTo>
                          <a:pt x="1277" y="74"/>
                        </a:lnTo>
                        <a:lnTo>
                          <a:pt x="1275" y="74"/>
                        </a:lnTo>
                        <a:lnTo>
                          <a:pt x="1273" y="74"/>
                        </a:lnTo>
                        <a:lnTo>
                          <a:pt x="1270" y="74"/>
                        </a:lnTo>
                        <a:lnTo>
                          <a:pt x="1268" y="74"/>
                        </a:lnTo>
                        <a:lnTo>
                          <a:pt x="1265" y="75"/>
                        </a:lnTo>
                        <a:lnTo>
                          <a:pt x="1263" y="75"/>
                        </a:lnTo>
                        <a:lnTo>
                          <a:pt x="1261" y="75"/>
                        </a:lnTo>
                        <a:lnTo>
                          <a:pt x="1258" y="75"/>
                        </a:lnTo>
                        <a:lnTo>
                          <a:pt x="1256" y="75"/>
                        </a:lnTo>
                        <a:lnTo>
                          <a:pt x="1253" y="75"/>
                        </a:lnTo>
                        <a:lnTo>
                          <a:pt x="1251" y="75"/>
                        </a:lnTo>
                        <a:lnTo>
                          <a:pt x="1249" y="75"/>
                        </a:lnTo>
                        <a:lnTo>
                          <a:pt x="1246" y="75"/>
                        </a:lnTo>
                        <a:lnTo>
                          <a:pt x="1244" y="75"/>
                        </a:lnTo>
                        <a:lnTo>
                          <a:pt x="1241" y="75"/>
                        </a:lnTo>
                        <a:lnTo>
                          <a:pt x="1239" y="75"/>
                        </a:lnTo>
                        <a:lnTo>
                          <a:pt x="1237" y="75"/>
                        </a:lnTo>
                        <a:lnTo>
                          <a:pt x="1234" y="75"/>
                        </a:lnTo>
                        <a:lnTo>
                          <a:pt x="1232" y="75"/>
                        </a:lnTo>
                        <a:lnTo>
                          <a:pt x="1229" y="76"/>
                        </a:lnTo>
                        <a:lnTo>
                          <a:pt x="1227" y="76"/>
                        </a:lnTo>
                        <a:lnTo>
                          <a:pt x="1224" y="76"/>
                        </a:lnTo>
                        <a:lnTo>
                          <a:pt x="1222" y="76"/>
                        </a:lnTo>
                        <a:lnTo>
                          <a:pt x="1220" y="76"/>
                        </a:lnTo>
                        <a:lnTo>
                          <a:pt x="1217" y="76"/>
                        </a:lnTo>
                        <a:lnTo>
                          <a:pt x="1215" y="76"/>
                        </a:lnTo>
                        <a:lnTo>
                          <a:pt x="1212" y="76"/>
                        </a:lnTo>
                        <a:lnTo>
                          <a:pt x="1210" y="76"/>
                        </a:lnTo>
                        <a:lnTo>
                          <a:pt x="1208" y="76"/>
                        </a:lnTo>
                        <a:lnTo>
                          <a:pt x="1205" y="75"/>
                        </a:lnTo>
                        <a:lnTo>
                          <a:pt x="1203" y="76"/>
                        </a:lnTo>
                        <a:lnTo>
                          <a:pt x="1200" y="76"/>
                        </a:lnTo>
                        <a:lnTo>
                          <a:pt x="1198" y="76"/>
                        </a:lnTo>
                        <a:lnTo>
                          <a:pt x="1196" y="76"/>
                        </a:lnTo>
                        <a:lnTo>
                          <a:pt x="1193" y="76"/>
                        </a:lnTo>
                        <a:lnTo>
                          <a:pt x="1191" y="76"/>
                        </a:lnTo>
                        <a:lnTo>
                          <a:pt x="1188" y="77"/>
                        </a:lnTo>
                        <a:lnTo>
                          <a:pt x="1186" y="76"/>
                        </a:lnTo>
                        <a:lnTo>
                          <a:pt x="1183" y="76"/>
                        </a:lnTo>
                        <a:lnTo>
                          <a:pt x="1181" y="77"/>
                        </a:lnTo>
                        <a:lnTo>
                          <a:pt x="1179" y="77"/>
                        </a:lnTo>
                        <a:lnTo>
                          <a:pt x="1176" y="76"/>
                        </a:lnTo>
                        <a:lnTo>
                          <a:pt x="1174" y="76"/>
                        </a:lnTo>
                        <a:lnTo>
                          <a:pt x="1171" y="76"/>
                        </a:lnTo>
                        <a:lnTo>
                          <a:pt x="1169" y="76"/>
                        </a:lnTo>
                        <a:lnTo>
                          <a:pt x="1167" y="76"/>
                        </a:lnTo>
                        <a:lnTo>
                          <a:pt x="1164" y="76"/>
                        </a:lnTo>
                        <a:lnTo>
                          <a:pt x="1162" y="76"/>
                        </a:lnTo>
                        <a:lnTo>
                          <a:pt x="1159" y="76"/>
                        </a:lnTo>
                        <a:lnTo>
                          <a:pt x="1157" y="76"/>
                        </a:lnTo>
                        <a:lnTo>
                          <a:pt x="1155" y="76"/>
                        </a:lnTo>
                        <a:lnTo>
                          <a:pt x="1152" y="77"/>
                        </a:lnTo>
                        <a:lnTo>
                          <a:pt x="1150" y="76"/>
                        </a:lnTo>
                        <a:lnTo>
                          <a:pt x="1147" y="77"/>
                        </a:lnTo>
                        <a:lnTo>
                          <a:pt x="1145" y="77"/>
                        </a:lnTo>
                        <a:lnTo>
                          <a:pt x="1143" y="76"/>
                        </a:lnTo>
                        <a:lnTo>
                          <a:pt x="1140" y="77"/>
                        </a:lnTo>
                        <a:lnTo>
                          <a:pt x="1138" y="76"/>
                        </a:lnTo>
                        <a:lnTo>
                          <a:pt x="1135" y="76"/>
                        </a:lnTo>
                        <a:lnTo>
                          <a:pt x="1133" y="77"/>
                        </a:lnTo>
                        <a:lnTo>
                          <a:pt x="1131" y="77"/>
                        </a:lnTo>
                        <a:lnTo>
                          <a:pt x="1128" y="77"/>
                        </a:lnTo>
                        <a:lnTo>
                          <a:pt x="1126" y="77"/>
                        </a:lnTo>
                        <a:lnTo>
                          <a:pt x="1123" y="77"/>
                        </a:lnTo>
                        <a:lnTo>
                          <a:pt x="1121" y="77"/>
                        </a:lnTo>
                        <a:lnTo>
                          <a:pt x="1119" y="77"/>
                        </a:lnTo>
                        <a:lnTo>
                          <a:pt x="1116" y="77"/>
                        </a:lnTo>
                        <a:lnTo>
                          <a:pt x="1114" y="77"/>
                        </a:lnTo>
                        <a:lnTo>
                          <a:pt x="1111" y="77"/>
                        </a:lnTo>
                        <a:lnTo>
                          <a:pt x="1109" y="77"/>
                        </a:lnTo>
                        <a:lnTo>
                          <a:pt x="1107" y="77"/>
                        </a:lnTo>
                        <a:lnTo>
                          <a:pt x="1104" y="78"/>
                        </a:lnTo>
                        <a:lnTo>
                          <a:pt x="1102" y="77"/>
                        </a:lnTo>
                        <a:lnTo>
                          <a:pt x="1099" y="78"/>
                        </a:lnTo>
                        <a:lnTo>
                          <a:pt x="1097" y="78"/>
                        </a:lnTo>
                        <a:lnTo>
                          <a:pt x="1095" y="77"/>
                        </a:lnTo>
                        <a:lnTo>
                          <a:pt x="1092" y="78"/>
                        </a:lnTo>
                        <a:lnTo>
                          <a:pt x="1090" y="78"/>
                        </a:lnTo>
                        <a:lnTo>
                          <a:pt x="1088" y="78"/>
                        </a:lnTo>
                        <a:lnTo>
                          <a:pt x="1085" y="78"/>
                        </a:lnTo>
                        <a:lnTo>
                          <a:pt x="1083" y="78"/>
                        </a:lnTo>
                        <a:lnTo>
                          <a:pt x="1080" y="78"/>
                        </a:lnTo>
                        <a:lnTo>
                          <a:pt x="1078" y="78"/>
                        </a:lnTo>
                        <a:lnTo>
                          <a:pt x="1076" y="77"/>
                        </a:lnTo>
                        <a:lnTo>
                          <a:pt x="1073" y="78"/>
                        </a:lnTo>
                        <a:lnTo>
                          <a:pt x="1071" y="78"/>
                        </a:lnTo>
                        <a:lnTo>
                          <a:pt x="1068" y="78"/>
                        </a:lnTo>
                        <a:lnTo>
                          <a:pt x="1066" y="78"/>
                        </a:lnTo>
                        <a:lnTo>
                          <a:pt x="1064" y="77"/>
                        </a:lnTo>
                        <a:lnTo>
                          <a:pt x="1061" y="77"/>
                        </a:lnTo>
                        <a:lnTo>
                          <a:pt x="1059" y="77"/>
                        </a:lnTo>
                        <a:lnTo>
                          <a:pt x="1056" y="78"/>
                        </a:lnTo>
                        <a:lnTo>
                          <a:pt x="1054" y="78"/>
                        </a:lnTo>
                        <a:lnTo>
                          <a:pt x="1051" y="78"/>
                        </a:lnTo>
                        <a:lnTo>
                          <a:pt x="1049" y="79"/>
                        </a:lnTo>
                        <a:lnTo>
                          <a:pt x="1047" y="78"/>
                        </a:lnTo>
                        <a:lnTo>
                          <a:pt x="1044" y="78"/>
                        </a:lnTo>
                        <a:lnTo>
                          <a:pt x="1042" y="79"/>
                        </a:lnTo>
                        <a:lnTo>
                          <a:pt x="1039" y="78"/>
                        </a:lnTo>
                        <a:lnTo>
                          <a:pt x="1037" y="78"/>
                        </a:lnTo>
                        <a:lnTo>
                          <a:pt x="1035" y="79"/>
                        </a:lnTo>
                        <a:lnTo>
                          <a:pt x="1032" y="78"/>
                        </a:lnTo>
                        <a:lnTo>
                          <a:pt x="1030" y="79"/>
                        </a:lnTo>
                        <a:lnTo>
                          <a:pt x="1027" y="79"/>
                        </a:lnTo>
                        <a:lnTo>
                          <a:pt x="1025" y="78"/>
                        </a:lnTo>
                        <a:lnTo>
                          <a:pt x="1023" y="79"/>
                        </a:lnTo>
                        <a:lnTo>
                          <a:pt x="1020" y="78"/>
                        </a:lnTo>
                        <a:lnTo>
                          <a:pt x="1018" y="78"/>
                        </a:lnTo>
                        <a:lnTo>
                          <a:pt x="1015" y="79"/>
                        </a:lnTo>
                        <a:lnTo>
                          <a:pt x="1013" y="78"/>
                        </a:lnTo>
                        <a:lnTo>
                          <a:pt x="1010" y="79"/>
                        </a:lnTo>
                        <a:lnTo>
                          <a:pt x="1008" y="79"/>
                        </a:lnTo>
                        <a:lnTo>
                          <a:pt x="1006" y="78"/>
                        </a:lnTo>
                        <a:lnTo>
                          <a:pt x="1003" y="79"/>
                        </a:lnTo>
                        <a:lnTo>
                          <a:pt x="1001" y="78"/>
                        </a:lnTo>
                        <a:lnTo>
                          <a:pt x="998" y="79"/>
                        </a:lnTo>
                        <a:lnTo>
                          <a:pt x="996" y="79"/>
                        </a:lnTo>
                        <a:lnTo>
                          <a:pt x="994" y="78"/>
                        </a:lnTo>
                        <a:lnTo>
                          <a:pt x="991" y="79"/>
                        </a:lnTo>
                        <a:lnTo>
                          <a:pt x="989" y="79"/>
                        </a:lnTo>
                        <a:lnTo>
                          <a:pt x="986" y="78"/>
                        </a:lnTo>
                        <a:lnTo>
                          <a:pt x="984" y="79"/>
                        </a:lnTo>
                        <a:lnTo>
                          <a:pt x="982" y="78"/>
                        </a:lnTo>
                        <a:lnTo>
                          <a:pt x="979" y="79"/>
                        </a:lnTo>
                        <a:lnTo>
                          <a:pt x="977" y="79"/>
                        </a:lnTo>
                        <a:lnTo>
                          <a:pt x="974" y="78"/>
                        </a:lnTo>
                        <a:lnTo>
                          <a:pt x="972" y="79"/>
                        </a:lnTo>
                        <a:lnTo>
                          <a:pt x="970" y="79"/>
                        </a:lnTo>
                        <a:lnTo>
                          <a:pt x="967" y="78"/>
                        </a:lnTo>
                        <a:lnTo>
                          <a:pt x="965" y="79"/>
                        </a:lnTo>
                        <a:lnTo>
                          <a:pt x="962" y="78"/>
                        </a:lnTo>
                        <a:lnTo>
                          <a:pt x="960" y="78"/>
                        </a:lnTo>
                        <a:lnTo>
                          <a:pt x="957" y="78"/>
                        </a:lnTo>
                        <a:lnTo>
                          <a:pt x="955" y="78"/>
                        </a:lnTo>
                        <a:lnTo>
                          <a:pt x="953" y="79"/>
                        </a:lnTo>
                        <a:lnTo>
                          <a:pt x="950" y="78"/>
                        </a:lnTo>
                        <a:lnTo>
                          <a:pt x="948" y="78"/>
                        </a:lnTo>
                        <a:lnTo>
                          <a:pt x="945" y="79"/>
                        </a:lnTo>
                        <a:lnTo>
                          <a:pt x="943" y="78"/>
                        </a:lnTo>
                        <a:lnTo>
                          <a:pt x="941" y="78"/>
                        </a:lnTo>
                        <a:lnTo>
                          <a:pt x="938" y="78"/>
                        </a:lnTo>
                        <a:lnTo>
                          <a:pt x="936" y="78"/>
                        </a:lnTo>
                        <a:lnTo>
                          <a:pt x="933" y="78"/>
                        </a:lnTo>
                        <a:lnTo>
                          <a:pt x="931" y="78"/>
                        </a:lnTo>
                        <a:lnTo>
                          <a:pt x="929" y="77"/>
                        </a:lnTo>
                        <a:lnTo>
                          <a:pt x="926" y="77"/>
                        </a:lnTo>
                        <a:lnTo>
                          <a:pt x="924" y="77"/>
                        </a:lnTo>
                        <a:lnTo>
                          <a:pt x="921" y="77"/>
                        </a:lnTo>
                        <a:lnTo>
                          <a:pt x="919" y="77"/>
                        </a:lnTo>
                        <a:lnTo>
                          <a:pt x="916" y="77"/>
                        </a:lnTo>
                        <a:lnTo>
                          <a:pt x="914" y="77"/>
                        </a:lnTo>
                        <a:lnTo>
                          <a:pt x="912" y="78"/>
                        </a:lnTo>
                        <a:lnTo>
                          <a:pt x="909" y="77"/>
                        </a:lnTo>
                        <a:lnTo>
                          <a:pt x="907" y="77"/>
                        </a:lnTo>
                        <a:lnTo>
                          <a:pt x="904" y="77"/>
                        </a:lnTo>
                        <a:lnTo>
                          <a:pt x="902" y="77"/>
                        </a:lnTo>
                        <a:lnTo>
                          <a:pt x="900" y="77"/>
                        </a:lnTo>
                        <a:lnTo>
                          <a:pt x="897" y="76"/>
                        </a:lnTo>
                        <a:lnTo>
                          <a:pt x="895" y="76"/>
                        </a:lnTo>
                        <a:lnTo>
                          <a:pt x="892" y="76"/>
                        </a:lnTo>
                        <a:lnTo>
                          <a:pt x="890" y="76"/>
                        </a:lnTo>
                        <a:lnTo>
                          <a:pt x="888" y="77"/>
                        </a:lnTo>
                        <a:lnTo>
                          <a:pt x="885" y="76"/>
                        </a:lnTo>
                        <a:lnTo>
                          <a:pt x="883" y="76"/>
                        </a:lnTo>
                        <a:lnTo>
                          <a:pt x="880" y="77"/>
                        </a:lnTo>
                        <a:lnTo>
                          <a:pt x="878" y="76"/>
                        </a:lnTo>
                        <a:lnTo>
                          <a:pt x="876" y="76"/>
                        </a:lnTo>
                        <a:lnTo>
                          <a:pt x="873" y="77"/>
                        </a:lnTo>
                        <a:lnTo>
                          <a:pt x="871" y="76"/>
                        </a:lnTo>
                        <a:lnTo>
                          <a:pt x="868" y="76"/>
                        </a:lnTo>
                        <a:lnTo>
                          <a:pt x="866" y="76"/>
                        </a:lnTo>
                        <a:lnTo>
                          <a:pt x="864" y="75"/>
                        </a:lnTo>
                        <a:lnTo>
                          <a:pt x="861" y="76"/>
                        </a:lnTo>
                        <a:lnTo>
                          <a:pt x="859" y="75"/>
                        </a:lnTo>
                        <a:lnTo>
                          <a:pt x="856" y="75"/>
                        </a:lnTo>
                        <a:lnTo>
                          <a:pt x="854" y="75"/>
                        </a:lnTo>
                        <a:lnTo>
                          <a:pt x="852" y="74"/>
                        </a:lnTo>
                        <a:lnTo>
                          <a:pt x="849" y="74"/>
                        </a:lnTo>
                        <a:lnTo>
                          <a:pt x="847" y="74"/>
                        </a:lnTo>
                        <a:lnTo>
                          <a:pt x="845" y="74"/>
                        </a:lnTo>
                        <a:lnTo>
                          <a:pt x="842" y="74"/>
                        </a:lnTo>
                        <a:lnTo>
                          <a:pt x="840" y="75"/>
                        </a:lnTo>
                        <a:lnTo>
                          <a:pt x="837" y="74"/>
                        </a:lnTo>
                        <a:lnTo>
                          <a:pt x="835" y="74"/>
                        </a:lnTo>
                        <a:lnTo>
                          <a:pt x="833" y="74"/>
                        </a:lnTo>
                        <a:lnTo>
                          <a:pt x="830" y="74"/>
                        </a:lnTo>
                        <a:lnTo>
                          <a:pt x="828" y="74"/>
                        </a:lnTo>
                        <a:lnTo>
                          <a:pt x="825" y="74"/>
                        </a:lnTo>
                        <a:lnTo>
                          <a:pt x="823" y="74"/>
                        </a:lnTo>
                        <a:lnTo>
                          <a:pt x="821" y="74"/>
                        </a:lnTo>
                        <a:lnTo>
                          <a:pt x="818" y="73"/>
                        </a:lnTo>
                        <a:lnTo>
                          <a:pt x="816" y="74"/>
                        </a:lnTo>
                        <a:lnTo>
                          <a:pt x="813" y="73"/>
                        </a:lnTo>
                        <a:lnTo>
                          <a:pt x="811" y="73"/>
                        </a:lnTo>
                        <a:lnTo>
                          <a:pt x="809" y="73"/>
                        </a:lnTo>
                        <a:lnTo>
                          <a:pt x="806" y="73"/>
                        </a:lnTo>
                        <a:lnTo>
                          <a:pt x="804" y="74"/>
                        </a:lnTo>
                        <a:lnTo>
                          <a:pt x="801" y="73"/>
                        </a:lnTo>
                        <a:lnTo>
                          <a:pt x="799" y="73"/>
                        </a:lnTo>
                        <a:lnTo>
                          <a:pt x="797" y="74"/>
                        </a:lnTo>
                        <a:lnTo>
                          <a:pt x="794" y="73"/>
                        </a:lnTo>
                        <a:lnTo>
                          <a:pt x="792" y="73"/>
                        </a:lnTo>
                        <a:lnTo>
                          <a:pt x="789" y="73"/>
                        </a:lnTo>
                        <a:lnTo>
                          <a:pt x="787" y="72"/>
                        </a:lnTo>
                        <a:lnTo>
                          <a:pt x="784" y="72"/>
                        </a:lnTo>
                        <a:lnTo>
                          <a:pt x="782" y="72"/>
                        </a:lnTo>
                        <a:lnTo>
                          <a:pt x="780" y="72"/>
                        </a:lnTo>
                        <a:lnTo>
                          <a:pt x="777" y="72"/>
                        </a:lnTo>
                        <a:lnTo>
                          <a:pt x="775" y="72"/>
                        </a:lnTo>
                        <a:lnTo>
                          <a:pt x="772" y="72"/>
                        </a:lnTo>
                        <a:lnTo>
                          <a:pt x="770" y="72"/>
                        </a:lnTo>
                        <a:lnTo>
                          <a:pt x="768" y="71"/>
                        </a:lnTo>
                        <a:lnTo>
                          <a:pt x="765" y="72"/>
                        </a:lnTo>
                        <a:lnTo>
                          <a:pt x="763" y="71"/>
                        </a:lnTo>
                        <a:lnTo>
                          <a:pt x="760" y="71"/>
                        </a:lnTo>
                        <a:lnTo>
                          <a:pt x="758" y="72"/>
                        </a:lnTo>
                        <a:lnTo>
                          <a:pt x="756" y="71"/>
                        </a:lnTo>
                        <a:lnTo>
                          <a:pt x="753" y="71"/>
                        </a:lnTo>
                        <a:lnTo>
                          <a:pt x="751" y="71"/>
                        </a:lnTo>
                        <a:lnTo>
                          <a:pt x="748" y="71"/>
                        </a:lnTo>
                        <a:lnTo>
                          <a:pt x="746" y="71"/>
                        </a:lnTo>
                        <a:lnTo>
                          <a:pt x="743" y="71"/>
                        </a:lnTo>
                        <a:lnTo>
                          <a:pt x="741" y="71"/>
                        </a:lnTo>
                        <a:lnTo>
                          <a:pt x="739" y="71"/>
                        </a:lnTo>
                        <a:lnTo>
                          <a:pt x="736" y="71"/>
                        </a:lnTo>
                        <a:lnTo>
                          <a:pt x="734" y="70"/>
                        </a:lnTo>
                        <a:lnTo>
                          <a:pt x="731" y="71"/>
                        </a:lnTo>
                        <a:lnTo>
                          <a:pt x="729" y="70"/>
                        </a:lnTo>
                        <a:lnTo>
                          <a:pt x="727" y="70"/>
                        </a:lnTo>
                        <a:lnTo>
                          <a:pt x="724" y="71"/>
                        </a:lnTo>
                        <a:lnTo>
                          <a:pt x="722" y="70"/>
                        </a:lnTo>
                        <a:lnTo>
                          <a:pt x="719" y="71"/>
                        </a:lnTo>
                        <a:lnTo>
                          <a:pt x="717" y="70"/>
                        </a:lnTo>
                        <a:lnTo>
                          <a:pt x="715" y="70"/>
                        </a:lnTo>
                        <a:lnTo>
                          <a:pt x="712" y="71"/>
                        </a:lnTo>
                        <a:lnTo>
                          <a:pt x="710" y="70"/>
                        </a:lnTo>
                        <a:lnTo>
                          <a:pt x="707" y="70"/>
                        </a:lnTo>
                        <a:lnTo>
                          <a:pt x="705" y="70"/>
                        </a:lnTo>
                        <a:lnTo>
                          <a:pt x="703" y="70"/>
                        </a:lnTo>
                        <a:lnTo>
                          <a:pt x="700" y="70"/>
                        </a:lnTo>
                        <a:lnTo>
                          <a:pt x="698" y="69"/>
                        </a:lnTo>
                        <a:lnTo>
                          <a:pt x="695" y="70"/>
                        </a:lnTo>
                        <a:lnTo>
                          <a:pt x="693" y="70"/>
                        </a:lnTo>
                        <a:lnTo>
                          <a:pt x="690" y="69"/>
                        </a:lnTo>
                        <a:lnTo>
                          <a:pt x="688" y="70"/>
                        </a:lnTo>
                        <a:lnTo>
                          <a:pt x="686" y="69"/>
                        </a:lnTo>
                        <a:lnTo>
                          <a:pt x="683" y="69"/>
                        </a:lnTo>
                        <a:lnTo>
                          <a:pt x="681" y="69"/>
                        </a:lnTo>
                        <a:lnTo>
                          <a:pt x="678" y="69"/>
                        </a:lnTo>
                        <a:lnTo>
                          <a:pt x="676" y="70"/>
                        </a:lnTo>
                        <a:lnTo>
                          <a:pt x="674" y="70"/>
                        </a:lnTo>
                        <a:lnTo>
                          <a:pt x="671" y="69"/>
                        </a:lnTo>
                        <a:lnTo>
                          <a:pt x="669" y="70"/>
                        </a:lnTo>
                        <a:lnTo>
                          <a:pt x="666" y="69"/>
                        </a:lnTo>
                        <a:lnTo>
                          <a:pt x="664" y="69"/>
                        </a:lnTo>
                        <a:lnTo>
                          <a:pt x="662" y="69"/>
                        </a:lnTo>
                        <a:lnTo>
                          <a:pt x="659" y="69"/>
                        </a:lnTo>
                        <a:lnTo>
                          <a:pt x="657" y="69"/>
                        </a:lnTo>
                        <a:lnTo>
                          <a:pt x="654" y="69"/>
                        </a:lnTo>
                        <a:lnTo>
                          <a:pt x="652" y="68"/>
                        </a:lnTo>
                        <a:lnTo>
                          <a:pt x="649" y="69"/>
                        </a:lnTo>
                        <a:lnTo>
                          <a:pt x="647" y="68"/>
                        </a:lnTo>
                        <a:lnTo>
                          <a:pt x="645" y="68"/>
                        </a:lnTo>
                        <a:lnTo>
                          <a:pt x="642" y="69"/>
                        </a:lnTo>
                        <a:lnTo>
                          <a:pt x="640" y="69"/>
                        </a:lnTo>
                        <a:lnTo>
                          <a:pt x="637" y="69"/>
                        </a:lnTo>
                        <a:lnTo>
                          <a:pt x="635" y="69"/>
                        </a:lnTo>
                        <a:lnTo>
                          <a:pt x="633" y="68"/>
                        </a:lnTo>
                        <a:lnTo>
                          <a:pt x="630" y="69"/>
                        </a:lnTo>
                        <a:lnTo>
                          <a:pt x="628" y="68"/>
                        </a:lnTo>
                        <a:lnTo>
                          <a:pt x="625" y="68"/>
                        </a:lnTo>
                        <a:lnTo>
                          <a:pt x="623" y="69"/>
                        </a:lnTo>
                        <a:lnTo>
                          <a:pt x="621" y="68"/>
                        </a:lnTo>
                        <a:lnTo>
                          <a:pt x="618" y="68"/>
                        </a:lnTo>
                        <a:lnTo>
                          <a:pt x="616" y="68"/>
                        </a:lnTo>
                        <a:lnTo>
                          <a:pt x="613" y="68"/>
                        </a:lnTo>
                        <a:lnTo>
                          <a:pt x="611" y="68"/>
                        </a:lnTo>
                        <a:lnTo>
                          <a:pt x="609" y="68"/>
                        </a:lnTo>
                        <a:lnTo>
                          <a:pt x="606" y="68"/>
                        </a:lnTo>
                        <a:lnTo>
                          <a:pt x="604" y="68"/>
                        </a:lnTo>
                        <a:lnTo>
                          <a:pt x="601" y="68"/>
                        </a:lnTo>
                        <a:lnTo>
                          <a:pt x="599" y="68"/>
                        </a:lnTo>
                        <a:lnTo>
                          <a:pt x="597" y="68"/>
                        </a:lnTo>
                        <a:lnTo>
                          <a:pt x="594" y="68"/>
                        </a:lnTo>
                        <a:lnTo>
                          <a:pt x="592" y="68"/>
                        </a:lnTo>
                        <a:lnTo>
                          <a:pt x="590" y="68"/>
                        </a:lnTo>
                        <a:lnTo>
                          <a:pt x="587" y="68"/>
                        </a:lnTo>
                        <a:lnTo>
                          <a:pt x="585" y="68"/>
                        </a:lnTo>
                        <a:lnTo>
                          <a:pt x="582" y="68"/>
                        </a:lnTo>
                        <a:lnTo>
                          <a:pt x="580" y="68"/>
                        </a:lnTo>
                        <a:lnTo>
                          <a:pt x="578" y="67"/>
                        </a:lnTo>
                        <a:lnTo>
                          <a:pt x="575" y="67"/>
                        </a:lnTo>
                        <a:lnTo>
                          <a:pt x="573" y="67"/>
                        </a:lnTo>
                        <a:lnTo>
                          <a:pt x="570" y="67"/>
                        </a:lnTo>
                        <a:lnTo>
                          <a:pt x="568" y="67"/>
                        </a:lnTo>
                        <a:lnTo>
                          <a:pt x="566" y="68"/>
                        </a:lnTo>
                        <a:lnTo>
                          <a:pt x="563" y="67"/>
                        </a:lnTo>
                        <a:lnTo>
                          <a:pt x="561" y="68"/>
                        </a:lnTo>
                        <a:lnTo>
                          <a:pt x="558" y="67"/>
                        </a:lnTo>
                        <a:lnTo>
                          <a:pt x="556" y="67"/>
                        </a:lnTo>
                        <a:lnTo>
                          <a:pt x="554" y="68"/>
                        </a:lnTo>
                        <a:lnTo>
                          <a:pt x="551" y="67"/>
                        </a:lnTo>
                        <a:lnTo>
                          <a:pt x="549" y="67"/>
                        </a:lnTo>
                        <a:lnTo>
                          <a:pt x="546" y="68"/>
                        </a:lnTo>
                        <a:lnTo>
                          <a:pt x="544" y="68"/>
                        </a:lnTo>
                        <a:lnTo>
                          <a:pt x="542" y="68"/>
                        </a:lnTo>
                        <a:lnTo>
                          <a:pt x="539" y="68"/>
                        </a:lnTo>
                        <a:lnTo>
                          <a:pt x="537" y="68"/>
                        </a:lnTo>
                        <a:lnTo>
                          <a:pt x="534" y="68"/>
                        </a:lnTo>
                        <a:lnTo>
                          <a:pt x="532" y="68"/>
                        </a:lnTo>
                        <a:lnTo>
                          <a:pt x="530" y="69"/>
                        </a:lnTo>
                        <a:lnTo>
                          <a:pt x="527" y="69"/>
                        </a:lnTo>
                        <a:lnTo>
                          <a:pt x="525" y="69"/>
                        </a:lnTo>
                        <a:lnTo>
                          <a:pt x="522" y="70"/>
                        </a:lnTo>
                        <a:lnTo>
                          <a:pt x="520" y="70"/>
                        </a:lnTo>
                        <a:lnTo>
                          <a:pt x="517" y="71"/>
                        </a:lnTo>
                        <a:lnTo>
                          <a:pt x="515" y="71"/>
                        </a:lnTo>
                        <a:lnTo>
                          <a:pt x="513" y="71"/>
                        </a:lnTo>
                        <a:lnTo>
                          <a:pt x="510" y="72"/>
                        </a:lnTo>
                        <a:lnTo>
                          <a:pt x="508" y="71"/>
                        </a:lnTo>
                        <a:lnTo>
                          <a:pt x="505" y="72"/>
                        </a:lnTo>
                        <a:lnTo>
                          <a:pt x="503" y="72"/>
                        </a:lnTo>
                        <a:lnTo>
                          <a:pt x="501" y="72"/>
                        </a:lnTo>
                        <a:lnTo>
                          <a:pt x="498" y="73"/>
                        </a:lnTo>
                        <a:lnTo>
                          <a:pt x="496" y="73"/>
                        </a:lnTo>
                        <a:lnTo>
                          <a:pt x="493" y="74"/>
                        </a:lnTo>
                        <a:lnTo>
                          <a:pt x="491" y="74"/>
                        </a:lnTo>
                        <a:lnTo>
                          <a:pt x="489" y="74"/>
                        </a:lnTo>
                        <a:lnTo>
                          <a:pt x="486" y="75"/>
                        </a:lnTo>
                        <a:lnTo>
                          <a:pt x="484" y="75"/>
                        </a:lnTo>
                        <a:lnTo>
                          <a:pt x="481" y="75"/>
                        </a:lnTo>
                        <a:lnTo>
                          <a:pt x="479" y="76"/>
                        </a:lnTo>
                        <a:lnTo>
                          <a:pt x="476" y="76"/>
                        </a:lnTo>
                        <a:lnTo>
                          <a:pt x="474" y="76"/>
                        </a:lnTo>
                        <a:lnTo>
                          <a:pt x="472" y="77"/>
                        </a:lnTo>
                        <a:lnTo>
                          <a:pt x="469" y="77"/>
                        </a:lnTo>
                        <a:lnTo>
                          <a:pt x="467" y="78"/>
                        </a:lnTo>
                        <a:lnTo>
                          <a:pt x="464" y="79"/>
                        </a:lnTo>
                        <a:lnTo>
                          <a:pt x="462" y="79"/>
                        </a:lnTo>
                        <a:lnTo>
                          <a:pt x="460" y="79"/>
                        </a:lnTo>
                        <a:lnTo>
                          <a:pt x="457" y="80"/>
                        </a:lnTo>
                        <a:lnTo>
                          <a:pt x="455" y="80"/>
                        </a:lnTo>
                        <a:lnTo>
                          <a:pt x="452" y="82"/>
                        </a:lnTo>
                        <a:lnTo>
                          <a:pt x="450" y="82"/>
                        </a:lnTo>
                        <a:lnTo>
                          <a:pt x="448" y="82"/>
                        </a:lnTo>
                        <a:lnTo>
                          <a:pt x="445" y="83"/>
                        </a:lnTo>
                        <a:lnTo>
                          <a:pt x="443" y="83"/>
                        </a:lnTo>
                        <a:lnTo>
                          <a:pt x="440" y="85"/>
                        </a:lnTo>
                        <a:lnTo>
                          <a:pt x="438" y="86"/>
                        </a:lnTo>
                        <a:lnTo>
                          <a:pt x="436" y="86"/>
                        </a:lnTo>
                        <a:lnTo>
                          <a:pt x="433" y="88"/>
                        </a:lnTo>
                        <a:lnTo>
                          <a:pt x="431" y="88"/>
                        </a:lnTo>
                        <a:lnTo>
                          <a:pt x="428" y="89"/>
                        </a:lnTo>
                        <a:lnTo>
                          <a:pt x="426" y="90"/>
                        </a:lnTo>
                        <a:lnTo>
                          <a:pt x="423" y="91"/>
                        </a:lnTo>
                        <a:lnTo>
                          <a:pt x="421" y="92"/>
                        </a:lnTo>
                        <a:lnTo>
                          <a:pt x="419" y="92"/>
                        </a:lnTo>
                        <a:lnTo>
                          <a:pt x="416" y="94"/>
                        </a:lnTo>
                        <a:lnTo>
                          <a:pt x="414" y="95"/>
                        </a:lnTo>
                        <a:lnTo>
                          <a:pt x="411" y="96"/>
                        </a:lnTo>
                        <a:lnTo>
                          <a:pt x="409" y="97"/>
                        </a:lnTo>
                        <a:lnTo>
                          <a:pt x="407" y="98"/>
                        </a:lnTo>
                        <a:lnTo>
                          <a:pt x="404" y="100"/>
                        </a:lnTo>
                        <a:lnTo>
                          <a:pt x="402" y="101"/>
                        </a:lnTo>
                        <a:lnTo>
                          <a:pt x="399" y="102"/>
                        </a:lnTo>
                        <a:lnTo>
                          <a:pt x="397" y="103"/>
                        </a:lnTo>
                        <a:lnTo>
                          <a:pt x="395" y="103"/>
                        </a:lnTo>
                        <a:lnTo>
                          <a:pt x="392" y="105"/>
                        </a:lnTo>
                        <a:lnTo>
                          <a:pt x="390" y="106"/>
                        </a:lnTo>
                        <a:lnTo>
                          <a:pt x="387" y="105"/>
                        </a:lnTo>
                        <a:lnTo>
                          <a:pt x="385" y="106"/>
                        </a:lnTo>
                        <a:lnTo>
                          <a:pt x="382" y="105"/>
                        </a:lnTo>
                        <a:lnTo>
                          <a:pt x="380" y="105"/>
                        </a:lnTo>
                        <a:lnTo>
                          <a:pt x="378" y="105"/>
                        </a:lnTo>
                        <a:lnTo>
                          <a:pt x="375" y="103"/>
                        </a:lnTo>
                        <a:lnTo>
                          <a:pt x="373" y="103"/>
                        </a:lnTo>
                        <a:lnTo>
                          <a:pt x="370" y="100"/>
                        </a:lnTo>
                        <a:lnTo>
                          <a:pt x="368" y="99"/>
                        </a:lnTo>
                        <a:lnTo>
                          <a:pt x="366" y="97"/>
                        </a:lnTo>
                        <a:lnTo>
                          <a:pt x="363" y="99"/>
                        </a:lnTo>
                        <a:lnTo>
                          <a:pt x="361" y="96"/>
                        </a:lnTo>
                        <a:lnTo>
                          <a:pt x="358" y="93"/>
                        </a:lnTo>
                        <a:lnTo>
                          <a:pt x="356" y="95"/>
                        </a:lnTo>
                        <a:lnTo>
                          <a:pt x="354" y="99"/>
                        </a:lnTo>
                        <a:lnTo>
                          <a:pt x="351" y="96"/>
                        </a:lnTo>
                        <a:lnTo>
                          <a:pt x="349" y="98"/>
                        </a:lnTo>
                        <a:lnTo>
                          <a:pt x="347" y="102"/>
                        </a:lnTo>
                        <a:lnTo>
                          <a:pt x="344" y="99"/>
                        </a:lnTo>
                        <a:lnTo>
                          <a:pt x="342" y="99"/>
                        </a:lnTo>
                        <a:lnTo>
                          <a:pt x="339" y="101"/>
                        </a:lnTo>
                        <a:lnTo>
                          <a:pt x="337" y="100"/>
                        </a:lnTo>
                        <a:lnTo>
                          <a:pt x="335" y="102"/>
                        </a:lnTo>
                        <a:lnTo>
                          <a:pt x="332" y="102"/>
                        </a:lnTo>
                        <a:lnTo>
                          <a:pt x="330" y="99"/>
                        </a:lnTo>
                        <a:lnTo>
                          <a:pt x="327" y="94"/>
                        </a:lnTo>
                        <a:lnTo>
                          <a:pt x="325" y="103"/>
                        </a:lnTo>
                        <a:lnTo>
                          <a:pt x="323" y="99"/>
                        </a:lnTo>
                        <a:lnTo>
                          <a:pt x="320" y="93"/>
                        </a:lnTo>
                        <a:lnTo>
                          <a:pt x="318" y="95"/>
                        </a:lnTo>
                        <a:lnTo>
                          <a:pt x="315" y="99"/>
                        </a:lnTo>
                        <a:lnTo>
                          <a:pt x="313" y="93"/>
                        </a:lnTo>
                        <a:lnTo>
                          <a:pt x="311" y="92"/>
                        </a:lnTo>
                        <a:lnTo>
                          <a:pt x="308" y="97"/>
                        </a:lnTo>
                        <a:lnTo>
                          <a:pt x="306" y="93"/>
                        </a:lnTo>
                        <a:lnTo>
                          <a:pt x="303" y="94"/>
                        </a:lnTo>
                        <a:lnTo>
                          <a:pt x="301" y="97"/>
                        </a:lnTo>
                        <a:lnTo>
                          <a:pt x="299" y="94"/>
                        </a:lnTo>
                        <a:lnTo>
                          <a:pt x="296" y="96"/>
                        </a:lnTo>
                        <a:lnTo>
                          <a:pt x="294" y="97"/>
                        </a:lnTo>
                        <a:lnTo>
                          <a:pt x="291" y="94"/>
                        </a:lnTo>
                        <a:lnTo>
                          <a:pt x="289" y="97"/>
                        </a:lnTo>
                        <a:lnTo>
                          <a:pt x="287" y="98"/>
                        </a:lnTo>
                        <a:lnTo>
                          <a:pt x="284" y="95"/>
                        </a:lnTo>
                        <a:lnTo>
                          <a:pt x="282" y="97"/>
                        </a:lnTo>
                        <a:lnTo>
                          <a:pt x="279" y="100"/>
                        </a:lnTo>
                        <a:lnTo>
                          <a:pt x="277" y="96"/>
                        </a:lnTo>
                        <a:lnTo>
                          <a:pt x="275" y="97"/>
                        </a:lnTo>
                        <a:lnTo>
                          <a:pt x="272" y="99"/>
                        </a:lnTo>
                        <a:lnTo>
                          <a:pt x="270" y="99"/>
                        </a:lnTo>
                        <a:lnTo>
                          <a:pt x="267" y="100"/>
                        </a:lnTo>
                        <a:lnTo>
                          <a:pt x="265" y="97"/>
                        </a:lnTo>
                        <a:lnTo>
                          <a:pt x="263" y="102"/>
                        </a:lnTo>
                        <a:lnTo>
                          <a:pt x="260" y="104"/>
                        </a:lnTo>
                        <a:lnTo>
                          <a:pt x="258" y="100"/>
                        </a:lnTo>
                        <a:lnTo>
                          <a:pt x="255" y="101"/>
                        </a:lnTo>
                        <a:lnTo>
                          <a:pt x="253" y="106"/>
                        </a:lnTo>
                        <a:lnTo>
                          <a:pt x="250" y="102"/>
                        </a:lnTo>
                        <a:lnTo>
                          <a:pt x="248" y="102"/>
                        </a:lnTo>
                        <a:lnTo>
                          <a:pt x="246" y="103"/>
                        </a:lnTo>
                        <a:lnTo>
                          <a:pt x="243" y="104"/>
                        </a:lnTo>
                        <a:lnTo>
                          <a:pt x="241" y="102"/>
                        </a:lnTo>
                        <a:lnTo>
                          <a:pt x="238" y="105"/>
                        </a:lnTo>
                        <a:lnTo>
                          <a:pt x="236" y="104"/>
                        </a:lnTo>
                        <a:lnTo>
                          <a:pt x="234" y="104"/>
                        </a:lnTo>
                        <a:lnTo>
                          <a:pt x="231" y="106"/>
                        </a:lnTo>
                        <a:lnTo>
                          <a:pt x="229" y="103"/>
                        </a:lnTo>
                        <a:lnTo>
                          <a:pt x="226" y="102"/>
                        </a:lnTo>
                        <a:lnTo>
                          <a:pt x="224" y="105"/>
                        </a:lnTo>
                        <a:lnTo>
                          <a:pt x="222" y="102"/>
                        </a:lnTo>
                        <a:lnTo>
                          <a:pt x="219" y="106"/>
                        </a:lnTo>
                        <a:lnTo>
                          <a:pt x="217" y="105"/>
                        </a:lnTo>
                        <a:lnTo>
                          <a:pt x="214" y="102"/>
                        </a:lnTo>
                        <a:lnTo>
                          <a:pt x="212" y="104"/>
                        </a:lnTo>
                        <a:lnTo>
                          <a:pt x="209" y="105"/>
                        </a:lnTo>
                        <a:lnTo>
                          <a:pt x="207" y="101"/>
                        </a:lnTo>
                        <a:lnTo>
                          <a:pt x="205" y="103"/>
                        </a:lnTo>
                        <a:lnTo>
                          <a:pt x="202" y="104"/>
                        </a:lnTo>
                        <a:lnTo>
                          <a:pt x="200" y="103"/>
                        </a:lnTo>
                        <a:lnTo>
                          <a:pt x="197" y="103"/>
                        </a:lnTo>
                        <a:lnTo>
                          <a:pt x="195" y="104"/>
                        </a:lnTo>
                        <a:lnTo>
                          <a:pt x="193" y="104"/>
                        </a:lnTo>
                        <a:lnTo>
                          <a:pt x="190" y="102"/>
                        </a:lnTo>
                        <a:lnTo>
                          <a:pt x="188" y="102"/>
                        </a:lnTo>
                        <a:lnTo>
                          <a:pt x="185" y="104"/>
                        </a:lnTo>
                        <a:lnTo>
                          <a:pt x="183" y="100"/>
                        </a:lnTo>
                        <a:lnTo>
                          <a:pt x="181" y="102"/>
                        </a:lnTo>
                        <a:lnTo>
                          <a:pt x="178" y="103"/>
                        </a:lnTo>
                        <a:lnTo>
                          <a:pt x="176" y="100"/>
                        </a:lnTo>
                        <a:lnTo>
                          <a:pt x="173" y="105"/>
                        </a:lnTo>
                        <a:lnTo>
                          <a:pt x="171" y="102"/>
                        </a:lnTo>
                        <a:lnTo>
                          <a:pt x="169" y="99"/>
                        </a:lnTo>
                        <a:lnTo>
                          <a:pt x="166" y="105"/>
                        </a:lnTo>
                        <a:lnTo>
                          <a:pt x="164" y="100"/>
                        </a:lnTo>
                        <a:lnTo>
                          <a:pt x="161" y="99"/>
                        </a:lnTo>
                        <a:lnTo>
                          <a:pt x="159" y="104"/>
                        </a:lnTo>
                        <a:lnTo>
                          <a:pt x="156" y="99"/>
                        </a:lnTo>
                        <a:lnTo>
                          <a:pt x="154" y="100"/>
                        </a:lnTo>
                        <a:lnTo>
                          <a:pt x="152" y="103"/>
                        </a:lnTo>
                        <a:lnTo>
                          <a:pt x="149" y="100"/>
                        </a:lnTo>
                        <a:lnTo>
                          <a:pt x="147" y="100"/>
                        </a:lnTo>
                        <a:lnTo>
                          <a:pt x="144" y="98"/>
                        </a:lnTo>
                        <a:lnTo>
                          <a:pt x="142" y="100"/>
                        </a:lnTo>
                        <a:lnTo>
                          <a:pt x="140" y="101"/>
                        </a:lnTo>
                        <a:lnTo>
                          <a:pt x="137" y="98"/>
                        </a:lnTo>
                        <a:lnTo>
                          <a:pt x="135" y="100"/>
                        </a:lnTo>
                        <a:lnTo>
                          <a:pt x="132" y="102"/>
                        </a:lnTo>
                        <a:lnTo>
                          <a:pt x="130" y="99"/>
                        </a:lnTo>
                        <a:lnTo>
                          <a:pt x="128" y="102"/>
                        </a:lnTo>
                        <a:lnTo>
                          <a:pt x="125" y="102"/>
                        </a:lnTo>
                        <a:lnTo>
                          <a:pt x="123" y="100"/>
                        </a:lnTo>
                        <a:lnTo>
                          <a:pt x="120" y="102"/>
                        </a:lnTo>
                        <a:lnTo>
                          <a:pt x="118" y="104"/>
                        </a:lnTo>
                        <a:lnTo>
                          <a:pt x="115" y="102"/>
                        </a:lnTo>
                        <a:lnTo>
                          <a:pt x="113" y="105"/>
                        </a:lnTo>
                        <a:lnTo>
                          <a:pt x="111" y="105"/>
                        </a:lnTo>
                        <a:lnTo>
                          <a:pt x="108" y="101"/>
                        </a:lnTo>
                        <a:lnTo>
                          <a:pt x="106" y="100"/>
                        </a:lnTo>
                        <a:lnTo>
                          <a:pt x="104" y="107"/>
                        </a:lnTo>
                        <a:lnTo>
                          <a:pt x="101" y="101"/>
                        </a:lnTo>
                        <a:lnTo>
                          <a:pt x="99" y="99"/>
                        </a:lnTo>
                        <a:lnTo>
                          <a:pt x="96" y="108"/>
                        </a:lnTo>
                        <a:lnTo>
                          <a:pt x="94" y="103"/>
                        </a:lnTo>
                        <a:lnTo>
                          <a:pt x="92" y="100"/>
                        </a:lnTo>
                        <a:lnTo>
                          <a:pt x="89" y="99"/>
                        </a:lnTo>
                        <a:lnTo>
                          <a:pt x="87" y="105"/>
                        </a:lnTo>
                        <a:lnTo>
                          <a:pt x="84" y="100"/>
                        </a:lnTo>
                        <a:lnTo>
                          <a:pt x="82" y="97"/>
                        </a:lnTo>
                        <a:lnTo>
                          <a:pt x="80" y="106"/>
                        </a:lnTo>
                        <a:lnTo>
                          <a:pt x="77" y="99"/>
                        </a:lnTo>
                        <a:lnTo>
                          <a:pt x="75" y="97"/>
                        </a:lnTo>
                        <a:lnTo>
                          <a:pt x="72" y="105"/>
                        </a:lnTo>
                        <a:lnTo>
                          <a:pt x="70" y="99"/>
                        </a:lnTo>
                        <a:lnTo>
                          <a:pt x="68" y="97"/>
                        </a:lnTo>
                        <a:lnTo>
                          <a:pt x="65" y="100"/>
                        </a:lnTo>
                        <a:lnTo>
                          <a:pt x="63" y="100"/>
                        </a:lnTo>
                        <a:lnTo>
                          <a:pt x="60" y="98"/>
                        </a:lnTo>
                        <a:lnTo>
                          <a:pt x="58" y="97"/>
                        </a:lnTo>
                        <a:lnTo>
                          <a:pt x="56" y="101"/>
                        </a:lnTo>
                        <a:lnTo>
                          <a:pt x="53" y="100"/>
                        </a:lnTo>
                        <a:lnTo>
                          <a:pt x="51" y="100"/>
                        </a:lnTo>
                        <a:lnTo>
                          <a:pt x="48" y="102"/>
                        </a:lnTo>
                        <a:lnTo>
                          <a:pt x="46" y="100"/>
                        </a:lnTo>
                        <a:lnTo>
                          <a:pt x="44" y="103"/>
                        </a:lnTo>
                        <a:lnTo>
                          <a:pt x="41" y="104"/>
                        </a:lnTo>
                        <a:lnTo>
                          <a:pt x="39" y="102"/>
                        </a:lnTo>
                        <a:lnTo>
                          <a:pt x="36" y="101"/>
                        </a:lnTo>
                        <a:lnTo>
                          <a:pt x="34" y="105"/>
                        </a:lnTo>
                        <a:lnTo>
                          <a:pt x="32" y="103"/>
                        </a:lnTo>
                        <a:lnTo>
                          <a:pt x="29" y="99"/>
                        </a:lnTo>
                        <a:lnTo>
                          <a:pt x="27" y="102"/>
                        </a:lnTo>
                        <a:lnTo>
                          <a:pt x="24" y="104"/>
                        </a:lnTo>
                        <a:lnTo>
                          <a:pt x="22" y="100"/>
                        </a:lnTo>
                        <a:lnTo>
                          <a:pt x="20" y="103"/>
                        </a:lnTo>
                        <a:lnTo>
                          <a:pt x="17" y="106"/>
                        </a:lnTo>
                        <a:lnTo>
                          <a:pt x="15" y="103"/>
                        </a:lnTo>
                        <a:lnTo>
                          <a:pt x="12" y="104"/>
                        </a:lnTo>
                        <a:lnTo>
                          <a:pt x="10" y="99"/>
                        </a:lnTo>
                        <a:lnTo>
                          <a:pt x="8" y="102"/>
                        </a:lnTo>
                        <a:lnTo>
                          <a:pt x="5" y="104"/>
                        </a:lnTo>
                        <a:lnTo>
                          <a:pt x="3" y="100"/>
                        </a:lnTo>
                        <a:lnTo>
                          <a:pt x="0" y="105"/>
                        </a:lnTo>
                        <a:lnTo>
                          <a:pt x="0" y="119"/>
                        </a:lnTo>
                        <a:lnTo>
                          <a:pt x="3" y="116"/>
                        </a:lnTo>
                        <a:lnTo>
                          <a:pt x="5" y="119"/>
                        </a:lnTo>
                        <a:lnTo>
                          <a:pt x="8" y="119"/>
                        </a:lnTo>
                        <a:lnTo>
                          <a:pt x="10" y="114"/>
                        </a:lnTo>
                        <a:lnTo>
                          <a:pt x="12" y="119"/>
                        </a:lnTo>
                        <a:lnTo>
                          <a:pt x="15" y="119"/>
                        </a:lnTo>
                        <a:lnTo>
                          <a:pt x="17" y="115"/>
                        </a:lnTo>
                        <a:lnTo>
                          <a:pt x="20" y="117"/>
                        </a:lnTo>
                        <a:lnTo>
                          <a:pt x="22" y="119"/>
                        </a:lnTo>
                        <a:lnTo>
                          <a:pt x="24" y="113"/>
                        </a:lnTo>
                        <a:lnTo>
                          <a:pt x="27" y="114"/>
                        </a:lnTo>
                        <a:lnTo>
                          <a:pt x="29" y="119"/>
                        </a:lnTo>
                        <a:lnTo>
                          <a:pt x="32" y="114"/>
                        </a:lnTo>
                        <a:lnTo>
                          <a:pt x="34" y="117"/>
                        </a:lnTo>
                        <a:lnTo>
                          <a:pt x="36" y="119"/>
                        </a:lnTo>
                        <a:lnTo>
                          <a:pt x="39" y="114"/>
                        </a:lnTo>
                        <a:lnTo>
                          <a:pt x="41" y="117"/>
                        </a:lnTo>
                        <a:lnTo>
                          <a:pt x="44" y="117"/>
                        </a:lnTo>
                        <a:lnTo>
                          <a:pt x="46" y="115"/>
                        </a:lnTo>
                        <a:lnTo>
                          <a:pt x="48" y="119"/>
                        </a:lnTo>
                        <a:lnTo>
                          <a:pt x="51" y="114"/>
                        </a:lnTo>
                        <a:lnTo>
                          <a:pt x="53" y="115"/>
                        </a:lnTo>
                        <a:lnTo>
                          <a:pt x="56" y="120"/>
                        </a:lnTo>
                        <a:lnTo>
                          <a:pt x="58" y="112"/>
                        </a:lnTo>
                        <a:lnTo>
                          <a:pt x="60" y="115"/>
                        </a:lnTo>
                        <a:lnTo>
                          <a:pt x="63" y="119"/>
                        </a:lnTo>
                        <a:lnTo>
                          <a:pt x="65" y="114"/>
                        </a:lnTo>
                        <a:lnTo>
                          <a:pt x="68" y="115"/>
                        </a:lnTo>
                        <a:lnTo>
                          <a:pt x="70" y="120"/>
                        </a:lnTo>
                        <a:lnTo>
                          <a:pt x="72" y="113"/>
                        </a:lnTo>
                        <a:lnTo>
                          <a:pt x="75" y="116"/>
                        </a:lnTo>
                        <a:lnTo>
                          <a:pt x="77" y="119"/>
                        </a:lnTo>
                        <a:lnTo>
                          <a:pt x="80" y="114"/>
                        </a:lnTo>
                        <a:lnTo>
                          <a:pt x="82" y="116"/>
                        </a:lnTo>
                        <a:lnTo>
                          <a:pt x="84" y="119"/>
                        </a:lnTo>
                        <a:lnTo>
                          <a:pt x="87" y="115"/>
                        </a:lnTo>
                        <a:lnTo>
                          <a:pt x="89" y="116"/>
                        </a:lnTo>
                        <a:lnTo>
                          <a:pt x="92" y="117"/>
                        </a:lnTo>
                        <a:lnTo>
                          <a:pt x="94" y="115"/>
                        </a:lnTo>
                        <a:lnTo>
                          <a:pt x="96" y="117"/>
                        </a:lnTo>
                        <a:lnTo>
                          <a:pt x="99" y="114"/>
                        </a:lnTo>
                        <a:lnTo>
                          <a:pt x="101" y="115"/>
                        </a:lnTo>
                        <a:lnTo>
                          <a:pt x="104" y="118"/>
                        </a:lnTo>
                        <a:lnTo>
                          <a:pt x="106" y="114"/>
                        </a:lnTo>
                        <a:lnTo>
                          <a:pt x="108" y="115"/>
                        </a:lnTo>
                        <a:lnTo>
                          <a:pt x="111" y="118"/>
                        </a:lnTo>
                        <a:lnTo>
                          <a:pt x="113" y="114"/>
                        </a:lnTo>
                        <a:lnTo>
                          <a:pt x="115" y="115"/>
                        </a:lnTo>
                        <a:lnTo>
                          <a:pt x="118" y="113"/>
                        </a:lnTo>
                        <a:lnTo>
                          <a:pt x="120" y="114"/>
                        </a:lnTo>
                        <a:lnTo>
                          <a:pt x="123" y="115"/>
                        </a:lnTo>
                        <a:lnTo>
                          <a:pt x="125" y="112"/>
                        </a:lnTo>
                        <a:lnTo>
                          <a:pt x="128" y="114"/>
                        </a:lnTo>
                        <a:lnTo>
                          <a:pt x="130" y="110"/>
                        </a:lnTo>
                        <a:lnTo>
                          <a:pt x="132" y="114"/>
                        </a:lnTo>
                        <a:lnTo>
                          <a:pt x="135" y="114"/>
                        </a:lnTo>
                        <a:lnTo>
                          <a:pt x="137" y="110"/>
                        </a:lnTo>
                        <a:lnTo>
                          <a:pt x="140" y="113"/>
                        </a:lnTo>
                        <a:lnTo>
                          <a:pt x="142" y="111"/>
                        </a:lnTo>
                        <a:lnTo>
                          <a:pt x="144" y="111"/>
                        </a:lnTo>
                        <a:lnTo>
                          <a:pt x="147" y="115"/>
                        </a:lnTo>
                        <a:lnTo>
                          <a:pt x="149" y="110"/>
                        </a:lnTo>
                        <a:lnTo>
                          <a:pt x="152" y="112"/>
                        </a:lnTo>
                        <a:lnTo>
                          <a:pt x="154" y="116"/>
                        </a:lnTo>
                        <a:lnTo>
                          <a:pt x="156" y="112"/>
                        </a:lnTo>
                        <a:lnTo>
                          <a:pt x="159" y="112"/>
                        </a:lnTo>
                        <a:lnTo>
                          <a:pt x="161" y="116"/>
                        </a:lnTo>
                        <a:lnTo>
                          <a:pt x="164" y="111"/>
                        </a:lnTo>
                        <a:lnTo>
                          <a:pt x="166" y="112"/>
                        </a:lnTo>
                        <a:lnTo>
                          <a:pt x="169" y="115"/>
                        </a:lnTo>
                        <a:lnTo>
                          <a:pt x="171" y="111"/>
                        </a:lnTo>
                        <a:lnTo>
                          <a:pt x="173" y="112"/>
                        </a:lnTo>
                        <a:lnTo>
                          <a:pt x="176" y="114"/>
                        </a:lnTo>
                        <a:lnTo>
                          <a:pt x="178" y="113"/>
                        </a:lnTo>
                        <a:lnTo>
                          <a:pt x="181" y="113"/>
                        </a:lnTo>
                        <a:lnTo>
                          <a:pt x="183" y="114"/>
                        </a:lnTo>
                        <a:lnTo>
                          <a:pt x="185" y="116"/>
                        </a:lnTo>
                        <a:lnTo>
                          <a:pt x="188" y="113"/>
                        </a:lnTo>
                        <a:lnTo>
                          <a:pt x="190" y="113"/>
                        </a:lnTo>
                        <a:lnTo>
                          <a:pt x="193" y="115"/>
                        </a:lnTo>
                        <a:lnTo>
                          <a:pt x="195" y="112"/>
                        </a:lnTo>
                        <a:lnTo>
                          <a:pt x="197" y="114"/>
                        </a:lnTo>
                        <a:lnTo>
                          <a:pt x="200" y="117"/>
                        </a:lnTo>
                        <a:lnTo>
                          <a:pt x="202" y="115"/>
                        </a:lnTo>
                        <a:lnTo>
                          <a:pt x="205" y="112"/>
                        </a:lnTo>
                        <a:lnTo>
                          <a:pt x="207" y="116"/>
                        </a:lnTo>
                        <a:lnTo>
                          <a:pt x="209" y="112"/>
                        </a:lnTo>
                        <a:lnTo>
                          <a:pt x="212" y="111"/>
                        </a:lnTo>
                        <a:close/>
                      </a:path>
                    </a:pathLst>
                  </a:custGeom>
                  <a:solidFill>
                    <a:srgbClr val="0000FF">
                      <a:alpha val="20000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466" name="Freeform 29">
                    <a:extLst>
                      <a:ext uri="{FF2B5EF4-FFF2-40B4-BE49-F238E27FC236}">
                        <a16:creationId xmlns:a16="http://schemas.microsoft.com/office/drawing/2014/main" id="{EDB7A20E-C546-4C40-8B08-21D197E935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79995" y="2607301"/>
                    <a:ext cx="3438525" cy="250825"/>
                  </a:xfrm>
                  <a:custGeom>
                    <a:avLst/>
                    <a:gdLst>
                      <a:gd name="T0" fmla="*/ 34 w 2166"/>
                      <a:gd name="T1" fmla="*/ 89 h 158"/>
                      <a:gd name="T2" fmla="*/ 70 w 2166"/>
                      <a:gd name="T3" fmla="*/ 87 h 158"/>
                      <a:gd name="T4" fmla="*/ 106 w 2166"/>
                      <a:gd name="T5" fmla="*/ 85 h 158"/>
                      <a:gd name="T6" fmla="*/ 142 w 2166"/>
                      <a:gd name="T7" fmla="*/ 84 h 158"/>
                      <a:gd name="T8" fmla="*/ 178 w 2166"/>
                      <a:gd name="T9" fmla="*/ 86 h 158"/>
                      <a:gd name="T10" fmla="*/ 214 w 2166"/>
                      <a:gd name="T11" fmla="*/ 86 h 158"/>
                      <a:gd name="T12" fmla="*/ 250 w 2166"/>
                      <a:gd name="T13" fmla="*/ 85 h 158"/>
                      <a:gd name="T14" fmla="*/ 287 w 2166"/>
                      <a:gd name="T15" fmla="*/ 80 h 158"/>
                      <a:gd name="T16" fmla="*/ 323 w 2166"/>
                      <a:gd name="T17" fmla="*/ 80 h 158"/>
                      <a:gd name="T18" fmla="*/ 358 w 2166"/>
                      <a:gd name="T19" fmla="*/ 78 h 158"/>
                      <a:gd name="T20" fmla="*/ 395 w 2166"/>
                      <a:gd name="T21" fmla="*/ 85 h 158"/>
                      <a:gd name="T22" fmla="*/ 431 w 2166"/>
                      <a:gd name="T23" fmla="*/ 72 h 158"/>
                      <a:gd name="T24" fmla="*/ 467 w 2166"/>
                      <a:gd name="T25" fmla="*/ 63 h 158"/>
                      <a:gd name="T26" fmla="*/ 503 w 2166"/>
                      <a:gd name="T27" fmla="*/ 57 h 158"/>
                      <a:gd name="T28" fmla="*/ 539 w 2166"/>
                      <a:gd name="T29" fmla="*/ 53 h 158"/>
                      <a:gd name="T30" fmla="*/ 575 w 2166"/>
                      <a:gd name="T31" fmla="*/ 52 h 158"/>
                      <a:gd name="T32" fmla="*/ 611 w 2166"/>
                      <a:gd name="T33" fmla="*/ 52 h 158"/>
                      <a:gd name="T34" fmla="*/ 647 w 2166"/>
                      <a:gd name="T35" fmla="*/ 52 h 158"/>
                      <a:gd name="T36" fmla="*/ 683 w 2166"/>
                      <a:gd name="T37" fmla="*/ 53 h 158"/>
                      <a:gd name="T38" fmla="*/ 719 w 2166"/>
                      <a:gd name="T39" fmla="*/ 53 h 158"/>
                      <a:gd name="T40" fmla="*/ 756 w 2166"/>
                      <a:gd name="T41" fmla="*/ 54 h 158"/>
                      <a:gd name="T42" fmla="*/ 792 w 2166"/>
                      <a:gd name="T43" fmla="*/ 55 h 158"/>
                      <a:gd name="T44" fmla="*/ 828 w 2166"/>
                      <a:gd name="T45" fmla="*/ 55 h 158"/>
                      <a:gd name="T46" fmla="*/ 864 w 2166"/>
                      <a:gd name="T47" fmla="*/ 56 h 158"/>
                      <a:gd name="T48" fmla="*/ 900 w 2166"/>
                      <a:gd name="T49" fmla="*/ 57 h 158"/>
                      <a:gd name="T50" fmla="*/ 936 w 2166"/>
                      <a:gd name="T51" fmla="*/ 58 h 158"/>
                      <a:gd name="T52" fmla="*/ 972 w 2166"/>
                      <a:gd name="T53" fmla="*/ 58 h 158"/>
                      <a:gd name="T54" fmla="*/ 1008 w 2166"/>
                      <a:gd name="T55" fmla="*/ 59 h 158"/>
                      <a:gd name="T56" fmla="*/ 1044 w 2166"/>
                      <a:gd name="T57" fmla="*/ 59 h 158"/>
                      <a:gd name="T58" fmla="*/ 1080 w 2166"/>
                      <a:gd name="T59" fmla="*/ 58 h 158"/>
                      <a:gd name="T60" fmla="*/ 1116 w 2166"/>
                      <a:gd name="T61" fmla="*/ 58 h 158"/>
                      <a:gd name="T62" fmla="*/ 1152 w 2166"/>
                      <a:gd name="T63" fmla="*/ 58 h 158"/>
                      <a:gd name="T64" fmla="*/ 1188 w 2166"/>
                      <a:gd name="T65" fmla="*/ 58 h 158"/>
                      <a:gd name="T66" fmla="*/ 1224 w 2166"/>
                      <a:gd name="T67" fmla="*/ 57 h 158"/>
                      <a:gd name="T68" fmla="*/ 1261 w 2166"/>
                      <a:gd name="T69" fmla="*/ 57 h 158"/>
                      <a:gd name="T70" fmla="*/ 1297 w 2166"/>
                      <a:gd name="T71" fmla="*/ 56 h 158"/>
                      <a:gd name="T72" fmla="*/ 1333 w 2166"/>
                      <a:gd name="T73" fmla="*/ 56 h 158"/>
                      <a:gd name="T74" fmla="*/ 1369 w 2166"/>
                      <a:gd name="T75" fmla="*/ 57 h 158"/>
                      <a:gd name="T76" fmla="*/ 1405 w 2166"/>
                      <a:gd name="T77" fmla="*/ 57 h 158"/>
                      <a:gd name="T78" fmla="*/ 1441 w 2166"/>
                      <a:gd name="T79" fmla="*/ 57 h 158"/>
                      <a:gd name="T80" fmla="*/ 1477 w 2166"/>
                      <a:gd name="T81" fmla="*/ 57 h 158"/>
                      <a:gd name="T82" fmla="*/ 1513 w 2166"/>
                      <a:gd name="T83" fmla="*/ 57 h 158"/>
                      <a:gd name="T84" fmla="*/ 1549 w 2166"/>
                      <a:gd name="T85" fmla="*/ 58 h 158"/>
                      <a:gd name="T86" fmla="*/ 1585 w 2166"/>
                      <a:gd name="T87" fmla="*/ 4 h 158"/>
                      <a:gd name="T88" fmla="*/ 1621 w 2166"/>
                      <a:gd name="T89" fmla="*/ 114 h 158"/>
                      <a:gd name="T90" fmla="*/ 1657 w 2166"/>
                      <a:gd name="T91" fmla="*/ 147 h 158"/>
                      <a:gd name="T92" fmla="*/ 1693 w 2166"/>
                      <a:gd name="T93" fmla="*/ 155 h 158"/>
                      <a:gd name="T94" fmla="*/ 1730 w 2166"/>
                      <a:gd name="T95" fmla="*/ 152 h 158"/>
                      <a:gd name="T96" fmla="*/ 1766 w 2166"/>
                      <a:gd name="T97" fmla="*/ 144 h 158"/>
                      <a:gd name="T98" fmla="*/ 1802 w 2166"/>
                      <a:gd name="T99" fmla="*/ 138 h 158"/>
                      <a:gd name="T100" fmla="*/ 1838 w 2166"/>
                      <a:gd name="T101" fmla="*/ 133 h 158"/>
                      <a:gd name="T102" fmla="*/ 1874 w 2166"/>
                      <a:gd name="T103" fmla="*/ 127 h 158"/>
                      <a:gd name="T104" fmla="*/ 1910 w 2166"/>
                      <a:gd name="T105" fmla="*/ 123 h 158"/>
                      <a:gd name="T106" fmla="*/ 1946 w 2166"/>
                      <a:gd name="T107" fmla="*/ 117 h 158"/>
                      <a:gd name="T108" fmla="*/ 1982 w 2166"/>
                      <a:gd name="T109" fmla="*/ 114 h 158"/>
                      <a:gd name="T110" fmla="*/ 2018 w 2166"/>
                      <a:gd name="T111" fmla="*/ 109 h 158"/>
                      <a:gd name="T112" fmla="*/ 2054 w 2166"/>
                      <a:gd name="T113" fmla="*/ 109 h 158"/>
                      <a:gd name="T114" fmla="*/ 2091 w 2166"/>
                      <a:gd name="T115" fmla="*/ 109 h 158"/>
                      <a:gd name="T116" fmla="*/ 2127 w 2166"/>
                      <a:gd name="T117" fmla="*/ 101 h 158"/>
                      <a:gd name="T118" fmla="*/ 2163 w 2166"/>
                      <a:gd name="T119" fmla="*/ 102 h 1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2166" h="158">
                        <a:moveTo>
                          <a:pt x="0" y="90"/>
                        </a:moveTo>
                        <a:lnTo>
                          <a:pt x="3" y="86"/>
                        </a:lnTo>
                        <a:lnTo>
                          <a:pt x="5" y="90"/>
                        </a:lnTo>
                        <a:lnTo>
                          <a:pt x="8" y="89"/>
                        </a:lnTo>
                        <a:lnTo>
                          <a:pt x="10" y="85"/>
                        </a:lnTo>
                        <a:lnTo>
                          <a:pt x="12" y="89"/>
                        </a:lnTo>
                        <a:lnTo>
                          <a:pt x="15" y="89"/>
                        </a:lnTo>
                        <a:lnTo>
                          <a:pt x="17" y="88"/>
                        </a:lnTo>
                        <a:lnTo>
                          <a:pt x="20" y="87"/>
                        </a:lnTo>
                        <a:lnTo>
                          <a:pt x="22" y="87"/>
                        </a:lnTo>
                        <a:lnTo>
                          <a:pt x="24" y="86"/>
                        </a:lnTo>
                        <a:lnTo>
                          <a:pt x="27" y="86"/>
                        </a:lnTo>
                        <a:lnTo>
                          <a:pt x="29" y="87"/>
                        </a:lnTo>
                        <a:lnTo>
                          <a:pt x="32" y="86"/>
                        </a:lnTo>
                        <a:lnTo>
                          <a:pt x="34" y="89"/>
                        </a:lnTo>
                        <a:lnTo>
                          <a:pt x="36" y="88"/>
                        </a:lnTo>
                        <a:lnTo>
                          <a:pt x="39" y="86"/>
                        </a:lnTo>
                        <a:lnTo>
                          <a:pt x="41" y="88"/>
                        </a:lnTo>
                        <a:lnTo>
                          <a:pt x="44" y="88"/>
                        </a:lnTo>
                        <a:lnTo>
                          <a:pt x="46" y="86"/>
                        </a:lnTo>
                        <a:lnTo>
                          <a:pt x="48" y="89"/>
                        </a:lnTo>
                        <a:lnTo>
                          <a:pt x="51" y="85"/>
                        </a:lnTo>
                        <a:lnTo>
                          <a:pt x="53" y="86"/>
                        </a:lnTo>
                        <a:lnTo>
                          <a:pt x="56" y="89"/>
                        </a:lnTo>
                        <a:lnTo>
                          <a:pt x="58" y="83"/>
                        </a:lnTo>
                        <a:lnTo>
                          <a:pt x="60" y="84"/>
                        </a:lnTo>
                        <a:lnTo>
                          <a:pt x="63" y="87"/>
                        </a:lnTo>
                        <a:lnTo>
                          <a:pt x="65" y="85"/>
                        </a:lnTo>
                        <a:lnTo>
                          <a:pt x="68" y="84"/>
                        </a:lnTo>
                        <a:lnTo>
                          <a:pt x="70" y="87"/>
                        </a:lnTo>
                        <a:lnTo>
                          <a:pt x="72" y="87"/>
                        </a:lnTo>
                        <a:lnTo>
                          <a:pt x="75" y="84"/>
                        </a:lnTo>
                        <a:lnTo>
                          <a:pt x="77" y="87"/>
                        </a:lnTo>
                        <a:lnTo>
                          <a:pt x="80" y="88"/>
                        </a:lnTo>
                        <a:lnTo>
                          <a:pt x="82" y="84"/>
                        </a:lnTo>
                        <a:lnTo>
                          <a:pt x="84" y="87"/>
                        </a:lnTo>
                        <a:lnTo>
                          <a:pt x="87" y="88"/>
                        </a:lnTo>
                        <a:lnTo>
                          <a:pt x="89" y="86"/>
                        </a:lnTo>
                        <a:lnTo>
                          <a:pt x="92" y="87"/>
                        </a:lnTo>
                        <a:lnTo>
                          <a:pt x="94" y="87"/>
                        </a:lnTo>
                        <a:lnTo>
                          <a:pt x="96" y="90"/>
                        </a:lnTo>
                        <a:lnTo>
                          <a:pt x="99" y="84"/>
                        </a:lnTo>
                        <a:lnTo>
                          <a:pt x="101" y="86"/>
                        </a:lnTo>
                        <a:lnTo>
                          <a:pt x="104" y="90"/>
                        </a:lnTo>
                        <a:lnTo>
                          <a:pt x="106" y="85"/>
                        </a:lnTo>
                        <a:lnTo>
                          <a:pt x="108" y="86"/>
                        </a:lnTo>
                        <a:lnTo>
                          <a:pt x="111" y="89"/>
                        </a:lnTo>
                        <a:lnTo>
                          <a:pt x="113" y="87"/>
                        </a:lnTo>
                        <a:lnTo>
                          <a:pt x="115" y="87"/>
                        </a:lnTo>
                        <a:lnTo>
                          <a:pt x="118" y="86"/>
                        </a:lnTo>
                        <a:lnTo>
                          <a:pt x="120" y="86"/>
                        </a:lnTo>
                        <a:lnTo>
                          <a:pt x="123" y="86"/>
                        </a:lnTo>
                        <a:lnTo>
                          <a:pt x="125" y="86"/>
                        </a:lnTo>
                        <a:lnTo>
                          <a:pt x="128" y="86"/>
                        </a:lnTo>
                        <a:lnTo>
                          <a:pt x="130" y="83"/>
                        </a:lnTo>
                        <a:lnTo>
                          <a:pt x="132" y="86"/>
                        </a:lnTo>
                        <a:lnTo>
                          <a:pt x="135" y="85"/>
                        </a:lnTo>
                        <a:lnTo>
                          <a:pt x="137" y="82"/>
                        </a:lnTo>
                        <a:lnTo>
                          <a:pt x="140" y="85"/>
                        </a:lnTo>
                        <a:lnTo>
                          <a:pt x="142" y="84"/>
                        </a:lnTo>
                        <a:lnTo>
                          <a:pt x="144" y="83"/>
                        </a:lnTo>
                        <a:lnTo>
                          <a:pt x="147" y="86"/>
                        </a:lnTo>
                        <a:lnTo>
                          <a:pt x="149" y="83"/>
                        </a:lnTo>
                        <a:lnTo>
                          <a:pt x="152" y="85"/>
                        </a:lnTo>
                        <a:lnTo>
                          <a:pt x="154" y="86"/>
                        </a:lnTo>
                        <a:lnTo>
                          <a:pt x="156" y="84"/>
                        </a:lnTo>
                        <a:lnTo>
                          <a:pt x="159" y="86"/>
                        </a:lnTo>
                        <a:lnTo>
                          <a:pt x="161" y="86"/>
                        </a:lnTo>
                        <a:lnTo>
                          <a:pt x="164" y="84"/>
                        </a:lnTo>
                        <a:lnTo>
                          <a:pt x="166" y="87"/>
                        </a:lnTo>
                        <a:lnTo>
                          <a:pt x="169" y="85"/>
                        </a:lnTo>
                        <a:lnTo>
                          <a:pt x="171" y="84"/>
                        </a:lnTo>
                        <a:lnTo>
                          <a:pt x="173" y="87"/>
                        </a:lnTo>
                        <a:lnTo>
                          <a:pt x="176" y="85"/>
                        </a:lnTo>
                        <a:lnTo>
                          <a:pt x="178" y="86"/>
                        </a:lnTo>
                        <a:lnTo>
                          <a:pt x="181" y="86"/>
                        </a:lnTo>
                        <a:lnTo>
                          <a:pt x="183" y="85"/>
                        </a:lnTo>
                        <a:lnTo>
                          <a:pt x="185" y="88"/>
                        </a:lnTo>
                        <a:lnTo>
                          <a:pt x="188" y="86"/>
                        </a:lnTo>
                        <a:lnTo>
                          <a:pt x="190" y="85"/>
                        </a:lnTo>
                        <a:lnTo>
                          <a:pt x="193" y="87"/>
                        </a:lnTo>
                        <a:lnTo>
                          <a:pt x="195" y="86"/>
                        </a:lnTo>
                        <a:lnTo>
                          <a:pt x="197" y="86"/>
                        </a:lnTo>
                        <a:lnTo>
                          <a:pt x="200" y="88"/>
                        </a:lnTo>
                        <a:lnTo>
                          <a:pt x="202" y="87"/>
                        </a:lnTo>
                        <a:lnTo>
                          <a:pt x="205" y="86"/>
                        </a:lnTo>
                        <a:lnTo>
                          <a:pt x="207" y="86"/>
                        </a:lnTo>
                        <a:lnTo>
                          <a:pt x="209" y="86"/>
                        </a:lnTo>
                        <a:lnTo>
                          <a:pt x="212" y="86"/>
                        </a:lnTo>
                        <a:lnTo>
                          <a:pt x="214" y="86"/>
                        </a:lnTo>
                        <a:lnTo>
                          <a:pt x="217" y="85"/>
                        </a:lnTo>
                        <a:lnTo>
                          <a:pt x="219" y="86"/>
                        </a:lnTo>
                        <a:lnTo>
                          <a:pt x="222" y="86"/>
                        </a:lnTo>
                        <a:lnTo>
                          <a:pt x="224" y="86"/>
                        </a:lnTo>
                        <a:lnTo>
                          <a:pt x="226" y="85"/>
                        </a:lnTo>
                        <a:lnTo>
                          <a:pt x="229" y="86"/>
                        </a:lnTo>
                        <a:lnTo>
                          <a:pt x="231" y="85"/>
                        </a:lnTo>
                        <a:lnTo>
                          <a:pt x="234" y="86"/>
                        </a:lnTo>
                        <a:lnTo>
                          <a:pt x="236" y="86"/>
                        </a:lnTo>
                        <a:lnTo>
                          <a:pt x="238" y="84"/>
                        </a:lnTo>
                        <a:lnTo>
                          <a:pt x="241" y="84"/>
                        </a:lnTo>
                        <a:lnTo>
                          <a:pt x="243" y="88"/>
                        </a:lnTo>
                        <a:lnTo>
                          <a:pt x="246" y="83"/>
                        </a:lnTo>
                        <a:lnTo>
                          <a:pt x="248" y="83"/>
                        </a:lnTo>
                        <a:lnTo>
                          <a:pt x="250" y="85"/>
                        </a:lnTo>
                        <a:lnTo>
                          <a:pt x="253" y="84"/>
                        </a:lnTo>
                        <a:lnTo>
                          <a:pt x="255" y="83"/>
                        </a:lnTo>
                        <a:lnTo>
                          <a:pt x="258" y="84"/>
                        </a:lnTo>
                        <a:lnTo>
                          <a:pt x="260" y="83"/>
                        </a:lnTo>
                        <a:lnTo>
                          <a:pt x="263" y="84"/>
                        </a:lnTo>
                        <a:lnTo>
                          <a:pt x="265" y="83"/>
                        </a:lnTo>
                        <a:lnTo>
                          <a:pt x="267" y="81"/>
                        </a:lnTo>
                        <a:lnTo>
                          <a:pt x="270" y="83"/>
                        </a:lnTo>
                        <a:lnTo>
                          <a:pt x="272" y="83"/>
                        </a:lnTo>
                        <a:lnTo>
                          <a:pt x="275" y="80"/>
                        </a:lnTo>
                        <a:lnTo>
                          <a:pt x="277" y="81"/>
                        </a:lnTo>
                        <a:lnTo>
                          <a:pt x="279" y="82"/>
                        </a:lnTo>
                        <a:lnTo>
                          <a:pt x="282" y="80"/>
                        </a:lnTo>
                        <a:lnTo>
                          <a:pt x="284" y="80"/>
                        </a:lnTo>
                        <a:lnTo>
                          <a:pt x="287" y="80"/>
                        </a:lnTo>
                        <a:lnTo>
                          <a:pt x="289" y="80"/>
                        </a:lnTo>
                        <a:lnTo>
                          <a:pt x="291" y="80"/>
                        </a:lnTo>
                        <a:lnTo>
                          <a:pt x="294" y="79"/>
                        </a:lnTo>
                        <a:lnTo>
                          <a:pt x="296" y="79"/>
                        </a:lnTo>
                        <a:lnTo>
                          <a:pt x="299" y="80"/>
                        </a:lnTo>
                        <a:lnTo>
                          <a:pt x="301" y="79"/>
                        </a:lnTo>
                        <a:lnTo>
                          <a:pt x="303" y="77"/>
                        </a:lnTo>
                        <a:lnTo>
                          <a:pt x="306" y="79"/>
                        </a:lnTo>
                        <a:lnTo>
                          <a:pt x="308" y="79"/>
                        </a:lnTo>
                        <a:lnTo>
                          <a:pt x="311" y="77"/>
                        </a:lnTo>
                        <a:lnTo>
                          <a:pt x="313" y="78"/>
                        </a:lnTo>
                        <a:lnTo>
                          <a:pt x="315" y="81"/>
                        </a:lnTo>
                        <a:lnTo>
                          <a:pt x="318" y="78"/>
                        </a:lnTo>
                        <a:lnTo>
                          <a:pt x="320" y="78"/>
                        </a:lnTo>
                        <a:lnTo>
                          <a:pt x="323" y="80"/>
                        </a:lnTo>
                        <a:lnTo>
                          <a:pt x="325" y="83"/>
                        </a:lnTo>
                        <a:lnTo>
                          <a:pt x="327" y="79"/>
                        </a:lnTo>
                        <a:lnTo>
                          <a:pt x="330" y="78"/>
                        </a:lnTo>
                        <a:lnTo>
                          <a:pt x="332" y="82"/>
                        </a:lnTo>
                        <a:lnTo>
                          <a:pt x="335" y="84"/>
                        </a:lnTo>
                        <a:lnTo>
                          <a:pt x="337" y="80"/>
                        </a:lnTo>
                        <a:lnTo>
                          <a:pt x="339" y="82"/>
                        </a:lnTo>
                        <a:lnTo>
                          <a:pt x="342" y="83"/>
                        </a:lnTo>
                        <a:lnTo>
                          <a:pt x="344" y="79"/>
                        </a:lnTo>
                        <a:lnTo>
                          <a:pt x="347" y="82"/>
                        </a:lnTo>
                        <a:lnTo>
                          <a:pt x="349" y="81"/>
                        </a:lnTo>
                        <a:lnTo>
                          <a:pt x="351" y="78"/>
                        </a:lnTo>
                        <a:lnTo>
                          <a:pt x="354" y="79"/>
                        </a:lnTo>
                        <a:lnTo>
                          <a:pt x="356" y="80"/>
                        </a:lnTo>
                        <a:lnTo>
                          <a:pt x="358" y="78"/>
                        </a:lnTo>
                        <a:lnTo>
                          <a:pt x="361" y="80"/>
                        </a:lnTo>
                        <a:lnTo>
                          <a:pt x="363" y="82"/>
                        </a:lnTo>
                        <a:lnTo>
                          <a:pt x="366" y="82"/>
                        </a:lnTo>
                        <a:lnTo>
                          <a:pt x="368" y="84"/>
                        </a:lnTo>
                        <a:lnTo>
                          <a:pt x="370" y="85"/>
                        </a:lnTo>
                        <a:lnTo>
                          <a:pt x="373" y="86"/>
                        </a:lnTo>
                        <a:lnTo>
                          <a:pt x="375" y="87"/>
                        </a:lnTo>
                        <a:lnTo>
                          <a:pt x="378" y="87"/>
                        </a:lnTo>
                        <a:lnTo>
                          <a:pt x="380" y="87"/>
                        </a:lnTo>
                        <a:lnTo>
                          <a:pt x="382" y="87"/>
                        </a:lnTo>
                        <a:lnTo>
                          <a:pt x="385" y="87"/>
                        </a:lnTo>
                        <a:lnTo>
                          <a:pt x="387" y="87"/>
                        </a:lnTo>
                        <a:lnTo>
                          <a:pt x="390" y="86"/>
                        </a:lnTo>
                        <a:lnTo>
                          <a:pt x="392" y="86"/>
                        </a:lnTo>
                        <a:lnTo>
                          <a:pt x="395" y="85"/>
                        </a:lnTo>
                        <a:lnTo>
                          <a:pt x="397" y="84"/>
                        </a:lnTo>
                        <a:lnTo>
                          <a:pt x="399" y="84"/>
                        </a:lnTo>
                        <a:lnTo>
                          <a:pt x="402" y="83"/>
                        </a:lnTo>
                        <a:lnTo>
                          <a:pt x="404" y="82"/>
                        </a:lnTo>
                        <a:lnTo>
                          <a:pt x="407" y="81"/>
                        </a:lnTo>
                        <a:lnTo>
                          <a:pt x="409" y="80"/>
                        </a:lnTo>
                        <a:lnTo>
                          <a:pt x="411" y="79"/>
                        </a:lnTo>
                        <a:lnTo>
                          <a:pt x="414" y="78"/>
                        </a:lnTo>
                        <a:lnTo>
                          <a:pt x="416" y="78"/>
                        </a:lnTo>
                        <a:lnTo>
                          <a:pt x="419" y="77"/>
                        </a:lnTo>
                        <a:lnTo>
                          <a:pt x="421" y="76"/>
                        </a:lnTo>
                        <a:lnTo>
                          <a:pt x="423" y="75"/>
                        </a:lnTo>
                        <a:lnTo>
                          <a:pt x="426" y="74"/>
                        </a:lnTo>
                        <a:lnTo>
                          <a:pt x="428" y="74"/>
                        </a:lnTo>
                        <a:lnTo>
                          <a:pt x="431" y="72"/>
                        </a:lnTo>
                        <a:lnTo>
                          <a:pt x="433" y="72"/>
                        </a:lnTo>
                        <a:lnTo>
                          <a:pt x="436" y="71"/>
                        </a:lnTo>
                        <a:lnTo>
                          <a:pt x="438" y="70"/>
                        </a:lnTo>
                        <a:lnTo>
                          <a:pt x="440" y="70"/>
                        </a:lnTo>
                        <a:lnTo>
                          <a:pt x="443" y="69"/>
                        </a:lnTo>
                        <a:lnTo>
                          <a:pt x="445" y="68"/>
                        </a:lnTo>
                        <a:lnTo>
                          <a:pt x="448" y="67"/>
                        </a:lnTo>
                        <a:lnTo>
                          <a:pt x="450" y="67"/>
                        </a:lnTo>
                        <a:lnTo>
                          <a:pt x="452" y="66"/>
                        </a:lnTo>
                        <a:lnTo>
                          <a:pt x="455" y="65"/>
                        </a:lnTo>
                        <a:lnTo>
                          <a:pt x="457" y="64"/>
                        </a:lnTo>
                        <a:lnTo>
                          <a:pt x="460" y="64"/>
                        </a:lnTo>
                        <a:lnTo>
                          <a:pt x="462" y="64"/>
                        </a:lnTo>
                        <a:lnTo>
                          <a:pt x="464" y="63"/>
                        </a:lnTo>
                        <a:lnTo>
                          <a:pt x="467" y="63"/>
                        </a:lnTo>
                        <a:lnTo>
                          <a:pt x="469" y="63"/>
                        </a:lnTo>
                        <a:lnTo>
                          <a:pt x="472" y="62"/>
                        </a:lnTo>
                        <a:lnTo>
                          <a:pt x="474" y="61"/>
                        </a:lnTo>
                        <a:lnTo>
                          <a:pt x="476" y="61"/>
                        </a:lnTo>
                        <a:lnTo>
                          <a:pt x="479" y="60"/>
                        </a:lnTo>
                        <a:lnTo>
                          <a:pt x="481" y="60"/>
                        </a:lnTo>
                        <a:lnTo>
                          <a:pt x="484" y="60"/>
                        </a:lnTo>
                        <a:lnTo>
                          <a:pt x="486" y="59"/>
                        </a:lnTo>
                        <a:lnTo>
                          <a:pt x="489" y="59"/>
                        </a:lnTo>
                        <a:lnTo>
                          <a:pt x="491" y="58"/>
                        </a:lnTo>
                        <a:lnTo>
                          <a:pt x="493" y="58"/>
                        </a:lnTo>
                        <a:lnTo>
                          <a:pt x="496" y="58"/>
                        </a:lnTo>
                        <a:lnTo>
                          <a:pt x="498" y="57"/>
                        </a:lnTo>
                        <a:lnTo>
                          <a:pt x="501" y="57"/>
                        </a:lnTo>
                        <a:lnTo>
                          <a:pt x="503" y="57"/>
                        </a:lnTo>
                        <a:lnTo>
                          <a:pt x="505" y="56"/>
                        </a:lnTo>
                        <a:lnTo>
                          <a:pt x="508" y="56"/>
                        </a:lnTo>
                        <a:lnTo>
                          <a:pt x="510" y="56"/>
                        </a:lnTo>
                        <a:lnTo>
                          <a:pt x="513" y="55"/>
                        </a:lnTo>
                        <a:lnTo>
                          <a:pt x="515" y="55"/>
                        </a:lnTo>
                        <a:lnTo>
                          <a:pt x="517" y="55"/>
                        </a:lnTo>
                        <a:lnTo>
                          <a:pt x="520" y="55"/>
                        </a:lnTo>
                        <a:lnTo>
                          <a:pt x="522" y="55"/>
                        </a:lnTo>
                        <a:lnTo>
                          <a:pt x="525" y="54"/>
                        </a:lnTo>
                        <a:lnTo>
                          <a:pt x="527" y="54"/>
                        </a:lnTo>
                        <a:lnTo>
                          <a:pt x="530" y="54"/>
                        </a:lnTo>
                        <a:lnTo>
                          <a:pt x="532" y="53"/>
                        </a:lnTo>
                        <a:lnTo>
                          <a:pt x="534" y="54"/>
                        </a:lnTo>
                        <a:lnTo>
                          <a:pt x="537" y="53"/>
                        </a:lnTo>
                        <a:lnTo>
                          <a:pt x="539" y="53"/>
                        </a:lnTo>
                        <a:lnTo>
                          <a:pt x="542" y="53"/>
                        </a:lnTo>
                        <a:lnTo>
                          <a:pt x="544" y="52"/>
                        </a:lnTo>
                        <a:lnTo>
                          <a:pt x="546" y="52"/>
                        </a:lnTo>
                        <a:lnTo>
                          <a:pt x="549" y="52"/>
                        </a:lnTo>
                        <a:lnTo>
                          <a:pt x="551" y="52"/>
                        </a:lnTo>
                        <a:lnTo>
                          <a:pt x="554" y="52"/>
                        </a:lnTo>
                        <a:lnTo>
                          <a:pt x="556" y="52"/>
                        </a:lnTo>
                        <a:lnTo>
                          <a:pt x="558" y="52"/>
                        </a:lnTo>
                        <a:lnTo>
                          <a:pt x="561" y="52"/>
                        </a:lnTo>
                        <a:lnTo>
                          <a:pt x="563" y="52"/>
                        </a:lnTo>
                        <a:lnTo>
                          <a:pt x="566" y="52"/>
                        </a:lnTo>
                        <a:lnTo>
                          <a:pt x="568" y="52"/>
                        </a:lnTo>
                        <a:lnTo>
                          <a:pt x="570" y="52"/>
                        </a:lnTo>
                        <a:lnTo>
                          <a:pt x="573" y="52"/>
                        </a:lnTo>
                        <a:lnTo>
                          <a:pt x="575" y="52"/>
                        </a:lnTo>
                        <a:lnTo>
                          <a:pt x="578" y="52"/>
                        </a:lnTo>
                        <a:lnTo>
                          <a:pt x="580" y="52"/>
                        </a:lnTo>
                        <a:lnTo>
                          <a:pt x="582" y="52"/>
                        </a:lnTo>
                        <a:lnTo>
                          <a:pt x="585" y="52"/>
                        </a:lnTo>
                        <a:lnTo>
                          <a:pt x="587" y="52"/>
                        </a:lnTo>
                        <a:lnTo>
                          <a:pt x="590" y="52"/>
                        </a:lnTo>
                        <a:lnTo>
                          <a:pt x="592" y="52"/>
                        </a:lnTo>
                        <a:lnTo>
                          <a:pt x="594" y="52"/>
                        </a:lnTo>
                        <a:lnTo>
                          <a:pt x="597" y="52"/>
                        </a:lnTo>
                        <a:lnTo>
                          <a:pt x="599" y="52"/>
                        </a:lnTo>
                        <a:lnTo>
                          <a:pt x="601" y="52"/>
                        </a:lnTo>
                        <a:lnTo>
                          <a:pt x="604" y="52"/>
                        </a:lnTo>
                        <a:lnTo>
                          <a:pt x="606" y="52"/>
                        </a:lnTo>
                        <a:lnTo>
                          <a:pt x="609" y="52"/>
                        </a:lnTo>
                        <a:lnTo>
                          <a:pt x="611" y="52"/>
                        </a:lnTo>
                        <a:lnTo>
                          <a:pt x="613" y="52"/>
                        </a:lnTo>
                        <a:lnTo>
                          <a:pt x="616" y="52"/>
                        </a:lnTo>
                        <a:lnTo>
                          <a:pt x="618" y="52"/>
                        </a:lnTo>
                        <a:lnTo>
                          <a:pt x="621" y="52"/>
                        </a:lnTo>
                        <a:lnTo>
                          <a:pt x="623" y="52"/>
                        </a:lnTo>
                        <a:lnTo>
                          <a:pt x="625" y="52"/>
                        </a:lnTo>
                        <a:lnTo>
                          <a:pt x="628" y="52"/>
                        </a:lnTo>
                        <a:lnTo>
                          <a:pt x="630" y="52"/>
                        </a:lnTo>
                        <a:lnTo>
                          <a:pt x="633" y="52"/>
                        </a:lnTo>
                        <a:lnTo>
                          <a:pt x="635" y="52"/>
                        </a:lnTo>
                        <a:lnTo>
                          <a:pt x="637" y="52"/>
                        </a:lnTo>
                        <a:lnTo>
                          <a:pt x="640" y="52"/>
                        </a:lnTo>
                        <a:lnTo>
                          <a:pt x="642" y="52"/>
                        </a:lnTo>
                        <a:lnTo>
                          <a:pt x="645" y="52"/>
                        </a:lnTo>
                        <a:lnTo>
                          <a:pt x="647" y="52"/>
                        </a:lnTo>
                        <a:lnTo>
                          <a:pt x="649" y="52"/>
                        </a:lnTo>
                        <a:lnTo>
                          <a:pt x="652" y="52"/>
                        </a:lnTo>
                        <a:lnTo>
                          <a:pt x="654" y="52"/>
                        </a:lnTo>
                        <a:lnTo>
                          <a:pt x="657" y="52"/>
                        </a:lnTo>
                        <a:lnTo>
                          <a:pt x="659" y="52"/>
                        </a:lnTo>
                        <a:lnTo>
                          <a:pt x="662" y="53"/>
                        </a:lnTo>
                        <a:lnTo>
                          <a:pt x="664" y="52"/>
                        </a:lnTo>
                        <a:lnTo>
                          <a:pt x="666" y="53"/>
                        </a:lnTo>
                        <a:lnTo>
                          <a:pt x="669" y="53"/>
                        </a:lnTo>
                        <a:lnTo>
                          <a:pt x="671" y="52"/>
                        </a:lnTo>
                        <a:lnTo>
                          <a:pt x="674" y="52"/>
                        </a:lnTo>
                        <a:lnTo>
                          <a:pt x="676" y="53"/>
                        </a:lnTo>
                        <a:lnTo>
                          <a:pt x="678" y="52"/>
                        </a:lnTo>
                        <a:lnTo>
                          <a:pt x="681" y="52"/>
                        </a:lnTo>
                        <a:lnTo>
                          <a:pt x="683" y="53"/>
                        </a:lnTo>
                        <a:lnTo>
                          <a:pt x="686" y="52"/>
                        </a:lnTo>
                        <a:lnTo>
                          <a:pt x="688" y="53"/>
                        </a:lnTo>
                        <a:lnTo>
                          <a:pt x="690" y="52"/>
                        </a:lnTo>
                        <a:lnTo>
                          <a:pt x="693" y="53"/>
                        </a:lnTo>
                        <a:lnTo>
                          <a:pt x="695" y="53"/>
                        </a:lnTo>
                        <a:lnTo>
                          <a:pt x="698" y="53"/>
                        </a:lnTo>
                        <a:lnTo>
                          <a:pt x="700" y="53"/>
                        </a:lnTo>
                        <a:lnTo>
                          <a:pt x="703" y="53"/>
                        </a:lnTo>
                        <a:lnTo>
                          <a:pt x="705" y="53"/>
                        </a:lnTo>
                        <a:lnTo>
                          <a:pt x="707" y="53"/>
                        </a:lnTo>
                        <a:lnTo>
                          <a:pt x="710" y="53"/>
                        </a:lnTo>
                        <a:lnTo>
                          <a:pt x="712" y="53"/>
                        </a:lnTo>
                        <a:lnTo>
                          <a:pt x="715" y="53"/>
                        </a:lnTo>
                        <a:lnTo>
                          <a:pt x="717" y="53"/>
                        </a:lnTo>
                        <a:lnTo>
                          <a:pt x="719" y="53"/>
                        </a:lnTo>
                        <a:lnTo>
                          <a:pt x="722" y="53"/>
                        </a:lnTo>
                        <a:lnTo>
                          <a:pt x="724" y="54"/>
                        </a:lnTo>
                        <a:lnTo>
                          <a:pt x="727" y="53"/>
                        </a:lnTo>
                        <a:lnTo>
                          <a:pt x="729" y="54"/>
                        </a:lnTo>
                        <a:lnTo>
                          <a:pt x="731" y="54"/>
                        </a:lnTo>
                        <a:lnTo>
                          <a:pt x="734" y="54"/>
                        </a:lnTo>
                        <a:lnTo>
                          <a:pt x="736" y="54"/>
                        </a:lnTo>
                        <a:lnTo>
                          <a:pt x="739" y="54"/>
                        </a:lnTo>
                        <a:lnTo>
                          <a:pt x="741" y="54"/>
                        </a:lnTo>
                        <a:lnTo>
                          <a:pt x="743" y="54"/>
                        </a:lnTo>
                        <a:lnTo>
                          <a:pt x="746" y="54"/>
                        </a:lnTo>
                        <a:lnTo>
                          <a:pt x="748" y="54"/>
                        </a:lnTo>
                        <a:lnTo>
                          <a:pt x="751" y="54"/>
                        </a:lnTo>
                        <a:lnTo>
                          <a:pt x="753" y="54"/>
                        </a:lnTo>
                        <a:lnTo>
                          <a:pt x="756" y="54"/>
                        </a:lnTo>
                        <a:lnTo>
                          <a:pt x="758" y="54"/>
                        </a:lnTo>
                        <a:lnTo>
                          <a:pt x="760" y="54"/>
                        </a:lnTo>
                        <a:lnTo>
                          <a:pt x="763" y="54"/>
                        </a:lnTo>
                        <a:lnTo>
                          <a:pt x="765" y="54"/>
                        </a:lnTo>
                        <a:lnTo>
                          <a:pt x="768" y="54"/>
                        </a:lnTo>
                        <a:lnTo>
                          <a:pt x="770" y="54"/>
                        </a:lnTo>
                        <a:lnTo>
                          <a:pt x="772" y="54"/>
                        </a:lnTo>
                        <a:lnTo>
                          <a:pt x="775" y="54"/>
                        </a:lnTo>
                        <a:lnTo>
                          <a:pt x="777" y="55"/>
                        </a:lnTo>
                        <a:lnTo>
                          <a:pt x="780" y="54"/>
                        </a:lnTo>
                        <a:lnTo>
                          <a:pt x="782" y="54"/>
                        </a:lnTo>
                        <a:lnTo>
                          <a:pt x="784" y="54"/>
                        </a:lnTo>
                        <a:lnTo>
                          <a:pt x="787" y="54"/>
                        </a:lnTo>
                        <a:lnTo>
                          <a:pt x="789" y="55"/>
                        </a:lnTo>
                        <a:lnTo>
                          <a:pt x="792" y="55"/>
                        </a:lnTo>
                        <a:lnTo>
                          <a:pt x="794" y="54"/>
                        </a:lnTo>
                        <a:lnTo>
                          <a:pt x="797" y="55"/>
                        </a:lnTo>
                        <a:lnTo>
                          <a:pt x="799" y="55"/>
                        </a:lnTo>
                        <a:lnTo>
                          <a:pt x="801" y="55"/>
                        </a:lnTo>
                        <a:lnTo>
                          <a:pt x="804" y="55"/>
                        </a:lnTo>
                        <a:lnTo>
                          <a:pt x="806" y="54"/>
                        </a:lnTo>
                        <a:lnTo>
                          <a:pt x="809" y="55"/>
                        </a:lnTo>
                        <a:lnTo>
                          <a:pt x="811" y="54"/>
                        </a:lnTo>
                        <a:lnTo>
                          <a:pt x="813" y="55"/>
                        </a:lnTo>
                        <a:lnTo>
                          <a:pt x="816" y="55"/>
                        </a:lnTo>
                        <a:lnTo>
                          <a:pt x="818" y="55"/>
                        </a:lnTo>
                        <a:lnTo>
                          <a:pt x="821" y="55"/>
                        </a:lnTo>
                        <a:lnTo>
                          <a:pt x="823" y="55"/>
                        </a:lnTo>
                        <a:lnTo>
                          <a:pt x="825" y="55"/>
                        </a:lnTo>
                        <a:lnTo>
                          <a:pt x="828" y="55"/>
                        </a:lnTo>
                        <a:lnTo>
                          <a:pt x="830" y="55"/>
                        </a:lnTo>
                        <a:lnTo>
                          <a:pt x="833" y="55"/>
                        </a:lnTo>
                        <a:lnTo>
                          <a:pt x="835" y="55"/>
                        </a:lnTo>
                        <a:lnTo>
                          <a:pt x="837" y="55"/>
                        </a:lnTo>
                        <a:lnTo>
                          <a:pt x="840" y="55"/>
                        </a:lnTo>
                        <a:lnTo>
                          <a:pt x="842" y="55"/>
                        </a:lnTo>
                        <a:lnTo>
                          <a:pt x="845" y="55"/>
                        </a:lnTo>
                        <a:lnTo>
                          <a:pt x="847" y="55"/>
                        </a:lnTo>
                        <a:lnTo>
                          <a:pt x="849" y="55"/>
                        </a:lnTo>
                        <a:lnTo>
                          <a:pt x="852" y="55"/>
                        </a:lnTo>
                        <a:lnTo>
                          <a:pt x="854" y="55"/>
                        </a:lnTo>
                        <a:lnTo>
                          <a:pt x="856" y="56"/>
                        </a:lnTo>
                        <a:lnTo>
                          <a:pt x="859" y="56"/>
                        </a:lnTo>
                        <a:lnTo>
                          <a:pt x="861" y="56"/>
                        </a:lnTo>
                        <a:lnTo>
                          <a:pt x="864" y="56"/>
                        </a:lnTo>
                        <a:lnTo>
                          <a:pt x="866" y="56"/>
                        </a:lnTo>
                        <a:lnTo>
                          <a:pt x="868" y="57"/>
                        </a:lnTo>
                        <a:lnTo>
                          <a:pt x="871" y="56"/>
                        </a:lnTo>
                        <a:lnTo>
                          <a:pt x="873" y="57"/>
                        </a:lnTo>
                        <a:lnTo>
                          <a:pt x="876" y="57"/>
                        </a:lnTo>
                        <a:lnTo>
                          <a:pt x="878" y="57"/>
                        </a:lnTo>
                        <a:lnTo>
                          <a:pt x="880" y="57"/>
                        </a:lnTo>
                        <a:lnTo>
                          <a:pt x="883" y="56"/>
                        </a:lnTo>
                        <a:lnTo>
                          <a:pt x="885" y="57"/>
                        </a:lnTo>
                        <a:lnTo>
                          <a:pt x="888" y="57"/>
                        </a:lnTo>
                        <a:lnTo>
                          <a:pt x="890" y="56"/>
                        </a:lnTo>
                        <a:lnTo>
                          <a:pt x="892" y="57"/>
                        </a:lnTo>
                        <a:lnTo>
                          <a:pt x="895" y="57"/>
                        </a:lnTo>
                        <a:lnTo>
                          <a:pt x="897" y="57"/>
                        </a:lnTo>
                        <a:lnTo>
                          <a:pt x="900" y="57"/>
                        </a:lnTo>
                        <a:lnTo>
                          <a:pt x="902" y="57"/>
                        </a:lnTo>
                        <a:lnTo>
                          <a:pt x="904" y="57"/>
                        </a:lnTo>
                        <a:lnTo>
                          <a:pt x="907" y="57"/>
                        </a:lnTo>
                        <a:lnTo>
                          <a:pt x="909" y="57"/>
                        </a:lnTo>
                        <a:lnTo>
                          <a:pt x="912" y="58"/>
                        </a:lnTo>
                        <a:lnTo>
                          <a:pt x="914" y="57"/>
                        </a:lnTo>
                        <a:lnTo>
                          <a:pt x="916" y="57"/>
                        </a:lnTo>
                        <a:lnTo>
                          <a:pt x="919" y="58"/>
                        </a:lnTo>
                        <a:lnTo>
                          <a:pt x="921" y="57"/>
                        </a:lnTo>
                        <a:lnTo>
                          <a:pt x="924" y="57"/>
                        </a:lnTo>
                        <a:lnTo>
                          <a:pt x="926" y="57"/>
                        </a:lnTo>
                        <a:lnTo>
                          <a:pt x="929" y="57"/>
                        </a:lnTo>
                        <a:lnTo>
                          <a:pt x="931" y="57"/>
                        </a:lnTo>
                        <a:lnTo>
                          <a:pt x="933" y="58"/>
                        </a:lnTo>
                        <a:lnTo>
                          <a:pt x="936" y="58"/>
                        </a:lnTo>
                        <a:lnTo>
                          <a:pt x="938" y="58"/>
                        </a:lnTo>
                        <a:lnTo>
                          <a:pt x="941" y="58"/>
                        </a:lnTo>
                        <a:lnTo>
                          <a:pt x="943" y="58"/>
                        </a:lnTo>
                        <a:lnTo>
                          <a:pt x="945" y="58"/>
                        </a:lnTo>
                        <a:lnTo>
                          <a:pt x="948" y="58"/>
                        </a:lnTo>
                        <a:lnTo>
                          <a:pt x="950" y="58"/>
                        </a:lnTo>
                        <a:lnTo>
                          <a:pt x="953" y="58"/>
                        </a:lnTo>
                        <a:lnTo>
                          <a:pt x="955" y="58"/>
                        </a:lnTo>
                        <a:lnTo>
                          <a:pt x="957" y="58"/>
                        </a:lnTo>
                        <a:lnTo>
                          <a:pt x="960" y="58"/>
                        </a:lnTo>
                        <a:lnTo>
                          <a:pt x="962" y="58"/>
                        </a:lnTo>
                        <a:lnTo>
                          <a:pt x="965" y="58"/>
                        </a:lnTo>
                        <a:lnTo>
                          <a:pt x="967" y="58"/>
                        </a:lnTo>
                        <a:lnTo>
                          <a:pt x="970" y="58"/>
                        </a:lnTo>
                        <a:lnTo>
                          <a:pt x="972" y="58"/>
                        </a:lnTo>
                        <a:lnTo>
                          <a:pt x="974" y="58"/>
                        </a:lnTo>
                        <a:lnTo>
                          <a:pt x="977" y="58"/>
                        </a:lnTo>
                        <a:lnTo>
                          <a:pt x="979" y="58"/>
                        </a:lnTo>
                        <a:lnTo>
                          <a:pt x="982" y="58"/>
                        </a:lnTo>
                        <a:lnTo>
                          <a:pt x="984" y="59"/>
                        </a:lnTo>
                        <a:lnTo>
                          <a:pt x="986" y="58"/>
                        </a:lnTo>
                        <a:lnTo>
                          <a:pt x="989" y="59"/>
                        </a:lnTo>
                        <a:lnTo>
                          <a:pt x="991" y="59"/>
                        </a:lnTo>
                        <a:lnTo>
                          <a:pt x="994" y="58"/>
                        </a:lnTo>
                        <a:lnTo>
                          <a:pt x="996" y="58"/>
                        </a:lnTo>
                        <a:lnTo>
                          <a:pt x="998" y="58"/>
                        </a:lnTo>
                        <a:lnTo>
                          <a:pt x="1001" y="58"/>
                        </a:lnTo>
                        <a:lnTo>
                          <a:pt x="1003" y="58"/>
                        </a:lnTo>
                        <a:lnTo>
                          <a:pt x="1006" y="58"/>
                        </a:lnTo>
                        <a:lnTo>
                          <a:pt x="1008" y="59"/>
                        </a:lnTo>
                        <a:lnTo>
                          <a:pt x="1010" y="58"/>
                        </a:lnTo>
                        <a:lnTo>
                          <a:pt x="1013" y="58"/>
                        </a:lnTo>
                        <a:lnTo>
                          <a:pt x="1015" y="59"/>
                        </a:lnTo>
                        <a:lnTo>
                          <a:pt x="1018" y="58"/>
                        </a:lnTo>
                        <a:lnTo>
                          <a:pt x="1020" y="59"/>
                        </a:lnTo>
                        <a:lnTo>
                          <a:pt x="1023" y="59"/>
                        </a:lnTo>
                        <a:lnTo>
                          <a:pt x="1025" y="58"/>
                        </a:lnTo>
                        <a:lnTo>
                          <a:pt x="1027" y="59"/>
                        </a:lnTo>
                        <a:lnTo>
                          <a:pt x="1030" y="58"/>
                        </a:lnTo>
                        <a:lnTo>
                          <a:pt x="1032" y="58"/>
                        </a:lnTo>
                        <a:lnTo>
                          <a:pt x="1035" y="59"/>
                        </a:lnTo>
                        <a:lnTo>
                          <a:pt x="1037" y="58"/>
                        </a:lnTo>
                        <a:lnTo>
                          <a:pt x="1039" y="58"/>
                        </a:lnTo>
                        <a:lnTo>
                          <a:pt x="1042" y="58"/>
                        </a:lnTo>
                        <a:lnTo>
                          <a:pt x="1044" y="59"/>
                        </a:lnTo>
                        <a:lnTo>
                          <a:pt x="1047" y="59"/>
                        </a:lnTo>
                        <a:lnTo>
                          <a:pt x="1049" y="59"/>
                        </a:lnTo>
                        <a:lnTo>
                          <a:pt x="1051" y="59"/>
                        </a:lnTo>
                        <a:lnTo>
                          <a:pt x="1054" y="59"/>
                        </a:lnTo>
                        <a:lnTo>
                          <a:pt x="1056" y="59"/>
                        </a:lnTo>
                        <a:lnTo>
                          <a:pt x="1059" y="58"/>
                        </a:lnTo>
                        <a:lnTo>
                          <a:pt x="1061" y="58"/>
                        </a:lnTo>
                        <a:lnTo>
                          <a:pt x="1064" y="59"/>
                        </a:lnTo>
                        <a:lnTo>
                          <a:pt x="1066" y="58"/>
                        </a:lnTo>
                        <a:lnTo>
                          <a:pt x="1068" y="58"/>
                        </a:lnTo>
                        <a:lnTo>
                          <a:pt x="1071" y="58"/>
                        </a:lnTo>
                        <a:lnTo>
                          <a:pt x="1073" y="58"/>
                        </a:lnTo>
                        <a:lnTo>
                          <a:pt x="1076" y="58"/>
                        </a:lnTo>
                        <a:lnTo>
                          <a:pt x="1078" y="58"/>
                        </a:lnTo>
                        <a:lnTo>
                          <a:pt x="1080" y="58"/>
                        </a:lnTo>
                        <a:lnTo>
                          <a:pt x="1083" y="59"/>
                        </a:lnTo>
                        <a:lnTo>
                          <a:pt x="1085" y="59"/>
                        </a:lnTo>
                        <a:lnTo>
                          <a:pt x="1088" y="58"/>
                        </a:lnTo>
                        <a:lnTo>
                          <a:pt x="1090" y="59"/>
                        </a:lnTo>
                        <a:lnTo>
                          <a:pt x="1092" y="59"/>
                        </a:lnTo>
                        <a:lnTo>
                          <a:pt x="1095" y="58"/>
                        </a:lnTo>
                        <a:lnTo>
                          <a:pt x="1097" y="58"/>
                        </a:lnTo>
                        <a:lnTo>
                          <a:pt x="1099" y="58"/>
                        </a:lnTo>
                        <a:lnTo>
                          <a:pt x="1102" y="58"/>
                        </a:lnTo>
                        <a:lnTo>
                          <a:pt x="1104" y="58"/>
                        </a:lnTo>
                        <a:lnTo>
                          <a:pt x="1107" y="58"/>
                        </a:lnTo>
                        <a:lnTo>
                          <a:pt x="1109" y="58"/>
                        </a:lnTo>
                        <a:lnTo>
                          <a:pt x="1111" y="58"/>
                        </a:lnTo>
                        <a:lnTo>
                          <a:pt x="1114" y="58"/>
                        </a:lnTo>
                        <a:lnTo>
                          <a:pt x="1116" y="58"/>
                        </a:lnTo>
                        <a:lnTo>
                          <a:pt x="1119" y="58"/>
                        </a:lnTo>
                        <a:lnTo>
                          <a:pt x="1121" y="58"/>
                        </a:lnTo>
                        <a:lnTo>
                          <a:pt x="1123" y="58"/>
                        </a:lnTo>
                        <a:lnTo>
                          <a:pt x="1126" y="58"/>
                        </a:lnTo>
                        <a:lnTo>
                          <a:pt x="1128" y="58"/>
                        </a:lnTo>
                        <a:lnTo>
                          <a:pt x="1131" y="58"/>
                        </a:lnTo>
                        <a:lnTo>
                          <a:pt x="1133" y="58"/>
                        </a:lnTo>
                        <a:lnTo>
                          <a:pt x="1135" y="58"/>
                        </a:lnTo>
                        <a:lnTo>
                          <a:pt x="1138" y="58"/>
                        </a:lnTo>
                        <a:lnTo>
                          <a:pt x="1140" y="58"/>
                        </a:lnTo>
                        <a:lnTo>
                          <a:pt x="1143" y="58"/>
                        </a:lnTo>
                        <a:lnTo>
                          <a:pt x="1145" y="58"/>
                        </a:lnTo>
                        <a:lnTo>
                          <a:pt x="1147" y="58"/>
                        </a:lnTo>
                        <a:lnTo>
                          <a:pt x="1150" y="58"/>
                        </a:lnTo>
                        <a:lnTo>
                          <a:pt x="1152" y="58"/>
                        </a:lnTo>
                        <a:lnTo>
                          <a:pt x="1155" y="58"/>
                        </a:lnTo>
                        <a:lnTo>
                          <a:pt x="1157" y="58"/>
                        </a:lnTo>
                        <a:lnTo>
                          <a:pt x="1159" y="58"/>
                        </a:lnTo>
                        <a:lnTo>
                          <a:pt x="1162" y="58"/>
                        </a:lnTo>
                        <a:lnTo>
                          <a:pt x="1164" y="58"/>
                        </a:lnTo>
                        <a:lnTo>
                          <a:pt x="1167" y="58"/>
                        </a:lnTo>
                        <a:lnTo>
                          <a:pt x="1169" y="58"/>
                        </a:lnTo>
                        <a:lnTo>
                          <a:pt x="1171" y="58"/>
                        </a:lnTo>
                        <a:lnTo>
                          <a:pt x="1174" y="58"/>
                        </a:lnTo>
                        <a:lnTo>
                          <a:pt x="1176" y="58"/>
                        </a:lnTo>
                        <a:lnTo>
                          <a:pt x="1179" y="58"/>
                        </a:lnTo>
                        <a:lnTo>
                          <a:pt x="1181" y="58"/>
                        </a:lnTo>
                        <a:lnTo>
                          <a:pt x="1183" y="58"/>
                        </a:lnTo>
                        <a:lnTo>
                          <a:pt x="1186" y="58"/>
                        </a:lnTo>
                        <a:lnTo>
                          <a:pt x="1188" y="58"/>
                        </a:lnTo>
                        <a:lnTo>
                          <a:pt x="1191" y="58"/>
                        </a:lnTo>
                        <a:lnTo>
                          <a:pt x="1193" y="58"/>
                        </a:lnTo>
                        <a:lnTo>
                          <a:pt x="1196" y="58"/>
                        </a:lnTo>
                        <a:lnTo>
                          <a:pt x="1198" y="58"/>
                        </a:lnTo>
                        <a:lnTo>
                          <a:pt x="1200" y="58"/>
                        </a:lnTo>
                        <a:lnTo>
                          <a:pt x="1203" y="58"/>
                        </a:lnTo>
                        <a:lnTo>
                          <a:pt x="1205" y="58"/>
                        </a:lnTo>
                        <a:lnTo>
                          <a:pt x="1208" y="58"/>
                        </a:lnTo>
                        <a:lnTo>
                          <a:pt x="1210" y="58"/>
                        </a:lnTo>
                        <a:lnTo>
                          <a:pt x="1212" y="57"/>
                        </a:lnTo>
                        <a:lnTo>
                          <a:pt x="1215" y="58"/>
                        </a:lnTo>
                        <a:lnTo>
                          <a:pt x="1217" y="58"/>
                        </a:lnTo>
                        <a:lnTo>
                          <a:pt x="1220" y="57"/>
                        </a:lnTo>
                        <a:lnTo>
                          <a:pt x="1222" y="58"/>
                        </a:lnTo>
                        <a:lnTo>
                          <a:pt x="1224" y="57"/>
                        </a:lnTo>
                        <a:lnTo>
                          <a:pt x="1227" y="57"/>
                        </a:lnTo>
                        <a:lnTo>
                          <a:pt x="1229" y="58"/>
                        </a:lnTo>
                        <a:lnTo>
                          <a:pt x="1232" y="57"/>
                        </a:lnTo>
                        <a:lnTo>
                          <a:pt x="1234" y="57"/>
                        </a:lnTo>
                        <a:lnTo>
                          <a:pt x="1237" y="57"/>
                        </a:lnTo>
                        <a:lnTo>
                          <a:pt x="1239" y="57"/>
                        </a:lnTo>
                        <a:lnTo>
                          <a:pt x="1241" y="57"/>
                        </a:lnTo>
                        <a:lnTo>
                          <a:pt x="1244" y="57"/>
                        </a:lnTo>
                        <a:lnTo>
                          <a:pt x="1246" y="57"/>
                        </a:lnTo>
                        <a:lnTo>
                          <a:pt x="1249" y="57"/>
                        </a:lnTo>
                        <a:lnTo>
                          <a:pt x="1251" y="57"/>
                        </a:lnTo>
                        <a:lnTo>
                          <a:pt x="1253" y="57"/>
                        </a:lnTo>
                        <a:lnTo>
                          <a:pt x="1256" y="57"/>
                        </a:lnTo>
                        <a:lnTo>
                          <a:pt x="1258" y="57"/>
                        </a:lnTo>
                        <a:lnTo>
                          <a:pt x="1261" y="57"/>
                        </a:lnTo>
                        <a:lnTo>
                          <a:pt x="1263" y="57"/>
                        </a:lnTo>
                        <a:lnTo>
                          <a:pt x="1265" y="57"/>
                        </a:lnTo>
                        <a:lnTo>
                          <a:pt x="1268" y="57"/>
                        </a:lnTo>
                        <a:lnTo>
                          <a:pt x="1270" y="57"/>
                        </a:lnTo>
                        <a:lnTo>
                          <a:pt x="1273" y="57"/>
                        </a:lnTo>
                        <a:lnTo>
                          <a:pt x="1275" y="57"/>
                        </a:lnTo>
                        <a:lnTo>
                          <a:pt x="1277" y="57"/>
                        </a:lnTo>
                        <a:lnTo>
                          <a:pt x="1280" y="57"/>
                        </a:lnTo>
                        <a:lnTo>
                          <a:pt x="1282" y="57"/>
                        </a:lnTo>
                        <a:lnTo>
                          <a:pt x="1285" y="57"/>
                        </a:lnTo>
                        <a:lnTo>
                          <a:pt x="1287" y="57"/>
                        </a:lnTo>
                        <a:lnTo>
                          <a:pt x="1290" y="57"/>
                        </a:lnTo>
                        <a:lnTo>
                          <a:pt x="1292" y="57"/>
                        </a:lnTo>
                        <a:lnTo>
                          <a:pt x="1294" y="57"/>
                        </a:lnTo>
                        <a:lnTo>
                          <a:pt x="1297" y="56"/>
                        </a:lnTo>
                        <a:lnTo>
                          <a:pt x="1299" y="57"/>
                        </a:lnTo>
                        <a:lnTo>
                          <a:pt x="1302" y="57"/>
                        </a:lnTo>
                        <a:lnTo>
                          <a:pt x="1304" y="56"/>
                        </a:lnTo>
                        <a:lnTo>
                          <a:pt x="1306" y="57"/>
                        </a:lnTo>
                        <a:lnTo>
                          <a:pt x="1309" y="57"/>
                        </a:lnTo>
                        <a:lnTo>
                          <a:pt x="1311" y="57"/>
                        </a:lnTo>
                        <a:lnTo>
                          <a:pt x="1314" y="57"/>
                        </a:lnTo>
                        <a:lnTo>
                          <a:pt x="1316" y="57"/>
                        </a:lnTo>
                        <a:lnTo>
                          <a:pt x="1318" y="57"/>
                        </a:lnTo>
                        <a:lnTo>
                          <a:pt x="1321" y="57"/>
                        </a:lnTo>
                        <a:lnTo>
                          <a:pt x="1323" y="57"/>
                        </a:lnTo>
                        <a:lnTo>
                          <a:pt x="1326" y="57"/>
                        </a:lnTo>
                        <a:lnTo>
                          <a:pt x="1328" y="57"/>
                        </a:lnTo>
                        <a:lnTo>
                          <a:pt x="1331" y="57"/>
                        </a:lnTo>
                        <a:lnTo>
                          <a:pt x="1333" y="56"/>
                        </a:lnTo>
                        <a:lnTo>
                          <a:pt x="1335" y="57"/>
                        </a:lnTo>
                        <a:lnTo>
                          <a:pt x="1338" y="57"/>
                        </a:lnTo>
                        <a:lnTo>
                          <a:pt x="1340" y="57"/>
                        </a:lnTo>
                        <a:lnTo>
                          <a:pt x="1342" y="57"/>
                        </a:lnTo>
                        <a:lnTo>
                          <a:pt x="1345" y="56"/>
                        </a:lnTo>
                        <a:lnTo>
                          <a:pt x="1347" y="57"/>
                        </a:lnTo>
                        <a:lnTo>
                          <a:pt x="1350" y="57"/>
                        </a:lnTo>
                        <a:lnTo>
                          <a:pt x="1352" y="56"/>
                        </a:lnTo>
                        <a:lnTo>
                          <a:pt x="1354" y="57"/>
                        </a:lnTo>
                        <a:lnTo>
                          <a:pt x="1357" y="57"/>
                        </a:lnTo>
                        <a:lnTo>
                          <a:pt x="1359" y="56"/>
                        </a:lnTo>
                        <a:lnTo>
                          <a:pt x="1362" y="57"/>
                        </a:lnTo>
                        <a:lnTo>
                          <a:pt x="1364" y="56"/>
                        </a:lnTo>
                        <a:lnTo>
                          <a:pt x="1366" y="57"/>
                        </a:lnTo>
                        <a:lnTo>
                          <a:pt x="1369" y="57"/>
                        </a:lnTo>
                        <a:lnTo>
                          <a:pt x="1371" y="56"/>
                        </a:lnTo>
                        <a:lnTo>
                          <a:pt x="1374" y="57"/>
                        </a:lnTo>
                        <a:lnTo>
                          <a:pt x="1376" y="57"/>
                        </a:lnTo>
                        <a:lnTo>
                          <a:pt x="1378" y="57"/>
                        </a:lnTo>
                        <a:lnTo>
                          <a:pt x="1381" y="57"/>
                        </a:lnTo>
                        <a:lnTo>
                          <a:pt x="1383" y="57"/>
                        </a:lnTo>
                        <a:lnTo>
                          <a:pt x="1386" y="57"/>
                        </a:lnTo>
                        <a:lnTo>
                          <a:pt x="1388" y="57"/>
                        </a:lnTo>
                        <a:lnTo>
                          <a:pt x="1390" y="57"/>
                        </a:lnTo>
                        <a:lnTo>
                          <a:pt x="1393" y="57"/>
                        </a:lnTo>
                        <a:lnTo>
                          <a:pt x="1395" y="57"/>
                        </a:lnTo>
                        <a:lnTo>
                          <a:pt x="1398" y="57"/>
                        </a:lnTo>
                        <a:lnTo>
                          <a:pt x="1400" y="57"/>
                        </a:lnTo>
                        <a:lnTo>
                          <a:pt x="1402" y="57"/>
                        </a:lnTo>
                        <a:lnTo>
                          <a:pt x="1405" y="57"/>
                        </a:lnTo>
                        <a:lnTo>
                          <a:pt x="1407" y="57"/>
                        </a:lnTo>
                        <a:lnTo>
                          <a:pt x="1410" y="57"/>
                        </a:lnTo>
                        <a:lnTo>
                          <a:pt x="1412" y="57"/>
                        </a:lnTo>
                        <a:lnTo>
                          <a:pt x="1414" y="57"/>
                        </a:lnTo>
                        <a:lnTo>
                          <a:pt x="1417" y="57"/>
                        </a:lnTo>
                        <a:lnTo>
                          <a:pt x="1419" y="57"/>
                        </a:lnTo>
                        <a:lnTo>
                          <a:pt x="1422" y="57"/>
                        </a:lnTo>
                        <a:lnTo>
                          <a:pt x="1424" y="57"/>
                        </a:lnTo>
                        <a:lnTo>
                          <a:pt x="1426" y="57"/>
                        </a:lnTo>
                        <a:lnTo>
                          <a:pt x="1429" y="57"/>
                        </a:lnTo>
                        <a:lnTo>
                          <a:pt x="1431" y="57"/>
                        </a:lnTo>
                        <a:lnTo>
                          <a:pt x="1434" y="57"/>
                        </a:lnTo>
                        <a:lnTo>
                          <a:pt x="1436" y="57"/>
                        </a:lnTo>
                        <a:lnTo>
                          <a:pt x="1438" y="57"/>
                        </a:lnTo>
                        <a:lnTo>
                          <a:pt x="1441" y="57"/>
                        </a:lnTo>
                        <a:lnTo>
                          <a:pt x="1443" y="57"/>
                        </a:lnTo>
                        <a:lnTo>
                          <a:pt x="1446" y="57"/>
                        </a:lnTo>
                        <a:lnTo>
                          <a:pt x="1448" y="57"/>
                        </a:lnTo>
                        <a:lnTo>
                          <a:pt x="1450" y="57"/>
                        </a:lnTo>
                        <a:lnTo>
                          <a:pt x="1453" y="57"/>
                        </a:lnTo>
                        <a:lnTo>
                          <a:pt x="1455" y="57"/>
                        </a:lnTo>
                        <a:lnTo>
                          <a:pt x="1458" y="57"/>
                        </a:lnTo>
                        <a:lnTo>
                          <a:pt x="1460" y="57"/>
                        </a:lnTo>
                        <a:lnTo>
                          <a:pt x="1463" y="57"/>
                        </a:lnTo>
                        <a:lnTo>
                          <a:pt x="1465" y="57"/>
                        </a:lnTo>
                        <a:lnTo>
                          <a:pt x="1467" y="57"/>
                        </a:lnTo>
                        <a:lnTo>
                          <a:pt x="1470" y="57"/>
                        </a:lnTo>
                        <a:lnTo>
                          <a:pt x="1472" y="57"/>
                        </a:lnTo>
                        <a:lnTo>
                          <a:pt x="1475" y="57"/>
                        </a:lnTo>
                        <a:lnTo>
                          <a:pt x="1477" y="57"/>
                        </a:lnTo>
                        <a:lnTo>
                          <a:pt x="1479" y="57"/>
                        </a:lnTo>
                        <a:lnTo>
                          <a:pt x="1482" y="57"/>
                        </a:lnTo>
                        <a:lnTo>
                          <a:pt x="1484" y="56"/>
                        </a:lnTo>
                        <a:lnTo>
                          <a:pt x="1487" y="57"/>
                        </a:lnTo>
                        <a:lnTo>
                          <a:pt x="1489" y="57"/>
                        </a:lnTo>
                        <a:lnTo>
                          <a:pt x="1491" y="57"/>
                        </a:lnTo>
                        <a:lnTo>
                          <a:pt x="1494" y="57"/>
                        </a:lnTo>
                        <a:lnTo>
                          <a:pt x="1496" y="57"/>
                        </a:lnTo>
                        <a:lnTo>
                          <a:pt x="1499" y="57"/>
                        </a:lnTo>
                        <a:lnTo>
                          <a:pt x="1501" y="57"/>
                        </a:lnTo>
                        <a:lnTo>
                          <a:pt x="1504" y="57"/>
                        </a:lnTo>
                        <a:lnTo>
                          <a:pt x="1506" y="57"/>
                        </a:lnTo>
                        <a:lnTo>
                          <a:pt x="1508" y="57"/>
                        </a:lnTo>
                        <a:lnTo>
                          <a:pt x="1511" y="57"/>
                        </a:lnTo>
                        <a:lnTo>
                          <a:pt x="1513" y="57"/>
                        </a:lnTo>
                        <a:lnTo>
                          <a:pt x="1516" y="57"/>
                        </a:lnTo>
                        <a:lnTo>
                          <a:pt x="1518" y="57"/>
                        </a:lnTo>
                        <a:lnTo>
                          <a:pt x="1520" y="57"/>
                        </a:lnTo>
                        <a:lnTo>
                          <a:pt x="1523" y="57"/>
                        </a:lnTo>
                        <a:lnTo>
                          <a:pt x="1525" y="57"/>
                        </a:lnTo>
                        <a:lnTo>
                          <a:pt x="1528" y="57"/>
                        </a:lnTo>
                        <a:lnTo>
                          <a:pt x="1530" y="58"/>
                        </a:lnTo>
                        <a:lnTo>
                          <a:pt x="1532" y="57"/>
                        </a:lnTo>
                        <a:lnTo>
                          <a:pt x="1535" y="58"/>
                        </a:lnTo>
                        <a:lnTo>
                          <a:pt x="1537" y="58"/>
                        </a:lnTo>
                        <a:lnTo>
                          <a:pt x="1540" y="57"/>
                        </a:lnTo>
                        <a:lnTo>
                          <a:pt x="1542" y="58"/>
                        </a:lnTo>
                        <a:lnTo>
                          <a:pt x="1544" y="58"/>
                        </a:lnTo>
                        <a:lnTo>
                          <a:pt x="1547" y="58"/>
                        </a:lnTo>
                        <a:lnTo>
                          <a:pt x="1549" y="58"/>
                        </a:lnTo>
                        <a:lnTo>
                          <a:pt x="1552" y="58"/>
                        </a:lnTo>
                        <a:lnTo>
                          <a:pt x="1554" y="58"/>
                        </a:lnTo>
                        <a:lnTo>
                          <a:pt x="1557" y="58"/>
                        </a:lnTo>
                        <a:lnTo>
                          <a:pt x="1559" y="58"/>
                        </a:lnTo>
                        <a:lnTo>
                          <a:pt x="1561" y="58"/>
                        </a:lnTo>
                        <a:lnTo>
                          <a:pt x="1564" y="58"/>
                        </a:lnTo>
                        <a:lnTo>
                          <a:pt x="1566" y="58"/>
                        </a:lnTo>
                        <a:lnTo>
                          <a:pt x="1569" y="58"/>
                        </a:lnTo>
                        <a:lnTo>
                          <a:pt x="1571" y="58"/>
                        </a:lnTo>
                        <a:lnTo>
                          <a:pt x="1573" y="57"/>
                        </a:lnTo>
                        <a:lnTo>
                          <a:pt x="1576" y="54"/>
                        </a:lnTo>
                        <a:lnTo>
                          <a:pt x="1578" y="46"/>
                        </a:lnTo>
                        <a:lnTo>
                          <a:pt x="1581" y="29"/>
                        </a:lnTo>
                        <a:lnTo>
                          <a:pt x="1583" y="15"/>
                        </a:lnTo>
                        <a:lnTo>
                          <a:pt x="1585" y="4"/>
                        </a:lnTo>
                        <a:lnTo>
                          <a:pt x="1588" y="0"/>
                        </a:lnTo>
                        <a:lnTo>
                          <a:pt x="1590" y="4"/>
                        </a:lnTo>
                        <a:lnTo>
                          <a:pt x="1593" y="10"/>
                        </a:lnTo>
                        <a:lnTo>
                          <a:pt x="1595" y="21"/>
                        </a:lnTo>
                        <a:lnTo>
                          <a:pt x="1597" y="35"/>
                        </a:lnTo>
                        <a:lnTo>
                          <a:pt x="1600" y="47"/>
                        </a:lnTo>
                        <a:lnTo>
                          <a:pt x="1602" y="57"/>
                        </a:lnTo>
                        <a:lnTo>
                          <a:pt x="1605" y="67"/>
                        </a:lnTo>
                        <a:lnTo>
                          <a:pt x="1607" y="76"/>
                        </a:lnTo>
                        <a:lnTo>
                          <a:pt x="1609" y="83"/>
                        </a:lnTo>
                        <a:lnTo>
                          <a:pt x="1612" y="90"/>
                        </a:lnTo>
                        <a:lnTo>
                          <a:pt x="1614" y="97"/>
                        </a:lnTo>
                        <a:lnTo>
                          <a:pt x="1617" y="103"/>
                        </a:lnTo>
                        <a:lnTo>
                          <a:pt x="1619" y="109"/>
                        </a:lnTo>
                        <a:lnTo>
                          <a:pt x="1621" y="114"/>
                        </a:lnTo>
                        <a:lnTo>
                          <a:pt x="1624" y="119"/>
                        </a:lnTo>
                        <a:lnTo>
                          <a:pt x="1626" y="122"/>
                        </a:lnTo>
                        <a:lnTo>
                          <a:pt x="1629" y="125"/>
                        </a:lnTo>
                        <a:lnTo>
                          <a:pt x="1631" y="129"/>
                        </a:lnTo>
                        <a:lnTo>
                          <a:pt x="1633" y="132"/>
                        </a:lnTo>
                        <a:lnTo>
                          <a:pt x="1636" y="132"/>
                        </a:lnTo>
                        <a:lnTo>
                          <a:pt x="1638" y="136"/>
                        </a:lnTo>
                        <a:lnTo>
                          <a:pt x="1641" y="139"/>
                        </a:lnTo>
                        <a:lnTo>
                          <a:pt x="1643" y="139"/>
                        </a:lnTo>
                        <a:lnTo>
                          <a:pt x="1645" y="141"/>
                        </a:lnTo>
                        <a:lnTo>
                          <a:pt x="1648" y="143"/>
                        </a:lnTo>
                        <a:lnTo>
                          <a:pt x="1650" y="144"/>
                        </a:lnTo>
                        <a:lnTo>
                          <a:pt x="1653" y="145"/>
                        </a:lnTo>
                        <a:lnTo>
                          <a:pt x="1655" y="148"/>
                        </a:lnTo>
                        <a:lnTo>
                          <a:pt x="1657" y="147"/>
                        </a:lnTo>
                        <a:lnTo>
                          <a:pt x="1660" y="148"/>
                        </a:lnTo>
                        <a:lnTo>
                          <a:pt x="1662" y="150"/>
                        </a:lnTo>
                        <a:lnTo>
                          <a:pt x="1665" y="150"/>
                        </a:lnTo>
                        <a:lnTo>
                          <a:pt x="1667" y="151"/>
                        </a:lnTo>
                        <a:lnTo>
                          <a:pt x="1669" y="152"/>
                        </a:lnTo>
                        <a:lnTo>
                          <a:pt x="1672" y="152"/>
                        </a:lnTo>
                        <a:lnTo>
                          <a:pt x="1674" y="153"/>
                        </a:lnTo>
                        <a:lnTo>
                          <a:pt x="1677" y="155"/>
                        </a:lnTo>
                        <a:lnTo>
                          <a:pt x="1679" y="154"/>
                        </a:lnTo>
                        <a:lnTo>
                          <a:pt x="1681" y="156"/>
                        </a:lnTo>
                        <a:lnTo>
                          <a:pt x="1684" y="156"/>
                        </a:lnTo>
                        <a:lnTo>
                          <a:pt x="1686" y="154"/>
                        </a:lnTo>
                        <a:lnTo>
                          <a:pt x="1689" y="157"/>
                        </a:lnTo>
                        <a:lnTo>
                          <a:pt x="1691" y="158"/>
                        </a:lnTo>
                        <a:lnTo>
                          <a:pt x="1693" y="155"/>
                        </a:lnTo>
                        <a:lnTo>
                          <a:pt x="1696" y="158"/>
                        </a:lnTo>
                        <a:lnTo>
                          <a:pt x="1698" y="158"/>
                        </a:lnTo>
                        <a:lnTo>
                          <a:pt x="1701" y="155"/>
                        </a:lnTo>
                        <a:lnTo>
                          <a:pt x="1703" y="158"/>
                        </a:lnTo>
                        <a:lnTo>
                          <a:pt x="1705" y="156"/>
                        </a:lnTo>
                        <a:lnTo>
                          <a:pt x="1708" y="155"/>
                        </a:lnTo>
                        <a:lnTo>
                          <a:pt x="1710" y="158"/>
                        </a:lnTo>
                        <a:lnTo>
                          <a:pt x="1713" y="156"/>
                        </a:lnTo>
                        <a:lnTo>
                          <a:pt x="1715" y="155"/>
                        </a:lnTo>
                        <a:lnTo>
                          <a:pt x="1717" y="158"/>
                        </a:lnTo>
                        <a:lnTo>
                          <a:pt x="1720" y="155"/>
                        </a:lnTo>
                        <a:lnTo>
                          <a:pt x="1722" y="153"/>
                        </a:lnTo>
                        <a:lnTo>
                          <a:pt x="1725" y="158"/>
                        </a:lnTo>
                        <a:lnTo>
                          <a:pt x="1727" y="153"/>
                        </a:lnTo>
                        <a:lnTo>
                          <a:pt x="1730" y="152"/>
                        </a:lnTo>
                        <a:lnTo>
                          <a:pt x="1732" y="157"/>
                        </a:lnTo>
                        <a:lnTo>
                          <a:pt x="1734" y="152"/>
                        </a:lnTo>
                        <a:lnTo>
                          <a:pt x="1737" y="152"/>
                        </a:lnTo>
                        <a:lnTo>
                          <a:pt x="1739" y="156"/>
                        </a:lnTo>
                        <a:lnTo>
                          <a:pt x="1742" y="152"/>
                        </a:lnTo>
                        <a:lnTo>
                          <a:pt x="1744" y="151"/>
                        </a:lnTo>
                        <a:lnTo>
                          <a:pt x="1746" y="154"/>
                        </a:lnTo>
                        <a:lnTo>
                          <a:pt x="1749" y="149"/>
                        </a:lnTo>
                        <a:lnTo>
                          <a:pt x="1751" y="149"/>
                        </a:lnTo>
                        <a:lnTo>
                          <a:pt x="1754" y="153"/>
                        </a:lnTo>
                        <a:lnTo>
                          <a:pt x="1756" y="147"/>
                        </a:lnTo>
                        <a:lnTo>
                          <a:pt x="1758" y="147"/>
                        </a:lnTo>
                        <a:lnTo>
                          <a:pt x="1761" y="151"/>
                        </a:lnTo>
                        <a:lnTo>
                          <a:pt x="1763" y="145"/>
                        </a:lnTo>
                        <a:lnTo>
                          <a:pt x="1766" y="144"/>
                        </a:lnTo>
                        <a:lnTo>
                          <a:pt x="1768" y="149"/>
                        </a:lnTo>
                        <a:lnTo>
                          <a:pt x="1771" y="144"/>
                        </a:lnTo>
                        <a:lnTo>
                          <a:pt x="1773" y="144"/>
                        </a:lnTo>
                        <a:lnTo>
                          <a:pt x="1775" y="148"/>
                        </a:lnTo>
                        <a:lnTo>
                          <a:pt x="1778" y="144"/>
                        </a:lnTo>
                        <a:lnTo>
                          <a:pt x="1780" y="143"/>
                        </a:lnTo>
                        <a:lnTo>
                          <a:pt x="1783" y="147"/>
                        </a:lnTo>
                        <a:lnTo>
                          <a:pt x="1785" y="144"/>
                        </a:lnTo>
                        <a:lnTo>
                          <a:pt x="1787" y="142"/>
                        </a:lnTo>
                        <a:lnTo>
                          <a:pt x="1790" y="145"/>
                        </a:lnTo>
                        <a:lnTo>
                          <a:pt x="1792" y="142"/>
                        </a:lnTo>
                        <a:lnTo>
                          <a:pt x="1795" y="141"/>
                        </a:lnTo>
                        <a:lnTo>
                          <a:pt x="1797" y="144"/>
                        </a:lnTo>
                        <a:lnTo>
                          <a:pt x="1799" y="139"/>
                        </a:lnTo>
                        <a:lnTo>
                          <a:pt x="1802" y="138"/>
                        </a:lnTo>
                        <a:lnTo>
                          <a:pt x="1804" y="142"/>
                        </a:lnTo>
                        <a:lnTo>
                          <a:pt x="1807" y="137"/>
                        </a:lnTo>
                        <a:lnTo>
                          <a:pt x="1809" y="137"/>
                        </a:lnTo>
                        <a:lnTo>
                          <a:pt x="1811" y="140"/>
                        </a:lnTo>
                        <a:lnTo>
                          <a:pt x="1814" y="138"/>
                        </a:lnTo>
                        <a:lnTo>
                          <a:pt x="1816" y="139"/>
                        </a:lnTo>
                        <a:lnTo>
                          <a:pt x="1819" y="138"/>
                        </a:lnTo>
                        <a:lnTo>
                          <a:pt x="1821" y="138"/>
                        </a:lnTo>
                        <a:lnTo>
                          <a:pt x="1824" y="138"/>
                        </a:lnTo>
                        <a:lnTo>
                          <a:pt x="1826" y="137"/>
                        </a:lnTo>
                        <a:lnTo>
                          <a:pt x="1828" y="135"/>
                        </a:lnTo>
                        <a:lnTo>
                          <a:pt x="1831" y="135"/>
                        </a:lnTo>
                        <a:lnTo>
                          <a:pt x="1833" y="136"/>
                        </a:lnTo>
                        <a:lnTo>
                          <a:pt x="1836" y="132"/>
                        </a:lnTo>
                        <a:lnTo>
                          <a:pt x="1838" y="133"/>
                        </a:lnTo>
                        <a:lnTo>
                          <a:pt x="1840" y="135"/>
                        </a:lnTo>
                        <a:lnTo>
                          <a:pt x="1843" y="131"/>
                        </a:lnTo>
                        <a:lnTo>
                          <a:pt x="1845" y="132"/>
                        </a:lnTo>
                        <a:lnTo>
                          <a:pt x="1848" y="133"/>
                        </a:lnTo>
                        <a:lnTo>
                          <a:pt x="1850" y="132"/>
                        </a:lnTo>
                        <a:lnTo>
                          <a:pt x="1852" y="132"/>
                        </a:lnTo>
                        <a:lnTo>
                          <a:pt x="1855" y="131"/>
                        </a:lnTo>
                        <a:lnTo>
                          <a:pt x="1857" y="131"/>
                        </a:lnTo>
                        <a:lnTo>
                          <a:pt x="1860" y="130"/>
                        </a:lnTo>
                        <a:lnTo>
                          <a:pt x="1862" y="130"/>
                        </a:lnTo>
                        <a:lnTo>
                          <a:pt x="1864" y="131"/>
                        </a:lnTo>
                        <a:lnTo>
                          <a:pt x="1867" y="130"/>
                        </a:lnTo>
                        <a:lnTo>
                          <a:pt x="1869" y="129"/>
                        </a:lnTo>
                        <a:lnTo>
                          <a:pt x="1872" y="132"/>
                        </a:lnTo>
                        <a:lnTo>
                          <a:pt x="1874" y="127"/>
                        </a:lnTo>
                        <a:lnTo>
                          <a:pt x="1876" y="127"/>
                        </a:lnTo>
                        <a:lnTo>
                          <a:pt x="1879" y="130"/>
                        </a:lnTo>
                        <a:lnTo>
                          <a:pt x="1881" y="130"/>
                        </a:lnTo>
                        <a:lnTo>
                          <a:pt x="1884" y="125"/>
                        </a:lnTo>
                        <a:lnTo>
                          <a:pt x="1886" y="129"/>
                        </a:lnTo>
                        <a:lnTo>
                          <a:pt x="1888" y="129"/>
                        </a:lnTo>
                        <a:lnTo>
                          <a:pt x="1891" y="123"/>
                        </a:lnTo>
                        <a:lnTo>
                          <a:pt x="1893" y="127"/>
                        </a:lnTo>
                        <a:lnTo>
                          <a:pt x="1896" y="127"/>
                        </a:lnTo>
                        <a:lnTo>
                          <a:pt x="1898" y="121"/>
                        </a:lnTo>
                        <a:lnTo>
                          <a:pt x="1900" y="126"/>
                        </a:lnTo>
                        <a:lnTo>
                          <a:pt x="1903" y="125"/>
                        </a:lnTo>
                        <a:lnTo>
                          <a:pt x="1905" y="120"/>
                        </a:lnTo>
                        <a:lnTo>
                          <a:pt x="1908" y="124"/>
                        </a:lnTo>
                        <a:lnTo>
                          <a:pt x="1910" y="123"/>
                        </a:lnTo>
                        <a:lnTo>
                          <a:pt x="1912" y="120"/>
                        </a:lnTo>
                        <a:lnTo>
                          <a:pt x="1915" y="123"/>
                        </a:lnTo>
                        <a:lnTo>
                          <a:pt x="1917" y="120"/>
                        </a:lnTo>
                        <a:lnTo>
                          <a:pt x="1920" y="119"/>
                        </a:lnTo>
                        <a:lnTo>
                          <a:pt x="1922" y="122"/>
                        </a:lnTo>
                        <a:lnTo>
                          <a:pt x="1924" y="119"/>
                        </a:lnTo>
                        <a:lnTo>
                          <a:pt x="1927" y="117"/>
                        </a:lnTo>
                        <a:lnTo>
                          <a:pt x="1929" y="121"/>
                        </a:lnTo>
                        <a:lnTo>
                          <a:pt x="1932" y="120"/>
                        </a:lnTo>
                        <a:lnTo>
                          <a:pt x="1934" y="115"/>
                        </a:lnTo>
                        <a:lnTo>
                          <a:pt x="1936" y="120"/>
                        </a:lnTo>
                        <a:lnTo>
                          <a:pt x="1939" y="118"/>
                        </a:lnTo>
                        <a:lnTo>
                          <a:pt x="1941" y="114"/>
                        </a:lnTo>
                        <a:lnTo>
                          <a:pt x="1944" y="119"/>
                        </a:lnTo>
                        <a:lnTo>
                          <a:pt x="1946" y="117"/>
                        </a:lnTo>
                        <a:lnTo>
                          <a:pt x="1948" y="113"/>
                        </a:lnTo>
                        <a:lnTo>
                          <a:pt x="1951" y="118"/>
                        </a:lnTo>
                        <a:lnTo>
                          <a:pt x="1953" y="116"/>
                        </a:lnTo>
                        <a:lnTo>
                          <a:pt x="1956" y="116"/>
                        </a:lnTo>
                        <a:lnTo>
                          <a:pt x="1958" y="116"/>
                        </a:lnTo>
                        <a:lnTo>
                          <a:pt x="1960" y="119"/>
                        </a:lnTo>
                        <a:lnTo>
                          <a:pt x="1963" y="115"/>
                        </a:lnTo>
                        <a:lnTo>
                          <a:pt x="1965" y="114"/>
                        </a:lnTo>
                        <a:lnTo>
                          <a:pt x="1968" y="118"/>
                        </a:lnTo>
                        <a:lnTo>
                          <a:pt x="1970" y="113"/>
                        </a:lnTo>
                        <a:lnTo>
                          <a:pt x="1972" y="114"/>
                        </a:lnTo>
                        <a:lnTo>
                          <a:pt x="1975" y="118"/>
                        </a:lnTo>
                        <a:lnTo>
                          <a:pt x="1977" y="112"/>
                        </a:lnTo>
                        <a:lnTo>
                          <a:pt x="1980" y="113"/>
                        </a:lnTo>
                        <a:lnTo>
                          <a:pt x="1982" y="114"/>
                        </a:lnTo>
                        <a:lnTo>
                          <a:pt x="1984" y="111"/>
                        </a:lnTo>
                        <a:lnTo>
                          <a:pt x="1987" y="111"/>
                        </a:lnTo>
                        <a:lnTo>
                          <a:pt x="1989" y="113"/>
                        </a:lnTo>
                        <a:lnTo>
                          <a:pt x="1992" y="110"/>
                        </a:lnTo>
                        <a:lnTo>
                          <a:pt x="1994" y="112"/>
                        </a:lnTo>
                        <a:lnTo>
                          <a:pt x="1997" y="113"/>
                        </a:lnTo>
                        <a:lnTo>
                          <a:pt x="1999" y="109"/>
                        </a:lnTo>
                        <a:lnTo>
                          <a:pt x="2001" y="112"/>
                        </a:lnTo>
                        <a:lnTo>
                          <a:pt x="2004" y="115"/>
                        </a:lnTo>
                        <a:lnTo>
                          <a:pt x="2006" y="109"/>
                        </a:lnTo>
                        <a:lnTo>
                          <a:pt x="2009" y="109"/>
                        </a:lnTo>
                        <a:lnTo>
                          <a:pt x="2011" y="113"/>
                        </a:lnTo>
                        <a:lnTo>
                          <a:pt x="2013" y="109"/>
                        </a:lnTo>
                        <a:lnTo>
                          <a:pt x="2016" y="107"/>
                        </a:lnTo>
                        <a:lnTo>
                          <a:pt x="2018" y="109"/>
                        </a:lnTo>
                        <a:lnTo>
                          <a:pt x="2021" y="108"/>
                        </a:lnTo>
                        <a:lnTo>
                          <a:pt x="2023" y="108"/>
                        </a:lnTo>
                        <a:lnTo>
                          <a:pt x="2025" y="107"/>
                        </a:lnTo>
                        <a:lnTo>
                          <a:pt x="2028" y="109"/>
                        </a:lnTo>
                        <a:lnTo>
                          <a:pt x="2030" y="108"/>
                        </a:lnTo>
                        <a:lnTo>
                          <a:pt x="2033" y="107"/>
                        </a:lnTo>
                        <a:lnTo>
                          <a:pt x="2035" y="107"/>
                        </a:lnTo>
                        <a:lnTo>
                          <a:pt x="2038" y="107"/>
                        </a:lnTo>
                        <a:lnTo>
                          <a:pt x="2040" y="108"/>
                        </a:lnTo>
                        <a:lnTo>
                          <a:pt x="2042" y="106"/>
                        </a:lnTo>
                        <a:lnTo>
                          <a:pt x="2045" y="106"/>
                        </a:lnTo>
                        <a:lnTo>
                          <a:pt x="2047" y="110"/>
                        </a:lnTo>
                        <a:lnTo>
                          <a:pt x="2050" y="105"/>
                        </a:lnTo>
                        <a:lnTo>
                          <a:pt x="2052" y="106"/>
                        </a:lnTo>
                        <a:lnTo>
                          <a:pt x="2054" y="109"/>
                        </a:lnTo>
                        <a:lnTo>
                          <a:pt x="2057" y="105"/>
                        </a:lnTo>
                        <a:lnTo>
                          <a:pt x="2059" y="106"/>
                        </a:lnTo>
                        <a:lnTo>
                          <a:pt x="2062" y="106"/>
                        </a:lnTo>
                        <a:lnTo>
                          <a:pt x="2064" y="106"/>
                        </a:lnTo>
                        <a:lnTo>
                          <a:pt x="2066" y="106"/>
                        </a:lnTo>
                        <a:lnTo>
                          <a:pt x="2069" y="105"/>
                        </a:lnTo>
                        <a:lnTo>
                          <a:pt x="2071" y="105"/>
                        </a:lnTo>
                        <a:lnTo>
                          <a:pt x="2074" y="106"/>
                        </a:lnTo>
                        <a:lnTo>
                          <a:pt x="2076" y="106"/>
                        </a:lnTo>
                        <a:lnTo>
                          <a:pt x="2078" y="104"/>
                        </a:lnTo>
                        <a:lnTo>
                          <a:pt x="2081" y="105"/>
                        </a:lnTo>
                        <a:lnTo>
                          <a:pt x="2083" y="107"/>
                        </a:lnTo>
                        <a:lnTo>
                          <a:pt x="2086" y="104"/>
                        </a:lnTo>
                        <a:lnTo>
                          <a:pt x="2088" y="104"/>
                        </a:lnTo>
                        <a:lnTo>
                          <a:pt x="2091" y="109"/>
                        </a:lnTo>
                        <a:lnTo>
                          <a:pt x="2093" y="104"/>
                        </a:lnTo>
                        <a:lnTo>
                          <a:pt x="2095" y="103"/>
                        </a:lnTo>
                        <a:lnTo>
                          <a:pt x="2098" y="107"/>
                        </a:lnTo>
                        <a:lnTo>
                          <a:pt x="2100" y="104"/>
                        </a:lnTo>
                        <a:lnTo>
                          <a:pt x="2103" y="103"/>
                        </a:lnTo>
                        <a:lnTo>
                          <a:pt x="2105" y="103"/>
                        </a:lnTo>
                        <a:lnTo>
                          <a:pt x="2107" y="104"/>
                        </a:lnTo>
                        <a:lnTo>
                          <a:pt x="2110" y="103"/>
                        </a:lnTo>
                        <a:lnTo>
                          <a:pt x="2112" y="101"/>
                        </a:lnTo>
                        <a:lnTo>
                          <a:pt x="2115" y="104"/>
                        </a:lnTo>
                        <a:lnTo>
                          <a:pt x="2117" y="102"/>
                        </a:lnTo>
                        <a:lnTo>
                          <a:pt x="2119" y="101"/>
                        </a:lnTo>
                        <a:lnTo>
                          <a:pt x="2122" y="101"/>
                        </a:lnTo>
                        <a:lnTo>
                          <a:pt x="2124" y="102"/>
                        </a:lnTo>
                        <a:lnTo>
                          <a:pt x="2127" y="101"/>
                        </a:lnTo>
                        <a:lnTo>
                          <a:pt x="2129" y="101"/>
                        </a:lnTo>
                        <a:lnTo>
                          <a:pt x="2131" y="102"/>
                        </a:lnTo>
                        <a:lnTo>
                          <a:pt x="2134" y="102"/>
                        </a:lnTo>
                        <a:lnTo>
                          <a:pt x="2136" y="99"/>
                        </a:lnTo>
                        <a:lnTo>
                          <a:pt x="2139" y="102"/>
                        </a:lnTo>
                        <a:lnTo>
                          <a:pt x="2141" y="102"/>
                        </a:lnTo>
                        <a:lnTo>
                          <a:pt x="2143" y="98"/>
                        </a:lnTo>
                        <a:lnTo>
                          <a:pt x="2146" y="102"/>
                        </a:lnTo>
                        <a:lnTo>
                          <a:pt x="2148" y="102"/>
                        </a:lnTo>
                        <a:lnTo>
                          <a:pt x="2151" y="99"/>
                        </a:lnTo>
                        <a:lnTo>
                          <a:pt x="2153" y="103"/>
                        </a:lnTo>
                        <a:lnTo>
                          <a:pt x="2155" y="102"/>
                        </a:lnTo>
                        <a:lnTo>
                          <a:pt x="2158" y="103"/>
                        </a:lnTo>
                        <a:lnTo>
                          <a:pt x="2160" y="103"/>
                        </a:lnTo>
                        <a:lnTo>
                          <a:pt x="2163" y="102"/>
                        </a:lnTo>
                        <a:lnTo>
                          <a:pt x="2165" y="103"/>
                        </a:lnTo>
                        <a:lnTo>
                          <a:pt x="2166" y="103"/>
                        </a:lnTo>
                      </a:path>
                    </a:pathLst>
                  </a:custGeom>
                  <a:noFill/>
                  <a:ln w="17526" cap="flat">
                    <a:solidFill>
                      <a:srgbClr val="0000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458" name="그룹 457">
                  <a:extLst>
                    <a:ext uri="{FF2B5EF4-FFF2-40B4-BE49-F238E27FC236}">
                      <a16:creationId xmlns:a16="http://schemas.microsoft.com/office/drawing/2014/main" id="{9520991E-400B-4415-AD6C-00B7E68A4DCB}"/>
                    </a:ext>
                  </a:extLst>
                </p:cNvPr>
                <p:cNvGrpSpPr/>
                <p:nvPr/>
              </p:nvGrpSpPr>
              <p:grpSpPr>
                <a:xfrm>
                  <a:off x="3425388" y="1958464"/>
                  <a:ext cx="3440113" cy="1539677"/>
                  <a:chOff x="3568263" y="1829876"/>
                  <a:chExt cx="3440113" cy="1539677"/>
                </a:xfrm>
              </p:grpSpPr>
              <p:grpSp>
                <p:nvGrpSpPr>
                  <p:cNvPr id="459" name="그룹 458">
                    <a:extLst>
                      <a:ext uri="{FF2B5EF4-FFF2-40B4-BE49-F238E27FC236}">
                        <a16:creationId xmlns:a16="http://schemas.microsoft.com/office/drawing/2014/main" id="{CC867BA6-2EFC-4709-BF94-09392ED52421}"/>
                      </a:ext>
                    </a:extLst>
                  </p:cNvPr>
                  <p:cNvGrpSpPr/>
                  <p:nvPr/>
                </p:nvGrpSpPr>
                <p:grpSpPr>
                  <a:xfrm>
                    <a:off x="3568263" y="1829876"/>
                    <a:ext cx="3440113" cy="1524000"/>
                    <a:chOff x="8400469" y="2523729"/>
                    <a:chExt cx="3440113" cy="1524000"/>
                  </a:xfrm>
                </p:grpSpPr>
                <p:sp>
                  <p:nvSpPr>
                    <p:cNvPr id="463" name="Freeform 25">
                      <a:extLst>
                        <a:ext uri="{FF2B5EF4-FFF2-40B4-BE49-F238E27FC236}">
                          <a16:creationId xmlns:a16="http://schemas.microsoft.com/office/drawing/2014/main" id="{E7543A1B-9535-4BD0-A57A-772597BABE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400469" y="2523729"/>
                      <a:ext cx="3438525" cy="1524000"/>
                    </a:xfrm>
                    <a:custGeom>
                      <a:avLst/>
                      <a:gdLst>
                        <a:gd name="T0" fmla="*/ 554 w 2166"/>
                        <a:gd name="T1" fmla="*/ 898 h 960"/>
                        <a:gd name="T2" fmla="*/ 623 w 2166"/>
                        <a:gd name="T3" fmla="*/ 863 h 960"/>
                        <a:gd name="T4" fmla="*/ 693 w 2166"/>
                        <a:gd name="T5" fmla="*/ 837 h 960"/>
                        <a:gd name="T6" fmla="*/ 763 w 2166"/>
                        <a:gd name="T7" fmla="*/ 828 h 960"/>
                        <a:gd name="T8" fmla="*/ 833 w 2166"/>
                        <a:gd name="T9" fmla="*/ 816 h 960"/>
                        <a:gd name="T10" fmla="*/ 902 w 2166"/>
                        <a:gd name="T11" fmla="*/ 809 h 960"/>
                        <a:gd name="T12" fmla="*/ 972 w 2166"/>
                        <a:gd name="T13" fmla="*/ 807 h 960"/>
                        <a:gd name="T14" fmla="*/ 1042 w 2166"/>
                        <a:gd name="T15" fmla="*/ 812 h 960"/>
                        <a:gd name="T16" fmla="*/ 1111 w 2166"/>
                        <a:gd name="T17" fmla="*/ 799 h 960"/>
                        <a:gd name="T18" fmla="*/ 1181 w 2166"/>
                        <a:gd name="T19" fmla="*/ 799 h 960"/>
                        <a:gd name="T20" fmla="*/ 1251 w 2166"/>
                        <a:gd name="T21" fmla="*/ 783 h 960"/>
                        <a:gd name="T22" fmla="*/ 1321 w 2166"/>
                        <a:gd name="T23" fmla="*/ 783 h 960"/>
                        <a:gd name="T24" fmla="*/ 1390 w 2166"/>
                        <a:gd name="T25" fmla="*/ 785 h 960"/>
                        <a:gd name="T26" fmla="*/ 1460 w 2166"/>
                        <a:gd name="T27" fmla="*/ 766 h 960"/>
                        <a:gd name="T28" fmla="*/ 1530 w 2166"/>
                        <a:gd name="T29" fmla="*/ 758 h 960"/>
                        <a:gd name="T30" fmla="*/ 1600 w 2166"/>
                        <a:gd name="T31" fmla="*/ 345 h 960"/>
                        <a:gd name="T32" fmla="*/ 1669 w 2166"/>
                        <a:gd name="T33" fmla="*/ 144 h 960"/>
                        <a:gd name="T34" fmla="*/ 1739 w 2166"/>
                        <a:gd name="T35" fmla="*/ 243 h 960"/>
                        <a:gd name="T36" fmla="*/ 1809 w 2166"/>
                        <a:gd name="T37" fmla="*/ 342 h 960"/>
                        <a:gd name="T38" fmla="*/ 1879 w 2166"/>
                        <a:gd name="T39" fmla="*/ 576 h 960"/>
                        <a:gd name="T40" fmla="*/ 1948 w 2166"/>
                        <a:gd name="T41" fmla="*/ 537 h 960"/>
                        <a:gd name="T42" fmla="*/ 2018 w 2166"/>
                        <a:gd name="T43" fmla="*/ 681 h 960"/>
                        <a:gd name="T44" fmla="*/ 2088 w 2166"/>
                        <a:gd name="T45" fmla="*/ 675 h 960"/>
                        <a:gd name="T46" fmla="*/ 2158 w 2166"/>
                        <a:gd name="T47" fmla="*/ 737 h 960"/>
                        <a:gd name="T48" fmla="*/ 2112 w 2166"/>
                        <a:gd name="T49" fmla="*/ 566 h 960"/>
                        <a:gd name="T50" fmla="*/ 2042 w 2166"/>
                        <a:gd name="T51" fmla="*/ 517 h 960"/>
                        <a:gd name="T52" fmla="*/ 1972 w 2166"/>
                        <a:gd name="T53" fmla="*/ 517 h 960"/>
                        <a:gd name="T54" fmla="*/ 1903 w 2166"/>
                        <a:gd name="T55" fmla="*/ 389 h 960"/>
                        <a:gd name="T56" fmla="*/ 1833 w 2166"/>
                        <a:gd name="T57" fmla="*/ 330 h 960"/>
                        <a:gd name="T58" fmla="*/ 1763 w 2166"/>
                        <a:gd name="T59" fmla="*/ 98 h 960"/>
                        <a:gd name="T60" fmla="*/ 1693 w 2166"/>
                        <a:gd name="T61" fmla="*/ 39 h 960"/>
                        <a:gd name="T62" fmla="*/ 1624 w 2166"/>
                        <a:gd name="T63" fmla="*/ 110 h 960"/>
                        <a:gd name="T64" fmla="*/ 1554 w 2166"/>
                        <a:gd name="T65" fmla="*/ 725 h 960"/>
                        <a:gd name="T66" fmla="*/ 1484 w 2166"/>
                        <a:gd name="T67" fmla="*/ 727 h 960"/>
                        <a:gd name="T68" fmla="*/ 1414 w 2166"/>
                        <a:gd name="T69" fmla="*/ 728 h 960"/>
                        <a:gd name="T70" fmla="*/ 1345 w 2166"/>
                        <a:gd name="T71" fmla="*/ 735 h 960"/>
                        <a:gd name="T72" fmla="*/ 1275 w 2166"/>
                        <a:gd name="T73" fmla="*/ 742 h 960"/>
                        <a:gd name="T74" fmla="*/ 1205 w 2166"/>
                        <a:gd name="T75" fmla="*/ 750 h 960"/>
                        <a:gd name="T76" fmla="*/ 1135 w 2166"/>
                        <a:gd name="T77" fmla="*/ 755 h 960"/>
                        <a:gd name="T78" fmla="*/ 1066 w 2166"/>
                        <a:gd name="T79" fmla="*/ 769 h 960"/>
                        <a:gd name="T80" fmla="*/ 996 w 2166"/>
                        <a:gd name="T81" fmla="*/ 784 h 960"/>
                        <a:gd name="T82" fmla="*/ 926 w 2166"/>
                        <a:gd name="T83" fmla="*/ 792 h 960"/>
                        <a:gd name="T84" fmla="*/ 856 w 2166"/>
                        <a:gd name="T85" fmla="*/ 791 h 960"/>
                        <a:gd name="T86" fmla="*/ 787 w 2166"/>
                        <a:gd name="T87" fmla="*/ 791 h 960"/>
                        <a:gd name="T88" fmla="*/ 717 w 2166"/>
                        <a:gd name="T89" fmla="*/ 800 h 960"/>
                        <a:gd name="T90" fmla="*/ 647 w 2166"/>
                        <a:gd name="T91" fmla="*/ 814 h 960"/>
                        <a:gd name="T92" fmla="*/ 578 w 2166"/>
                        <a:gd name="T93" fmla="*/ 838 h 960"/>
                        <a:gd name="T94" fmla="*/ 508 w 2166"/>
                        <a:gd name="T95" fmla="*/ 881 h 960"/>
                        <a:gd name="T96" fmla="*/ 438 w 2166"/>
                        <a:gd name="T97" fmla="*/ 925 h 960"/>
                        <a:gd name="T98" fmla="*/ 368 w 2166"/>
                        <a:gd name="T99" fmla="*/ 702 h 960"/>
                        <a:gd name="T100" fmla="*/ 299 w 2166"/>
                        <a:gd name="T101" fmla="*/ 679 h 960"/>
                        <a:gd name="T102" fmla="*/ 229 w 2166"/>
                        <a:gd name="T103" fmla="*/ 674 h 960"/>
                        <a:gd name="T104" fmla="*/ 159 w 2166"/>
                        <a:gd name="T105" fmla="*/ 670 h 960"/>
                        <a:gd name="T106" fmla="*/ 89 w 2166"/>
                        <a:gd name="T107" fmla="*/ 610 h 960"/>
                        <a:gd name="T108" fmla="*/ 20 w 2166"/>
                        <a:gd name="T109" fmla="*/ 638 h 960"/>
                        <a:gd name="T110" fmla="*/ 48 w 2166"/>
                        <a:gd name="T111" fmla="*/ 822 h 960"/>
                        <a:gd name="T112" fmla="*/ 118 w 2166"/>
                        <a:gd name="T113" fmla="*/ 786 h 960"/>
                        <a:gd name="T114" fmla="*/ 188 w 2166"/>
                        <a:gd name="T115" fmla="*/ 740 h 960"/>
                        <a:gd name="T116" fmla="*/ 258 w 2166"/>
                        <a:gd name="T117" fmla="*/ 783 h 960"/>
                        <a:gd name="T118" fmla="*/ 327 w 2166"/>
                        <a:gd name="T119" fmla="*/ 733 h 960"/>
                        <a:gd name="T120" fmla="*/ 397 w 2166"/>
                        <a:gd name="T121" fmla="*/ 957 h 960"/>
                        <a:gd name="T122" fmla="*/ 467 w 2166"/>
                        <a:gd name="T123" fmla="*/ 934 h 9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2166" h="960">
                          <a:moveTo>
                            <a:pt x="486" y="924"/>
                          </a:moveTo>
                          <a:lnTo>
                            <a:pt x="489" y="922"/>
                          </a:lnTo>
                          <a:lnTo>
                            <a:pt x="491" y="918"/>
                          </a:lnTo>
                          <a:lnTo>
                            <a:pt x="493" y="917"/>
                          </a:lnTo>
                          <a:lnTo>
                            <a:pt x="496" y="913"/>
                          </a:lnTo>
                          <a:lnTo>
                            <a:pt x="498" y="911"/>
                          </a:lnTo>
                          <a:lnTo>
                            <a:pt x="501" y="912"/>
                          </a:lnTo>
                          <a:lnTo>
                            <a:pt x="503" y="910"/>
                          </a:lnTo>
                          <a:lnTo>
                            <a:pt x="505" y="911"/>
                          </a:lnTo>
                          <a:lnTo>
                            <a:pt x="508" y="911"/>
                          </a:lnTo>
                          <a:lnTo>
                            <a:pt x="510" y="908"/>
                          </a:lnTo>
                          <a:lnTo>
                            <a:pt x="513" y="910"/>
                          </a:lnTo>
                          <a:lnTo>
                            <a:pt x="515" y="909"/>
                          </a:lnTo>
                          <a:lnTo>
                            <a:pt x="517" y="907"/>
                          </a:lnTo>
                          <a:lnTo>
                            <a:pt x="520" y="909"/>
                          </a:lnTo>
                          <a:lnTo>
                            <a:pt x="522" y="906"/>
                          </a:lnTo>
                          <a:lnTo>
                            <a:pt x="525" y="906"/>
                          </a:lnTo>
                          <a:lnTo>
                            <a:pt x="527" y="909"/>
                          </a:lnTo>
                          <a:lnTo>
                            <a:pt x="530" y="906"/>
                          </a:lnTo>
                          <a:lnTo>
                            <a:pt x="532" y="904"/>
                          </a:lnTo>
                          <a:lnTo>
                            <a:pt x="534" y="905"/>
                          </a:lnTo>
                          <a:lnTo>
                            <a:pt x="537" y="900"/>
                          </a:lnTo>
                          <a:lnTo>
                            <a:pt x="539" y="898"/>
                          </a:lnTo>
                          <a:lnTo>
                            <a:pt x="542" y="898"/>
                          </a:lnTo>
                          <a:lnTo>
                            <a:pt x="544" y="896"/>
                          </a:lnTo>
                          <a:lnTo>
                            <a:pt x="546" y="898"/>
                          </a:lnTo>
                          <a:lnTo>
                            <a:pt x="549" y="898"/>
                          </a:lnTo>
                          <a:lnTo>
                            <a:pt x="551" y="897"/>
                          </a:lnTo>
                          <a:lnTo>
                            <a:pt x="554" y="898"/>
                          </a:lnTo>
                          <a:lnTo>
                            <a:pt x="556" y="897"/>
                          </a:lnTo>
                          <a:lnTo>
                            <a:pt x="558" y="895"/>
                          </a:lnTo>
                          <a:lnTo>
                            <a:pt x="561" y="894"/>
                          </a:lnTo>
                          <a:lnTo>
                            <a:pt x="563" y="893"/>
                          </a:lnTo>
                          <a:lnTo>
                            <a:pt x="566" y="891"/>
                          </a:lnTo>
                          <a:lnTo>
                            <a:pt x="568" y="889"/>
                          </a:lnTo>
                          <a:lnTo>
                            <a:pt x="570" y="889"/>
                          </a:lnTo>
                          <a:lnTo>
                            <a:pt x="573" y="888"/>
                          </a:lnTo>
                          <a:lnTo>
                            <a:pt x="575" y="885"/>
                          </a:lnTo>
                          <a:lnTo>
                            <a:pt x="578" y="885"/>
                          </a:lnTo>
                          <a:lnTo>
                            <a:pt x="580" y="882"/>
                          </a:lnTo>
                          <a:lnTo>
                            <a:pt x="582" y="878"/>
                          </a:lnTo>
                          <a:lnTo>
                            <a:pt x="585" y="880"/>
                          </a:lnTo>
                          <a:lnTo>
                            <a:pt x="587" y="878"/>
                          </a:lnTo>
                          <a:lnTo>
                            <a:pt x="590" y="877"/>
                          </a:lnTo>
                          <a:lnTo>
                            <a:pt x="592" y="878"/>
                          </a:lnTo>
                          <a:lnTo>
                            <a:pt x="594" y="876"/>
                          </a:lnTo>
                          <a:lnTo>
                            <a:pt x="597" y="876"/>
                          </a:lnTo>
                          <a:lnTo>
                            <a:pt x="599" y="874"/>
                          </a:lnTo>
                          <a:lnTo>
                            <a:pt x="601" y="871"/>
                          </a:lnTo>
                          <a:lnTo>
                            <a:pt x="604" y="872"/>
                          </a:lnTo>
                          <a:lnTo>
                            <a:pt x="606" y="872"/>
                          </a:lnTo>
                          <a:lnTo>
                            <a:pt x="609" y="871"/>
                          </a:lnTo>
                          <a:lnTo>
                            <a:pt x="611" y="871"/>
                          </a:lnTo>
                          <a:lnTo>
                            <a:pt x="613" y="871"/>
                          </a:lnTo>
                          <a:lnTo>
                            <a:pt x="616" y="871"/>
                          </a:lnTo>
                          <a:lnTo>
                            <a:pt x="618" y="865"/>
                          </a:lnTo>
                          <a:lnTo>
                            <a:pt x="621" y="865"/>
                          </a:lnTo>
                          <a:lnTo>
                            <a:pt x="623" y="863"/>
                          </a:lnTo>
                          <a:lnTo>
                            <a:pt x="625" y="860"/>
                          </a:lnTo>
                          <a:lnTo>
                            <a:pt x="628" y="859"/>
                          </a:lnTo>
                          <a:lnTo>
                            <a:pt x="630" y="858"/>
                          </a:lnTo>
                          <a:lnTo>
                            <a:pt x="633" y="856"/>
                          </a:lnTo>
                          <a:lnTo>
                            <a:pt x="635" y="856"/>
                          </a:lnTo>
                          <a:lnTo>
                            <a:pt x="637" y="855"/>
                          </a:lnTo>
                          <a:lnTo>
                            <a:pt x="640" y="855"/>
                          </a:lnTo>
                          <a:lnTo>
                            <a:pt x="642" y="855"/>
                          </a:lnTo>
                          <a:lnTo>
                            <a:pt x="645" y="853"/>
                          </a:lnTo>
                          <a:lnTo>
                            <a:pt x="647" y="852"/>
                          </a:lnTo>
                          <a:lnTo>
                            <a:pt x="649" y="854"/>
                          </a:lnTo>
                          <a:lnTo>
                            <a:pt x="652" y="854"/>
                          </a:lnTo>
                          <a:lnTo>
                            <a:pt x="654" y="852"/>
                          </a:lnTo>
                          <a:lnTo>
                            <a:pt x="657" y="852"/>
                          </a:lnTo>
                          <a:lnTo>
                            <a:pt x="659" y="852"/>
                          </a:lnTo>
                          <a:lnTo>
                            <a:pt x="662" y="848"/>
                          </a:lnTo>
                          <a:lnTo>
                            <a:pt x="664" y="846"/>
                          </a:lnTo>
                          <a:lnTo>
                            <a:pt x="666" y="845"/>
                          </a:lnTo>
                          <a:lnTo>
                            <a:pt x="669" y="843"/>
                          </a:lnTo>
                          <a:lnTo>
                            <a:pt x="671" y="839"/>
                          </a:lnTo>
                          <a:lnTo>
                            <a:pt x="674" y="839"/>
                          </a:lnTo>
                          <a:lnTo>
                            <a:pt x="676" y="837"/>
                          </a:lnTo>
                          <a:lnTo>
                            <a:pt x="678" y="836"/>
                          </a:lnTo>
                          <a:lnTo>
                            <a:pt x="681" y="839"/>
                          </a:lnTo>
                          <a:lnTo>
                            <a:pt x="683" y="839"/>
                          </a:lnTo>
                          <a:lnTo>
                            <a:pt x="686" y="837"/>
                          </a:lnTo>
                          <a:lnTo>
                            <a:pt x="688" y="839"/>
                          </a:lnTo>
                          <a:lnTo>
                            <a:pt x="690" y="836"/>
                          </a:lnTo>
                          <a:lnTo>
                            <a:pt x="693" y="837"/>
                          </a:lnTo>
                          <a:lnTo>
                            <a:pt x="695" y="837"/>
                          </a:lnTo>
                          <a:lnTo>
                            <a:pt x="698" y="836"/>
                          </a:lnTo>
                          <a:lnTo>
                            <a:pt x="700" y="837"/>
                          </a:lnTo>
                          <a:lnTo>
                            <a:pt x="703" y="839"/>
                          </a:lnTo>
                          <a:lnTo>
                            <a:pt x="705" y="838"/>
                          </a:lnTo>
                          <a:lnTo>
                            <a:pt x="707" y="836"/>
                          </a:lnTo>
                          <a:lnTo>
                            <a:pt x="710" y="834"/>
                          </a:lnTo>
                          <a:lnTo>
                            <a:pt x="712" y="830"/>
                          </a:lnTo>
                          <a:lnTo>
                            <a:pt x="715" y="832"/>
                          </a:lnTo>
                          <a:lnTo>
                            <a:pt x="717" y="833"/>
                          </a:lnTo>
                          <a:lnTo>
                            <a:pt x="719" y="833"/>
                          </a:lnTo>
                          <a:lnTo>
                            <a:pt x="722" y="834"/>
                          </a:lnTo>
                          <a:lnTo>
                            <a:pt x="724" y="833"/>
                          </a:lnTo>
                          <a:lnTo>
                            <a:pt x="727" y="836"/>
                          </a:lnTo>
                          <a:lnTo>
                            <a:pt x="729" y="836"/>
                          </a:lnTo>
                          <a:lnTo>
                            <a:pt x="731" y="835"/>
                          </a:lnTo>
                          <a:lnTo>
                            <a:pt x="734" y="836"/>
                          </a:lnTo>
                          <a:lnTo>
                            <a:pt x="736" y="836"/>
                          </a:lnTo>
                          <a:lnTo>
                            <a:pt x="739" y="834"/>
                          </a:lnTo>
                          <a:lnTo>
                            <a:pt x="741" y="837"/>
                          </a:lnTo>
                          <a:lnTo>
                            <a:pt x="743" y="836"/>
                          </a:lnTo>
                          <a:lnTo>
                            <a:pt x="746" y="836"/>
                          </a:lnTo>
                          <a:lnTo>
                            <a:pt x="748" y="837"/>
                          </a:lnTo>
                          <a:lnTo>
                            <a:pt x="751" y="834"/>
                          </a:lnTo>
                          <a:lnTo>
                            <a:pt x="753" y="831"/>
                          </a:lnTo>
                          <a:lnTo>
                            <a:pt x="756" y="831"/>
                          </a:lnTo>
                          <a:lnTo>
                            <a:pt x="758" y="827"/>
                          </a:lnTo>
                          <a:lnTo>
                            <a:pt x="760" y="826"/>
                          </a:lnTo>
                          <a:lnTo>
                            <a:pt x="763" y="828"/>
                          </a:lnTo>
                          <a:lnTo>
                            <a:pt x="765" y="826"/>
                          </a:lnTo>
                          <a:lnTo>
                            <a:pt x="768" y="828"/>
                          </a:lnTo>
                          <a:lnTo>
                            <a:pt x="770" y="827"/>
                          </a:lnTo>
                          <a:lnTo>
                            <a:pt x="772" y="826"/>
                          </a:lnTo>
                          <a:lnTo>
                            <a:pt x="775" y="826"/>
                          </a:lnTo>
                          <a:lnTo>
                            <a:pt x="777" y="827"/>
                          </a:lnTo>
                          <a:lnTo>
                            <a:pt x="780" y="825"/>
                          </a:lnTo>
                          <a:lnTo>
                            <a:pt x="782" y="826"/>
                          </a:lnTo>
                          <a:lnTo>
                            <a:pt x="784" y="825"/>
                          </a:lnTo>
                          <a:lnTo>
                            <a:pt x="787" y="823"/>
                          </a:lnTo>
                          <a:lnTo>
                            <a:pt x="789" y="822"/>
                          </a:lnTo>
                          <a:lnTo>
                            <a:pt x="792" y="820"/>
                          </a:lnTo>
                          <a:lnTo>
                            <a:pt x="794" y="819"/>
                          </a:lnTo>
                          <a:lnTo>
                            <a:pt x="797" y="817"/>
                          </a:lnTo>
                          <a:lnTo>
                            <a:pt x="799" y="815"/>
                          </a:lnTo>
                          <a:lnTo>
                            <a:pt x="801" y="815"/>
                          </a:lnTo>
                          <a:lnTo>
                            <a:pt x="804" y="814"/>
                          </a:lnTo>
                          <a:lnTo>
                            <a:pt x="806" y="816"/>
                          </a:lnTo>
                          <a:lnTo>
                            <a:pt x="809" y="818"/>
                          </a:lnTo>
                          <a:lnTo>
                            <a:pt x="811" y="817"/>
                          </a:lnTo>
                          <a:lnTo>
                            <a:pt x="813" y="818"/>
                          </a:lnTo>
                          <a:lnTo>
                            <a:pt x="816" y="819"/>
                          </a:lnTo>
                          <a:lnTo>
                            <a:pt x="818" y="817"/>
                          </a:lnTo>
                          <a:lnTo>
                            <a:pt x="821" y="818"/>
                          </a:lnTo>
                          <a:lnTo>
                            <a:pt x="823" y="818"/>
                          </a:lnTo>
                          <a:lnTo>
                            <a:pt x="825" y="817"/>
                          </a:lnTo>
                          <a:lnTo>
                            <a:pt x="828" y="819"/>
                          </a:lnTo>
                          <a:lnTo>
                            <a:pt x="830" y="818"/>
                          </a:lnTo>
                          <a:lnTo>
                            <a:pt x="833" y="816"/>
                          </a:lnTo>
                          <a:lnTo>
                            <a:pt x="835" y="818"/>
                          </a:lnTo>
                          <a:lnTo>
                            <a:pt x="837" y="816"/>
                          </a:lnTo>
                          <a:lnTo>
                            <a:pt x="840" y="815"/>
                          </a:lnTo>
                          <a:lnTo>
                            <a:pt x="842" y="815"/>
                          </a:lnTo>
                          <a:lnTo>
                            <a:pt x="845" y="814"/>
                          </a:lnTo>
                          <a:lnTo>
                            <a:pt x="847" y="812"/>
                          </a:lnTo>
                          <a:lnTo>
                            <a:pt x="849" y="814"/>
                          </a:lnTo>
                          <a:lnTo>
                            <a:pt x="852" y="814"/>
                          </a:lnTo>
                          <a:lnTo>
                            <a:pt x="854" y="813"/>
                          </a:lnTo>
                          <a:lnTo>
                            <a:pt x="856" y="814"/>
                          </a:lnTo>
                          <a:lnTo>
                            <a:pt x="859" y="815"/>
                          </a:lnTo>
                          <a:lnTo>
                            <a:pt x="861" y="812"/>
                          </a:lnTo>
                          <a:lnTo>
                            <a:pt x="864" y="814"/>
                          </a:lnTo>
                          <a:lnTo>
                            <a:pt x="866" y="813"/>
                          </a:lnTo>
                          <a:lnTo>
                            <a:pt x="868" y="811"/>
                          </a:lnTo>
                          <a:lnTo>
                            <a:pt x="871" y="813"/>
                          </a:lnTo>
                          <a:lnTo>
                            <a:pt x="873" y="812"/>
                          </a:lnTo>
                          <a:lnTo>
                            <a:pt x="876" y="811"/>
                          </a:lnTo>
                          <a:lnTo>
                            <a:pt x="878" y="811"/>
                          </a:lnTo>
                          <a:lnTo>
                            <a:pt x="880" y="810"/>
                          </a:lnTo>
                          <a:lnTo>
                            <a:pt x="883" y="808"/>
                          </a:lnTo>
                          <a:lnTo>
                            <a:pt x="885" y="808"/>
                          </a:lnTo>
                          <a:lnTo>
                            <a:pt x="888" y="808"/>
                          </a:lnTo>
                          <a:lnTo>
                            <a:pt x="890" y="806"/>
                          </a:lnTo>
                          <a:lnTo>
                            <a:pt x="892" y="808"/>
                          </a:lnTo>
                          <a:lnTo>
                            <a:pt x="895" y="809"/>
                          </a:lnTo>
                          <a:lnTo>
                            <a:pt x="897" y="809"/>
                          </a:lnTo>
                          <a:lnTo>
                            <a:pt x="900" y="809"/>
                          </a:lnTo>
                          <a:lnTo>
                            <a:pt x="902" y="809"/>
                          </a:lnTo>
                          <a:lnTo>
                            <a:pt x="904" y="810"/>
                          </a:lnTo>
                          <a:lnTo>
                            <a:pt x="907" y="809"/>
                          </a:lnTo>
                          <a:lnTo>
                            <a:pt x="909" y="807"/>
                          </a:lnTo>
                          <a:lnTo>
                            <a:pt x="912" y="807"/>
                          </a:lnTo>
                          <a:lnTo>
                            <a:pt x="914" y="805"/>
                          </a:lnTo>
                          <a:lnTo>
                            <a:pt x="916" y="805"/>
                          </a:lnTo>
                          <a:lnTo>
                            <a:pt x="919" y="805"/>
                          </a:lnTo>
                          <a:lnTo>
                            <a:pt x="921" y="804"/>
                          </a:lnTo>
                          <a:lnTo>
                            <a:pt x="924" y="805"/>
                          </a:lnTo>
                          <a:lnTo>
                            <a:pt x="926" y="806"/>
                          </a:lnTo>
                          <a:lnTo>
                            <a:pt x="929" y="803"/>
                          </a:lnTo>
                          <a:lnTo>
                            <a:pt x="931" y="805"/>
                          </a:lnTo>
                          <a:lnTo>
                            <a:pt x="933" y="806"/>
                          </a:lnTo>
                          <a:lnTo>
                            <a:pt x="936" y="806"/>
                          </a:lnTo>
                          <a:lnTo>
                            <a:pt x="938" y="806"/>
                          </a:lnTo>
                          <a:lnTo>
                            <a:pt x="941" y="806"/>
                          </a:lnTo>
                          <a:lnTo>
                            <a:pt x="943" y="807"/>
                          </a:lnTo>
                          <a:lnTo>
                            <a:pt x="945" y="807"/>
                          </a:lnTo>
                          <a:lnTo>
                            <a:pt x="948" y="806"/>
                          </a:lnTo>
                          <a:lnTo>
                            <a:pt x="950" y="806"/>
                          </a:lnTo>
                          <a:lnTo>
                            <a:pt x="953" y="805"/>
                          </a:lnTo>
                          <a:lnTo>
                            <a:pt x="955" y="803"/>
                          </a:lnTo>
                          <a:lnTo>
                            <a:pt x="957" y="802"/>
                          </a:lnTo>
                          <a:lnTo>
                            <a:pt x="960" y="799"/>
                          </a:lnTo>
                          <a:lnTo>
                            <a:pt x="962" y="802"/>
                          </a:lnTo>
                          <a:lnTo>
                            <a:pt x="965" y="802"/>
                          </a:lnTo>
                          <a:lnTo>
                            <a:pt x="967" y="802"/>
                          </a:lnTo>
                          <a:lnTo>
                            <a:pt x="970" y="806"/>
                          </a:lnTo>
                          <a:lnTo>
                            <a:pt x="972" y="807"/>
                          </a:lnTo>
                          <a:lnTo>
                            <a:pt x="974" y="807"/>
                          </a:lnTo>
                          <a:lnTo>
                            <a:pt x="977" y="809"/>
                          </a:lnTo>
                          <a:lnTo>
                            <a:pt x="979" y="809"/>
                          </a:lnTo>
                          <a:lnTo>
                            <a:pt x="982" y="813"/>
                          </a:lnTo>
                          <a:lnTo>
                            <a:pt x="984" y="814"/>
                          </a:lnTo>
                          <a:lnTo>
                            <a:pt x="986" y="814"/>
                          </a:lnTo>
                          <a:lnTo>
                            <a:pt x="989" y="814"/>
                          </a:lnTo>
                          <a:lnTo>
                            <a:pt x="991" y="811"/>
                          </a:lnTo>
                          <a:lnTo>
                            <a:pt x="994" y="810"/>
                          </a:lnTo>
                          <a:lnTo>
                            <a:pt x="996" y="809"/>
                          </a:lnTo>
                          <a:lnTo>
                            <a:pt x="998" y="806"/>
                          </a:lnTo>
                          <a:lnTo>
                            <a:pt x="1001" y="810"/>
                          </a:lnTo>
                          <a:lnTo>
                            <a:pt x="1003" y="809"/>
                          </a:lnTo>
                          <a:lnTo>
                            <a:pt x="1006" y="811"/>
                          </a:lnTo>
                          <a:lnTo>
                            <a:pt x="1008" y="813"/>
                          </a:lnTo>
                          <a:lnTo>
                            <a:pt x="1010" y="813"/>
                          </a:lnTo>
                          <a:lnTo>
                            <a:pt x="1013" y="814"/>
                          </a:lnTo>
                          <a:lnTo>
                            <a:pt x="1015" y="815"/>
                          </a:lnTo>
                          <a:lnTo>
                            <a:pt x="1018" y="816"/>
                          </a:lnTo>
                          <a:lnTo>
                            <a:pt x="1020" y="817"/>
                          </a:lnTo>
                          <a:lnTo>
                            <a:pt x="1023" y="816"/>
                          </a:lnTo>
                          <a:lnTo>
                            <a:pt x="1025" y="816"/>
                          </a:lnTo>
                          <a:lnTo>
                            <a:pt x="1027" y="813"/>
                          </a:lnTo>
                          <a:lnTo>
                            <a:pt x="1030" y="812"/>
                          </a:lnTo>
                          <a:lnTo>
                            <a:pt x="1032" y="810"/>
                          </a:lnTo>
                          <a:lnTo>
                            <a:pt x="1035" y="809"/>
                          </a:lnTo>
                          <a:lnTo>
                            <a:pt x="1037" y="810"/>
                          </a:lnTo>
                          <a:lnTo>
                            <a:pt x="1039" y="812"/>
                          </a:lnTo>
                          <a:lnTo>
                            <a:pt x="1042" y="812"/>
                          </a:lnTo>
                          <a:lnTo>
                            <a:pt x="1044" y="814"/>
                          </a:lnTo>
                          <a:lnTo>
                            <a:pt x="1047" y="815"/>
                          </a:lnTo>
                          <a:lnTo>
                            <a:pt x="1049" y="816"/>
                          </a:lnTo>
                          <a:lnTo>
                            <a:pt x="1051" y="817"/>
                          </a:lnTo>
                          <a:lnTo>
                            <a:pt x="1054" y="817"/>
                          </a:lnTo>
                          <a:lnTo>
                            <a:pt x="1056" y="818"/>
                          </a:lnTo>
                          <a:lnTo>
                            <a:pt x="1059" y="819"/>
                          </a:lnTo>
                          <a:lnTo>
                            <a:pt x="1061" y="819"/>
                          </a:lnTo>
                          <a:lnTo>
                            <a:pt x="1064" y="816"/>
                          </a:lnTo>
                          <a:lnTo>
                            <a:pt x="1066" y="812"/>
                          </a:lnTo>
                          <a:lnTo>
                            <a:pt x="1068" y="809"/>
                          </a:lnTo>
                          <a:lnTo>
                            <a:pt x="1071" y="806"/>
                          </a:lnTo>
                          <a:lnTo>
                            <a:pt x="1073" y="806"/>
                          </a:lnTo>
                          <a:lnTo>
                            <a:pt x="1076" y="805"/>
                          </a:lnTo>
                          <a:lnTo>
                            <a:pt x="1078" y="805"/>
                          </a:lnTo>
                          <a:lnTo>
                            <a:pt x="1080" y="808"/>
                          </a:lnTo>
                          <a:lnTo>
                            <a:pt x="1083" y="807"/>
                          </a:lnTo>
                          <a:lnTo>
                            <a:pt x="1085" y="807"/>
                          </a:lnTo>
                          <a:lnTo>
                            <a:pt x="1088" y="808"/>
                          </a:lnTo>
                          <a:lnTo>
                            <a:pt x="1090" y="808"/>
                          </a:lnTo>
                          <a:lnTo>
                            <a:pt x="1092" y="806"/>
                          </a:lnTo>
                          <a:lnTo>
                            <a:pt x="1095" y="809"/>
                          </a:lnTo>
                          <a:lnTo>
                            <a:pt x="1097" y="807"/>
                          </a:lnTo>
                          <a:lnTo>
                            <a:pt x="1099" y="806"/>
                          </a:lnTo>
                          <a:lnTo>
                            <a:pt x="1102" y="806"/>
                          </a:lnTo>
                          <a:lnTo>
                            <a:pt x="1104" y="802"/>
                          </a:lnTo>
                          <a:lnTo>
                            <a:pt x="1107" y="803"/>
                          </a:lnTo>
                          <a:lnTo>
                            <a:pt x="1109" y="801"/>
                          </a:lnTo>
                          <a:lnTo>
                            <a:pt x="1111" y="799"/>
                          </a:lnTo>
                          <a:lnTo>
                            <a:pt x="1114" y="802"/>
                          </a:lnTo>
                          <a:lnTo>
                            <a:pt x="1116" y="801"/>
                          </a:lnTo>
                          <a:lnTo>
                            <a:pt x="1119" y="801"/>
                          </a:lnTo>
                          <a:lnTo>
                            <a:pt x="1121" y="804"/>
                          </a:lnTo>
                          <a:lnTo>
                            <a:pt x="1123" y="802"/>
                          </a:lnTo>
                          <a:lnTo>
                            <a:pt x="1126" y="803"/>
                          </a:lnTo>
                          <a:lnTo>
                            <a:pt x="1128" y="804"/>
                          </a:lnTo>
                          <a:lnTo>
                            <a:pt x="1131" y="802"/>
                          </a:lnTo>
                          <a:lnTo>
                            <a:pt x="1133" y="804"/>
                          </a:lnTo>
                          <a:lnTo>
                            <a:pt x="1135" y="803"/>
                          </a:lnTo>
                          <a:lnTo>
                            <a:pt x="1138" y="801"/>
                          </a:lnTo>
                          <a:lnTo>
                            <a:pt x="1140" y="799"/>
                          </a:lnTo>
                          <a:lnTo>
                            <a:pt x="1143" y="797"/>
                          </a:lnTo>
                          <a:lnTo>
                            <a:pt x="1145" y="798"/>
                          </a:lnTo>
                          <a:lnTo>
                            <a:pt x="1147" y="798"/>
                          </a:lnTo>
                          <a:lnTo>
                            <a:pt x="1150" y="798"/>
                          </a:lnTo>
                          <a:lnTo>
                            <a:pt x="1152" y="799"/>
                          </a:lnTo>
                          <a:lnTo>
                            <a:pt x="1155" y="799"/>
                          </a:lnTo>
                          <a:lnTo>
                            <a:pt x="1157" y="799"/>
                          </a:lnTo>
                          <a:lnTo>
                            <a:pt x="1159" y="800"/>
                          </a:lnTo>
                          <a:lnTo>
                            <a:pt x="1162" y="799"/>
                          </a:lnTo>
                          <a:lnTo>
                            <a:pt x="1164" y="803"/>
                          </a:lnTo>
                          <a:lnTo>
                            <a:pt x="1167" y="802"/>
                          </a:lnTo>
                          <a:lnTo>
                            <a:pt x="1169" y="802"/>
                          </a:lnTo>
                          <a:lnTo>
                            <a:pt x="1171" y="802"/>
                          </a:lnTo>
                          <a:lnTo>
                            <a:pt x="1174" y="799"/>
                          </a:lnTo>
                          <a:lnTo>
                            <a:pt x="1176" y="799"/>
                          </a:lnTo>
                          <a:lnTo>
                            <a:pt x="1179" y="799"/>
                          </a:lnTo>
                          <a:lnTo>
                            <a:pt x="1181" y="799"/>
                          </a:lnTo>
                          <a:lnTo>
                            <a:pt x="1183" y="797"/>
                          </a:lnTo>
                          <a:lnTo>
                            <a:pt x="1186" y="796"/>
                          </a:lnTo>
                          <a:lnTo>
                            <a:pt x="1188" y="797"/>
                          </a:lnTo>
                          <a:lnTo>
                            <a:pt x="1191" y="797"/>
                          </a:lnTo>
                          <a:lnTo>
                            <a:pt x="1193" y="796"/>
                          </a:lnTo>
                          <a:lnTo>
                            <a:pt x="1196" y="798"/>
                          </a:lnTo>
                          <a:lnTo>
                            <a:pt x="1198" y="798"/>
                          </a:lnTo>
                          <a:lnTo>
                            <a:pt x="1200" y="799"/>
                          </a:lnTo>
                          <a:lnTo>
                            <a:pt x="1203" y="801"/>
                          </a:lnTo>
                          <a:lnTo>
                            <a:pt x="1205" y="797"/>
                          </a:lnTo>
                          <a:lnTo>
                            <a:pt x="1208" y="794"/>
                          </a:lnTo>
                          <a:lnTo>
                            <a:pt x="1210" y="793"/>
                          </a:lnTo>
                          <a:lnTo>
                            <a:pt x="1212" y="790"/>
                          </a:lnTo>
                          <a:lnTo>
                            <a:pt x="1215" y="790"/>
                          </a:lnTo>
                          <a:lnTo>
                            <a:pt x="1217" y="789"/>
                          </a:lnTo>
                          <a:lnTo>
                            <a:pt x="1220" y="790"/>
                          </a:lnTo>
                          <a:lnTo>
                            <a:pt x="1222" y="791"/>
                          </a:lnTo>
                          <a:lnTo>
                            <a:pt x="1224" y="790"/>
                          </a:lnTo>
                          <a:lnTo>
                            <a:pt x="1227" y="790"/>
                          </a:lnTo>
                          <a:lnTo>
                            <a:pt x="1229" y="790"/>
                          </a:lnTo>
                          <a:lnTo>
                            <a:pt x="1232" y="790"/>
                          </a:lnTo>
                          <a:lnTo>
                            <a:pt x="1234" y="791"/>
                          </a:lnTo>
                          <a:lnTo>
                            <a:pt x="1237" y="790"/>
                          </a:lnTo>
                          <a:lnTo>
                            <a:pt x="1239" y="793"/>
                          </a:lnTo>
                          <a:lnTo>
                            <a:pt x="1241" y="793"/>
                          </a:lnTo>
                          <a:lnTo>
                            <a:pt x="1244" y="788"/>
                          </a:lnTo>
                          <a:lnTo>
                            <a:pt x="1246" y="789"/>
                          </a:lnTo>
                          <a:lnTo>
                            <a:pt x="1249" y="785"/>
                          </a:lnTo>
                          <a:lnTo>
                            <a:pt x="1251" y="783"/>
                          </a:lnTo>
                          <a:lnTo>
                            <a:pt x="1253" y="785"/>
                          </a:lnTo>
                          <a:lnTo>
                            <a:pt x="1256" y="784"/>
                          </a:lnTo>
                          <a:lnTo>
                            <a:pt x="1258" y="786"/>
                          </a:lnTo>
                          <a:lnTo>
                            <a:pt x="1261" y="786"/>
                          </a:lnTo>
                          <a:lnTo>
                            <a:pt x="1263" y="785"/>
                          </a:lnTo>
                          <a:lnTo>
                            <a:pt x="1265" y="785"/>
                          </a:lnTo>
                          <a:lnTo>
                            <a:pt x="1268" y="784"/>
                          </a:lnTo>
                          <a:lnTo>
                            <a:pt x="1270" y="785"/>
                          </a:lnTo>
                          <a:lnTo>
                            <a:pt x="1273" y="785"/>
                          </a:lnTo>
                          <a:lnTo>
                            <a:pt x="1275" y="786"/>
                          </a:lnTo>
                          <a:lnTo>
                            <a:pt x="1277" y="785"/>
                          </a:lnTo>
                          <a:lnTo>
                            <a:pt x="1280" y="786"/>
                          </a:lnTo>
                          <a:lnTo>
                            <a:pt x="1282" y="786"/>
                          </a:lnTo>
                          <a:lnTo>
                            <a:pt x="1285" y="785"/>
                          </a:lnTo>
                          <a:lnTo>
                            <a:pt x="1287" y="786"/>
                          </a:lnTo>
                          <a:lnTo>
                            <a:pt x="1290" y="785"/>
                          </a:lnTo>
                          <a:lnTo>
                            <a:pt x="1292" y="786"/>
                          </a:lnTo>
                          <a:lnTo>
                            <a:pt x="1294" y="785"/>
                          </a:lnTo>
                          <a:lnTo>
                            <a:pt x="1297" y="784"/>
                          </a:lnTo>
                          <a:lnTo>
                            <a:pt x="1299" y="786"/>
                          </a:lnTo>
                          <a:lnTo>
                            <a:pt x="1302" y="782"/>
                          </a:lnTo>
                          <a:lnTo>
                            <a:pt x="1304" y="783"/>
                          </a:lnTo>
                          <a:lnTo>
                            <a:pt x="1306" y="782"/>
                          </a:lnTo>
                          <a:lnTo>
                            <a:pt x="1309" y="781"/>
                          </a:lnTo>
                          <a:lnTo>
                            <a:pt x="1311" y="783"/>
                          </a:lnTo>
                          <a:lnTo>
                            <a:pt x="1314" y="782"/>
                          </a:lnTo>
                          <a:lnTo>
                            <a:pt x="1316" y="783"/>
                          </a:lnTo>
                          <a:lnTo>
                            <a:pt x="1318" y="782"/>
                          </a:lnTo>
                          <a:lnTo>
                            <a:pt x="1321" y="783"/>
                          </a:lnTo>
                          <a:lnTo>
                            <a:pt x="1323" y="784"/>
                          </a:lnTo>
                          <a:lnTo>
                            <a:pt x="1326" y="780"/>
                          </a:lnTo>
                          <a:lnTo>
                            <a:pt x="1328" y="782"/>
                          </a:lnTo>
                          <a:lnTo>
                            <a:pt x="1331" y="780"/>
                          </a:lnTo>
                          <a:lnTo>
                            <a:pt x="1333" y="777"/>
                          </a:lnTo>
                          <a:lnTo>
                            <a:pt x="1335" y="781"/>
                          </a:lnTo>
                          <a:lnTo>
                            <a:pt x="1338" y="780"/>
                          </a:lnTo>
                          <a:lnTo>
                            <a:pt x="1340" y="779"/>
                          </a:lnTo>
                          <a:lnTo>
                            <a:pt x="1342" y="779"/>
                          </a:lnTo>
                          <a:lnTo>
                            <a:pt x="1345" y="778"/>
                          </a:lnTo>
                          <a:lnTo>
                            <a:pt x="1347" y="779"/>
                          </a:lnTo>
                          <a:lnTo>
                            <a:pt x="1350" y="779"/>
                          </a:lnTo>
                          <a:lnTo>
                            <a:pt x="1352" y="779"/>
                          </a:lnTo>
                          <a:lnTo>
                            <a:pt x="1354" y="782"/>
                          </a:lnTo>
                          <a:lnTo>
                            <a:pt x="1357" y="782"/>
                          </a:lnTo>
                          <a:lnTo>
                            <a:pt x="1359" y="783"/>
                          </a:lnTo>
                          <a:lnTo>
                            <a:pt x="1362" y="784"/>
                          </a:lnTo>
                          <a:lnTo>
                            <a:pt x="1364" y="783"/>
                          </a:lnTo>
                          <a:lnTo>
                            <a:pt x="1366" y="780"/>
                          </a:lnTo>
                          <a:lnTo>
                            <a:pt x="1369" y="776"/>
                          </a:lnTo>
                          <a:lnTo>
                            <a:pt x="1371" y="782"/>
                          </a:lnTo>
                          <a:lnTo>
                            <a:pt x="1374" y="783"/>
                          </a:lnTo>
                          <a:lnTo>
                            <a:pt x="1376" y="781"/>
                          </a:lnTo>
                          <a:lnTo>
                            <a:pt x="1378" y="783"/>
                          </a:lnTo>
                          <a:lnTo>
                            <a:pt x="1381" y="783"/>
                          </a:lnTo>
                          <a:lnTo>
                            <a:pt x="1383" y="785"/>
                          </a:lnTo>
                          <a:lnTo>
                            <a:pt x="1386" y="786"/>
                          </a:lnTo>
                          <a:lnTo>
                            <a:pt x="1388" y="785"/>
                          </a:lnTo>
                          <a:lnTo>
                            <a:pt x="1390" y="785"/>
                          </a:lnTo>
                          <a:lnTo>
                            <a:pt x="1393" y="785"/>
                          </a:lnTo>
                          <a:lnTo>
                            <a:pt x="1395" y="784"/>
                          </a:lnTo>
                          <a:lnTo>
                            <a:pt x="1398" y="787"/>
                          </a:lnTo>
                          <a:lnTo>
                            <a:pt x="1400" y="786"/>
                          </a:lnTo>
                          <a:lnTo>
                            <a:pt x="1402" y="787"/>
                          </a:lnTo>
                          <a:lnTo>
                            <a:pt x="1405" y="786"/>
                          </a:lnTo>
                          <a:lnTo>
                            <a:pt x="1407" y="782"/>
                          </a:lnTo>
                          <a:lnTo>
                            <a:pt x="1410" y="781"/>
                          </a:lnTo>
                          <a:lnTo>
                            <a:pt x="1412" y="778"/>
                          </a:lnTo>
                          <a:lnTo>
                            <a:pt x="1414" y="774"/>
                          </a:lnTo>
                          <a:lnTo>
                            <a:pt x="1417" y="776"/>
                          </a:lnTo>
                          <a:lnTo>
                            <a:pt x="1419" y="774"/>
                          </a:lnTo>
                          <a:lnTo>
                            <a:pt x="1422" y="775"/>
                          </a:lnTo>
                          <a:lnTo>
                            <a:pt x="1424" y="778"/>
                          </a:lnTo>
                          <a:lnTo>
                            <a:pt x="1426" y="776"/>
                          </a:lnTo>
                          <a:lnTo>
                            <a:pt x="1429" y="778"/>
                          </a:lnTo>
                          <a:lnTo>
                            <a:pt x="1431" y="777"/>
                          </a:lnTo>
                          <a:lnTo>
                            <a:pt x="1434" y="775"/>
                          </a:lnTo>
                          <a:lnTo>
                            <a:pt x="1436" y="779"/>
                          </a:lnTo>
                          <a:lnTo>
                            <a:pt x="1438" y="778"/>
                          </a:lnTo>
                          <a:lnTo>
                            <a:pt x="1441" y="777"/>
                          </a:lnTo>
                          <a:lnTo>
                            <a:pt x="1443" y="777"/>
                          </a:lnTo>
                          <a:lnTo>
                            <a:pt x="1446" y="772"/>
                          </a:lnTo>
                          <a:lnTo>
                            <a:pt x="1448" y="770"/>
                          </a:lnTo>
                          <a:lnTo>
                            <a:pt x="1450" y="767"/>
                          </a:lnTo>
                          <a:lnTo>
                            <a:pt x="1453" y="764"/>
                          </a:lnTo>
                          <a:lnTo>
                            <a:pt x="1455" y="765"/>
                          </a:lnTo>
                          <a:lnTo>
                            <a:pt x="1458" y="765"/>
                          </a:lnTo>
                          <a:lnTo>
                            <a:pt x="1460" y="766"/>
                          </a:lnTo>
                          <a:lnTo>
                            <a:pt x="1463" y="765"/>
                          </a:lnTo>
                          <a:lnTo>
                            <a:pt x="1465" y="765"/>
                          </a:lnTo>
                          <a:lnTo>
                            <a:pt x="1467" y="765"/>
                          </a:lnTo>
                          <a:lnTo>
                            <a:pt x="1470" y="763"/>
                          </a:lnTo>
                          <a:lnTo>
                            <a:pt x="1472" y="764"/>
                          </a:lnTo>
                          <a:lnTo>
                            <a:pt x="1475" y="765"/>
                          </a:lnTo>
                          <a:lnTo>
                            <a:pt x="1477" y="760"/>
                          </a:lnTo>
                          <a:lnTo>
                            <a:pt x="1479" y="758"/>
                          </a:lnTo>
                          <a:lnTo>
                            <a:pt x="1482" y="756"/>
                          </a:lnTo>
                          <a:lnTo>
                            <a:pt x="1484" y="753"/>
                          </a:lnTo>
                          <a:lnTo>
                            <a:pt x="1487" y="752"/>
                          </a:lnTo>
                          <a:lnTo>
                            <a:pt x="1489" y="753"/>
                          </a:lnTo>
                          <a:lnTo>
                            <a:pt x="1491" y="755"/>
                          </a:lnTo>
                          <a:lnTo>
                            <a:pt x="1494" y="756"/>
                          </a:lnTo>
                          <a:lnTo>
                            <a:pt x="1496" y="756"/>
                          </a:lnTo>
                          <a:lnTo>
                            <a:pt x="1499" y="757"/>
                          </a:lnTo>
                          <a:lnTo>
                            <a:pt x="1501" y="758"/>
                          </a:lnTo>
                          <a:lnTo>
                            <a:pt x="1504" y="760"/>
                          </a:lnTo>
                          <a:lnTo>
                            <a:pt x="1506" y="761"/>
                          </a:lnTo>
                          <a:lnTo>
                            <a:pt x="1508" y="762"/>
                          </a:lnTo>
                          <a:lnTo>
                            <a:pt x="1511" y="761"/>
                          </a:lnTo>
                          <a:lnTo>
                            <a:pt x="1513" y="757"/>
                          </a:lnTo>
                          <a:lnTo>
                            <a:pt x="1516" y="757"/>
                          </a:lnTo>
                          <a:lnTo>
                            <a:pt x="1518" y="754"/>
                          </a:lnTo>
                          <a:lnTo>
                            <a:pt x="1520" y="753"/>
                          </a:lnTo>
                          <a:lnTo>
                            <a:pt x="1523" y="755"/>
                          </a:lnTo>
                          <a:lnTo>
                            <a:pt x="1525" y="756"/>
                          </a:lnTo>
                          <a:lnTo>
                            <a:pt x="1528" y="757"/>
                          </a:lnTo>
                          <a:lnTo>
                            <a:pt x="1530" y="758"/>
                          </a:lnTo>
                          <a:lnTo>
                            <a:pt x="1532" y="758"/>
                          </a:lnTo>
                          <a:lnTo>
                            <a:pt x="1535" y="760"/>
                          </a:lnTo>
                          <a:lnTo>
                            <a:pt x="1537" y="760"/>
                          </a:lnTo>
                          <a:lnTo>
                            <a:pt x="1540" y="762"/>
                          </a:lnTo>
                          <a:lnTo>
                            <a:pt x="1542" y="764"/>
                          </a:lnTo>
                          <a:lnTo>
                            <a:pt x="1544" y="762"/>
                          </a:lnTo>
                          <a:lnTo>
                            <a:pt x="1547" y="762"/>
                          </a:lnTo>
                          <a:lnTo>
                            <a:pt x="1549" y="759"/>
                          </a:lnTo>
                          <a:lnTo>
                            <a:pt x="1552" y="757"/>
                          </a:lnTo>
                          <a:lnTo>
                            <a:pt x="1554" y="759"/>
                          </a:lnTo>
                          <a:lnTo>
                            <a:pt x="1557" y="757"/>
                          </a:lnTo>
                          <a:lnTo>
                            <a:pt x="1559" y="761"/>
                          </a:lnTo>
                          <a:lnTo>
                            <a:pt x="1561" y="759"/>
                          </a:lnTo>
                          <a:lnTo>
                            <a:pt x="1564" y="760"/>
                          </a:lnTo>
                          <a:lnTo>
                            <a:pt x="1566" y="762"/>
                          </a:lnTo>
                          <a:lnTo>
                            <a:pt x="1569" y="759"/>
                          </a:lnTo>
                          <a:lnTo>
                            <a:pt x="1571" y="763"/>
                          </a:lnTo>
                          <a:lnTo>
                            <a:pt x="1573" y="768"/>
                          </a:lnTo>
                          <a:lnTo>
                            <a:pt x="1576" y="764"/>
                          </a:lnTo>
                          <a:lnTo>
                            <a:pt x="1578" y="750"/>
                          </a:lnTo>
                          <a:lnTo>
                            <a:pt x="1581" y="720"/>
                          </a:lnTo>
                          <a:lnTo>
                            <a:pt x="1583" y="652"/>
                          </a:lnTo>
                          <a:lnTo>
                            <a:pt x="1585" y="564"/>
                          </a:lnTo>
                          <a:lnTo>
                            <a:pt x="1588" y="518"/>
                          </a:lnTo>
                          <a:lnTo>
                            <a:pt x="1590" y="457"/>
                          </a:lnTo>
                          <a:lnTo>
                            <a:pt x="1593" y="395"/>
                          </a:lnTo>
                          <a:lnTo>
                            <a:pt x="1595" y="389"/>
                          </a:lnTo>
                          <a:lnTo>
                            <a:pt x="1597" y="366"/>
                          </a:lnTo>
                          <a:lnTo>
                            <a:pt x="1600" y="345"/>
                          </a:lnTo>
                          <a:lnTo>
                            <a:pt x="1602" y="365"/>
                          </a:lnTo>
                          <a:lnTo>
                            <a:pt x="1605" y="349"/>
                          </a:lnTo>
                          <a:lnTo>
                            <a:pt x="1607" y="343"/>
                          </a:lnTo>
                          <a:lnTo>
                            <a:pt x="1609" y="363"/>
                          </a:lnTo>
                          <a:lnTo>
                            <a:pt x="1612" y="341"/>
                          </a:lnTo>
                          <a:lnTo>
                            <a:pt x="1614" y="339"/>
                          </a:lnTo>
                          <a:lnTo>
                            <a:pt x="1617" y="343"/>
                          </a:lnTo>
                          <a:lnTo>
                            <a:pt x="1619" y="311"/>
                          </a:lnTo>
                          <a:lnTo>
                            <a:pt x="1621" y="301"/>
                          </a:lnTo>
                          <a:lnTo>
                            <a:pt x="1624" y="310"/>
                          </a:lnTo>
                          <a:lnTo>
                            <a:pt x="1626" y="294"/>
                          </a:lnTo>
                          <a:lnTo>
                            <a:pt x="1629" y="273"/>
                          </a:lnTo>
                          <a:lnTo>
                            <a:pt x="1631" y="290"/>
                          </a:lnTo>
                          <a:lnTo>
                            <a:pt x="1633" y="267"/>
                          </a:lnTo>
                          <a:lnTo>
                            <a:pt x="1636" y="251"/>
                          </a:lnTo>
                          <a:lnTo>
                            <a:pt x="1638" y="254"/>
                          </a:lnTo>
                          <a:lnTo>
                            <a:pt x="1641" y="239"/>
                          </a:lnTo>
                          <a:lnTo>
                            <a:pt x="1643" y="228"/>
                          </a:lnTo>
                          <a:lnTo>
                            <a:pt x="1645" y="203"/>
                          </a:lnTo>
                          <a:lnTo>
                            <a:pt x="1648" y="210"/>
                          </a:lnTo>
                          <a:lnTo>
                            <a:pt x="1650" y="210"/>
                          </a:lnTo>
                          <a:lnTo>
                            <a:pt x="1653" y="173"/>
                          </a:lnTo>
                          <a:lnTo>
                            <a:pt x="1655" y="174"/>
                          </a:lnTo>
                          <a:lnTo>
                            <a:pt x="1657" y="197"/>
                          </a:lnTo>
                          <a:lnTo>
                            <a:pt x="1660" y="161"/>
                          </a:lnTo>
                          <a:lnTo>
                            <a:pt x="1662" y="142"/>
                          </a:lnTo>
                          <a:lnTo>
                            <a:pt x="1665" y="186"/>
                          </a:lnTo>
                          <a:lnTo>
                            <a:pt x="1667" y="148"/>
                          </a:lnTo>
                          <a:lnTo>
                            <a:pt x="1669" y="144"/>
                          </a:lnTo>
                          <a:lnTo>
                            <a:pt x="1672" y="180"/>
                          </a:lnTo>
                          <a:lnTo>
                            <a:pt x="1674" y="143"/>
                          </a:lnTo>
                          <a:lnTo>
                            <a:pt x="1677" y="147"/>
                          </a:lnTo>
                          <a:lnTo>
                            <a:pt x="1679" y="128"/>
                          </a:lnTo>
                          <a:lnTo>
                            <a:pt x="1681" y="144"/>
                          </a:lnTo>
                          <a:lnTo>
                            <a:pt x="1684" y="158"/>
                          </a:lnTo>
                          <a:lnTo>
                            <a:pt x="1686" y="105"/>
                          </a:lnTo>
                          <a:lnTo>
                            <a:pt x="1689" y="156"/>
                          </a:lnTo>
                          <a:lnTo>
                            <a:pt x="1691" y="171"/>
                          </a:lnTo>
                          <a:lnTo>
                            <a:pt x="1693" y="114"/>
                          </a:lnTo>
                          <a:lnTo>
                            <a:pt x="1696" y="171"/>
                          </a:lnTo>
                          <a:lnTo>
                            <a:pt x="1698" y="188"/>
                          </a:lnTo>
                          <a:lnTo>
                            <a:pt x="1701" y="139"/>
                          </a:lnTo>
                          <a:lnTo>
                            <a:pt x="1703" y="186"/>
                          </a:lnTo>
                          <a:lnTo>
                            <a:pt x="1705" y="217"/>
                          </a:lnTo>
                          <a:lnTo>
                            <a:pt x="1708" y="164"/>
                          </a:lnTo>
                          <a:lnTo>
                            <a:pt x="1710" y="207"/>
                          </a:lnTo>
                          <a:lnTo>
                            <a:pt x="1713" y="236"/>
                          </a:lnTo>
                          <a:lnTo>
                            <a:pt x="1715" y="163"/>
                          </a:lnTo>
                          <a:lnTo>
                            <a:pt x="1717" y="221"/>
                          </a:lnTo>
                          <a:lnTo>
                            <a:pt x="1720" y="249"/>
                          </a:lnTo>
                          <a:lnTo>
                            <a:pt x="1722" y="170"/>
                          </a:lnTo>
                          <a:lnTo>
                            <a:pt x="1725" y="226"/>
                          </a:lnTo>
                          <a:lnTo>
                            <a:pt x="1727" y="266"/>
                          </a:lnTo>
                          <a:lnTo>
                            <a:pt x="1730" y="179"/>
                          </a:lnTo>
                          <a:lnTo>
                            <a:pt x="1732" y="234"/>
                          </a:lnTo>
                          <a:lnTo>
                            <a:pt x="1734" y="282"/>
                          </a:lnTo>
                          <a:lnTo>
                            <a:pt x="1737" y="196"/>
                          </a:lnTo>
                          <a:lnTo>
                            <a:pt x="1739" y="243"/>
                          </a:lnTo>
                          <a:lnTo>
                            <a:pt x="1742" y="291"/>
                          </a:lnTo>
                          <a:lnTo>
                            <a:pt x="1744" y="211"/>
                          </a:lnTo>
                          <a:lnTo>
                            <a:pt x="1746" y="262"/>
                          </a:lnTo>
                          <a:lnTo>
                            <a:pt x="1749" y="306"/>
                          </a:lnTo>
                          <a:lnTo>
                            <a:pt x="1751" y="218"/>
                          </a:lnTo>
                          <a:lnTo>
                            <a:pt x="1754" y="265"/>
                          </a:lnTo>
                          <a:lnTo>
                            <a:pt x="1756" y="315"/>
                          </a:lnTo>
                          <a:lnTo>
                            <a:pt x="1758" y="222"/>
                          </a:lnTo>
                          <a:lnTo>
                            <a:pt x="1761" y="270"/>
                          </a:lnTo>
                          <a:lnTo>
                            <a:pt x="1763" y="316"/>
                          </a:lnTo>
                          <a:lnTo>
                            <a:pt x="1766" y="233"/>
                          </a:lnTo>
                          <a:lnTo>
                            <a:pt x="1768" y="283"/>
                          </a:lnTo>
                          <a:lnTo>
                            <a:pt x="1771" y="324"/>
                          </a:lnTo>
                          <a:lnTo>
                            <a:pt x="1773" y="260"/>
                          </a:lnTo>
                          <a:lnTo>
                            <a:pt x="1775" y="302"/>
                          </a:lnTo>
                          <a:lnTo>
                            <a:pt x="1778" y="335"/>
                          </a:lnTo>
                          <a:lnTo>
                            <a:pt x="1780" y="288"/>
                          </a:lnTo>
                          <a:lnTo>
                            <a:pt x="1783" y="306"/>
                          </a:lnTo>
                          <a:lnTo>
                            <a:pt x="1785" y="354"/>
                          </a:lnTo>
                          <a:lnTo>
                            <a:pt x="1787" y="305"/>
                          </a:lnTo>
                          <a:lnTo>
                            <a:pt x="1790" y="311"/>
                          </a:lnTo>
                          <a:lnTo>
                            <a:pt x="1792" y="375"/>
                          </a:lnTo>
                          <a:lnTo>
                            <a:pt x="1795" y="317"/>
                          </a:lnTo>
                          <a:lnTo>
                            <a:pt x="1797" y="336"/>
                          </a:lnTo>
                          <a:lnTo>
                            <a:pt x="1799" y="393"/>
                          </a:lnTo>
                          <a:lnTo>
                            <a:pt x="1802" y="331"/>
                          </a:lnTo>
                          <a:lnTo>
                            <a:pt x="1804" y="371"/>
                          </a:lnTo>
                          <a:lnTo>
                            <a:pt x="1807" y="399"/>
                          </a:lnTo>
                          <a:lnTo>
                            <a:pt x="1809" y="342"/>
                          </a:lnTo>
                          <a:lnTo>
                            <a:pt x="1811" y="400"/>
                          </a:lnTo>
                          <a:lnTo>
                            <a:pt x="1814" y="401"/>
                          </a:lnTo>
                          <a:lnTo>
                            <a:pt x="1816" y="386"/>
                          </a:lnTo>
                          <a:lnTo>
                            <a:pt x="1819" y="418"/>
                          </a:lnTo>
                          <a:lnTo>
                            <a:pt x="1821" y="428"/>
                          </a:lnTo>
                          <a:lnTo>
                            <a:pt x="1824" y="398"/>
                          </a:lnTo>
                          <a:lnTo>
                            <a:pt x="1826" y="432"/>
                          </a:lnTo>
                          <a:lnTo>
                            <a:pt x="1828" y="447"/>
                          </a:lnTo>
                          <a:lnTo>
                            <a:pt x="1831" y="405"/>
                          </a:lnTo>
                          <a:lnTo>
                            <a:pt x="1833" y="448"/>
                          </a:lnTo>
                          <a:lnTo>
                            <a:pt x="1836" y="464"/>
                          </a:lnTo>
                          <a:lnTo>
                            <a:pt x="1838" y="408"/>
                          </a:lnTo>
                          <a:lnTo>
                            <a:pt x="1840" y="456"/>
                          </a:lnTo>
                          <a:lnTo>
                            <a:pt x="1843" y="463"/>
                          </a:lnTo>
                          <a:lnTo>
                            <a:pt x="1845" y="418"/>
                          </a:lnTo>
                          <a:lnTo>
                            <a:pt x="1848" y="466"/>
                          </a:lnTo>
                          <a:lnTo>
                            <a:pt x="1850" y="466"/>
                          </a:lnTo>
                          <a:lnTo>
                            <a:pt x="1852" y="501"/>
                          </a:lnTo>
                          <a:lnTo>
                            <a:pt x="1855" y="480"/>
                          </a:lnTo>
                          <a:lnTo>
                            <a:pt x="1857" y="468"/>
                          </a:lnTo>
                          <a:lnTo>
                            <a:pt x="1860" y="532"/>
                          </a:lnTo>
                          <a:lnTo>
                            <a:pt x="1862" y="491"/>
                          </a:lnTo>
                          <a:lnTo>
                            <a:pt x="1864" y="490"/>
                          </a:lnTo>
                          <a:lnTo>
                            <a:pt x="1867" y="550"/>
                          </a:lnTo>
                          <a:lnTo>
                            <a:pt x="1869" y="501"/>
                          </a:lnTo>
                          <a:lnTo>
                            <a:pt x="1872" y="579"/>
                          </a:lnTo>
                          <a:lnTo>
                            <a:pt x="1874" y="549"/>
                          </a:lnTo>
                          <a:lnTo>
                            <a:pt x="1876" y="500"/>
                          </a:lnTo>
                          <a:lnTo>
                            <a:pt x="1879" y="576"/>
                          </a:lnTo>
                          <a:lnTo>
                            <a:pt x="1881" y="591"/>
                          </a:lnTo>
                          <a:lnTo>
                            <a:pt x="1884" y="512"/>
                          </a:lnTo>
                          <a:lnTo>
                            <a:pt x="1886" y="549"/>
                          </a:lnTo>
                          <a:lnTo>
                            <a:pt x="1888" y="600"/>
                          </a:lnTo>
                          <a:lnTo>
                            <a:pt x="1891" y="504"/>
                          </a:lnTo>
                          <a:lnTo>
                            <a:pt x="1893" y="546"/>
                          </a:lnTo>
                          <a:lnTo>
                            <a:pt x="1896" y="604"/>
                          </a:lnTo>
                          <a:lnTo>
                            <a:pt x="1898" y="489"/>
                          </a:lnTo>
                          <a:lnTo>
                            <a:pt x="1900" y="538"/>
                          </a:lnTo>
                          <a:lnTo>
                            <a:pt x="1903" y="593"/>
                          </a:lnTo>
                          <a:lnTo>
                            <a:pt x="1905" y="492"/>
                          </a:lnTo>
                          <a:lnTo>
                            <a:pt x="1908" y="551"/>
                          </a:lnTo>
                          <a:lnTo>
                            <a:pt x="1910" y="572"/>
                          </a:lnTo>
                          <a:lnTo>
                            <a:pt x="1912" y="504"/>
                          </a:lnTo>
                          <a:lnTo>
                            <a:pt x="1915" y="570"/>
                          </a:lnTo>
                          <a:lnTo>
                            <a:pt x="1917" y="571"/>
                          </a:lnTo>
                          <a:lnTo>
                            <a:pt x="1920" y="523"/>
                          </a:lnTo>
                          <a:lnTo>
                            <a:pt x="1922" y="584"/>
                          </a:lnTo>
                          <a:lnTo>
                            <a:pt x="1924" y="587"/>
                          </a:lnTo>
                          <a:lnTo>
                            <a:pt x="1927" y="533"/>
                          </a:lnTo>
                          <a:lnTo>
                            <a:pt x="1929" y="590"/>
                          </a:lnTo>
                          <a:lnTo>
                            <a:pt x="1932" y="617"/>
                          </a:lnTo>
                          <a:lnTo>
                            <a:pt x="1934" y="536"/>
                          </a:lnTo>
                          <a:lnTo>
                            <a:pt x="1936" y="578"/>
                          </a:lnTo>
                          <a:lnTo>
                            <a:pt x="1939" y="649"/>
                          </a:lnTo>
                          <a:lnTo>
                            <a:pt x="1941" y="535"/>
                          </a:lnTo>
                          <a:lnTo>
                            <a:pt x="1944" y="574"/>
                          </a:lnTo>
                          <a:lnTo>
                            <a:pt x="1946" y="659"/>
                          </a:lnTo>
                          <a:lnTo>
                            <a:pt x="1948" y="537"/>
                          </a:lnTo>
                          <a:lnTo>
                            <a:pt x="1951" y="583"/>
                          </a:lnTo>
                          <a:lnTo>
                            <a:pt x="1953" y="664"/>
                          </a:lnTo>
                          <a:lnTo>
                            <a:pt x="1956" y="559"/>
                          </a:lnTo>
                          <a:lnTo>
                            <a:pt x="1958" y="592"/>
                          </a:lnTo>
                          <a:lnTo>
                            <a:pt x="1960" y="637"/>
                          </a:lnTo>
                          <a:lnTo>
                            <a:pt x="1963" y="618"/>
                          </a:lnTo>
                          <a:lnTo>
                            <a:pt x="1965" y="593"/>
                          </a:lnTo>
                          <a:lnTo>
                            <a:pt x="1968" y="644"/>
                          </a:lnTo>
                          <a:lnTo>
                            <a:pt x="1970" y="616"/>
                          </a:lnTo>
                          <a:lnTo>
                            <a:pt x="1972" y="596"/>
                          </a:lnTo>
                          <a:lnTo>
                            <a:pt x="1975" y="663"/>
                          </a:lnTo>
                          <a:lnTo>
                            <a:pt x="1977" y="618"/>
                          </a:lnTo>
                          <a:lnTo>
                            <a:pt x="1980" y="598"/>
                          </a:lnTo>
                          <a:lnTo>
                            <a:pt x="1982" y="680"/>
                          </a:lnTo>
                          <a:lnTo>
                            <a:pt x="1984" y="630"/>
                          </a:lnTo>
                          <a:lnTo>
                            <a:pt x="1987" y="615"/>
                          </a:lnTo>
                          <a:lnTo>
                            <a:pt x="1989" y="697"/>
                          </a:lnTo>
                          <a:lnTo>
                            <a:pt x="1992" y="646"/>
                          </a:lnTo>
                          <a:lnTo>
                            <a:pt x="1994" y="617"/>
                          </a:lnTo>
                          <a:lnTo>
                            <a:pt x="1997" y="691"/>
                          </a:lnTo>
                          <a:lnTo>
                            <a:pt x="1999" y="645"/>
                          </a:lnTo>
                          <a:lnTo>
                            <a:pt x="2001" y="607"/>
                          </a:lnTo>
                          <a:lnTo>
                            <a:pt x="2004" y="664"/>
                          </a:lnTo>
                          <a:lnTo>
                            <a:pt x="2006" y="655"/>
                          </a:lnTo>
                          <a:lnTo>
                            <a:pt x="2009" y="591"/>
                          </a:lnTo>
                          <a:lnTo>
                            <a:pt x="2011" y="673"/>
                          </a:lnTo>
                          <a:lnTo>
                            <a:pt x="2013" y="664"/>
                          </a:lnTo>
                          <a:lnTo>
                            <a:pt x="2016" y="609"/>
                          </a:lnTo>
                          <a:lnTo>
                            <a:pt x="2018" y="681"/>
                          </a:lnTo>
                          <a:lnTo>
                            <a:pt x="2021" y="648"/>
                          </a:lnTo>
                          <a:lnTo>
                            <a:pt x="2023" y="624"/>
                          </a:lnTo>
                          <a:lnTo>
                            <a:pt x="2025" y="693"/>
                          </a:lnTo>
                          <a:lnTo>
                            <a:pt x="2028" y="628"/>
                          </a:lnTo>
                          <a:lnTo>
                            <a:pt x="2030" y="635"/>
                          </a:lnTo>
                          <a:lnTo>
                            <a:pt x="2033" y="707"/>
                          </a:lnTo>
                          <a:lnTo>
                            <a:pt x="2035" y="682"/>
                          </a:lnTo>
                          <a:lnTo>
                            <a:pt x="2038" y="639"/>
                          </a:lnTo>
                          <a:lnTo>
                            <a:pt x="2040" y="705"/>
                          </a:lnTo>
                          <a:lnTo>
                            <a:pt x="2042" y="704"/>
                          </a:lnTo>
                          <a:lnTo>
                            <a:pt x="2045" y="643"/>
                          </a:lnTo>
                          <a:lnTo>
                            <a:pt x="2047" y="699"/>
                          </a:lnTo>
                          <a:lnTo>
                            <a:pt x="2050" y="723"/>
                          </a:lnTo>
                          <a:lnTo>
                            <a:pt x="2052" y="652"/>
                          </a:lnTo>
                          <a:lnTo>
                            <a:pt x="2054" y="721"/>
                          </a:lnTo>
                          <a:lnTo>
                            <a:pt x="2057" y="747"/>
                          </a:lnTo>
                          <a:lnTo>
                            <a:pt x="2059" y="665"/>
                          </a:lnTo>
                          <a:lnTo>
                            <a:pt x="2062" y="735"/>
                          </a:lnTo>
                          <a:lnTo>
                            <a:pt x="2064" y="753"/>
                          </a:lnTo>
                          <a:lnTo>
                            <a:pt x="2066" y="666"/>
                          </a:lnTo>
                          <a:lnTo>
                            <a:pt x="2069" y="744"/>
                          </a:lnTo>
                          <a:lnTo>
                            <a:pt x="2071" y="763"/>
                          </a:lnTo>
                          <a:lnTo>
                            <a:pt x="2074" y="679"/>
                          </a:lnTo>
                          <a:lnTo>
                            <a:pt x="2076" y="754"/>
                          </a:lnTo>
                          <a:lnTo>
                            <a:pt x="2078" y="765"/>
                          </a:lnTo>
                          <a:lnTo>
                            <a:pt x="2081" y="695"/>
                          </a:lnTo>
                          <a:lnTo>
                            <a:pt x="2083" y="733"/>
                          </a:lnTo>
                          <a:lnTo>
                            <a:pt x="2086" y="763"/>
                          </a:lnTo>
                          <a:lnTo>
                            <a:pt x="2088" y="675"/>
                          </a:lnTo>
                          <a:lnTo>
                            <a:pt x="2091" y="718"/>
                          </a:lnTo>
                          <a:lnTo>
                            <a:pt x="2093" y="747"/>
                          </a:lnTo>
                          <a:lnTo>
                            <a:pt x="2095" y="665"/>
                          </a:lnTo>
                          <a:lnTo>
                            <a:pt x="2098" y="744"/>
                          </a:lnTo>
                          <a:lnTo>
                            <a:pt x="2100" y="711"/>
                          </a:lnTo>
                          <a:lnTo>
                            <a:pt x="2103" y="674"/>
                          </a:lnTo>
                          <a:lnTo>
                            <a:pt x="2105" y="750"/>
                          </a:lnTo>
                          <a:lnTo>
                            <a:pt x="2107" y="705"/>
                          </a:lnTo>
                          <a:lnTo>
                            <a:pt x="2110" y="674"/>
                          </a:lnTo>
                          <a:lnTo>
                            <a:pt x="2112" y="757"/>
                          </a:lnTo>
                          <a:lnTo>
                            <a:pt x="2115" y="733"/>
                          </a:lnTo>
                          <a:lnTo>
                            <a:pt x="2117" y="684"/>
                          </a:lnTo>
                          <a:lnTo>
                            <a:pt x="2119" y="766"/>
                          </a:lnTo>
                          <a:lnTo>
                            <a:pt x="2122" y="745"/>
                          </a:lnTo>
                          <a:lnTo>
                            <a:pt x="2124" y="699"/>
                          </a:lnTo>
                          <a:lnTo>
                            <a:pt x="2127" y="766"/>
                          </a:lnTo>
                          <a:lnTo>
                            <a:pt x="2129" y="671"/>
                          </a:lnTo>
                          <a:lnTo>
                            <a:pt x="2131" y="705"/>
                          </a:lnTo>
                          <a:lnTo>
                            <a:pt x="2134" y="767"/>
                          </a:lnTo>
                          <a:lnTo>
                            <a:pt x="2136" y="645"/>
                          </a:lnTo>
                          <a:lnTo>
                            <a:pt x="2139" y="707"/>
                          </a:lnTo>
                          <a:lnTo>
                            <a:pt x="2141" y="765"/>
                          </a:lnTo>
                          <a:lnTo>
                            <a:pt x="2143" y="658"/>
                          </a:lnTo>
                          <a:lnTo>
                            <a:pt x="2146" y="719"/>
                          </a:lnTo>
                          <a:lnTo>
                            <a:pt x="2148" y="780"/>
                          </a:lnTo>
                          <a:lnTo>
                            <a:pt x="2151" y="681"/>
                          </a:lnTo>
                          <a:lnTo>
                            <a:pt x="2153" y="733"/>
                          </a:lnTo>
                          <a:lnTo>
                            <a:pt x="2155" y="799"/>
                          </a:lnTo>
                          <a:lnTo>
                            <a:pt x="2158" y="737"/>
                          </a:lnTo>
                          <a:lnTo>
                            <a:pt x="2160" y="770"/>
                          </a:lnTo>
                          <a:lnTo>
                            <a:pt x="2163" y="814"/>
                          </a:lnTo>
                          <a:lnTo>
                            <a:pt x="2165" y="770"/>
                          </a:lnTo>
                          <a:lnTo>
                            <a:pt x="2166" y="784"/>
                          </a:lnTo>
                          <a:lnTo>
                            <a:pt x="2166" y="725"/>
                          </a:lnTo>
                          <a:lnTo>
                            <a:pt x="2166" y="693"/>
                          </a:lnTo>
                          <a:lnTo>
                            <a:pt x="2165" y="698"/>
                          </a:lnTo>
                          <a:lnTo>
                            <a:pt x="2163" y="650"/>
                          </a:lnTo>
                          <a:lnTo>
                            <a:pt x="2160" y="702"/>
                          </a:lnTo>
                          <a:lnTo>
                            <a:pt x="2158" y="685"/>
                          </a:lnTo>
                          <a:lnTo>
                            <a:pt x="2155" y="633"/>
                          </a:lnTo>
                          <a:lnTo>
                            <a:pt x="2153" y="688"/>
                          </a:lnTo>
                          <a:lnTo>
                            <a:pt x="2151" y="630"/>
                          </a:lnTo>
                          <a:lnTo>
                            <a:pt x="2148" y="623"/>
                          </a:lnTo>
                          <a:lnTo>
                            <a:pt x="2146" y="668"/>
                          </a:lnTo>
                          <a:lnTo>
                            <a:pt x="2143" y="606"/>
                          </a:lnTo>
                          <a:lnTo>
                            <a:pt x="2141" y="610"/>
                          </a:lnTo>
                          <a:lnTo>
                            <a:pt x="2139" y="667"/>
                          </a:lnTo>
                          <a:lnTo>
                            <a:pt x="2136" y="606"/>
                          </a:lnTo>
                          <a:lnTo>
                            <a:pt x="2134" y="596"/>
                          </a:lnTo>
                          <a:lnTo>
                            <a:pt x="2131" y="662"/>
                          </a:lnTo>
                          <a:lnTo>
                            <a:pt x="2129" y="591"/>
                          </a:lnTo>
                          <a:lnTo>
                            <a:pt x="2127" y="585"/>
                          </a:lnTo>
                          <a:lnTo>
                            <a:pt x="2124" y="667"/>
                          </a:lnTo>
                          <a:lnTo>
                            <a:pt x="2122" y="579"/>
                          </a:lnTo>
                          <a:lnTo>
                            <a:pt x="2119" y="566"/>
                          </a:lnTo>
                          <a:lnTo>
                            <a:pt x="2117" y="670"/>
                          </a:lnTo>
                          <a:lnTo>
                            <a:pt x="2115" y="582"/>
                          </a:lnTo>
                          <a:lnTo>
                            <a:pt x="2112" y="566"/>
                          </a:lnTo>
                          <a:lnTo>
                            <a:pt x="2110" y="668"/>
                          </a:lnTo>
                          <a:lnTo>
                            <a:pt x="2107" y="600"/>
                          </a:lnTo>
                          <a:lnTo>
                            <a:pt x="2105" y="569"/>
                          </a:lnTo>
                          <a:lnTo>
                            <a:pt x="2103" y="650"/>
                          </a:lnTo>
                          <a:lnTo>
                            <a:pt x="2100" y="584"/>
                          </a:lnTo>
                          <a:lnTo>
                            <a:pt x="2098" y="587"/>
                          </a:lnTo>
                          <a:lnTo>
                            <a:pt x="2095" y="663"/>
                          </a:lnTo>
                          <a:lnTo>
                            <a:pt x="2093" y="582"/>
                          </a:lnTo>
                          <a:lnTo>
                            <a:pt x="2091" y="599"/>
                          </a:lnTo>
                          <a:lnTo>
                            <a:pt x="2088" y="654"/>
                          </a:lnTo>
                          <a:lnTo>
                            <a:pt x="2086" y="568"/>
                          </a:lnTo>
                          <a:lnTo>
                            <a:pt x="2083" y="542"/>
                          </a:lnTo>
                          <a:lnTo>
                            <a:pt x="2081" y="645"/>
                          </a:lnTo>
                          <a:lnTo>
                            <a:pt x="2078" y="556"/>
                          </a:lnTo>
                          <a:lnTo>
                            <a:pt x="2076" y="536"/>
                          </a:lnTo>
                          <a:lnTo>
                            <a:pt x="2074" y="643"/>
                          </a:lnTo>
                          <a:lnTo>
                            <a:pt x="2071" y="545"/>
                          </a:lnTo>
                          <a:lnTo>
                            <a:pt x="2069" y="543"/>
                          </a:lnTo>
                          <a:lnTo>
                            <a:pt x="2066" y="633"/>
                          </a:lnTo>
                          <a:lnTo>
                            <a:pt x="2064" y="532"/>
                          </a:lnTo>
                          <a:lnTo>
                            <a:pt x="2062" y="551"/>
                          </a:lnTo>
                          <a:lnTo>
                            <a:pt x="2059" y="615"/>
                          </a:lnTo>
                          <a:lnTo>
                            <a:pt x="2057" y="536"/>
                          </a:lnTo>
                          <a:lnTo>
                            <a:pt x="2054" y="570"/>
                          </a:lnTo>
                          <a:lnTo>
                            <a:pt x="2052" y="606"/>
                          </a:lnTo>
                          <a:lnTo>
                            <a:pt x="2050" y="522"/>
                          </a:lnTo>
                          <a:lnTo>
                            <a:pt x="2047" y="580"/>
                          </a:lnTo>
                          <a:lnTo>
                            <a:pt x="2045" y="603"/>
                          </a:lnTo>
                          <a:lnTo>
                            <a:pt x="2042" y="517"/>
                          </a:lnTo>
                          <a:lnTo>
                            <a:pt x="2040" y="525"/>
                          </a:lnTo>
                          <a:lnTo>
                            <a:pt x="2038" y="607"/>
                          </a:lnTo>
                          <a:lnTo>
                            <a:pt x="2035" y="532"/>
                          </a:lnTo>
                          <a:lnTo>
                            <a:pt x="2033" y="515"/>
                          </a:lnTo>
                          <a:lnTo>
                            <a:pt x="2030" y="609"/>
                          </a:lnTo>
                          <a:lnTo>
                            <a:pt x="2028" y="546"/>
                          </a:lnTo>
                          <a:lnTo>
                            <a:pt x="2025" y="516"/>
                          </a:lnTo>
                          <a:lnTo>
                            <a:pt x="2023" y="595"/>
                          </a:lnTo>
                          <a:lnTo>
                            <a:pt x="2021" y="540"/>
                          </a:lnTo>
                          <a:lnTo>
                            <a:pt x="2018" y="518"/>
                          </a:lnTo>
                          <a:lnTo>
                            <a:pt x="2016" y="581"/>
                          </a:lnTo>
                          <a:lnTo>
                            <a:pt x="2013" y="512"/>
                          </a:lnTo>
                          <a:lnTo>
                            <a:pt x="2011" y="556"/>
                          </a:lnTo>
                          <a:lnTo>
                            <a:pt x="2009" y="583"/>
                          </a:lnTo>
                          <a:lnTo>
                            <a:pt x="2006" y="500"/>
                          </a:lnTo>
                          <a:lnTo>
                            <a:pt x="2004" y="577"/>
                          </a:lnTo>
                          <a:lnTo>
                            <a:pt x="2001" y="568"/>
                          </a:lnTo>
                          <a:lnTo>
                            <a:pt x="1999" y="499"/>
                          </a:lnTo>
                          <a:lnTo>
                            <a:pt x="1997" y="489"/>
                          </a:lnTo>
                          <a:lnTo>
                            <a:pt x="1994" y="549"/>
                          </a:lnTo>
                          <a:lnTo>
                            <a:pt x="1992" y="498"/>
                          </a:lnTo>
                          <a:lnTo>
                            <a:pt x="1989" y="445"/>
                          </a:lnTo>
                          <a:lnTo>
                            <a:pt x="1987" y="526"/>
                          </a:lnTo>
                          <a:lnTo>
                            <a:pt x="1984" y="499"/>
                          </a:lnTo>
                          <a:lnTo>
                            <a:pt x="1982" y="461"/>
                          </a:lnTo>
                          <a:lnTo>
                            <a:pt x="1980" y="527"/>
                          </a:lnTo>
                          <a:lnTo>
                            <a:pt x="1977" y="495"/>
                          </a:lnTo>
                          <a:lnTo>
                            <a:pt x="1975" y="498"/>
                          </a:lnTo>
                          <a:lnTo>
                            <a:pt x="1972" y="517"/>
                          </a:lnTo>
                          <a:lnTo>
                            <a:pt x="1970" y="488"/>
                          </a:lnTo>
                          <a:lnTo>
                            <a:pt x="1968" y="517"/>
                          </a:lnTo>
                          <a:lnTo>
                            <a:pt x="1965" y="507"/>
                          </a:lnTo>
                          <a:lnTo>
                            <a:pt x="1963" y="477"/>
                          </a:lnTo>
                          <a:lnTo>
                            <a:pt x="1960" y="451"/>
                          </a:lnTo>
                          <a:lnTo>
                            <a:pt x="1958" y="515"/>
                          </a:lnTo>
                          <a:lnTo>
                            <a:pt x="1956" y="463"/>
                          </a:lnTo>
                          <a:lnTo>
                            <a:pt x="1953" y="402"/>
                          </a:lnTo>
                          <a:lnTo>
                            <a:pt x="1951" y="501"/>
                          </a:lnTo>
                          <a:lnTo>
                            <a:pt x="1948" y="434"/>
                          </a:lnTo>
                          <a:lnTo>
                            <a:pt x="1946" y="397"/>
                          </a:lnTo>
                          <a:lnTo>
                            <a:pt x="1944" y="500"/>
                          </a:lnTo>
                          <a:lnTo>
                            <a:pt x="1941" y="443"/>
                          </a:lnTo>
                          <a:lnTo>
                            <a:pt x="1939" y="402"/>
                          </a:lnTo>
                          <a:lnTo>
                            <a:pt x="1936" y="498"/>
                          </a:lnTo>
                          <a:lnTo>
                            <a:pt x="1934" y="440"/>
                          </a:lnTo>
                          <a:lnTo>
                            <a:pt x="1932" y="387"/>
                          </a:lnTo>
                          <a:lnTo>
                            <a:pt x="1929" y="488"/>
                          </a:lnTo>
                          <a:lnTo>
                            <a:pt x="1927" y="434"/>
                          </a:lnTo>
                          <a:lnTo>
                            <a:pt x="1924" y="371"/>
                          </a:lnTo>
                          <a:lnTo>
                            <a:pt x="1922" y="478"/>
                          </a:lnTo>
                          <a:lnTo>
                            <a:pt x="1920" y="434"/>
                          </a:lnTo>
                          <a:lnTo>
                            <a:pt x="1917" y="371"/>
                          </a:lnTo>
                          <a:lnTo>
                            <a:pt x="1915" y="432"/>
                          </a:lnTo>
                          <a:lnTo>
                            <a:pt x="1912" y="430"/>
                          </a:lnTo>
                          <a:lnTo>
                            <a:pt x="1910" y="381"/>
                          </a:lnTo>
                          <a:lnTo>
                            <a:pt x="1908" y="436"/>
                          </a:lnTo>
                          <a:lnTo>
                            <a:pt x="1905" y="432"/>
                          </a:lnTo>
                          <a:lnTo>
                            <a:pt x="1903" y="389"/>
                          </a:lnTo>
                          <a:lnTo>
                            <a:pt x="1900" y="455"/>
                          </a:lnTo>
                          <a:lnTo>
                            <a:pt x="1898" y="421"/>
                          </a:lnTo>
                          <a:lnTo>
                            <a:pt x="1896" y="374"/>
                          </a:lnTo>
                          <a:lnTo>
                            <a:pt x="1893" y="449"/>
                          </a:lnTo>
                          <a:lnTo>
                            <a:pt x="1891" y="402"/>
                          </a:lnTo>
                          <a:lnTo>
                            <a:pt x="1888" y="359"/>
                          </a:lnTo>
                          <a:lnTo>
                            <a:pt x="1886" y="437"/>
                          </a:lnTo>
                          <a:lnTo>
                            <a:pt x="1884" y="394"/>
                          </a:lnTo>
                          <a:lnTo>
                            <a:pt x="1881" y="355"/>
                          </a:lnTo>
                          <a:lnTo>
                            <a:pt x="1879" y="359"/>
                          </a:lnTo>
                          <a:lnTo>
                            <a:pt x="1876" y="391"/>
                          </a:lnTo>
                          <a:lnTo>
                            <a:pt x="1874" y="334"/>
                          </a:lnTo>
                          <a:lnTo>
                            <a:pt x="1872" y="313"/>
                          </a:lnTo>
                          <a:lnTo>
                            <a:pt x="1869" y="382"/>
                          </a:lnTo>
                          <a:lnTo>
                            <a:pt x="1867" y="327"/>
                          </a:lnTo>
                          <a:lnTo>
                            <a:pt x="1864" y="299"/>
                          </a:lnTo>
                          <a:lnTo>
                            <a:pt x="1862" y="365"/>
                          </a:lnTo>
                          <a:lnTo>
                            <a:pt x="1860" y="314"/>
                          </a:lnTo>
                          <a:lnTo>
                            <a:pt x="1857" y="312"/>
                          </a:lnTo>
                          <a:lnTo>
                            <a:pt x="1855" y="348"/>
                          </a:lnTo>
                          <a:lnTo>
                            <a:pt x="1852" y="299"/>
                          </a:lnTo>
                          <a:lnTo>
                            <a:pt x="1850" y="283"/>
                          </a:lnTo>
                          <a:lnTo>
                            <a:pt x="1848" y="346"/>
                          </a:lnTo>
                          <a:lnTo>
                            <a:pt x="1845" y="287"/>
                          </a:lnTo>
                          <a:lnTo>
                            <a:pt x="1843" y="222"/>
                          </a:lnTo>
                          <a:lnTo>
                            <a:pt x="1840" y="339"/>
                          </a:lnTo>
                          <a:lnTo>
                            <a:pt x="1838" y="271"/>
                          </a:lnTo>
                          <a:lnTo>
                            <a:pt x="1836" y="217"/>
                          </a:lnTo>
                          <a:lnTo>
                            <a:pt x="1833" y="330"/>
                          </a:lnTo>
                          <a:lnTo>
                            <a:pt x="1831" y="266"/>
                          </a:lnTo>
                          <a:lnTo>
                            <a:pt x="1828" y="216"/>
                          </a:lnTo>
                          <a:lnTo>
                            <a:pt x="1826" y="312"/>
                          </a:lnTo>
                          <a:lnTo>
                            <a:pt x="1824" y="262"/>
                          </a:lnTo>
                          <a:lnTo>
                            <a:pt x="1821" y="219"/>
                          </a:lnTo>
                          <a:lnTo>
                            <a:pt x="1819" y="293"/>
                          </a:lnTo>
                          <a:lnTo>
                            <a:pt x="1816" y="246"/>
                          </a:lnTo>
                          <a:lnTo>
                            <a:pt x="1814" y="198"/>
                          </a:lnTo>
                          <a:lnTo>
                            <a:pt x="1811" y="286"/>
                          </a:lnTo>
                          <a:lnTo>
                            <a:pt x="1809" y="226"/>
                          </a:lnTo>
                          <a:lnTo>
                            <a:pt x="1807" y="170"/>
                          </a:lnTo>
                          <a:lnTo>
                            <a:pt x="1804" y="285"/>
                          </a:lnTo>
                          <a:lnTo>
                            <a:pt x="1802" y="221"/>
                          </a:lnTo>
                          <a:lnTo>
                            <a:pt x="1799" y="164"/>
                          </a:lnTo>
                          <a:lnTo>
                            <a:pt x="1797" y="283"/>
                          </a:lnTo>
                          <a:lnTo>
                            <a:pt x="1795" y="219"/>
                          </a:lnTo>
                          <a:lnTo>
                            <a:pt x="1792" y="174"/>
                          </a:lnTo>
                          <a:lnTo>
                            <a:pt x="1790" y="263"/>
                          </a:lnTo>
                          <a:lnTo>
                            <a:pt x="1787" y="217"/>
                          </a:lnTo>
                          <a:lnTo>
                            <a:pt x="1785" y="179"/>
                          </a:lnTo>
                          <a:lnTo>
                            <a:pt x="1783" y="256"/>
                          </a:lnTo>
                          <a:lnTo>
                            <a:pt x="1780" y="196"/>
                          </a:lnTo>
                          <a:lnTo>
                            <a:pt x="1778" y="143"/>
                          </a:lnTo>
                          <a:lnTo>
                            <a:pt x="1775" y="253"/>
                          </a:lnTo>
                          <a:lnTo>
                            <a:pt x="1773" y="178"/>
                          </a:lnTo>
                          <a:lnTo>
                            <a:pt x="1771" y="115"/>
                          </a:lnTo>
                          <a:lnTo>
                            <a:pt x="1768" y="237"/>
                          </a:lnTo>
                          <a:lnTo>
                            <a:pt x="1766" y="174"/>
                          </a:lnTo>
                          <a:lnTo>
                            <a:pt x="1763" y="98"/>
                          </a:lnTo>
                          <a:lnTo>
                            <a:pt x="1761" y="220"/>
                          </a:lnTo>
                          <a:lnTo>
                            <a:pt x="1758" y="170"/>
                          </a:lnTo>
                          <a:lnTo>
                            <a:pt x="1756" y="83"/>
                          </a:lnTo>
                          <a:lnTo>
                            <a:pt x="1754" y="193"/>
                          </a:lnTo>
                          <a:lnTo>
                            <a:pt x="1751" y="155"/>
                          </a:lnTo>
                          <a:lnTo>
                            <a:pt x="1749" y="70"/>
                          </a:lnTo>
                          <a:lnTo>
                            <a:pt x="1746" y="187"/>
                          </a:lnTo>
                          <a:lnTo>
                            <a:pt x="1744" y="135"/>
                          </a:lnTo>
                          <a:lnTo>
                            <a:pt x="1742" y="48"/>
                          </a:lnTo>
                          <a:lnTo>
                            <a:pt x="1739" y="173"/>
                          </a:lnTo>
                          <a:lnTo>
                            <a:pt x="1737" y="116"/>
                          </a:lnTo>
                          <a:lnTo>
                            <a:pt x="1734" y="38"/>
                          </a:lnTo>
                          <a:lnTo>
                            <a:pt x="1732" y="168"/>
                          </a:lnTo>
                          <a:lnTo>
                            <a:pt x="1730" y="105"/>
                          </a:lnTo>
                          <a:lnTo>
                            <a:pt x="1727" y="26"/>
                          </a:lnTo>
                          <a:lnTo>
                            <a:pt x="1725" y="146"/>
                          </a:lnTo>
                          <a:lnTo>
                            <a:pt x="1722" y="91"/>
                          </a:lnTo>
                          <a:lnTo>
                            <a:pt x="1720" y="10"/>
                          </a:lnTo>
                          <a:lnTo>
                            <a:pt x="1717" y="133"/>
                          </a:lnTo>
                          <a:lnTo>
                            <a:pt x="1715" y="76"/>
                          </a:lnTo>
                          <a:lnTo>
                            <a:pt x="1713" y="5"/>
                          </a:lnTo>
                          <a:lnTo>
                            <a:pt x="1710" y="115"/>
                          </a:lnTo>
                          <a:lnTo>
                            <a:pt x="1708" y="59"/>
                          </a:lnTo>
                          <a:lnTo>
                            <a:pt x="1705" y="0"/>
                          </a:lnTo>
                          <a:lnTo>
                            <a:pt x="1703" y="97"/>
                          </a:lnTo>
                          <a:lnTo>
                            <a:pt x="1701" y="50"/>
                          </a:lnTo>
                          <a:lnTo>
                            <a:pt x="1698" y="9"/>
                          </a:lnTo>
                          <a:lnTo>
                            <a:pt x="1696" y="78"/>
                          </a:lnTo>
                          <a:lnTo>
                            <a:pt x="1693" y="39"/>
                          </a:lnTo>
                          <a:lnTo>
                            <a:pt x="1691" y="9"/>
                          </a:lnTo>
                          <a:lnTo>
                            <a:pt x="1689" y="62"/>
                          </a:lnTo>
                          <a:lnTo>
                            <a:pt x="1686" y="22"/>
                          </a:lnTo>
                          <a:lnTo>
                            <a:pt x="1684" y="3"/>
                          </a:lnTo>
                          <a:lnTo>
                            <a:pt x="1681" y="54"/>
                          </a:lnTo>
                          <a:lnTo>
                            <a:pt x="1679" y="14"/>
                          </a:lnTo>
                          <a:lnTo>
                            <a:pt x="1677" y="26"/>
                          </a:lnTo>
                          <a:lnTo>
                            <a:pt x="1674" y="51"/>
                          </a:lnTo>
                          <a:lnTo>
                            <a:pt x="1672" y="6"/>
                          </a:lnTo>
                          <a:lnTo>
                            <a:pt x="1669" y="52"/>
                          </a:lnTo>
                          <a:lnTo>
                            <a:pt x="1667" y="50"/>
                          </a:lnTo>
                          <a:lnTo>
                            <a:pt x="1665" y="20"/>
                          </a:lnTo>
                          <a:lnTo>
                            <a:pt x="1662" y="76"/>
                          </a:lnTo>
                          <a:lnTo>
                            <a:pt x="1660" y="53"/>
                          </a:lnTo>
                          <a:lnTo>
                            <a:pt x="1657" y="30"/>
                          </a:lnTo>
                          <a:lnTo>
                            <a:pt x="1655" y="84"/>
                          </a:lnTo>
                          <a:lnTo>
                            <a:pt x="1653" y="48"/>
                          </a:lnTo>
                          <a:lnTo>
                            <a:pt x="1650" y="35"/>
                          </a:lnTo>
                          <a:lnTo>
                            <a:pt x="1648" y="83"/>
                          </a:lnTo>
                          <a:lnTo>
                            <a:pt x="1645" y="46"/>
                          </a:lnTo>
                          <a:lnTo>
                            <a:pt x="1643" y="34"/>
                          </a:lnTo>
                          <a:lnTo>
                            <a:pt x="1641" y="88"/>
                          </a:lnTo>
                          <a:lnTo>
                            <a:pt x="1638" y="58"/>
                          </a:lnTo>
                          <a:lnTo>
                            <a:pt x="1636" y="53"/>
                          </a:lnTo>
                          <a:lnTo>
                            <a:pt x="1633" y="112"/>
                          </a:lnTo>
                          <a:lnTo>
                            <a:pt x="1631" y="82"/>
                          </a:lnTo>
                          <a:lnTo>
                            <a:pt x="1629" y="83"/>
                          </a:lnTo>
                          <a:lnTo>
                            <a:pt x="1626" y="133"/>
                          </a:lnTo>
                          <a:lnTo>
                            <a:pt x="1624" y="110"/>
                          </a:lnTo>
                          <a:lnTo>
                            <a:pt x="1621" y="113"/>
                          </a:lnTo>
                          <a:lnTo>
                            <a:pt x="1619" y="141"/>
                          </a:lnTo>
                          <a:lnTo>
                            <a:pt x="1617" y="112"/>
                          </a:lnTo>
                          <a:lnTo>
                            <a:pt x="1614" y="114"/>
                          </a:lnTo>
                          <a:lnTo>
                            <a:pt x="1612" y="127"/>
                          </a:lnTo>
                          <a:lnTo>
                            <a:pt x="1609" y="117"/>
                          </a:lnTo>
                          <a:lnTo>
                            <a:pt x="1607" y="150"/>
                          </a:lnTo>
                          <a:lnTo>
                            <a:pt x="1605" y="178"/>
                          </a:lnTo>
                          <a:lnTo>
                            <a:pt x="1602" y="167"/>
                          </a:lnTo>
                          <a:lnTo>
                            <a:pt x="1600" y="201"/>
                          </a:lnTo>
                          <a:lnTo>
                            <a:pt x="1597" y="239"/>
                          </a:lnTo>
                          <a:lnTo>
                            <a:pt x="1595" y="228"/>
                          </a:lnTo>
                          <a:lnTo>
                            <a:pt x="1593" y="267"/>
                          </a:lnTo>
                          <a:lnTo>
                            <a:pt x="1590" y="321"/>
                          </a:lnTo>
                          <a:lnTo>
                            <a:pt x="1588" y="349"/>
                          </a:lnTo>
                          <a:lnTo>
                            <a:pt x="1585" y="421"/>
                          </a:lnTo>
                          <a:lnTo>
                            <a:pt x="1583" y="503"/>
                          </a:lnTo>
                          <a:lnTo>
                            <a:pt x="1581" y="566"/>
                          </a:lnTo>
                          <a:lnTo>
                            <a:pt x="1578" y="655"/>
                          </a:lnTo>
                          <a:lnTo>
                            <a:pt x="1576" y="698"/>
                          </a:lnTo>
                          <a:lnTo>
                            <a:pt x="1573" y="713"/>
                          </a:lnTo>
                          <a:lnTo>
                            <a:pt x="1571" y="725"/>
                          </a:lnTo>
                          <a:lnTo>
                            <a:pt x="1569" y="727"/>
                          </a:lnTo>
                          <a:lnTo>
                            <a:pt x="1566" y="725"/>
                          </a:lnTo>
                          <a:lnTo>
                            <a:pt x="1564" y="726"/>
                          </a:lnTo>
                          <a:lnTo>
                            <a:pt x="1561" y="726"/>
                          </a:lnTo>
                          <a:lnTo>
                            <a:pt x="1559" y="724"/>
                          </a:lnTo>
                          <a:lnTo>
                            <a:pt x="1557" y="725"/>
                          </a:lnTo>
                          <a:lnTo>
                            <a:pt x="1554" y="725"/>
                          </a:lnTo>
                          <a:lnTo>
                            <a:pt x="1552" y="723"/>
                          </a:lnTo>
                          <a:lnTo>
                            <a:pt x="1549" y="723"/>
                          </a:lnTo>
                          <a:lnTo>
                            <a:pt x="1547" y="723"/>
                          </a:lnTo>
                          <a:lnTo>
                            <a:pt x="1544" y="721"/>
                          </a:lnTo>
                          <a:lnTo>
                            <a:pt x="1542" y="721"/>
                          </a:lnTo>
                          <a:lnTo>
                            <a:pt x="1540" y="722"/>
                          </a:lnTo>
                          <a:lnTo>
                            <a:pt x="1537" y="722"/>
                          </a:lnTo>
                          <a:lnTo>
                            <a:pt x="1535" y="725"/>
                          </a:lnTo>
                          <a:lnTo>
                            <a:pt x="1532" y="724"/>
                          </a:lnTo>
                          <a:lnTo>
                            <a:pt x="1530" y="724"/>
                          </a:lnTo>
                          <a:lnTo>
                            <a:pt x="1528" y="726"/>
                          </a:lnTo>
                          <a:lnTo>
                            <a:pt x="1525" y="724"/>
                          </a:lnTo>
                          <a:lnTo>
                            <a:pt x="1523" y="724"/>
                          </a:lnTo>
                          <a:lnTo>
                            <a:pt x="1520" y="727"/>
                          </a:lnTo>
                          <a:lnTo>
                            <a:pt x="1518" y="724"/>
                          </a:lnTo>
                          <a:lnTo>
                            <a:pt x="1516" y="724"/>
                          </a:lnTo>
                          <a:lnTo>
                            <a:pt x="1513" y="725"/>
                          </a:lnTo>
                          <a:lnTo>
                            <a:pt x="1511" y="722"/>
                          </a:lnTo>
                          <a:lnTo>
                            <a:pt x="1508" y="722"/>
                          </a:lnTo>
                          <a:lnTo>
                            <a:pt x="1506" y="721"/>
                          </a:lnTo>
                          <a:lnTo>
                            <a:pt x="1504" y="720"/>
                          </a:lnTo>
                          <a:lnTo>
                            <a:pt x="1501" y="723"/>
                          </a:lnTo>
                          <a:lnTo>
                            <a:pt x="1499" y="724"/>
                          </a:lnTo>
                          <a:lnTo>
                            <a:pt x="1496" y="725"/>
                          </a:lnTo>
                          <a:lnTo>
                            <a:pt x="1494" y="728"/>
                          </a:lnTo>
                          <a:lnTo>
                            <a:pt x="1491" y="727"/>
                          </a:lnTo>
                          <a:lnTo>
                            <a:pt x="1489" y="728"/>
                          </a:lnTo>
                          <a:lnTo>
                            <a:pt x="1487" y="728"/>
                          </a:lnTo>
                          <a:lnTo>
                            <a:pt x="1484" y="727"/>
                          </a:lnTo>
                          <a:lnTo>
                            <a:pt x="1482" y="727"/>
                          </a:lnTo>
                          <a:lnTo>
                            <a:pt x="1479" y="726"/>
                          </a:lnTo>
                          <a:lnTo>
                            <a:pt x="1477" y="724"/>
                          </a:lnTo>
                          <a:lnTo>
                            <a:pt x="1475" y="724"/>
                          </a:lnTo>
                          <a:lnTo>
                            <a:pt x="1472" y="722"/>
                          </a:lnTo>
                          <a:lnTo>
                            <a:pt x="1470" y="724"/>
                          </a:lnTo>
                          <a:lnTo>
                            <a:pt x="1467" y="725"/>
                          </a:lnTo>
                          <a:lnTo>
                            <a:pt x="1465" y="725"/>
                          </a:lnTo>
                          <a:lnTo>
                            <a:pt x="1463" y="729"/>
                          </a:lnTo>
                          <a:lnTo>
                            <a:pt x="1460" y="729"/>
                          </a:lnTo>
                          <a:lnTo>
                            <a:pt x="1458" y="728"/>
                          </a:lnTo>
                          <a:lnTo>
                            <a:pt x="1455" y="730"/>
                          </a:lnTo>
                          <a:lnTo>
                            <a:pt x="1453" y="727"/>
                          </a:lnTo>
                          <a:lnTo>
                            <a:pt x="1450" y="726"/>
                          </a:lnTo>
                          <a:lnTo>
                            <a:pt x="1448" y="729"/>
                          </a:lnTo>
                          <a:lnTo>
                            <a:pt x="1446" y="726"/>
                          </a:lnTo>
                          <a:lnTo>
                            <a:pt x="1443" y="725"/>
                          </a:lnTo>
                          <a:lnTo>
                            <a:pt x="1441" y="726"/>
                          </a:lnTo>
                          <a:lnTo>
                            <a:pt x="1438" y="724"/>
                          </a:lnTo>
                          <a:lnTo>
                            <a:pt x="1436" y="722"/>
                          </a:lnTo>
                          <a:lnTo>
                            <a:pt x="1434" y="723"/>
                          </a:lnTo>
                          <a:lnTo>
                            <a:pt x="1431" y="722"/>
                          </a:lnTo>
                          <a:lnTo>
                            <a:pt x="1429" y="724"/>
                          </a:lnTo>
                          <a:lnTo>
                            <a:pt x="1426" y="726"/>
                          </a:lnTo>
                          <a:lnTo>
                            <a:pt x="1424" y="727"/>
                          </a:lnTo>
                          <a:lnTo>
                            <a:pt x="1422" y="730"/>
                          </a:lnTo>
                          <a:lnTo>
                            <a:pt x="1419" y="729"/>
                          </a:lnTo>
                          <a:lnTo>
                            <a:pt x="1417" y="728"/>
                          </a:lnTo>
                          <a:lnTo>
                            <a:pt x="1414" y="728"/>
                          </a:lnTo>
                          <a:lnTo>
                            <a:pt x="1412" y="728"/>
                          </a:lnTo>
                          <a:lnTo>
                            <a:pt x="1410" y="726"/>
                          </a:lnTo>
                          <a:lnTo>
                            <a:pt x="1407" y="727"/>
                          </a:lnTo>
                          <a:lnTo>
                            <a:pt x="1405" y="726"/>
                          </a:lnTo>
                          <a:lnTo>
                            <a:pt x="1402" y="724"/>
                          </a:lnTo>
                          <a:lnTo>
                            <a:pt x="1400" y="724"/>
                          </a:lnTo>
                          <a:lnTo>
                            <a:pt x="1398" y="722"/>
                          </a:lnTo>
                          <a:lnTo>
                            <a:pt x="1395" y="723"/>
                          </a:lnTo>
                          <a:lnTo>
                            <a:pt x="1393" y="724"/>
                          </a:lnTo>
                          <a:lnTo>
                            <a:pt x="1390" y="725"/>
                          </a:lnTo>
                          <a:lnTo>
                            <a:pt x="1388" y="726"/>
                          </a:lnTo>
                          <a:lnTo>
                            <a:pt x="1386" y="727"/>
                          </a:lnTo>
                          <a:lnTo>
                            <a:pt x="1383" y="730"/>
                          </a:lnTo>
                          <a:lnTo>
                            <a:pt x="1381" y="730"/>
                          </a:lnTo>
                          <a:lnTo>
                            <a:pt x="1378" y="730"/>
                          </a:lnTo>
                          <a:lnTo>
                            <a:pt x="1376" y="731"/>
                          </a:lnTo>
                          <a:lnTo>
                            <a:pt x="1374" y="731"/>
                          </a:lnTo>
                          <a:lnTo>
                            <a:pt x="1371" y="729"/>
                          </a:lnTo>
                          <a:lnTo>
                            <a:pt x="1369" y="731"/>
                          </a:lnTo>
                          <a:lnTo>
                            <a:pt x="1366" y="730"/>
                          </a:lnTo>
                          <a:lnTo>
                            <a:pt x="1364" y="729"/>
                          </a:lnTo>
                          <a:lnTo>
                            <a:pt x="1362" y="730"/>
                          </a:lnTo>
                          <a:lnTo>
                            <a:pt x="1359" y="730"/>
                          </a:lnTo>
                          <a:lnTo>
                            <a:pt x="1357" y="729"/>
                          </a:lnTo>
                          <a:lnTo>
                            <a:pt x="1354" y="732"/>
                          </a:lnTo>
                          <a:lnTo>
                            <a:pt x="1352" y="734"/>
                          </a:lnTo>
                          <a:lnTo>
                            <a:pt x="1350" y="734"/>
                          </a:lnTo>
                          <a:lnTo>
                            <a:pt x="1347" y="737"/>
                          </a:lnTo>
                          <a:lnTo>
                            <a:pt x="1345" y="735"/>
                          </a:lnTo>
                          <a:lnTo>
                            <a:pt x="1342" y="736"/>
                          </a:lnTo>
                          <a:lnTo>
                            <a:pt x="1340" y="739"/>
                          </a:lnTo>
                          <a:lnTo>
                            <a:pt x="1338" y="736"/>
                          </a:lnTo>
                          <a:lnTo>
                            <a:pt x="1335" y="738"/>
                          </a:lnTo>
                          <a:lnTo>
                            <a:pt x="1333" y="739"/>
                          </a:lnTo>
                          <a:lnTo>
                            <a:pt x="1331" y="737"/>
                          </a:lnTo>
                          <a:lnTo>
                            <a:pt x="1328" y="737"/>
                          </a:lnTo>
                          <a:lnTo>
                            <a:pt x="1326" y="737"/>
                          </a:lnTo>
                          <a:lnTo>
                            <a:pt x="1323" y="736"/>
                          </a:lnTo>
                          <a:lnTo>
                            <a:pt x="1321" y="736"/>
                          </a:lnTo>
                          <a:lnTo>
                            <a:pt x="1318" y="736"/>
                          </a:lnTo>
                          <a:lnTo>
                            <a:pt x="1316" y="736"/>
                          </a:lnTo>
                          <a:lnTo>
                            <a:pt x="1314" y="737"/>
                          </a:lnTo>
                          <a:lnTo>
                            <a:pt x="1311" y="739"/>
                          </a:lnTo>
                          <a:lnTo>
                            <a:pt x="1309" y="739"/>
                          </a:lnTo>
                          <a:lnTo>
                            <a:pt x="1306" y="740"/>
                          </a:lnTo>
                          <a:lnTo>
                            <a:pt x="1304" y="739"/>
                          </a:lnTo>
                          <a:lnTo>
                            <a:pt x="1302" y="738"/>
                          </a:lnTo>
                          <a:lnTo>
                            <a:pt x="1299" y="740"/>
                          </a:lnTo>
                          <a:lnTo>
                            <a:pt x="1297" y="739"/>
                          </a:lnTo>
                          <a:lnTo>
                            <a:pt x="1294" y="740"/>
                          </a:lnTo>
                          <a:lnTo>
                            <a:pt x="1292" y="742"/>
                          </a:lnTo>
                          <a:lnTo>
                            <a:pt x="1290" y="739"/>
                          </a:lnTo>
                          <a:lnTo>
                            <a:pt x="1287" y="739"/>
                          </a:lnTo>
                          <a:lnTo>
                            <a:pt x="1285" y="741"/>
                          </a:lnTo>
                          <a:lnTo>
                            <a:pt x="1282" y="739"/>
                          </a:lnTo>
                          <a:lnTo>
                            <a:pt x="1280" y="740"/>
                          </a:lnTo>
                          <a:lnTo>
                            <a:pt x="1277" y="744"/>
                          </a:lnTo>
                          <a:lnTo>
                            <a:pt x="1275" y="742"/>
                          </a:lnTo>
                          <a:lnTo>
                            <a:pt x="1273" y="745"/>
                          </a:lnTo>
                          <a:lnTo>
                            <a:pt x="1270" y="747"/>
                          </a:lnTo>
                          <a:lnTo>
                            <a:pt x="1268" y="746"/>
                          </a:lnTo>
                          <a:lnTo>
                            <a:pt x="1265" y="747"/>
                          </a:lnTo>
                          <a:lnTo>
                            <a:pt x="1263" y="747"/>
                          </a:lnTo>
                          <a:lnTo>
                            <a:pt x="1261" y="747"/>
                          </a:lnTo>
                          <a:lnTo>
                            <a:pt x="1258" y="749"/>
                          </a:lnTo>
                          <a:lnTo>
                            <a:pt x="1256" y="749"/>
                          </a:lnTo>
                          <a:lnTo>
                            <a:pt x="1253" y="746"/>
                          </a:lnTo>
                          <a:lnTo>
                            <a:pt x="1251" y="747"/>
                          </a:lnTo>
                          <a:lnTo>
                            <a:pt x="1249" y="748"/>
                          </a:lnTo>
                          <a:lnTo>
                            <a:pt x="1246" y="745"/>
                          </a:lnTo>
                          <a:lnTo>
                            <a:pt x="1244" y="747"/>
                          </a:lnTo>
                          <a:lnTo>
                            <a:pt x="1241" y="744"/>
                          </a:lnTo>
                          <a:lnTo>
                            <a:pt x="1239" y="742"/>
                          </a:lnTo>
                          <a:lnTo>
                            <a:pt x="1237" y="745"/>
                          </a:lnTo>
                          <a:lnTo>
                            <a:pt x="1234" y="748"/>
                          </a:lnTo>
                          <a:lnTo>
                            <a:pt x="1232" y="748"/>
                          </a:lnTo>
                          <a:lnTo>
                            <a:pt x="1229" y="749"/>
                          </a:lnTo>
                          <a:lnTo>
                            <a:pt x="1227" y="750"/>
                          </a:lnTo>
                          <a:lnTo>
                            <a:pt x="1224" y="749"/>
                          </a:lnTo>
                          <a:lnTo>
                            <a:pt x="1222" y="751"/>
                          </a:lnTo>
                          <a:lnTo>
                            <a:pt x="1220" y="751"/>
                          </a:lnTo>
                          <a:lnTo>
                            <a:pt x="1217" y="750"/>
                          </a:lnTo>
                          <a:lnTo>
                            <a:pt x="1215" y="753"/>
                          </a:lnTo>
                          <a:lnTo>
                            <a:pt x="1212" y="752"/>
                          </a:lnTo>
                          <a:lnTo>
                            <a:pt x="1210" y="750"/>
                          </a:lnTo>
                          <a:lnTo>
                            <a:pt x="1208" y="752"/>
                          </a:lnTo>
                          <a:lnTo>
                            <a:pt x="1205" y="750"/>
                          </a:lnTo>
                          <a:lnTo>
                            <a:pt x="1203" y="750"/>
                          </a:lnTo>
                          <a:lnTo>
                            <a:pt x="1200" y="752"/>
                          </a:lnTo>
                          <a:lnTo>
                            <a:pt x="1198" y="751"/>
                          </a:lnTo>
                          <a:lnTo>
                            <a:pt x="1196" y="753"/>
                          </a:lnTo>
                          <a:lnTo>
                            <a:pt x="1193" y="757"/>
                          </a:lnTo>
                          <a:lnTo>
                            <a:pt x="1191" y="755"/>
                          </a:lnTo>
                          <a:lnTo>
                            <a:pt x="1188" y="757"/>
                          </a:lnTo>
                          <a:lnTo>
                            <a:pt x="1186" y="759"/>
                          </a:lnTo>
                          <a:lnTo>
                            <a:pt x="1183" y="757"/>
                          </a:lnTo>
                          <a:lnTo>
                            <a:pt x="1181" y="756"/>
                          </a:lnTo>
                          <a:lnTo>
                            <a:pt x="1179" y="757"/>
                          </a:lnTo>
                          <a:lnTo>
                            <a:pt x="1176" y="756"/>
                          </a:lnTo>
                          <a:lnTo>
                            <a:pt x="1174" y="755"/>
                          </a:lnTo>
                          <a:lnTo>
                            <a:pt x="1171" y="754"/>
                          </a:lnTo>
                          <a:lnTo>
                            <a:pt x="1169" y="755"/>
                          </a:lnTo>
                          <a:lnTo>
                            <a:pt x="1167" y="754"/>
                          </a:lnTo>
                          <a:lnTo>
                            <a:pt x="1164" y="756"/>
                          </a:lnTo>
                          <a:lnTo>
                            <a:pt x="1162" y="755"/>
                          </a:lnTo>
                          <a:lnTo>
                            <a:pt x="1159" y="757"/>
                          </a:lnTo>
                          <a:lnTo>
                            <a:pt x="1157" y="757"/>
                          </a:lnTo>
                          <a:lnTo>
                            <a:pt x="1155" y="756"/>
                          </a:lnTo>
                          <a:lnTo>
                            <a:pt x="1152" y="758"/>
                          </a:lnTo>
                          <a:lnTo>
                            <a:pt x="1150" y="757"/>
                          </a:lnTo>
                          <a:lnTo>
                            <a:pt x="1147" y="759"/>
                          </a:lnTo>
                          <a:lnTo>
                            <a:pt x="1145" y="758"/>
                          </a:lnTo>
                          <a:lnTo>
                            <a:pt x="1143" y="756"/>
                          </a:lnTo>
                          <a:lnTo>
                            <a:pt x="1140" y="757"/>
                          </a:lnTo>
                          <a:lnTo>
                            <a:pt x="1138" y="756"/>
                          </a:lnTo>
                          <a:lnTo>
                            <a:pt x="1135" y="755"/>
                          </a:lnTo>
                          <a:lnTo>
                            <a:pt x="1133" y="758"/>
                          </a:lnTo>
                          <a:lnTo>
                            <a:pt x="1131" y="758"/>
                          </a:lnTo>
                          <a:lnTo>
                            <a:pt x="1128" y="759"/>
                          </a:lnTo>
                          <a:lnTo>
                            <a:pt x="1126" y="762"/>
                          </a:lnTo>
                          <a:lnTo>
                            <a:pt x="1123" y="760"/>
                          </a:lnTo>
                          <a:lnTo>
                            <a:pt x="1121" y="760"/>
                          </a:lnTo>
                          <a:lnTo>
                            <a:pt x="1119" y="762"/>
                          </a:lnTo>
                          <a:lnTo>
                            <a:pt x="1116" y="760"/>
                          </a:lnTo>
                          <a:lnTo>
                            <a:pt x="1114" y="763"/>
                          </a:lnTo>
                          <a:lnTo>
                            <a:pt x="1111" y="766"/>
                          </a:lnTo>
                          <a:lnTo>
                            <a:pt x="1109" y="764"/>
                          </a:lnTo>
                          <a:lnTo>
                            <a:pt x="1107" y="764"/>
                          </a:lnTo>
                          <a:lnTo>
                            <a:pt x="1104" y="767"/>
                          </a:lnTo>
                          <a:lnTo>
                            <a:pt x="1102" y="765"/>
                          </a:lnTo>
                          <a:lnTo>
                            <a:pt x="1099" y="767"/>
                          </a:lnTo>
                          <a:lnTo>
                            <a:pt x="1097" y="770"/>
                          </a:lnTo>
                          <a:lnTo>
                            <a:pt x="1095" y="768"/>
                          </a:lnTo>
                          <a:lnTo>
                            <a:pt x="1092" y="771"/>
                          </a:lnTo>
                          <a:lnTo>
                            <a:pt x="1090" y="773"/>
                          </a:lnTo>
                          <a:lnTo>
                            <a:pt x="1088" y="770"/>
                          </a:lnTo>
                          <a:lnTo>
                            <a:pt x="1085" y="772"/>
                          </a:lnTo>
                          <a:lnTo>
                            <a:pt x="1083" y="773"/>
                          </a:lnTo>
                          <a:lnTo>
                            <a:pt x="1080" y="771"/>
                          </a:lnTo>
                          <a:lnTo>
                            <a:pt x="1078" y="773"/>
                          </a:lnTo>
                          <a:lnTo>
                            <a:pt x="1076" y="773"/>
                          </a:lnTo>
                          <a:lnTo>
                            <a:pt x="1073" y="771"/>
                          </a:lnTo>
                          <a:lnTo>
                            <a:pt x="1071" y="772"/>
                          </a:lnTo>
                          <a:lnTo>
                            <a:pt x="1068" y="771"/>
                          </a:lnTo>
                          <a:lnTo>
                            <a:pt x="1066" y="769"/>
                          </a:lnTo>
                          <a:lnTo>
                            <a:pt x="1064" y="766"/>
                          </a:lnTo>
                          <a:lnTo>
                            <a:pt x="1061" y="765"/>
                          </a:lnTo>
                          <a:lnTo>
                            <a:pt x="1059" y="765"/>
                          </a:lnTo>
                          <a:lnTo>
                            <a:pt x="1056" y="770"/>
                          </a:lnTo>
                          <a:lnTo>
                            <a:pt x="1054" y="772"/>
                          </a:lnTo>
                          <a:lnTo>
                            <a:pt x="1051" y="771"/>
                          </a:lnTo>
                          <a:lnTo>
                            <a:pt x="1049" y="773"/>
                          </a:lnTo>
                          <a:lnTo>
                            <a:pt x="1047" y="773"/>
                          </a:lnTo>
                          <a:lnTo>
                            <a:pt x="1044" y="772"/>
                          </a:lnTo>
                          <a:lnTo>
                            <a:pt x="1042" y="775"/>
                          </a:lnTo>
                          <a:lnTo>
                            <a:pt x="1039" y="773"/>
                          </a:lnTo>
                          <a:lnTo>
                            <a:pt x="1037" y="773"/>
                          </a:lnTo>
                          <a:lnTo>
                            <a:pt x="1035" y="776"/>
                          </a:lnTo>
                          <a:lnTo>
                            <a:pt x="1032" y="774"/>
                          </a:lnTo>
                          <a:lnTo>
                            <a:pt x="1030" y="774"/>
                          </a:lnTo>
                          <a:lnTo>
                            <a:pt x="1027" y="777"/>
                          </a:lnTo>
                          <a:lnTo>
                            <a:pt x="1025" y="774"/>
                          </a:lnTo>
                          <a:lnTo>
                            <a:pt x="1023" y="775"/>
                          </a:lnTo>
                          <a:lnTo>
                            <a:pt x="1020" y="776"/>
                          </a:lnTo>
                          <a:lnTo>
                            <a:pt x="1018" y="773"/>
                          </a:lnTo>
                          <a:lnTo>
                            <a:pt x="1015" y="774"/>
                          </a:lnTo>
                          <a:lnTo>
                            <a:pt x="1013" y="775"/>
                          </a:lnTo>
                          <a:lnTo>
                            <a:pt x="1010" y="775"/>
                          </a:lnTo>
                          <a:lnTo>
                            <a:pt x="1008" y="779"/>
                          </a:lnTo>
                          <a:lnTo>
                            <a:pt x="1006" y="782"/>
                          </a:lnTo>
                          <a:lnTo>
                            <a:pt x="1003" y="783"/>
                          </a:lnTo>
                          <a:lnTo>
                            <a:pt x="1001" y="783"/>
                          </a:lnTo>
                          <a:lnTo>
                            <a:pt x="998" y="785"/>
                          </a:lnTo>
                          <a:lnTo>
                            <a:pt x="996" y="784"/>
                          </a:lnTo>
                          <a:lnTo>
                            <a:pt x="994" y="786"/>
                          </a:lnTo>
                          <a:lnTo>
                            <a:pt x="991" y="788"/>
                          </a:lnTo>
                          <a:lnTo>
                            <a:pt x="989" y="788"/>
                          </a:lnTo>
                          <a:lnTo>
                            <a:pt x="986" y="789"/>
                          </a:lnTo>
                          <a:lnTo>
                            <a:pt x="984" y="790"/>
                          </a:lnTo>
                          <a:lnTo>
                            <a:pt x="982" y="786"/>
                          </a:lnTo>
                          <a:lnTo>
                            <a:pt x="979" y="787"/>
                          </a:lnTo>
                          <a:lnTo>
                            <a:pt x="977" y="789"/>
                          </a:lnTo>
                          <a:lnTo>
                            <a:pt x="974" y="786"/>
                          </a:lnTo>
                          <a:lnTo>
                            <a:pt x="972" y="787"/>
                          </a:lnTo>
                          <a:lnTo>
                            <a:pt x="970" y="791"/>
                          </a:lnTo>
                          <a:lnTo>
                            <a:pt x="967" y="791"/>
                          </a:lnTo>
                          <a:lnTo>
                            <a:pt x="965" y="793"/>
                          </a:lnTo>
                          <a:lnTo>
                            <a:pt x="962" y="795"/>
                          </a:lnTo>
                          <a:lnTo>
                            <a:pt x="960" y="797"/>
                          </a:lnTo>
                          <a:lnTo>
                            <a:pt x="957" y="799"/>
                          </a:lnTo>
                          <a:lnTo>
                            <a:pt x="955" y="801"/>
                          </a:lnTo>
                          <a:lnTo>
                            <a:pt x="953" y="800"/>
                          </a:lnTo>
                          <a:lnTo>
                            <a:pt x="950" y="799"/>
                          </a:lnTo>
                          <a:lnTo>
                            <a:pt x="948" y="800"/>
                          </a:lnTo>
                          <a:lnTo>
                            <a:pt x="945" y="797"/>
                          </a:lnTo>
                          <a:lnTo>
                            <a:pt x="943" y="797"/>
                          </a:lnTo>
                          <a:lnTo>
                            <a:pt x="941" y="798"/>
                          </a:lnTo>
                          <a:lnTo>
                            <a:pt x="938" y="795"/>
                          </a:lnTo>
                          <a:lnTo>
                            <a:pt x="936" y="795"/>
                          </a:lnTo>
                          <a:lnTo>
                            <a:pt x="933" y="795"/>
                          </a:lnTo>
                          <a:lnTo>
                            <a:pt x="931" y="793"/>
                          </a:lnTo>
                          <a:lnTo>
                            <a:pt x="929" y="794"/>
                          </a:lnTo>
                          <a:lnTo>
                            <a:pt x="926" y="792"/>
                          </a:lnTo>
                          <a:lnTo>
                            <a:pt x="924" y="794"/>
                          </a:lnTo>
                          <a:lnTo>
                            <a:pt x="921" y="797"/>
                          </a:lnTo>
                          <a:lnTo>
                            <a:pt x="919" y="799"/>
                          </a:lnTo>
                          <a:lnTo>
                            <a:pt x="916" y="801"/>
                          </a:lnTo>
                          <a:lnTo>
                            <a:pt x="914" y="801"/>
                          </a:lnTo>
                          <a:lnTo>
                            <a:pt x="912" y="803"/>
                          </a:lnTo>
                          <a:lnTo>
                            <a:pt x="909" y="801"/>
                          </a:lnTo>
                          <a:lnTo>
                            <a:pt x="907" y="798"/>
                          </a:lnTo>
                          <a:lnTo>
                            <a:pt x="904" y="798"/>
                          </a:lnTo>
                          <a:lnTo>
                            <a:pt x="902" y="795"/>
                          </a:lnTo>
                          <a:lnTo>
                            <a:pt x="900" y="795"/>
                          </a:lnTo>
                          <a:lnTo>
                            <a:pt x="897" y="796"/>
                          </a:lnTo>
                          <a:lnTo>
                            <a:pt x="895" y="791"/>
                          </a:lnTo>
                          <a:lnTo>
                            <a:pt x="892" y="792"/>
                          </a:lnTo>
                          <a:lnTo>
                            <a:pt x="890" y="791"/>
                          </a:lnTo>
                          <a:lnTo>
                            <a:pt x="888" y="789"/>
                          </a:lnTo>
                          <a:lnTo>
                            <a:pt x="885" y="792"/>
                          </a:lnTo>
                          <a:lnTo>
                            <a:pt x="883" y="793"/>
                          </a:lnTo>
                          <a:lnTo>
                            <a:pt x="880" y="796"/>
                          </a:lnTo>
                          <a:lnTo>
                            <a:pt x="878" y="799"/>
                          </a:lnTo>
                          <a:lnTo>
                            <a:pt x="876" y="799"/>
                          </a:lnTo>
                          <a:lnTo>
                            <a:pt x="873" y="801"/>
                          </a:lnTo>
                          <a:lnTo>
                            <a:pt x="871" y="797"/>
                          </a:lnTo>
                          <a:lnTo>
                            <a:pt x="868" y="797"/>
                          </a:lnTo>
                          <a:lnTo>
                            <a:pt x="866" y="796"/>
                          </a:lnTo>
                          <a:lnTo>
                            <a:pt x="864" y="794"/>
                          </a:lnTo>
                          <a:lnTo>
                            <a:pt x="861" y="794"/>
                          </a:lnTo>
                          <a:lnTo>
                            <a:pt x="859" y="792"/>
                          </a:lnTo>
                          <a:lnTo>
                            <a:pt x="856" y="791"/>
                          </a:lnTo>
                          <a:lnTo>
                            <a:pt x="854" y="789"/>
                          </a:lnTo>
                          <a:lnTo>
                            <a:pt x="852" y="786"/>
                          </a:lnTo>
                          <a:lnTo>
                            <a:pt x="849" y="786"/>
                          </a:lnTo>
                          <a:lnTo>
                            <a:pt x="847" y="787"/>
                          </a:lnTo>
                          <a:lnTo>
                            <a:pt x="845" y="788"/>
                          </a:lnTo>
                          <a:lnTo>
                            <a:pt x="842" y="790"/>
                          </a:lnTo>
                          <a:lnTo>
                            <a:pt x="840" y="791"/>
                          </a:lnTo>
                          <a:lnTo>
                            <a:pt x="837" y="794"/>
                          </a:lnTo>
                          <a:lnTo>
                            <a:pt x="835" y="792"/>
                          </a:lnTo>
                          <a:lnTo>
                            <a:pt x="833" y="792"/>
                          </a:lnTo>
                          <a:lnTo>
                            <a:pt x="830" y="792"/>
                          </a:lnTo>
                          <a:lnTo>
                            <a:pt x="828" y="790"/>
                          </a:lnTo>
                          <a:lnTo>
                            <a:pt x="825" y="790"/>
                          </a:lnTo>
                          <a:lnTo>
                            <a:pt x="823" y="788"/>
                          </a:lnTo>
                          <a:lnTo>
                            <a:pt x="821" y="790"/>
                          </a:lnTo>
                          <a:lnTo>
                            <a:pt x="818" y="788"/>
                          </a:lnTo>
                          <a:lnTo>
                            <a:pt x="816" y="786"/>
                          </a:lnTo>
                          <a:lnTo>
                            <a:pt x="813" y="787"/>
                          </a:lnTo>
                          <a:lnTo>
                            <a:pt x="811" y="785"/>
                          </a:lnTo>
                          <a:lnTo>
                            <a:pt x="809" y="788"/>
                          </a:lnTo>
                          <a:lnTo>
                            <a:pt x="806" y="791"/>
                          </a:lnTo>
                          <a:lnTo>
                            <a:pt x="804" y="792"/>
                          </a:lnTo>
                          <a:lnTo>
                            <a:pt x="801" y="795"/>
                          </a:lnTo>
                          <a:lnTo>
                            <a:pt x="799" y="794"/>
                          </a:lnTo>
                          <a:lnTo>
                            <a:pt x="797" y="795"/>
                          </a:lnTo>
                          <a:lnTo>
                            <a:pt x="794" y="797"/>
                          </a:lnTo>
                          <a:lnTo>
                            <a:pt x="792" y="793"/>
                          </a:lnTo>
                          <a:lnTo>
                            <a:pt x="789" y="794"/>
                          </a:lnTo>
                          <a:lnTo>
                            <a:pt x="787" y="791"/>
                          </a:lnTo>
                          <a:lnTo>
                            <a:pt x="784" y="788"/>
                          </a:lnTo>
                          <a:lnTo>
                            <a:pt x="782" y="791"/>
                          </a:lnTo>
                          <a:lnTo>
                            <a:pt x="780" y="791"/>
                          </a:lnTo>
                          <a:lnTo>
                            <a:pt x="777" y="793"/>
                          </a:lnTo>
                          <a:lnTo>
                            <a:pt x="775" y="794"/>
                          </a:lnTo>
                          <a:lnTo>
                            <a:pt x="772" y="793"/>
                          </a:lnTo>
                          <a:lnTo>
                            <a:pt x="770" y="794"/>
                          </a:lnTo>
                          <a:lnTo>
                            <a:pt x="768" y="791"/>
                          </a:lnTo>
                          <a:lnTo>
                            <a:pt x="765" y="792"/>
                          </a:lnTo>
                          <a:lnTo>
                            <a:pt x="763" y="793"/>
                          </a:lnTo>
                          <a:lnTo>
                            <a:pt x="760" y="792"/>
                          </a:lnTo>
                          <a:lnTo>
                            <a:pt x="758" y="793"/>
                          </a:lnTo>
                          <a:lnTo>
                            <a:pt x="756" y="791"/>
                          </a:lnTo>
                          <a:lnTo>
                            <a:pt x="753" y="790"/>
                          </a:lnTo>
                          <a:lnTo>
                            <a:pt x="751" y="789"/>
                          </a:lnTo>
                          <a:lnTo>
                            <a:pt x="748" y="787"/>
                          </a:lnTo>
                          <a:lnTo>
                            <a:pt x="746" y="789"/>
                          </a:lnTo>
                          <a:lnTo>
                            <a:pt x="743" y="792"/>
                          </a:lnTo>
                          <a:lnTo>
                            <a:pt x="741" y="793"/>
                          </a:lnTo>
                          <a:lnTo>
                            <a:pt x="739" y="795"/>
                          </a:lnTo>
                          <a:lnTo>
                            <a:pt x="736" y="796"/>
                          </a:lnTo>
                          <a:lnTo>
                            <a:pt x="734" y="795"/>
                          </a:lnTo>
                          <a:lnTo>
                            <a:pt x="731" y="796"/>
                          </a:lnTo>
                          <a:lnTo>
                            <a:pt x="729" y="796"/>
                          </a:lnTo>
                          <a:lnTo>
                            <a:pt x="727" y="795"/>
                          </a:lnTo>
                          <a:lnTo>
                            <a:pt x="724" y="799"/>
                          </a:lnTo>
                          <a:lnTo>
                            <a:pt x="722" y="799"/>
                          </a:lnTo>
                          <a:lnTo>
                            <a:pt x="719" y="799"/>
                          </a:lnTo>
                          <a:lnTo>
                            <a:pt x="717" y="800"/>
                          </a:lnTo>
                          <a:lnTo>
                            <a:pt x="715" y="800"/>
                          </a:lnTo>
                          <a:lnTo>
                            <a:pt x="712" y="803"/>
                          </a:lnTo>
                          <a:lnTo>
                            <a:pt x="710" y="802"/>
                          </a:lnTo>
                          <a:lnTo>
                            <a:pt x="707" y="802"/>
                          </a:lnTo>
                          <a:lnTo>
                            <a:pt x="705" y="803"/>
                          </a:lnTo>
                          <a:lnTo>
                            <a:pt x="703" y="801"/>
                          </a:lnTo>
                          <a:lnTo>
                            <a:pt x="700" y="803"/>
                          </a:lnTo>
                          <a:lnTo>
                            <a:pt x="698" y="802"/>
                          </a:lnTo>
                          <a:lnTo>
                            <a:pt x="695" y="801"/>
                          </a:lnTo>
                          <a:lnTo>
                            <a:pt x="693" y="802"/>
                          </a:lnTo>
                          <a:lnTo>
                            <a:pt x="690" y="799"/>
                          </a:lnTo>
                          <a:lnTo>
                            <a:pt x="688" y="801"/>
                          </a:lnTo>
                          <a:lnTo>
                            <a:pt x="686" y="803"/>
                          </a:lnTo>
                          <a:lnTo>
                            <a:pt x="683" y="803"/>
                          </a:lnTo>
                          <a:lnTo>
                            <a:pt x="681" y="806"/>
                          </a:lnTo>
                          <a:lnTo>
                            <a:pt x="678" y="809"/>
                          </a:lnTo>
                          <a:lnTo>
                            <a:pt x="676" y="809"/>
                          </a:lnTo>
                          <a:lnTo>
                            <a:pt x="674" y="811"/>
                          </a:lnTo>
                          <a:lnTo>
                            <a:pt x="671" y="812"/>
                          </a:lnTo>
                          <a:lnTo>
                            <a:pt x="669" y="814"/>
                          </a:lnTo>
                          <a:lnTo>
                            <a:pt x="666" y="813"/>
                          </a:lnTo>
                          <a:lnTo>
                            <a:pt x="664" y="813"/>
                          </a:lnTo>
                          <a:lnTo>
                            <a:pt x="662" y="813"/>
                          </a:lnTo>
                          <a:lnTo>
                            <a:pt x="659" y="814"/>
                          </a:lnTo>
                          <a:lnTo>
                            <a:pt x="657" y="814"/>
                          </a:lnTo>
                          <a:lnTo>
                            <a:pt x="654" y="813"/>
                          </a:lnTo>
                          <a:lnTo>
                            <a:pt x="652" y="812"/>
                          </a:lnTo>
                          <a:lnTo>
                            <a:pt x="649" y="812"/>
                          </a:lnTo>
                          <a:lnTo>
                            <a:pt x="647" y="814"/>
                          </a:lnTo>
                          <a:lnTo>
                            <a:pt x="645" y="813"/>
                          </a:lnTo>
                          <a:lnTo>
                            <a:pt x="642" y="817"/>
                          </a:lnTo>
                          <a:lnTo>
                            <a:pt x="640" y="821"/>
                          </a:lnTo>
                          <a:lnTo>
                            <a:pt x="637" y="823"/>
                          </a:lnTo>
                          <a:lnTo>
                            <a:pt x="635" y="824"/>
                          </a:lnTo>
                          <a:lnTo>
                            <a:pt x="633" y="822"/>
                          </a:lnTo>
                          <a:lnTo>
                            <a:pt x="630" y="823"/>
                          </a:lnTo>
                          <a:lnTo>
                            <a:pt x="628" y="824"/>
                          </a:lnTo>
                          <a:lnTo>
                            <a:pt x="625" y="822"/>
                          </a:lnTo>
                          <a:lnTo>
                            <a:pt x="623" y="825"/>
                          </a:lnTo>
                          <a:lnTo>
                            <a:pt x="621" y="825"/>
                          </a:lnTo>
                          <a:lnTo>
                            <a:pt x="618" y="826"/>
                          </a:lnTo>
                          <a:lnTo>
                            <a:pt x="616" y="827"/>
                          </a:lnTo>
                          <a:lnTo>
                            <a:pt x="613" y="826"/>
                          </a:lnTo>
                          <a:lnTo>
                            <a:pt x="611" y="826"/>
                          </a:lnTo>
                          <a:lnTo>
                            <a:pt x="609" y="827"/>
                          </a:lnTo>
                          <a:lnTo>
                            <a:pt x="606" y="828"/>
                          </a:lnTo>
                          <a:lnTo>
                            <a:pt x="604" y="833"/>
                          </a:lnTo>
                          <a:lnTo>
                            <a:pt x="601" y="834"/>
                          </a:lnTo>
                          <a:lnTo>
                            <a:pt x="599" y="836"/>
                          </a:lnTo>
                          <a:lnTo>
                            <a:pt x="597" y="838"/>
                          </a:lnTo>
                          <a:lnTo>
                            <a:pt x="594" y="837"/>
                          </a:lnTo>
                          <a:lnTo>
                            <a:pt x="592" y="838"/>
                          </a:lnTo>
                          <a:lnTo>
                            <a:pt x="590" y="838"/>
                          </a:lnTo>
                          <a:lnTo>
                            <a:pt x="587" y="838"/>
                          </a:lnTo>
                          <a:lnTo>
                            <a:pt x="585" y="840"/>
                          </a:lnTo>
                          <a:lnTo>
                            <a:pt x="582" y="840"/>
                          </a:lnTo>
                          <a:lnTo>
                            <a:pt x="580" y="840"/>
                          </a:lnTo>
                          <a:lnTo>
                            <a:pt x="578" y="838"/>
                          </a:lnTo>
                          <a:lnTo>
                            <a:pt x="575" y="837"/>
                          </a:lnTo>
                          <a:lnTo>
                            <a:pt x="573" y="834"/>
                          </a:lnTo>
                          <a:lnTo>
                            <a:pt x="570" y="836"/>
                          </a:lnTo>
                          <a:lnTo>
                            <a:pt x="568" y="839"/>
                          </a:lnTo>
                          <a:lnTo>
                            <a:pt x="566" y="843"/>
                          </a:lnTo>
                          <a:lnTo>
                            <a:pt x="563" y="846"/>
                          </a:lnTo>
                          <a:lnTo>
                            <a:pt x="561" y="847"/>
                          </a:lnTo>
                          <a:lnTo>
                            <a:pt x="558" y="848"/>
                          </a:lnTo>
                          <a:lnTo>
                            <a:pt x="556" y="846"/>
                          </a:lnTo>
                          <a:lnTo>
                            <a:pt x="554" y="846"/>
                          </a:lnTo>
                          <a:lnTo>
                            <a:pt x="551" y="846"/>
                          </a:lnTo>
                          <a:lnTo>
                            <a:pt x="549" y="845"/>
                          </a:lnTo>
                          <a:lnTo>
                            <a:pt x="546" y="847"/>
                          </a:lnTo>
                          <a:lnTo>
                            <a:pt x="544" y="848"/>
                          </a:lnTo>
                          <a:lnTo>
                            <a:pt x="542" y="849"/>
                          </a:lnTo>
                          <a:lnTo>
                            <a:pt x="539" y="853"/>
                          </a:lnTo>
                          <a:lnTo>
                            <a:pt x="537" y="852"/>
                          </a:lnTo>
                          <a:lnTo>
                            <a:pt x="534" y="853"/>
                          </a:lnTo>
                          <a:lnTo>
                            <a:pt x="532" y="857"/>
                          </a:lnTo>
                          <a:lnTo>
                            <a:pt x="530" y="857"/>
                          </a:lnTo>
                          <a:lnTo>
                            <a:pt x="527" y="861"/>
                          </a:lnTo>
                          <a:lnTo>
                            <a:pt x="525" y="864"/>
                          </a:lnTo>
                          <a:lnTo>
                            <a:pt x="522" y="869"/>
                          </a:lnTo>
                          <a:lnTo>
                            <a:pt x="520" y="873"/>
                          </a:lnTo>
                          <a:lnTo>
                            <a:pt x="517" y="875"/>
                          </a:lnTo>
                          <a:lnTo>
                            <a:pt x="515" y="880"/>
                          </a:lnTo>
                          <a:lnTo>
                            <a:pt x="513" y="879"/>
                          </a:lnTo>
                          <a:lnTo>
                            <a:pt x="510" y="879"/>
                          </a:lnTo>
                          <a:lnTo>
                            <a:pt x="508" y="881"/>
                          </a:lnTo>
                          <a:lnTo>
                            <a:pt x="505" y="881"/>
                          </a:lnTo>
                          <a:lnTo>
                            <a:pt x="503" y="883"/>
                          </a:lnTo>
                          <a:lnTo>
                            <a:pt x="501" y="883"/>
                          </a:lnTo>
                          <a:lnTo>
                            <a:pt x="498" y="885"/>
                          </a:lnTo>
                          <a:lnTo>
                            <a:pt x="496" y="888"/>
                          </a:lnTo>
                          <a:lnTo>
                            <a:pt x="493" y="891"/>
                          </a:lnTo>
                          <a:lnTo>
                            <a:pt x="491" y="894"/>
                          </a:lnTo>
                          <a:lnTo>
                            <a:pt x="489" y="895"/>
                          </a:lnTo>
                          <a:lnTo>
                            <a:pt x="486" y="898"/>
                          </a:lnTo>
                          <a:lnTo>
                            <a:pt x="484" y="897"/>
                          </a:lnTo>
                          <a:lnTo>
                            <a:pt x="481" y="900"/>
                          </a:lnTo>
                          <a:lnTo>
                            <a:pt x="479" y="898"/>
                          </a:lnTo>
                          <a:lnTo>
                            <a:pt x="476" y="900"/>
                          </a:lnTo>
                          <a:lnTo>
                            <a:pt x="474" y="902"/>
                          </a:lnTo>
                          <a:lnTo>
                            <a:pt x="472" y="903"/>
                          </a:lnTo>
                          <a:lnTo>
                            <a:pt x="469" y="905"/>
                          </a:lnTo>
                          <a:lnTo>
                            <a:pt x="467" y="905"/>
                          </a:lnTo>
                          <a:lnTo>
                            <a:pt x="464" y="906"/>
                          </a:lnTo>
                          <a:lnTo>
                            <a:pt x="462" y="906"/>
                          </a:lnTo>
                          <a:lnTo>
                            <a:pt x="460" y="897"/>
                          </a:lnTo>
                          <a:lnTo>
                            <a:pt x="457" y="899"/>
                          </a:lnTo>
                          <a:lnTo>
                            <a:pt x="455" y="904"/>
                          </a:lnTo>
                          <a:lnTo>
                            <a:pt x="452" y="911"/>
                          </a:lnTo>
                          <a:lnTo>
                            <a:pt x="450" y="917"/>
                          </a:lnTo>
                          <a:lnTo>
                            <a:pt x="448" y="918"/>
                          </a:lnTo>
                          <a:lnTo>
                            <a:pt x="445" y="920"/>
                          </a:lnTo>
                          <a:lnTo>
                            <a:pt x="443" y="920"/>
                          </a:lnTo>
                          <a:lnTo>
                            <a:pt x="440" y="923"/>
                          </a:lnTo>
                          <a:lnTo>
                            <a:pt x="438" y="925"/>
                          </a:lnTo>
                          <a:lnTo>
                            <a:pt x="436" y="924"/>
                          </a:lnTo>
                          <a:lnTo>
                            <a:pt x="433" y="926"/>
                          </a:lnTo>
                          <a:lnTo>
                            <a:pt x="431" y="925"/>
                          </a:lnTo>
                          <a:lnTo>
                            <a:pt x="428" y="927"/>
                          </a:lnTo>
                          <a:lnTo>
                            <a:pt x="426" y="930"/>
                          </a:lnTo>
                          <a:lnTo>
                            <a:pt x="423" y="926"/>
                          </a:lnTo>
                          <a:lnTo>
                            <a:pt x="421" y="927"/>
                          </a:lnTo>
                          <a:lnTo>
                            <a:pt x="419" y="928"/>
                          </a:lnTo>
                          <a:lnTo>
                            <a:pt x="416" y="924"/>
                          </a:lnTo>
                          <a:lnTo>
                            <a:pt x="414" y="926"/>
                          </a:lnTo>
                          <a:lnTo>
                            <a:pt x="411" y="926"/>
                          </a:lnTo>
                          <a:lnTo>
                            <a:pt x="409" y="926"/>
                          </a:lnTo>
                          <a:lnTo>
                            <a:pt x="407" y="925"/>
                          </a:lnTo>
                          <a:lnTo>
                            <a:pt x="404" y="921"/>
                          </a:lnTo>
                          <a:lnTo>
                            <a:pt x="402" y="919"/>
                          </a:lnTo>
                          <a:lnTo>
                            <a:pt x="399" y="918"/>
                          </a:lnTo>
                          <a:lnTo>
                            <a:pt x="397" y="911"/>
                          </a:lnTo>
                          <a:lnTo>
                            <a:pt x="395" y="905"/>
                          </a:lnTo>
                          <a:lnTo>
                            <a:pt x="392" y="902"/>
                          </a:lnTo>
                          <a:lnTo>
                            <a:pt x="390" y="890"/>
                          </a:lnTo>
                          <a:lnTo>
                            <a:pt x="387" y="880"/>
                          </a:lnTo>
                          <a:lnTo>
                            <a:pt x="385" y="865"/>
                          </a:lnTo>
                          <a:lnTo>
                            <a:pt x="382" y="845"/>
                          </a:lnTo>
                          <a:lnTo>
                            <a:pt x="380" y="832"/>
                          </a:lnTo>
                          <a:lnTo>
                            <a:pt x="378" y="814"/>
                          </a:lnTo>
                          <a:lnTo>
                            <a:pt x="375" y="796"/>
                          </a:lnTo>
                          <a:lnTo>
                            <a:pt x="373" y="761"/>
                          </a:lnTo>
                          <a:lnTo>
                            <a:pt x="370" y="739"/>
                          </a:lnTo>
                          <a:lnTo>
                            <a:pt x="368" y="702"/>
                          </a:lnTo>
                          <a:lnTo>
                            <a:pt x="366" y="678"/>
                          </a:lnTo>
                          <a:lnTo>
                            <a:pt x="363" y="715"/>
                          </a:lnTo>
                          <a:lnTo>
                            <a:pt x="361" y="689"/>
                          </a:lnTo>
                          <a:lnTo>
                            <a:pt x="358" y="651"/>
                          </a:lnTo>
                          <a:lnTo>
                            <a:pt x="356" y="691"/>
                          </a:lnTo>
                          <a:lnTo>
                            <a:pt x="354" y="691"/>
                          </a:lnTo>
                          <a:lnTo>
                            <a:pt x="351" y="669"/>
                          </a:lnTo>
                          <a:lnTo>
                            <a:pt x="349" y="665"/>
                          </a:lnTo>
                          <a:lnTo>
                            <a:pt x="347" y="724"/>
                          </a:lnTo>
                          <a:lnTo>
                            <a:pt x="344" y="671"/>
                          </a:lnTo>
                          <a:lnTo>
                            <a:pt x="342" y="682"/>
                          </a:lnTo>
                          <a:lnTo>
                            <a:pt x="339" y="717"/>
                          </a:lnTo>
                          <a:lnTo>
                            <a:pt x="337" y="668"/>
                          </a:lnTo>
                          <a:lnTo>
                            <a:pt x="335" y="694"/>
                          </a:lnTo>
                          <a:lnTo>
                            <a:pt x="332" y="703"/>
                          </a:lnTo>
                          <a:lnTo>
                            <a:pt x="330" y="654"/>
                          </a:lnTo>
                          <a:lnTo>
                            <a:pt x="327" y="642"/>
                          </a:lnTo>
                          <a:lnTo>
                            <a:pt x="325" y="691"/>
                          </a:lnTo>
                          <a:lnTo>
                            <a:pt x="323" y="643"/>
                          </a:lnTo>
                          <a:lnTo>
                            <a:pt x="320" y="639"/>
                          </a:lnTo>
                          <a:lnTo>
                            <a:pt x="318" y="600"/>
                          </a:lnTo>
                          <a:lnTo>
                            <a:pt x="315" y="649"/>
                          </a:lnTo>
                          <a:lnTo>
                            <a:pt x="313" y="653"/>
                          </a:lnTo>
                          <a:lnTo>
                            <a:pt x="311" y="618"/>
                          </a:lnTo>
                          <a:lnTo>
                            <a:pt x="308" y="573"/>
                          </a:lnTo>
                          <a:lnTo>
                            <a:pt x="306" y="667"/>
                          </a:lnTo>
                          <a:lnTo>
                            <a:pt x="303" y="630"/>
                          </a:lnTo>
                          <a:lnTo>
                            <a:pt x="301" y="592"/>
                          </a:lnTo>
                          <a:lnTo>
                            <a:pt x="299" y="679"/>
                          </a:lnTo>
                          <a:lnTo>
                            <a:pt x="296" y="647"/>
                          </a:lnTo>
                          <a:lnTo>
                            <a:pt x="294" y="630"/>
                          </a:lnTo>
                          <a:lnTo>
                            <a:pt x="291" y="696"/>
                          </a:lnTo>
                          <a:lnTo>
                            <a:pt x="289" y="657"/>
                          </a:lnTo>
                          <a:lnTo>
                            <a:pt x="287" y="637"/>
                          </a:lnTo>
                          <a:lnTo>
                            <a:pt x="284" y="701"/>
                          </a:lnTo>
                          <a:lnTo>
                            <a:pt x="282" y="674"/>
                          </a:lnTo>
                          <a:lnTo>
                            <a:pt x="279" y="632"/>
                          </a:lnTo>
                          <a:lnTo>
                            <a:pt x="277" y="703"/>
                          </a:lnTo>
                          <a:lnTo>
                            <a:pt x="275" y="676"/>
                          </a:lnTo>
                          <a:lnTo>
                            <a:pt x="272" y="628"/>
                          </a:lnTo>
                          <a:lnTo>
                            <a:pt x="270" y="693"/>
                          </a:lnTo>
                          <a:lnTo>
                            <a:pt x="267" y="663"/>
                          </a:lnTo>
                          <a:lnTo>
                            <a:pt x="265" y="648"/>
                          </a:lnTo>
                          <a:lnTo>
                            <a:pt x="263" y="695"/>
                          </a:lnTo>
                          <a:lnTo>
                            <a:pt x="260" y="659"/>
                          </a:lnTo>
                          <a:lnTo>
                            <a:pt x="258" y="623"/>
                          </a:lnTo>
                          <a:lnTo>
                            <a:pt x="255" y="635"/>
                          </a:lnTo>
                          <a:lnTo>
                            <a:pt x="253" y="659"/>
                          </a:lnTo>
                          <a:lnTo>
                            <a:pt x="250" y="631"/>
                          </a:lnTo>
                          <a:lnTo>
                            <a:pt x="248" y="650"/>
                          </a:lnTo>
                          <a:lnTo>
                            <a:pt x="246" y="656"/>
                          </a:lnTo>
                          <a:lnTo>
                            <a:pt x="243" y="684"/>
                          </a:lnTo>
                          <a:lnTo>
                            <a:pt x="241" y="660"/>
                          </a:lnTo>
                          <a:lnTo>
                            <a:pt x="238" y="659"/>
                          </a:lnTo>
                          <a:lnTo>
                            <a:pt x="236" y="700"/>
                          </a:lnTo>
                          <a:lnTo>
                            <a:pt x="234" y="671"/>
                          </a:lnTo>
                          <a:lnTo>
                            <a:pt x="231" y="647"/>
                          </a:lnTo>
                          <a:lnTo>
                            <a:pt x="229" y="674"/>
                          </a:lnTo>
                          <a:lnTo>
                            <a:pt x="226" y="688"/>
                          </a:lnTo>
                          <a:lnTo>
                            <a:pt x="224" y="639"/>
                          </a:lnTo>
                          <a:lnTo>
                            <a:pt x="222" y="670"/>
                          </a:lnTo>
                          <a:lnTo>
                            <a:pt x="219" y="699"/>
                          </a:lnTo>
                          <a:lnTo>
                            <a:pt x="217" y="639"/>
                          </a:lnTo>
                          <a:lnTo>
                            <a:pt x="214" y="658"/>
                          </a:lnTo>
                          <a:lnTo>
                            <a:pt x="212" y="713"/>
                          </a:lnTo>
                          <a:lnTo>
                            <a:pt x="209" y="641"/>
                          </a:lnTo>
                          <a:lnTo>
                            <a:pt x="207" y="657"/>
                          </a:lnTo>
                          <a:lnTo>
                            <a:pt x="205" y="717"/>
                          </a:lnTo>
                          <a:lnTo>
                            <a:pt x="202" y="656"/>
                          </a:lnTo>
                          <a:lnTo>
                            <a:pt x="200" y="640"/>
                          </a:lnTo>
                          <a:lnTo>
                            <a:pt x="197" y="700"/>
                          </a:lnTo>
                          <a:lnTo>
                            <a:pt x="195" y="661"/>
                          </a:lnTo>
                          <a:lnTo>
                            <a:pt x="193" y="643"/>
                          </a:lnTo>
                          <a:lnTo>
                            <a:pt x="190" y="679"/>
                          </a:lnTo>
                          <a:lnTo>
                            <a:pt x="188" y="651"/>
                          </a:lnTo>
                          <a:lnTo>
                            <a:pt x="185" y="686"/>
                          </a:lnTo>
                          <a:lnTo>
                            <a:pt x="183" y="648"/>
                          </a:lnTo>
                          <a:lnTo>
                            <a:pt x="181" y="620"/>
                          </a:lnTo>
                          <a:lnTo>
                            <a:pt x="178" y="686"/>
                          </a:lnTo>
                          <a:lnTo>
                            <a:pt x="176" y="622"/>
                          </a:lnTo>
                          <a:lnTo>
                            <a:pt x="173" y="624"/>
                          </a:lnTo>
                          <a:lnTo>
                            <a:pt x="171" y="659"/>
                          </a:lnTo>
                          <a:lnTo>
                            <a:pt x="169" y="599"/>
                          </a:lnTo>
                          <a:lnTo>
                            <a:pt x="166" y="669"/>
                          </a:lnTo>
                          <a:lnTo>
                            <a:pt x="164" y="641"/>
                          </a:lnTo>
                          <a:lnTo>
                            <a:pt x="161" y="586"/>
                          </a:lnTo>
                          <a:lnTo>
                            <a:pt x="159" y="670"/>
                          </a:lnTo>
                          <a:lnTo>
                            <a:pt x="156" y="644"/>
                          </a:lnTo>
                          <a:lnTo>
                            <a:pt x="154" y="612"/>
                          </a:lnTo>
                          <a:lnTo>
                            <a:pt x="152" y="605"/>
                          </a:lnTo>
                          <a:lnTo>
                            <a:pt x="149" y="638"/>
                          </a:lnTo>
                          <a:lnTo>
                            <a:pt x="147" y="627"/>
                          </a:lnTo>
                          <a:lnTo>
                            <a:pt x="144" y="590"/>
                          </a:lnTo>
                          <a:lnTo>
                            <a:pt x="142" y="634"/>
                          </a:lnTo>
                          <a:lnTo>
                            <a:pt x="140" y="651"/>
                          </a:lnTo>
                          <a:lnTo>
                            <a:pt x="137" y="612"/>
                          </a:lnTo>
                          <a:lnTo>
                            <a:pt x="135" y="630"/>
                          </a:lnTo>
                          <a:lnTo>
                            <a:pt x="132" y="668"/>
                          </a:lnTo>
                          <a:lnTo>
                            <a:pt x="130" y="638"/>
                          </a:lnTo>
                          <a:lnTo>
                            <a:pt x="128" y="641"/>
                          </a:lnTo>
                          <a:lnTo>
                            <a:pt x="125" y="689"/>
                          </a:lnTo>
                          <a:lnTo>
                            <a:pt x="123" y="650"/>
                          </a:lnTo>
                          <a:lnTo>
                            <a:pt x="120" y="668"/>
                          </a:lnTo>
                          <a:lnTo>
                            <a:pt x="118" y="708"/>
                          </a:lnTo>
                          <a:lnTo>
                            <a:pt x="115" y="653"/>
                          </a:lnTo>
                          <a:lnTo>
                            <a:pt x="113" y="638"/>
                          </a:lnTo>
                          <a:lnTo>
                            <a:pt x="111" y="727"/>
                          </a:lnTo>
                          <a:lnTo>
                            <a:pt x="108" y="660"/>
                          </a:lnTo>
                          <a:lnTo>
                            <a:pt x="106" y="613"/>
                          </a:lnTo>
                          <a:lnTo>
                            <a:pt x="104" y="734"/>
                          </a:lnTo>
                          <a:lnTo>
                            <a:pt x="101" y="687"/>
                          </a:lnTo>
                          <a:lnTo>
                            <a:pt x="99" y="651"/>
                          </a:lnTo>
                          <a:lnTo>
                            <a:pt x="96" y="685"/>
                          </a:lnTo>
                          <a:lnTo>
                            <a:pt x="94" y="722"/>
                          </a:lnTo>
                          <a:lnTo>
                            <a:pt x="92" y="668"/>
                          </a:lnTo>
                          <a:lnTo>
                            <a:pt x="89" y="610"/>
                          </a:lnTo>
                          <a:lnTo>
                            <a:pt x="87" y="739"/>
                          </a:lnTo>
                          <a:lnTo>
                            <a:pt x="84" y="666"/>
                          </a:lnTo>
                          <a:lnTo>
                            <a:pt x="82" y="612"/>
                          </a:lnTo>
                          <a:lnTo>
                            <a:pt x="80" y="735"/>
                          </a:lnTo>
                          <a:lnTo>
                            <a:pt x="77" y="661"/>
                          </a:lnTo>
                          <a:lnTo>
                            <a:pt x="75" y="625"/>
                          </a:lnTo>
                          <a:lnTo>
                            <a:pt x="72" y="691"/>
                          </a:lnTo>
                          <a:lnTo>
                            <a:pt x="70" y="680"/>
                          </a:lnTo>
                          <a:lnTo>
                            <a:pt x="68" y="632"/>
                          </a:lnTo>
                          <a:lnTo>
                            <a:pt x="65" y="607"/>
                          </a:lnTo>
                          <a:lnTo>
                            <a:pt x="63" y="684"/>
                          </a:lnTo>
                          <a:lnTo>
                            <a:pt x="60" y="630"/>
                          </a:lnTo>
                          <a:lnTo>
                            <a:pt x="58" y="590"/>
                          </a:lnTo>
                          <a:lnTo>
                            <a:pt x="56" y="689"/>
                          </a:lnTo>
                          <a:lnTo>
                            <a:pt x="53" y="642"/>
                          </a:lnTo>
                          <a:lnTo>
                            <a:pt x="51" y="609"/>
                          </a:lnTo>
                          <a:lnTo>
                            <a:pt x="48" y="692"/>
                          </a:lnTo>
                          <a:lnTo>
                            <a:pt x="46" y="655"/>
                          </a:lnTo>
                          <a:lnTo>
                            <a:pt x="44" y="634"/>
                          </a:lnTo>
                          <a:lnTo>
                            <a:pt x="41" y="694"/>
                          </a:lnTo>
                          <a:lnTo>
                            <a:pt x="39" y="653"/>
                          </a:lnTo>
                          <a:lnTo>
                            <a:pt x="36" y="618"/>
                          </a:lnTo>
                          <a:lnTo>
                            <a:pt x="34" y="701"/>
                          </a:lnTo>
                          <a:lnTo>
                            <a:pt x="32" y="658"/>
                          </a:lnTo>
                          <a:lnTo>
                            <a:pt x="29" y="595"/>
                          </a:lnTo>
                          <a:lnTo>
                            <a:pt x="27" y="638"/>
                          </a:lnTo>
                          <a:lnTo>
                            <a:pt x="24" y="670"/>
                          </a:lnTo>
                          <a:lnTo>
                            <a:pt x="22" y="589"/>
                          </a:lnTo>
                          <a:lnTo>
                            <a:pt x="20" y="638"/>
                          </a:lnTo>
                          <a:lnTo>
                            <a:pt x="17" y="650"/>
                          </a:lnTo>
                          <a:lnTo>
                            <a:pt x="15" y="606"/>
                          </a:lnTo>
                          <a:lnTo>
                            <a:pt x="12" y="649"/>
                          </a:lnTo>
                          <a:lnTo>
                            <a:pt x="10" y="602"/>
                          </a:lnTo>
                          <a:lnTo>
                            <a:pt x="8" y="613"/>
                          </a:lnTo>
                          <a:lnTo>
                            <a:pt x="5" y="649"/>
                          </a:lnTo>
                          <a:lnTo>
                            <a:pt x="3" y="612"/>
                          </a:lnTo>
                          <a:lnTo>
                            <a:pt x="0" y="603"/>
                          </a:lnTo>
                          <a:lnTo>
                            <a:pt x="0" y="862"/>
                          </a:lnTo>
                          <a:lnTo>
                            <a:pt x="3" y="813"/>
                          </a:lnTo>
                          <a:lnTo>
                            <a:pt x="5" y="837"/>
                          </a:lnTo>
                          <a:lnTo>
                            <a:pt x="8" y="860"/>
                          </a:lnTo>
                          <a:lnTo>
                            <a:pt x="10" y="799"/>
                          </a:lnTo>
                          <a:lnTo>
                            <a:pt x="12" y="834"/>
                          </a:lnTo>
                          <a:lnTo>
                            <a:pt x="15" y="853"/>
                          </a:lnTo>
                          <a:lnTo>
                            <a:pt x="17" y="765"/>
                          </a:lnTo>
                          <a:lnTo>
                            <a:pt x="20" y="815"/>
                          </a:lnTo>
                          <a:lnTo>
                            <a:pt x="22" y="823"/>
                          </a:lnTo>
                          <a:lnTo>
                            <a:pt x="24" y="763"/>
                          </a:lnTo>
                          <a:lnTo>
                            <a:pt x="27" y="799"/>
                          </a:lnTo>
                          <a:lnTo>
                            <a:pt x="29" y="774"/>
                          </a:lnTo>
                          <a:lnTo>
                            <a:pt x="32" y="768"/>
                          </a:lnTo>
                          <a:lnTo>
                            <a:pt x="34" y="793"/>
                          </a:lnTo>
                          <a:lnTo>
                            <a:pt x="36" y="759"/>
                          </a:lnTo>
                          <a:lnTo>
                            <a:pt x="39" y="770"/>
                          </a:lnTo>
                          <a:lnTo>
                            <a:pt x="41" y="807"/>
                          </a:lnTo>
                          <a:lnTo>
                            <a:pt x="44" y="739"/>
                          </a:lnTo>
                          <a:lnTo>
                            <a:pt x="46" y="778"/>
                          </a:lnTo>
                          <a:lnTo>
                            <a:pt x="48" y="822"/>
                          </a:lnTo>
                          <a:lnTo>
                            <a:pt x="51" y="737"/>
                          </a:lnTo>
                          <a:lnTo>
                            <a:pt x="53" y="782"/>
                          </a:lnTo>
                          <a:lnTo>
                            <a:pt x="56" y="823"/>
                          </a:lnTo>
                          <a:lnTo>
                            <a:pt x="58" y="742"/>
                          </a:lnTo>
                          <a:lnTo>
                            <a:pt x="60" y="789"/>
                          </a:lnTo>
                          <a:lnTo>
                            <a:pt x="63" y="817"/>
                          </a:lnTo>
                          <a:lnTo>
                            <a:pt x="65" y="777"/>
                          </a:lnTo>
                          <a:lnTo>
                            <a:pt x="68" y="802"/>
                          </a:lnTo>
                          <a:lnTo>
                            <a:pt x="70" y="824"/>
                          </a:lnTo>
                          <a:lnTo>
                            <a:pt x="72" y="793"/>
                          </a:lnTo>
                          <a:lnTo>
                            <a:pt x="75" y="815"/>
                          </a:lnTo>
                          <a:lnTo>
                            <a:pt x="77" y="842"/>
                          </a:lnTo>
                          <a:lnTo>
                            <a:pt x="80" y="805"/>
                          </a:lnTo>
                          <a:lnTo>
                            <a:pt x="82" y="824"/>
                          </a:lnTo>
                          <a:lnTo>
                            <a:pt x="84" y="823"/>
                          </a:lnTo>
                          <a:lnTo>
                            <a:pt x="87" y="813"/>
                          </a:lnTo>
                          <a:lnTo>
                            <a:pt x="89" y="832"/>
                          </a:lnTo>
                          <a:lnTo>
                            <a:pt x="92" y="805"/>
                          </a:lnTo>
                          <a:lnTo>
                            <a:pt x="94" y="821"/>
                          </a:lnTo>
                          <a:lnTo>
                            <a:pt x="96" y="850"/>
                          </a:lnTo>
                          <a:lnTo>
                            <a:pt x="99" y="797"/>
                          </a:lnTo>
                          <a:lnTo>
                            <a:pt x="101" y="825"/>
                          </a:lnTo>
                          <a:lnTo>
                            <a:pt x="104" y="861"/>
                          </a:lnTo>
                          <a:lnTo>
                            <a:pt x="106" y="783"/>
                          </a:lnTo>
                          <a:lnTo>
                            <a:pt x="108" y="823"/>
                          </a:lnTo>
                          <a:lnTo>
                            <a:pt x="111" y="829"/>
                          </a:lnTo>
                          <a:lnTo>
                            <a:pt x="113" y="803"/>
                          </a:lnTo>
                          <a:lnTo>
                            <a:pt x="115" y="831"/>
                          </a:lnTo>
                          <a:lnTo>
                            <a:pt x="118" y="786"/>
                          </a:lnTo>
                          <a:lnTo>
                            <a:pt x="120" y="805"/>
                          </a:lnTo>
                          <a:lnTo>
                            <a:pt x="123" y="821"/>
                          </a:lnTo>
                          <a:lnTo>
                            <a:pt x="125" y="793"/>
                          </a:lnTo>
                          <a:lnTo>
                            <a:pt x="128" y="807"/>
                          </a:lnTo>
                          <a:lnTo>
                            <a:pt x="130" y="743"/>
                          </a:lnTo>
                          <a:lnTo>
                            <a:pt x="132" y="777"/>
                          </a:lnTo>
                          <a:lnTo>
                            <a:pt x="135" y="789"/>
                          </a:lnTo>
                          <a:lnTo>
                            <a:pt x="137" y="738"/>
                          </a:lnTo>
                          <a:lnTo>
                            <a:pt x="140" y="784"/>
                          </a:lnTo>
                          <a:lnTo>
                            <a:pt x="142" y="721"/>
                          </a:lnTo>
                          <a:lnTo>
                            <a:pt x="144" y="748"/>
                          </a:lnTo>
                          <a:lnTo>
                            <a:pt x="147" y="800"/>
                          </a:lnTo>
                          <a:lnTo>
                            <a:pt x="149" y="716"/>
                          </a:lnTo>
                          <a:lnTo>
                            <a:pt x="152" y="752"/>
                          </a:lnTo>
                          <a:lnTo>
                            <a:pt x="154" y="797"/>
                          </a:lnTo>
                          <a:lnTo>
                            <a:pt x="156" y="721"/>
                          </a:lnTo>
                          <a:lnTo>
                            <a:pt x="159" y="752"/>
                          </a:lnTo>
                          <a:lnTo>
                            <a:pt x="161" y="784"/>
                          </a:lnTo>
                          <a:lnTo>
                            <a:pt x="164" y="728"/>
                          </a:lnTo>
                          <a:lnTo>
                            <a:pt x="166" y="764"/>
                          </a:lnTo>
                          <a:lnTo>
                            <a:pt x="169" y="789"/>
                          </a:lnTo>
                          <a:lnTo>
                            <a:pt x="171" y="716"/>
                          </a:lnTo>
                          <a:lnTo>
                            <a:pt x="173" y="781"/>
                          </a:lnTo>
                          <a:lnTo>
                            <a:pt x="176" y="782"/>
                          </a:lnTo>
                          <a:lnTo>
                            <a:pt x="178" y="724"/>
                          </a:lnTo>
                          <a:lnTo>
                            <a:pt x="181" y="790"/>
                          </a:lnTo>
                          <a:lnTo>
                            <a:pt x="183" y="777"/>
                          </a:lnTo>
                          <a:lnTo>
                            <a:pt x="185" y="805"/>
                          </a:lnTo>
                          <a:lnTo>
                            <a:pt x="188" y="740"/>
                          </a:lnTo>
                          <a:lnTo>
                            <a:pt x="190" y="759"/>
                          </a:lnTo>
                          <a:lnTo>
                            <a:pt x="193" y="826"/>
                          </a:lnTo>
                          <a:lnTo>
                            <a:pt x="195" y="731"/>
                          </a:lnTo>
                          <a:lnTo>
                            <a:pt x="197" y="761"/>
                          </a:lnTo>
                          <a:lnTo>
                            <a:pt x="200" y="828"/>
                          </a:lnTo>
                          <a:lnTo>
                            <a:pt x="202" y="779"/>
                          </a:lnTo>
                          <a:lnTo>
                            <a:pt x="205" y="743"/>
                          </a:lnTo>
                          <a:lnTo>
                            <a:pt x="207" y="808"/>
                          </a:lnTo>
                          <a:lnTo>
                            <a:pt x="209" y="809"/>
                          </a:lnTo>
                          <a:lnTo>
                            <a:pt x="212" y="735"/>
                          </a:lnTo>
                          <a:lnTo>
                            <a:pt x="214" y="797"/>
                          </a:lnTo>
                          <a:lnTo>
                            <a:pt x="217" y="808"/>
                          </a:lnTo>
                          <a:lnTo>
                            <a:pt x="219" y="745"/>
                          </a:lnTo>
                          <a:lnTo>
                            <a:pt x="222" y="790"/>
                          </a:lnTo>
                          <a:lnTo>
                            <a:pt x="224" y="807"/>
                          </a:lnTo>
                          <a:lnTo>
                            <a:pt x="226" y="760"/>
                          </a:lnTo>
                          <a:lnTo>
                            <a:pt x="229" y="770"/>
                          </a:lnTo>
                          <a:lnTo>
                            <a:pt x="231" y="795"/>
                          </a:lnTo>
                          <a:lnTo>
                            <a:pt x="234" y="768"/>
                          </a:lnTo>
                          <a:lnTo>
                            <a:pt x="236" y="747"/>
                          </a:lnTo>
                          <a:lnTo>
                            <a:pt x="238" y="783"/>
                          </a:lnTo>
                          <a:lnTo>
                            <a:pt x="241" y="768"/>
                          </a:lnTo>
                          <a:lnTo>
                            <a:pt x="243" y="806"/>
                          </a:lnTo>
                          <a:lnTo>
                            <a:pt x="246" y="770"/>
                          </a:lnTo>
                          <a:lnTo>
                            <a:pt x="248" y="748"/>
                          </a:lnTo>
                          <a:lnTo>
                            <a:pt x="250" y="791"/>
                          </a:lnTo>
                          <a:lnTo>
                            <a:pt x="253" y="762"/>
                          </a:lnTo>
                          <a:lnTo>
                            <a:pt x="255" y="754"/>
                          </a:lnTo>
                          <a:lnTo>
                            <a:pt x="258" y="783"/>
                          </a:lnTo>
                          <a:lnTo>
                            <a:pt x="260" y="752"/>
                          </a:lnTo>
                          <a:lnTo>
                            <a:pt x="263" y="748"/>
                          </a:lnTo>
                          <a:lnTo>
                            <a:pt x="265" y="766"/>
                          </a:lnTo>
                          <a:lnTo>
                            <a:pt x="267" y="711"/>
                          </a:lnTo>
                          <a:lnTo>
                            <a:pt x="270" y="765"/>
                          </a:lnTo>
                          <a:lnTo>
                            <a:pt x="272" y="756"/>
                          </a:lnTo>
                          <a:lnTo>
                            <a:pt x="275" y="691"/>
                          </a:lnTo>
                          <a:lnTo>
                            <a:pt x="277" y="733"/>
                          </a:lnTo>
                          <a:lnTo>
                            <a:pt x="279" y="787"/>
                          </a:lnTo>
                          <a:lnTo>
                            <a:pt x="282" y="692"/>
                          </a:lnTo>
                          <a:lnTo>
                            <a:pt x="284" y="720"/>
                          </a:lnTo>
                          <a:lnTo>
                            <a:pt x="287" y="771"/>
                          </a:lnTo>
                          <a:lnTo>
                            <a:pt x="289" y="721"/>
                          </a:lnTo>
                          <a:lnTo>
                            <a:pt x="291" y="726"/>
                          </a:lnTo>
                          <a:lnTo>
                            <a:pt x="294" y="760"/>
                          </a:lnTo>
                          <a:lnTo>
                            <a:pt x="296" y="697"/>
                          </a:lnTo>
                          <a:lnTo>
                            <a:pt x="299" y="722"/>
                          </a:lnTo>
                          <a:lnTo>
                            <a:pt x="301" y="734"/>
                          </a:lnTo>
                          <a:lnTo>
                            <a:pt x="303" y="677"/>
                          </a:lnTo>
                          <a:lnTo>
                            <a:pt x="306" y="724"/>
                          </a:lnTo>
                          <a:lnTo>
                            <a:pt x="308" y="729"/>
                          </a:lnTo>
                          <a:lnTo>
                            <a:pt x="311" y="674"/>
                          </a:lnTo>
                          <a:lnTo>
                            <a:pt x="313" y="720"/>
                          </a:lnTo>
                          <a:lnTo>
                            <a:pt x="315" y="738"/>
                          </a:lnTo>
                          <a:lnTo>
                            <a:pt x="318" y="705"/>
                          </a:lnTo>
                          <a:lnTo>
                            <a:pt x="320" y="727"/>
                          </a:lnTo>
                          <a:lnTo>
                            <a:pt x="323" y="739"/>
                          </a:lnTo>
                          <a:lnTo>
                            <a:pt x="325" y="775"/>
                          </a:lnTo>
                          <a:lnTo>
                            <a:pt x="327" y="733"/>
                          </a:lnTo>
                          <a:lnTo>
                            <a:pt x="330" y="717"/>
                          </a:lnTo>
                          <a:lnTo>
                            <a:pt x="332" y="774"/>
                          </a:lnTo>
                          <a:lnTo>
                            <a:pt x="335" y="762"/>
                          </a:lnTo>
                          <a:lnTo>
                            <a:pt x="337" y="733"/>
                          </a:lnTo>
                          <a:lnTo>
                            <a:pt x="339" y="766"/>
                          </a:lnTo>
                          <a:lnTo>
                            <a:pt x="342" y="797"/>
                          </a:lnTo>
                          <a:lnTo>
                            <a:pt x="344" y="712"/>
                          </a:lnTo>
                          <a:lnTo>
                            <a:pt x="347" y="748"/>
                          </a:lnTo>
                          <a:lnTo>
                            <a:pt x="349" y="764"/>
                          </a:lnTo>
                          <a:lnTo>
                            <a:pt x="351" y="713"/>
                          </a:lnTo>
                          <a:lnTo>
                            <a:pt x="354" y="716"/>
                          </a:lnTo>
                          <a:lnTo>
                            <a:pt x="356" y="739"/>
                          </a:lnTo>
                          <a:lnTo>
                            <a:pt x="358" y="747"/>
                          </a:lnTo>
                          <a:lnTo>
                            <a:pt x="361" y="779"/>
                          </a:lnTo>
                          <a:lnTo>
                            <a:pt x="363" y="811"/>
                          </a:lnTo>
                          <a:lnTo>
                            <a:pt x="366" y="857"/>
                          </a:lnTo>
                          <a:lnTo>
                            <a:pt x="368" y="877"/>
                          </a:lnTo>
                          <a:lnTo>
                            <a:pt x="370" y="893"/>
                          </a:lnTo>
                          <a:lnTo>
                            <a:pt x="373" y="912"/>
                          </a:lnTo>
                          <a:lnTo>
                            <a:pt x="375" y="919"/>
                          </a:lnTo>
                          <a:lnTo>
                            <a:pt x="378" y="923"/>
                          </a:lnTo>
                          <a:lnTo>
                            <a:pt x="380" y="929"/>
                          </a:lnTo>
                          <a:lnTo>
                            <a:pt x="382" y="938"/>
                          </a:lnTo>
                          <a:lnTo>
                            <a:pt x="385" y="944"/>
                          </a:lnTo>
                          <a:lnTo>
                            <a:pt x="387" y="947"/>
                          </a:lnTo>
                          <a:lnTo>
                            <a:pt x="390" y="952"/>
                          </a:lnTo>
                          <a:lnTo>
                            <a:pt x="392" y="952"/>
                          </a:lnTo>
                          <a:lnTo>
                            <a:pt x="395" y="955"/>
                          </a:lnTo>
                          <a:lnTo>
                            <a:pt x="397" y="957"/>
                          </a:lnTo>
                          <a:lnTo>
                            <a:pt x="399" y="960"/>
                          </a:lnTo>
                          <a:lnTo>
                            <a:pt x="402" y="955"/>
                          </a:lnTo>
                          <a:lnTo>
                            <a:pt x="404" y="951"/>
                          </a:lnTo>
                          <a:lnTo>
                            <a:pt x="407" y="951"/>
                          </a:lnTo>
                          <a:lnTo>
                            <a:pt x="409" y="951"/>
                          </a:lnTo>
                          <a:lnTo>
                            <a:pt x="411" y="947"/>
                          </a:lnTo>
                          <a:lnTo>
                            <a:pt x="414" y="948"/>
                          </a:lnTo>
                          <a:lnTo>
                            <a:pt x="416" y="947"/>
                          </a:lnTo>
                          <a:lnTo>
                            <a:pt x="419" y="948"/>
                          </a:lnTo>
                          <a:lnTo>
                            <a:pt x="421" y="948"/>
                          </a:lnTo>
                          <a:lnTo>
                            <a:pt x="423" y="949"/>
                          </a:lnTo>
                          <a:lnTo>
                            <a:pt x="426" y="949"/>
                          </a:lnTo>
                          <a:lnTo>
                            <a:pt x="428" y="950"/>
                          </a:lnTo>
                          <a:lnTo>
                            <a:pt x="431" y="948"/>
                          </a:lnTo>
                          <a:lnTo>
                            <a:pt x="433" y="949"/>
                          </a:lnTo>
                          <a:lnTo>
                            <a:pt x="436" y="944"/>
                          </a:lnTo>
                          <a:lnTo>
                            <a:pt x="438" y="942"/>
                          </a:lnTo>
                          <a:lnTo>
                            <a:pt x="440" y="940"/>
                          </a:lnTo>
                          <a:lnTo>
                            <a:pt x="443" y="936"/>
                          </a:lnTo>
                          <a:lnTo>
                            <a:pt x="445" y="939"/>
                          </a:lnTo>
                          <a:lnTo>
                            <a:pt x="448" y="939"/>
                          </a:lnTo>
                          <a:lnTo>
                            <a:pt x="450" y="936"/>
                          </a:lnTo>
                          <a:lnTo>
                            <a:pt x="452" y="938"/>
                          </a:lnTo>
                          <a:lnTo>
                            <a:pt x="455" y="938"/>
                          </a:lnTo>
                          <a:lnTo>
                            <a:pt x="457" y="938"/>
                          </a:lnTo>
                          <a:lnTo>
                            <a:pt x="460" y="939"/>
                          </a:lnTo>
                          <a:lnTo>
                            <a:pt x="462" y="935"/>
                          </a:lnTo>
                          <a:lnTo>
                            <a:pt x="464" y="936"/>
                          </a:lnTo>
                          <a:lnTo>
                            <a:pt x="467" y="934"/>
                          </a:lnTo>
                          <a:lnTo>
                            <a:pt x="469" y="932"/>
                          </a:lnTo>
                          <a:lnTo>
                            <a:pt x="472" y="931"/>
                          </a:lnTo>
                          <a:lnTo>
                            <a:pt x="474" y="929"/>
                          </a:lnTo>
                          <a:lnTo>
                            <a:pt x="476" y="926"/>
                          </a:lnTo>
                          <a:lnTo>
                            <a:pt x="479" y="925"/>
                          </a:lnTo>
                          <a:lnTo>
                            <a:pt x="481" y="926"/>
                          </a:lnTo>
                          <a:lnTo>
                            <a:pt x="484" y="925"/>
                          </a:lnTo>
                          <a:lnTo>
                            <a:pt x="486" y="924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64" name="Freeform 30">
                      <a:extLst>
                        <a:ext uri="{FF2B5EF4-FFF2-40B4-BE49-F238E27FC236}">
                          <a16:creationId xmlns:a16="http://schemas.microsoft.com/office/drawing/2014/main" id="{181D6646-8C2B-49B6-BCD7-9E47669102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402057" y="2625725"/>
                      <a:ext cx="3438525" cy="1390650"/>
                    </a:xfrm>
                    <a:custGeom>
                      <a:avLst/>
                      <a:gdLst>
                        <a:gd name="T0" fmla="*/ 34 w 2166"/>
                        <a:gd name="T1" fmla="*/ 683 h 876"/>
                        <a:gd name="T2" fmla="*/ 70 w 2166"/>
                        <a:gd name="T3" fmla="*/ 688 h 876"/>
                        <a:gd name="T4" fmla="*/ 106 w 2166"/>
                        <a:gd name="T5" fmla="*/ 634 h 876"/>
                        <a:gd name="T6" fmla="*/ 142 w 2166"/>
                        <a:gd name="T7" fmla="*/ 614 h 876"/>
                        <a:gd name="T8" fmla="*/ 178 w 2166"/>
                        <a:gd name="T9" fmla="*/ 641 h 876"/>
                        <a:gd name="T10" fmla="*/ 214 w 2166"/>
                        <a:gd name="T11" fmla="*/ 663 h 876"/>
                        <a:gd name="T12" fmla="*/ 250 w 2166"/>
                        <a:gd name="T13" fmla="*/ 647 h 876"/>
                        <a:gd name="T14" fmla="*/ 287 w 2166"/>
                        <a:gd name="T15" fmla="*/ 640 h 876"/>
                        <a:gd name="T16" fmla="*/ 323 w 2166"/>
                        <a:gd name="T17" fmla="*/ 627 h 876"/>
                        <a:gd name="T18" fmla="*/ 358 w 2166"/>
                        <a:gd name="T19" fmla="*/ 635 h 876"/>
                        <a:gd name="T20" fmla="*/ 395 w 2166"/>
                        <a:gd name="T21" fmla="*/ 866 h 876"/>
                        <a:gd name="T22" fmla="*/ 431 w 2166"/>
                        <a:gd name="T23" fmla="*/ 873 h 876"/>
                        <a:gd name="T24" fmla="*/ 467 w 2166"/>
                        <a:gd name="T25" fmla="*/ 855 h 876"/>
                        <a:gd name="T26" fmla="*/ 503 w 2166"/>
                        <a:gd name="T27" fmla="*/ 832 h 876"/>
                        <a:gd name="T28" fmla="*/ 539 w 2166"/>
                        <a:gd name="T29" fmla="*/ 811 h 876"/>
                        <a:gd name="T30" fmla="*/ 575 w 2166"/>
                        <a:gd name="T31" fmla="*/ 797 h 876"/>
                        <a:gd name="T32" fmla="*/ 611 w 2166"/>
                        <a:gd name="T33" fmla="*/ 785 h 876"/>
                        <a:gd name="T34" fmla="*/ 647 w 2166"/>
                        <a:gd name="T35" fmla="*/ 769 h 876"/>
                        <a:gd name="T36" fmla="*/ 683 w 2166"/>
                        <a:gd name="T37" fmla="*/ 757 h 876"/>
                        <a:gd name="T38" fmla="*/ 719 w 2166"/>
                        <a:gd name="T39" fmla="*/ 752 h 876"/>
                        <a:gd name="T40" fmla="*/ 756 w 2166"/>
                        <a:gd name="T41" fmla="*/ 747 h 876"/>
                        <a:gd name="T42" fmla="*/ 792 w 2166"/>
                        <a:gd name="T43" fmla="*/ 743 h 876"/>
                        <a:gd name="T44" fmla="*/ 828 w 2166"/>
                        <a:gd name="T45" fmla="*/ 740 h 876"/>
                        <a:gd name="T46" fmla="*/ 864 w 2166"/>
                        <a:gd name="T47" fmla="*/ 740 h 876"/>
                        <a:gd name="T48" fmla="*/ 900 w 2166"/>
                        <a:gd name="T49" fmla="*/ 738 h 876"/>
                        <a:gd name="T50" fmla="*/ 936 w 2166"/>
                        <a:gd name="T51" fmla="*/ 736 h 876"/>
                        <a:gd name="T52" fmla="*/ 972 w 2166"/>
                        <a:gd name="T53" fmla="*/ 733 h 876"/>
                        <a:gd name="T54" fmla="*/ 1008 w 2166"/>
                        <a:gd name="T55" fmla="*/ 732 h 876"/>
                        <a:gd name="T56" fmla="*/ 1044 w 2166"/>
                        <a:gd name="T57" fmla="*/ 729 h 876"/>
                        <a:gd name="T58" fmla="*/ 1080 w 2166"/>
                        <a:gd name="T59" fmla="*/ 726 h 876"/>
                        <a:gd name="T60" fmla="*/ 1116 w 2166"/>
                        <a:gd name="T61" fmla="*/ 717 h 876"/>
                        <a:gd name="T62" fmla="*/ 1152 w 2166"/>
                        <a:gd name="T63" fmla="*/ 715 h 876"/>
                        <a:gd name="T64" fmla="*/ 1188 w 2166"/>
                        <a:gd name="T65" fmla="*/ 713 h 876"/>
                        <a:gd name="T66" fmla="*/ 1224 w 2166"/>
                        <a:gd name="T67" fmla="*/ 705 h 876"/>
                        <a:gd name="T68" fmla="*/ 1261 w 2166"/>
                        <a:gd name="T69" fmla="*/ 703 h 876"/>
                        <a:gd name="T70" fmla="*/ 1297 w 2166"/>
                        <a:gd name="T71" fmla="*/ 698 h 876"/>
                        <a:gd name="T72" fmla="*/ 1333 w 2166"/>
                        <a:gd name="T73" fmla="*/ 694 h 876"/>
                        <a:gd name="T74" fmla="*/ 1369 w 2166"/>
                        <a:gd name="T75" fmla="*/ 689 h 876"/>
                        <a:gd name="T76" fmla="*/ 1405 w 2166"/>
                        <a:gd name="T77" fmla="*/ 692 h 876"/>
                        <a:gd name="T78" fmla="*/ 1441 w 2166"/>
                        <a:gd name="T79" fmla="*/ 687 h 876"/>
                        <a:gd name="T80" fmla="*/ 1477 w 2166"/>
                        <a:gd name="T81" fmla="*/ 678 h 876"/>
                        <a:gd name="T82" fmla="*/ 1513 w 2166"/>
                        <a:gd name="T83" fmla="*/ 677 h 876"/>
                        <a:gd name="T84" fmla="*/ 1549 w 2166"/>
                        <a:gd name="T85" fmla="*/ 677 h 876"/>
                        <a:gd name="T86" fmla="*/ 1585 w 2166"/>
                        <a:gd name="T87" fmla="*/ 429 h 876"/>
                        <a:gd name="T88" fmla="*/ 1621 w 2166"/>
                        <a:gd name="T89" fmla="*/ 143 h 876"/>
                        <a:gd name="T90" fmla="*/ 1657 w 2166"/>
                        <a:gd name="T91" fmla="*/ 50 h 876"/>
                        <a:gd name="T92" fmla="*/ 1693 w 2166"/>
                        <a:gd name="T93" fmla="*/ 12 h 876"/>
                        <a:gd name="T94" fmla="*/ 1730 w 2166"/>
                        <a:gd name="T95" fmla="*/ 78 h 876"/>
                        <a:gd name="T96" fmla="*/ 1766 w 2166"/>
                        <a:gd name="T97" fmla="*/ 140 h 876"/>
                        <a:gd name="T98" fmla="*/ 1802 w 2166"/>
                        <a:gd name="T99" fmla="*/ 212 h 876"/>
                        <a:gd name="T100" fmla="*/ 1838 w 2166"/>
                        <a:gd name="T101" fmla="*/ 275 h 876"/>
                        <a:gd name="T102" fmla="*/ 1874 w 2166"/>
                        <a:gd name="T103" fmla="*/ 377 h 876"/>
                        <a:gd name="T104" fmla="*/ 1910 w 2166"/>
                        <a:gd name="T105" fmla="*/ 413 h 876"/>
                        <a:gd name="T106" fmla="*/ 1946 w 2166"/>
                        <a:gd name="T107" fmla="*/ 464 h 876"/>
                        <a:gd name="T108" fmla="*/ 1982 w 2166"/>
                        <a:gd name="T109" fmla="*/ 507 h 876"/>
                        <a:gd name="T110" fmla="*/ 2018 w 2166"/>
                        <a:gd name="T111" fmla="*/ 536 h 876"/>
                        <a:gd name="T112" fmla="*/ 2054 w 2166"/>
                        <a:gd name="T113" fmla="*/ 581 h 876"/>
                        <a:gd name="T114" fmla="*/ 2091 w 2166"/>
                        <a:gd name="T115" fmla="*/ 595 h 876"/>
                        <a:gd name="T116" fmla="*/ 2127 w 2166"/>
                        <a:gd name="T117" fmla="*/ 612 h 876"/>
                        <a:gd name="T118" fmla="*/ 2163 w 2166"/>
                        <a:gd name="T119" fmla="*/ 668 h 8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66" h="876">
                          <a:moveTo>
                            <a:pt x="0" y="669"/>
                          </a:moveTo>
                          <a:lnTo>
                            <a:pt x="3" y="648"/>
                          </a:lnTo>
                          <a:lnTo>
                            <a:pt x="5" y="679"/>
                          </a:lnTo>
                          <a:lnTo>
                            <a:pt x="8" y="673"/>
                          </a:lnTo>
                          <a:lnTo>
                            <a:pt x="10" y="637"/>
                          </a:lnTo>
                          <a:lnTo>
                            <a:pt x="12" y="677"/>
                          </a:lnTo>
                          <a:lnTo>
                            <a:pt x="15" y="666"/>
                          </a:lnTo>
                          <a:lnTo>
                            <a:pt x="17" y="644"/>
                          </a:lnTo>
                          <a:lnTo>
                            <a:pt x="20" y="663"/>
                          </a:lnTo>
                          <a:lnTo>
                            <a:pt x="22" y="642"/>
                          </a:lnTo>
                          <a:lnTo>
                            <a:pt x="24" y="653"/>
                          </a:lnTo>
                          <a:lnTo>
                            <a:pt x="27" y="654"/>
                          </a:lnTo>
                          <a:lnTo>
                            <a:pt x="29" y="621"/>
                          </a:lnTo>
                          <a:lnTo>
                            <a:pt x="32" y="649"/>
                          </a:lnTo>
                          <a:lnTo>
                            <a:pt x="34" y="683"/>
                          </a:lnTo>
                          <a:lnTo>
                            <a:pt x="36" y="624"/>
                          </a:lnTo>
                          <a:lnTo>
                            <a:pt x="39" y="647"/>
                          </a:lnTo>
                          <a:lnTo>
                            <a:pt x="41" y="687"/>
                          </a:lnTo>
                          <a:lnTo>
                            <a:pt x="44" y="623"/>
                          </a:lnTo>
                          <a:lnTo>
                            <a:pt x="46" y="652"/>
                          </a:lnTo>
                          <a:lnTo>
                            <a:pt x="48" y="693"/>
                          </a:lnTo>
                          <a:lnTo>
                            <a:pt x="51" y="609"/>
                          </a:lnTo>
                          <a:lnTo>
                            <a:pt x="53" y="648"/>
                          </a:lnTo>
                          <a:lnTo>
                            <a:pt x="56" y="692"/>
                          </a:lnTo>
                          <a:lnTo>
                            <a:pt x="58" y="602"/>
                          </a:lnTo>
                          <a:lnTo>
                            <a:pt x="60" y="645"/>
                          </a:lnTo>
                          <a:lnTo>
                            <a:pt x="63" y="687"/>
                          </a:lnTo>
                          <a:lnTo>
                            <a:pt x="65" y="628"/>
                          </a:lnTo>
                          <a:lnTo>
                            <a:pt x="68" y="653"/>
                          </a:lnTo>
                          <a:lnTo>
                            <a:pt x="70" y="688"/>
                          </a:lnTo>
                          <a:lnTo>
                            <a:pt x="72" y="678"/>
                          </a:lnTo>
                          <a:lnTo>
                            <a:pt x="75" y="656"/>
                          </a:lnTo>
                          <a:lnTo>
                            <a:pt x="77" y="687"/>
                          </a:lnTo>
                          <a:lnTo>
                            <a:pt x="80" y="706"/>
                          </a:lnTo>
                          <a:lnTo>
                            <a:pt x="82" y="654"/>
                          </a:lnTo>
                          <a:lnTo>
                            <a:pt x="84" y="680"/>
                          </a:lnTo>
                          <a:lnTo>
                            <a:pt x="87" y="712"/>
                          </a:lnTo>
                          <a:lnTo>
                            <a:pt x="89" y="657"/>
                          </a:lnTo>
                          <a:lnTo>
                            <a:pt x="92" y="672"/>
                          </a:lnTo>
                          <a:lnTo>
                            <a:pt x="94" y="707"/>
                          </a:lnTo>
                          <a:lnTo>
                            <a:pt x="96" y="704"/>
                          </a:lnTo>
                          <a:lnTo>
                            <a:pt x="99" y="660"/>
                          </a:lnTo>
                          <a:lnTo>
                            <a:pt x="101" y="692"/>
                          </a:lnTo>
                          <a:lnTo>
                            <a:pt x="104" y="733"/>
                          </a:lnTo>
                          <a:lnTo>
                            <a:pt x="106" y="634"/>
                          </a:lnTo>
                          <a:lnTo>
                            <a:pt x="108" y="678"/>
                          </a:lnTo>
                          <a:lnTo>
                            <a:pt x="111" y="714"/>
                          </a:lnTo>
                          <a:lnTo>
                            <a:pt x="113" y="656"/>
                          </a:lnTo>
                          <a:lnTo>
                            <a:pt x="115" y="678"/>
                          </a:lnTo>
                          <a:lnTo>
                            <a:pt x="118" y="683"/>
                          </a:lnTo>
                          <a:lnTo>
                            <a:pt x="120" y="673"/>
                          </a:lnTo>
                          <a:lnTo>
                            <a:pt x="123" y="671"/>
                          </a:lnTo>
                          <a:lnTo>
                            <a:pt x="125" y="677"/>
                          </a:lnTo>
                          <a:lnTo>
                            <a:pt x="128" y="660"/>
                          </a:lnTo>
                          <a:lnTo>
                            <a:pt x="130" y="626"/>
                          </a:lnTo>
                          <a:lnTo>
                            <a:pt x="132" y="658"/>
                          </a:lnTo>
                          <a:lnTo>
                            <a:pt x="135" y="646"/>
                          </a:lnTo>
                          <a:lnTo>
                            <a:pt x="137" y="611"/>
                          </a:lnTo>
                          <a:lnTo>
                            <a:pt x="140" y="654"/>
                          </a:lnTo>
                          <a:lnTo>
                            <a:pt x="142" y="614"/>
                          </a:lnTo>
                          <a:lnTo>
                            <a:pt x="144" y="605"/>
                          </a:lnTo>
                          <a:lnTo>
                            <a:pt x="147" y="650"/>
                          </a:lnTo>
                          <a:lnTo>
                            <a:pt x="149" y="613"/>
                          </a:lnTo>
                          <a:lnTo>
                            <a:pt x="152" y="614"/>
                          </a:lnTo>
                          <a:lnTo>
                            <a:pt x="154" y="641"/>
                          </a:lnTo>
                          <a:lnTo>
                            <a:pt x="156" y="618"/>
                          </a:lnTo>
                          <a:lnTo>
                            <a:pt x="159" y="647"/>
                          </a:lnTo>
                          <a:lnTo>
                            <a:pt x="161" y="621"/>
                          </a:lnTo>
                          <a:lnTo>
                            <a:pt x="164" y="620"/>
                          </a:lnTo>
                          <a:lnTo>
                            <a:pt x="166" y="652"/>
                          </a:lnTo>
                          <a:lnTo>
                            <a:pt x="169" y="630"/>
                          </a:lnTo>
                          <a:lnTo>
                            <a:pt x="171" y="623"/>
                          </a:lnTo>
                          <a:lnTo>
                            <a:pt x="173" y="638"/>
                          </a:lnTo>
                          <a:lnTo>
                            <a:pt x="176" y="638"/>
                          </a:lnTo>
                          <a:lnTo>
                            <a:pt x="178" y="641"/>
                          </a:lnTo>
                          <a:lnTo>
                            <a:pt x="181" y="641"/>
                          </a:lnTo>
                          <a:lnTo>
                            <a:pt x="183" y="649"/>
                          </a:lnTo>
                          <a:lnTo>
                            <a:pt x="185" y="681"/>
                          </a:lnTo>
                          <a:lnTo>
                            <a:pt x="188" y="632"/>
                          </a:lnTo>
                          <a:lnTo>
                            <a:pt x="190" y="655"/>
                          </a:lnTo>
                          <a:lnTo>
                            <a:pt x="193" y="670"/>
                          </a:lnTo>
                          <a:lnTo>
                            <a:pt x="195" y="632"/>
                          </a:lnTo>
                          <a:lnTo>
                            <a:pt x="197" y="667"/>
                          </a:lnTo>
                          <a:lnTo>
                            <a:pt x="200" y="670"/>
                          </a:lnTo>
                          <a:lnTo>
                            <a:pt x="202" y="653"/>
                          </a:lnTo>
                          <a:lnTo>
                            <a:pt x="205" y="666"/>
                          </a:lnTo>
                          <a:lnTo>
                            <a:pt x="207" y="668"/>
                          </a:lnTo>
                          <a:lnTo>
                            <a:pt x="209" y="661"/>
                          </a:lnTo>
                          <a:lnTo>
                            <a:pt x="212" y="660"/>
                          </a:lnTo>
                          <a:lnTo>
                            <a:pt x="214" y="663"/>
                          </a:lnTo>
                          <a:lnTo>
                            <a:pt x="217" y="660"/>
                          </a:lnTo>
                          <a:lnTo>
                            <a:pt x="219" y="658"/>
                          </a:lnTo>
                          <a:lnTo>
                            <a:pt x="222" y="666"/>
                          </a:lnTo>
                          <a:lnTo>
                            <a:pt x="224" y="659"/>
                          </a:lnTo>
                          <a:lnTo>
                            <a:pt x="226" y="660"/>
                          </a:lnTo>
                          <a:lnTo>
                            <a:pt x="229" y="658"/>
                          </a:lnTo>
                          <a:lnTo>
                            <a:pt x="231" y="657"/>
                          </a:lnTo>
                          <a:lnTo>
                            <a:pt x="234" y="656"/>
                          </a:lnTo>
                          <a:lnTo>
                            <a:pt x="236" y="660"/>
                          </a:lnTo>
                          <a:lnTo>
                            <a:pt x="238" y="657"/>
                          </a:lnTo>
                          <a:lnTo>
                            <a:pt x="241" y="650"/>
                          </a:lnTo>
                          <a:lnTo>
                            <a:pt x="243" y="681"/>
                          </a:lnTo>
                          <a:lnTo>
                            <a:pt x="246" y="649"/>
                          </a:lnTo>
                          <a:lnTo>
                            <a:pt x="248" y="635"/>
                          </a:lnTo>
                          <a:lnTo>
                            <a:pt x="250" y="647"/>
                          </a:lnTo>
                          <a:lnTo>
                            <a:pt x="253" y="646"/>
                          </a:lnTo>
                          <a:lnTo>
                            <a:pt x="255" y="631"/>
                          </a:lnTo>
                          <a:lnTo>
                            <a:pt x="258" y="639"/>
                          </a:lnTo>
                          <a:lnTo>
                            <a:pt x="260" y="641"/>
                          </a:lnTo>
                          <a:lnTo>
                            <a:pt x="263" y="658"/>
                          </a:lnTo>
                          <a:lnTo>
                            <a:pt x="265" y="643"/>
                          </a:lnTo>
                          <a:lnTo>
                            <a:pt x="267" y="623"/>
                          </a:lnTo>
                          <a:lnTo>
                            <a:pt x="270" y="665"/>
                          </a:lnTo>
                          <a:lnTo>
                            <a:pt x="272" y="628"/>
                          </a:lnTo>
                          <a:lnTo>
                            <a:pt x="275" y="620"/>
                          </a:lnTo>
                          <a:lnTo>
                            <a:pt x="277" y="654"/>
                          </a:lnTo>
                          <a:lnTo>
                            <a:pt x="279" y="646"/>
                          </a:lnTo>
                          <a:lnTo>
                            <a:pt x="282" y="619"/>
                          </a:lnTo>
                          <a:lnTo>
                            <a:pt x="284" y="647"/>
                          </a:lnTo>
                          <a:lnTo>
                            <a:pt x="287" y="640"/>
                          </a:lnTo>
                          <a:lnTo>
                            <a:pt x="289" y="625"/>
                          </a:lnTo>
                          <a:lnTo>
                            <a:pt x="291" y="647"/>
                          </a:lnTo>
                          <a:lnTo>
                            <a:pt x="294" y="630"/>
                          </a:lnTo>
                          <a:lnTo>
                            <a:pt x="296" y="608"/>
                          </a:lnTo>
                          <a:lnTo>
                            <a:pt x="299" y="637"/>
                          </a:lnTo>
                          <a:lnTo>
                            <a:pt x="301" y="599"/>
                          </a:lnTo>
                          <a:lnTo>
                            <a:pt x="303" y="589"/>
                          </a:lnTo>
                          <a:lnTo>
                            <a:pt x="306" y="631"/>
                          </a:lnTo>
                          <a:lnTo>
                            <a:pt x="308" y="587"/>
                          </a:lnTo>
                          <a:lnTo>
                            <a:pt x="311" y="582"/>
                          </a:lnTo>
                          <a:lnTo>
                            <a:pt x="313" y="622"/>
                          </a:lnTo>
                          <a:lnTo>
                            <a:pt x="315" y="629"/>
                          </a:lnTo>
                          <a:lnTo>
                            <a:pt x="318" y="588"/>
                          </a:lnTo>
                          <a:lnTo>
                            <a:pt x="320" y="618"/>
                          </a:lnTo>
                          <a:lnTo>
                            <a:pt x="323" y="627"/>
                          </a:lnTo>
                          <a:lnTo>
                            <a:pt x="325" y="669"/>
                          </a:lnTo>
                          <a:lnTo>
                            <a:pt x="327" y="624"/>
                          </a:lnTo>
                          <a:lnTo>
                            <a:pt x="330" y="621"/>
                          </a:lnTo>
                          <a:lnTo>
                            <a:pt x="332" y="674"/>
                          </a:lnTo>
                          <a:lnTo>
                            <a:pt x="335" y="664"/>
                          </a:lnTo>
                          <a:lnTo>
                            <a:pt x="337" y="637"/>
                          </a:lnTo>
                          <a:lnTo>
                            <a:pt x="339" y="678"/>
                          </a:lnTo>
                          <a:lnTo>
                            <a:pt x="342" y="676"/>
                          </a:lnTo>
                          <a:lnTo>
                            <a:pt x="344" y="627"/>
                          </a:lnTo>
                          <a:lnTo>
                            <a:pt x="347" y="672"/>
                          </a:lnTo>
                          <a:lnTo>
                            <a:pt x="349" y="650"/>
                          </a:lnTo>
                          <a:lnTo>
                            <a:pt x="351" y="627"/>
                          </a:lnTo>
                          <a:lnTo>
                            <a:pt x="354" y="640"/>
                          </a:lnTo>
                          <a:lnTo>
                            <a:pt x="356" y="651"/>
                          </a:lnTo>
                          <a:lnTo>
                            <a:pt x="358" y="635"/>
                          </a:lnTo>
                          <a:lnTo>
                            <a:pt x="361" y="670"/>
                          </a:lnTo>
                          <a:lnTo>
                            <a:pt x="363" y="699"/>
                          </a:lnTo>
                          <a:lnTo>
                            <a:pt x="366" y="703"/>
                          </a:lnTo>
                          <a:lnTo>
                            <a:pt x="368" y="726"/>
                          </a:lnTo>
                          <a:lnTo>
                            <a:pt x="370" y="752"/>
                          </a:lnTo>
                          <a:lnTo>
                            <a:pt x="373" y="773"/>
                          </a:lnTo>
                          <a:lnTo>
                            <a:pt x="375" y="794"/>
                          </a:lnTo>
                          <a:lnTo>
                            <a:pt x="378" y="804"/>
                          </a:lnTo>
                          <a:lnTo>
                            <a:pt x="380" y="816"/>
                          </a:lnTo>
                          <a:lnTo>
                            <a:pt x="382" y="828"/>
                          </a:lnTo>
                          <a:lnTo>
                            <a:pt x="385" y="841"/>
                          </a:lnTo>
                          <a:lnTo>
                            <a:pt x="387" y="849"/>
                          </a:lnTo>
                          <a:lnTo>
                            <a:pt x="390" y="857"/>
                          </a:lnTo>
                          <a:lnTo>
                            <a:pt x="392" y="863"/>
                          </a:lnTo>
                          <a:lnTo>
                            <a:pt x="395" y="866"/>
                          </a:lnTo>
                          <a:lnTo>
                            <a:pt x="397" y="870"/>
                          </a:lnTo>
                          <a:lnTo>
                            <a:pt x="399" y="875"/>
                          </a:lnTo>
                          <a:lnTo>
                            <a:pt x="402" y="873"/>
                          </a:lnTo>
                          <a:lnTo>
                            <a:pt x="404" y="872"/>
                          </a:lnTo>
                          <a:lnTo>
                            <a:pt x="407" y="874"/>
                          </a:lnTo>
                          <a:lnTo>
                            <a:pt x="409" y="875"/>
                          </a:lnTo>
                          <a:lnTo>
                            <a:pt x="411" y="873"/>
                          </a:lnTo>
                          <a:lnTo>
                            <a:pt x="414" y="873"/>
                          </a:lnTo>
                          <a:lnTo>
                            <a:pt x="416" y="871"/>
                          </a:lnTo>
                          <a:lnTo>
                            <a:pt x="419" y="874"/>
                          </a:lnTo>
                          <a:lnTo>
                            <a:pt x="421" y="874"/>
                          </a:lnTo>
                          <a:lnTo>
                            <a:pt x="423" y="873"/>
                          </a:lnTo>
                          <a:lnTo>
                            <a:pt x="426" y="876"/>
                          </a:lnTo>
                          <a:lnTo>
                            <a:pt x="428" y="874"/>
                          </a:lnTo>
                          <a:lnTo>
                            <a:pt x="431" y="873"/>
                          </a:lnTo>
                          <a:lnTo>
                            <a:pt x="433" y="873"/>
                          </a:lnTo>
                          <a:lnTo>
                            <a:pt x="436" y="870"/>
                          </a:lnTo>
                          <a:lnTo>
                            <a:pt x="438" y="869"/>
                          </a:lnTo>
                          <a:lnTo>
                            <a:pt x="440" y="868"/>
                          </a:lnTo>
                          <a:lnTo>
                            <a:pt x="443" y="864"/>
                          </a:lnTo>
                          <a:lnTo>
                            <a:pt x="445" y="865"/>
                          </a:lnTo>
                          <a:lnTo>
                            <a:pt x="448" y="865"/>
                          </a:lnTo>
                          <a:lnTo>
                            <a:pt x="450" y="862"/>
                          </a:lnTo>
                          <a:lnTo>
                            <a:pt x="452" y="860"/>
                          </a:lnTo>
                          <a:lnTo>
                            <a:pt x="455" y="857"/>
                          </a:lnTo>
                          <a:lnTo>
                            <a:pt x="457" y="854"/>
                          </a:lnTo>
                          <a:lnTo>
                            <a:pt x="460" y="854"/>
                          </a:lnTo>
                          <a:lnTo>
                            <a:pt x="462" y="856"/>
                          </a:lnTo>
                          <a:lnTo>
                            <a:pt x="464" y="857"/>
                          </a:lnTo>
                          <a:lnTo>
                            <a:pt x="467" y="855"/>
                          </a:lnTo>
                          <a:lnTo>
                            <a:pt x="469" y="854"/>
                          </a:lnTo>
                          <a:lnTo>
                            <a:pt x="472" y="853"/>
                          </a:lnTo>
                          <a:lnTo>
                            <a:pt x="474" y="851"/>
                          </a:lnTo>
                          <a:lnTo>
                            <a:pt x="476" y="850"/>
                          </a:lnTo>
                          <a:lnTo>
                            <a:pt x="479" y="848"/>
                          </a:lnTo>
                          <a:lnTo>
                            <a:pt x="481" y="849"/>
                          </a:lnTo>
                          <a:lnTo>
                            <a:pt x="484" y="847"/>
                          </a:lnTo>
                          <a:lnTo>
                            <a:pt x="486" y="847"/>
                          </a:lnTo>
                          <a:lnTo>
                            <a:pt x="489" y="845"/>
                          </a:lnTo>
                          <a:lnTo>
                            <a:pt x="491" y="842"/>
                          </a:lnTo>
                          <a:lnTo>
                            <a:pt x="493" y="840"/>
                          </a:lnTo>
                          <a:lnTo>
                            <a:pt x="496" y="836"/>
                          </a:lnTo>
                          <a:lnTo>
                            <a:pt x="498" y="834"/>
                          </a:lnTo>
                          <a:lnTo>
                            <a:pt x="501" y="833"/>
                          </a:lnTo>
                          <a:lnTo>
                            <a:pt x="503" y="832"/>
                          </a:lnTo>
                          <a:lnTo>
                            <a:pt x="505" y="832"/>
                          </a:lnTo>
                          <a:lnTo>
                            <a:pt x="508" y="832"/>
                          </a:lnTo>
                          <a:lnTo>
                            <a:pt x="510" y="830"/>
                          </a:lnTo>
                          <a:lnTo>
                            <a:pt x="513" y="831"/>
                          </a:lnTo>
                          <a:lnTo>
                            <a:pt x="515" y="830"/>
                          </a:lnTo>
                          <a:lnTo>
                            <a:pt x="517" y="827"/>
                          </a:lnTo>
                          <a:lnTo>
                            <a:pt x="520" y="827"/>
                          </a:lnTo>
                          <a:lnTo>
                            <a:pt x="522" y="824"/>
                          </a:lnTo>
                          <a:lnTo>
                            <a:pt x="525" y="821"/>
                          </a:lnTo>
                          <a:lnTo>
                            <a:pt x="527" y="821"/>
                          </a:lnTo>
                          <a:lnTo>
                            <a:pt x="530" y="818"/>
                          </a:lnTo>
                          <a:lnTo>
                            <a:pt x="532" y="816"/>
                          </a:lnTo>
                          <a:lnTo>
                            <a:pt x="534" y="815"/>
                          </a:lnTo>
                          <a:lnTo>
                            <a:pt x="537" y="812"/>
                          </a:lnTo>
                          <a:lnTo>
                            <a:pt x="539" y="811"/>
                          </a:lnTo>
                          <a:lnTo>
                            <a:pt x="542" y="810"/>
                          </a:lnTo>
                          <a:lnTo>
                            <a:pt x="544" y="808"/>
                          </a:lnTo>
                          <a:lnTo>
                            <a:pt x="546" y="808"/>
                          </a:lnTo>
                          <a:lnTo>
                            <a:pt x="549" y="808"/>
                          </a:lnTo>
                          <a:lnTo>
                            <a:pt x="551" y="807"/>
                          </a:lnTo>
                          <a:lnTo>
                            <a:pt x="554" y="808"/>
                          </a:lnTo>
                          <a:lnTo>
                            <a:pt x="556" y="807"/>
                          </a:lnTo>
                          <a:lnTo>
                            <a:pt x="558" y="807"/>
                          </a:lnTo>
                          <a:lnTo>
                            <a:pt x="561" y="807"/>
                          </a:lnTo>
                          <a:lnTo>
                            <a:pt x="563" y="805"/>
                          </a:lnTo>
                          <a:lnTo>
                            <a:pt x="566" y="803"/>
                          </a:lnTo>
                          <a:lnTo>
                            <a:pt x="568" y="800"/>
                          </a:lnTo>
                          <a:lnTo>
                            <a:pt x="570" y="799"/>
                          </a:lnTo>
                          <a:lnTo>
                            <a:pt x="573" y="797"/>
                          </a:lnTo>
                          <a:lnTo>
                            <a:pt x="575" y="797"/>
                          </a:lnTo>
                          <a:lnTo>
                            <a:pt x="578" y="798"/>
                          </a:lnTo>
                          <a:lnTo>
                            <a:pt x="580" y="797"/>
                          </a:lnTo>
                          <a:lnTo>
                            <a:pt x="582" y="795"/>
                          </a:lnTo>
                          <a:lnTo>
                            <a:pt x="585" y="796"/>
                          </a:lnTo>
                          <a:lnTo>
                            <a:pt x="587" y="794"/>
                          </a:lnTo>
                          <a:lnTo>
                            <a:pt x="590" y="793"/>
                          </a:lnTo>
                          <a:lnTo>
                            <a:pt x="592" y="794"/>
                          </a:lnTo>
                          <a:lnTo>
                            <a:pt x="594" y="792"/>
                          </a:lnTo>
                          <a:lnTo>
                            <a:pt x="597" y="793"/>
                          </a:lnTo>
                          <a:lnTo>
                            <a:pt x="599" y="791"/>
                          </a:lnTo>
                          <a:lnTo>
                            <a:pt x="601" y="788"/>
                          </a:lnTo>
                          <a:lnTo>
                            <a:pt x="604" y="788"/>
                          </a:lnTo>
                          <a:lnTo>
                            <a:pt x="606" y="786"/>
                          </a:lnTo>
                          <a:lnTo>
                            <a:pt x="609" y="785"/>
                          </a:lnTo>
                          <a:lnTo>
                            <a:pt x="611" y="785"/>
                          </a:lnTo>
                          <a:lnTo>
                            <a:pt x="613" y="784"/>
                          </a:lnTo>
                          <a:lnTo>
                            <a:pt x="616" y="785"/>
                          </a:lnTo>
                          <a:lnTo>
                            <a:pt x="618" y="782"/>
                          </a:lnTo>
                          <a:lnTo>
                            <a:pt x="621" y="781"/>
                          </a:lnTo>
                          <a:lnTo>
                            <a:pt x="623" y="780"/>
                          </a:lnTo>
                          <a:lnTo>
                            <a:pt x="625" y="777"/>
                          </a:lnTo>
                          <a:lnTo>
                            <a:pt x="628" y="777"/>
                          </a:lnTo>
                          <a:lnTo>
                            <a:pt x="630" y="777"/>
                          </a:lnTo>
                          <a:lnTo>
                            <a:pt x="633" y="775"/>
                          </a:lnTo>
                          <a:lnTo>
                            <a:pt x="635" y="776"/>
                          </a:lnTo>
                          <a:lnTo>
                            <a:pt x="637" y="775"/>
                          </a:lnTo>
                          <a:lnTo>
                            <a:pt x="640" y="774"/>
                          </a:lnTo>
                          <a:lnTo>
                            <a:pt x="642" y="772"/>
                          </a:lnTo>
                          <a:lnTo>
                            <a:pt x="645" y="769"/>
                          </a:lnTo>
                          <a:lnTo>
                            <a:pt x="647" y="769"/>
                          </a:lnTo>
                          <a:lnTo>
                            <a:pt x="649" y="769"/>
                          </a:lnTo>
                          <a:lnTo>
                            <a:pt x="652" y="769"/>
                          </a:lnTo>
                          <a:lnTo>
                            <a:pt x="654" y="769"/>
                          </a:lnTo>
                          <a:lnTo>
                            <a:pt x="657" y="769"/>
                          </a:lnTo>
                          <a:lnTo>
                            <a:pt x="659" y="769"/>
                          </a:lnTo>
                          <a:lnTo>
                            <a:pt x="662" y="767"/>
                          </a:lnTo>
                          <a:lnTo>
                            <a:pt x="664" y="765"/>
                          </a:lnTo>
                          <a:lnTo>
                            <a:pt x="666" y="765"/>
                          </a:lnTo>
                          <a:lnTo>
                            <a:pt x="669" y="764"/>
                          </a:lnTo>
                          <a:lnTo>
                            <a:pt x="671" y="762"/>
                          </a:lnTo>
                          <a:lnTo>
                            <a:pt x="674" y="761"/>
                          </a:lnTo>
                          <a:lnTo>
                            <a:pt x="676" y="759"/>
                          </a:lnTo>
                          <a:lnTo>
                            <a:pt x="678" y="758"/>
                          </a:lnTo>
                          <a:lnTo>
                            <a:pt x="681" y="759"/>
                          </a:lnTo>
                          <a:lnTo>
                            <a:pt x="683" y="757"/>
                          </a:lnTo>
                          <a:lnTo>
                            <a:pt x="686" y="756"/>
                          </a:lnTo>
                          <a:lnTo>
                            <a:pt x="688" y="756"/>
                          </a:lnTo>
                          <a:lnTo>
                            <a:pt x="690" y="754"/>
                          </a:lnTo>
                          <a:lnTo>
                            <a:pt x="693" y="756"/>
                          </a:lnTo>
                          <a:lnTo>
                            <a:pt x="695" y="755"/>
                          </a:lnTo>
                          <a:lnTo>
                            <a:pt x="698" y="755"/>
                          </a:lnTo>
                          <a:lnTo>
                            <a:pt x="700" y="756"/>
                          </a:lnTo>
                          <a:lnTo>
                            <a:pt x="703" y="756"/>
                          </a:lnTo>
                          <a:lnTo>
                            <a:pt x="705" y="756"/>
                          </a:lnTo>
                          <a:lnTo>
                            <a:pt x="707" y="755"/>
                          </a:lnTo>
                          <a:lnTo>
                            <a:pt x="710" y="754"/>
                          </a:lnTo>
                          <a:lnTo>
                            <a:pt x="712" y="753"/>
                          </a:lnTo>
                          <a:lnTo>
                            <a:pt x="715" y="752"/>
                          </a:lnTo>
                          <a:lnTo>
                            <a:pt x="717" y="753"/>
                          </a:lnTo>
                          <a:lnTo>
                            <a:pt x="719" y="752"/>
                          </a:lnTo>
                          <a:lnTo>
                            <a:pt x="722" y="753"/>
                          </a:lnTo>
                          <a:lnTo>
                            <a:pt x="724" y="752"/>
                          </a:lnTo>
                          <a:lnTo>
                            <a:pt x="727" y="751"/>
                          </a:lnTo>
                          <a:lnTo>
                            <a:pt x="729" y="752"/>
                          </a:lnTo>
                          <a:lnTo>
                            <a:pt x="731" y="751"/>
                          </a:lnTo>
                          <a:lnTo>
                            <a:pt x="734" y="752"/>
                          </a:lnTo>
                          <a:lnTo>
                            <a:pt x="736" y="752"/>
                          </a:lnTo>
                          <a:lnTo>
                            <a:pt x="739" y="751"/>
                          </a:lnTo>
                          <a:lnTo>
                            <a:pt x="741" y="751"/>
                          </a:lnTo>
                          <a:lnTo>
                            <a:pt x="743" y="750"/>
                          </a:lnTo>
                          <a:lnTo>
                            <a:pt x="746" y="748"/>
                          </a:lnTo>
                          <a:lnTo>
                            <a:pt x="748" y="748"/>
                          </a:lnTo>
                          <a:lnTo>
                            <a:pt x="751" y="748"/>
                          </a:lnTo>
                          <a:lnTo>
                            <a:pt x="753" y="746"/>
                          </a:lnTo>
                          <a:lnTo>
                            <a:pt x="756" y="747"/>
                          </a:lnTo>
                          <a:lnTo>
                            <a:pt x="758" y="746"/>
                          </a:lnTo>
                          <a:lnTo>
                            <a:pt x="760" y="745"/>
                          </a:lnTo>
                          <a:lnTo>
                            <a:pt x="763" y="747"/>
                          </a:lnTo>
                          <a:lnTo>
                            <a:pt x="765" y="745"/>
                          </a:lnTo>
                          <a:lnTo>
                            <a:pt x="768" y="745"/>
                          </a:lnTo>
                          <a:lnTo>
                            <a:pt x="770" y="746"/>
                          </a:lnTo>
                          <a:lnTo>
                            <a:pt x="772" y="745"/>
                          </a:lnTo>
                          <a:lnTo>
                            <a:pt x="775" y="746"/>
                          </a:lnTo>
                          <a:lnTo>
                            <a:pt x="777" y="745"/>
                          </a:lnTo>
                          <a:lnTo>
                            <a:pt x="780" y="744"/>
                          </a:lnTo>
                          <a:lnTo>
                            <a:pt x="782" y="745"/>
                          </a:lnTo>
                          <a:lnTo>
                            <a:pt x="784" y="743"/>
                          </a:lnTo>
                          <a:lnTo>
                            <a:pt x="787" y="744"/>
                          </a:lnTo>
                          <a:lnTo>
                            <a:pt x="789" y="744"/>
                          </a:lnTo>
                          <a:lnTo>
                            <a:pt x="792" y="743"/>
                          </a:lnTo>
                          <a:lnTo>
                            <a:pt x="794" y="744"/>
                          </a:lnTo>
                          <a:lnTo>
                            <a:pt x="797" y="742"/>
                          </a:lnTo>
                          <a:lnTo>
                            <a:pt x="799" y="741"/>
                          </a:lnTo>
                          <a:lnTo>
                            <a:pt x="801" y="741"/>
                          </a:lnTo>
                          <a:lnTo>
                            <a:pt x="804" y="739"/>
                          </a:lnTo>
                          <a:lnTo>
                            <a:pt x="806" y="739"/>
                          </a:lnTo>
                          <a:lnTo>
                            <a:pt x="809" y="739"/>
                          </a:lnTo>
                          <a:lnTo>
                            <a:pt x="811" y="737"/>
                          </a:lnTo>
                          <a:lnTo>
                            <a:pt x="813" y="738"/>
                          </a:lnTo>
                          <a:lnTo>
                            <a:pt x="816" y="738"/>
                          </a:lnTo>
                          <a:lnTo>
                            <a:pt x="818" y="738"/>
                          </a:lnTo>
                          <a:lnTo>
                            <a:pt x="821" y="739"/>
                          </a:lnTo>
                          <a:lnTo>
                            <a:pt x="823" y="739"/>
                          </a:lnTo>
                          <a:lnTo>
                            <a:pt x="825" y="739"/>
                          </a:lnTo>
                          <a:lnTo>
                            <a:pt x="828" y="740"/>
                          </a:lnTo>
                          <a:lnTo>
                            <a:pt x="830" y="741"/>
                          </a:lnTo>
                          <a:lnTo>
                            <a:pt x="833" y="740"/>
                          </a:lnTo>
                          <a:lnTo>
                            <a:pt x="835" y="741"/>
                          </a:lnTo>
                          <a:lnTo>
                            <a:pt x="837" y="741"/>
                          </a:lnTo>
                          <a:lnTo>
                            <a:pt x="840" y="739"/>
                          </a:lnTo>
                          <a:lnTo>
                            <a:pt x="842" y="739"/>
                          </a:lnTo>
                          <a:lnTo>
                            <a:pt x="845" y="737"/>
                          </a:lnTo>
                          <a:lnTo>
                            <a:pt x="847" y="736"/>
                          </a:lnTo>
                          <a:lnTo>
                            <a:pt x="849" y="736"/>
                          </a:lnTo>
                          <a:lnTo>
                            <a:pt x="852" y="736"/>
                          </a:lnTo>
                          <a:lnTo>
                            <a:pt x="854" y="737"/>
                          </a:lnTo>
                          <a:lnTo>
                            <a:pt x="856" y="739"/>
                          </a:lnTo>
                          <a:lnTo>
                            <a:pt x="859" y="739"/>
                          </a:lnTo>
                          <a:lnTo>
                            <a:pt x="861" y="739"/>
                          </a:lnTo>
                          <a:lnTo>
                            <a:pt x="864" y="740"/>
                          </a:lnTo>
                          <a:lnTo>
                            <a:pt x="866" y="740"/>
                          </a:lnTo>
                          <a:lnTo>
                            <a:pt x="868" y="740"/>
                          </a:lnTo>
                          <a:lnTo>
                            <a:pt x="871" y="741"/>
                          </a:lnTo>
                          <a:lnTo>
                            <a:pt x="873" y="743"/>
                          </a:lnTo>
                          <a:lnTo>
                            <a:pt x="876" y="741"/>
                          </a:lnTo>
                          <a:lnTo>
                            <a:pt x="878" y="741"/>
                          </a:lnTo>
                          <a:lnTo>
                            <a:pt x="880" y="739"/>
                          </a:lnTo>
                          <a:lnTo>
                            <a:pt x="883" y="736"/>
                          </a:lnTo>
                          <a:lnTo>
                            <a:pt x="885" y="736"/>
                          </a:lnTo>
                          <a:lnTo>
                            <a:pt x="888" y="734"/>
                          </a:lnTo>
                          <a:lnTo>
                            <a:pt x="890" y="734"/>
                          </a:lnTo>
                          <a:lnTo>
                            <a:pt x="892" y="736"/>
                          </a:lnTo>
                          <a:lnTo>
                            <a:pt x="895" y="736"/>
                          </a:lnTo>
                          <a:lnTo>
                            <a:pt x="897" y="738"/>
                          </a:lnTo>
                          <a:lnTo>
                            <a:pt x="900" y="738"/>
                          </a:lnTo>
                          <a:lnTo>
                            <a:pt x="902" y="738"/>
                          </a:lnTo>
                          <a:lnTo>
                            <a:pt x="904" y="740"/>
                          </a:lnTo>
                          <a:lnTo>
                            <a:pt x="907" y="739"/>
                          </a:lnTo>
                          <a:lnTo>
                            <a:pt x="909" y="740"/>
                          </a:lnTo>
                          <a:lnTo>
                            <a:pt x="912" y="741"/>
                          </a:lnTo>
                          <a:lnTo>
                            <a:pt x="914" y="739"/>
                          </a:lnTo>
                          <a:lnTo>
                            <a:pt x="916" y="739"/>
                          </a:lnTo>
                          <a:lnTo>
                            <a:pt x="919" y="738"/>
                          </a:lnTo>
                          <a:lnTo>
                            <a:pt x="921" y="736"/>
                          </a:lnTo>
                          <a:lnTo>
                            <a:pt x="924" y="736"/>
                          </a:lnTo>
                          <a:lnTo>
                            <a:pt x="926" y="735"/>
                          </a:lnTo>
                          <a:lnTo>
                            <a:pt x="929" y="735"/>
                          </a:lnTo>
                          <a:lnTo>
                            <a:pt x="931" y="735"/>
                          </a:lnTo>
                          <a:lnTo>
                            <a:pt x="933" y="737"/>
                          </a:lnTo>
                          <a:lnTo>
                            <a:pt x="936" y="736"/>
                          </a:lnTo>
                          <a:lnTo>
                            <a:pt x="938" y="736"/>
                          </a:lnTo>
                          <a:lnTo>
                            <a:pt x="941" y="738"/>
                          </a:lnTo>
                          <a:lnTo>
                            <a:pt x="943" y="738"/>
                          </a:lnTo>
                          <a:lnTo>
                            <a:pt x="945" y="738"/>
                          </a:lnTo>
                          <a:lnTo>
                            <a:pt x="948" y="739"/>
                          </a:lnTo>
                          <a:lnTo>
                            <a:pt x="950" y="739"/>
                          </a:lnTo>
                          <a:lnTo>
                            <a:pt x="953" y="739"/>
                          </a:lnTo>
                          <a:lnTo>
                            <a:pt x="955" y="738"/>
                          </a:lnTo>
                          <a:lnTo>
                            <a:pt x="957" y="737"/>
                          </a:lnTo>
                          <a:lnTo>
                            <a:pt x="960" y="735"/>
                          </a:lnTo>
                          <a:lnTo>
                            <a:pt x="962" y="735"/>
                          </a:lnTo>
                          <a:lnTo>
                            <a:pt x="965" y="733"/>
                          </a:lnTo>
                          <a:lnTo>
                            <a:pt x="967" y="733"/>
                          </a:lnTo>
                          <a:lnTo>
                            <a:pt x="970" y="735"/>
                          </a:lnTo>
                          <a:lnTo>
                            <a:pt x="972" y="733"/>
                          </a:lnTo>
                          <a:lnTo>
                            <a:pt x="974" y="732"/>
                          </a:lnTo>
                          <a:lnTo>
                            <a:pt x="977" y="735"/>
                          </a:lnTo>
                          <a:lnTo>
                            <a:pt x="979" y="734"/>
                          </a:lnTo>
                          <a:lnTo>
                            <a:pt x="982" y="736"/>
                          </a:lnTo>
                          <a:lnTo>
                            <a:pt x="984" y="738"/>
                          </a:lnTo>
                          <a:lnTo>
                            <a:pt x="986" y="737"/>
                          </a:lnTo>
                          <a:lnTo>
                            <a:pt x="989" y="737"/>
                          </a:lnTo>
                          <a:lnTo>
                            <a:pt x="991" y="735"/>
                          </a:lnTo>
                          <a:lnTo>
                            <a:pt x="994" y="734"/>
                          </a:lnTo>
                          <a:lnTo>
                            <a:pt x="996" y="733"/>
                          </a:lnTo>
                          <a:lnTo>
                            <a:pt x="998" y="731"/>
                          </a:lnTo>
                          <a:lnTo>
                            <a:pt x="1001" y="733"/>
                          </a:lnTo>
                          <a:lnTo>
                            <a:pt x="1003" y="732"/>
                          </a:lnTo>
                          <a:lnTo>
                            <a:pt x="1006" y="732"/>
                          </a:lnTo>
                          <a:lnTo>
                            <a:pt x="1008" y="732"/>
                          </a:lnTo>
                          <a:lnTo>
                            <a:pt x="1010" y="730"/>
                          </a:lnTo>
                          <a:lnTo>
                            <a:pt x="1013" y="731"/>
                          </a:lnTo>
                          <a:lnTo>
                            <a:pt x="1015" y="731"/>
                          </a:lnTo>
                          <a:lnTo>
                            <a:pt x="1018" y="730"/>
                          </a:lnTo>
                          <a:lnTo>
                            <a:pt x="1020" y="732"/>
                          </a:lnTo>
                          <a:lnTo>
                            <a:pt x="1023" y="732"/>
                          </a:lnTo>
                          <a:lnTo>
                            <a:pt x="1025" y="731"/>
                          </a:lnTo>
                          <a:lnTo>
                            <a:pt x="1027" y="731"/>
                          </a:lnTo>
                          <a:lnTo>
                            <a:pt x="1030" y="729"/>
                          </a:lnTo>
                          <a:lnTo>
                            <a:pt x="1032" y="728"/>
                          </a:lnTo>
                          <a:lnTo>
                            <a:pt x="1035" y="729"/>
                          </a:lnTo>
                          <a:lnTo>
                            <a:pt x="1037" y="728"/>
                          </a:lnTo>
                          <a:lnTo>
                            <a:pt x="1039" y="729"/>
                          </a:lnTo>
                          <a:lnTo>
                            <a:pt x="1042" y="730"/>
                          </a:lnTo>
                          <a:lnTo>
                            <a:pt x="1044" y="729"/>
                          </a:lnTo>
                          <a:lnTo>
                            <a:pt x="1047" y="730"/>
                          </a:lnTo>
                          <a:lnTo>
                            <a:pt x="1049" y="730"/>
                          </a:lnTo>
                          <a:lnTo>
                            <a:pt x="1051" y="730"/>
                          </a:lnTo>
                          <a:lnTo>
                            <a:pt x="1054" y="730"/>
                          </a:lnTo>
                          <a:lnTo>
                            <a:pt x="1056" y="730"/>
                          </a:lnTo>
                          <a:lnTo>
                            <a:pt x="1059" y="728"/>
                          </a:lnTo>
                          <a:lnTo>
                            <a:pt x="1061" y="728"/>
                          </a:lnTo>
                          <a:lnTo>
                            <a:pt x="1064" y="727"/>
                          </a:lnTo>
                          <a:lnTo>
                            <a:pt x="1066" y="727"/>
                          </a:lnTo>
                          <a:lnTo>
                            <a:pt x="1068" y="726"/>
                          </a:lnTo>
                          <a:lnTo>
                            <a:pt x="1071" y="725"/>
                          </a:lnTo>
                          <a:lnTo>
                            <a:pt x="1073" y="724"/>
                          </a:lnTo>
                          <a:lnTo>
                            <a:pt x="1076" y="725"/>
                          </a:lnTo>
                          <a:lnTo>
                            <a:pt x="1078" y="725"/>
                          </a:lnTo>
                          <a:lnTo>
                            <a:pt x="1080" y="726"/>
                          </a:lnTo>
                          <a:lnTo>
                            <a:pt x="1083" y="726"/>
                          </a:lnTo>
                          <a:lnTo>
                            <a:pt x="1085" y="726"/>
                          </a:lnTo>
                          <a:lnTo>
                            <a:pt x="1088" y="725"/>
                          </a:lnTo>
                          <a:lnTo>
                            <a:pt x="1090" y="726"/>
                          </a:lnTo>
                          <a:lnTo>
                            <a:pt x="1092" y="725"/>
                          </a:lnTo>
                          <a:lnTo>
                            <a:pt x="1095" y="725"/>
                          </a:lnTo>
                          <a:lnTo>
                            <a:pt x="1097" y="724"/>
                          </a:lnTo>
                          <a:lnTo>
                            <a:pt x="1099" y="722"/>
                          </a:lnTo>
                          <a:lnTo>
                            <a:pt x="1102" y="721"/>
                          </a:lnTo>
                          <a:lnTo>
                            <a:pt x="1104" y="721"/>
                          </a:lnTo>
                          <a:lnTo>
                            <a:pt x="1107" y="719"/>
                          </a:lnTo>
                          <a:lnTo>
                            <a:pt x="1109" y="718"/>
                          </a:lnTo>
                          <a:lnTo>
                            <a:pt x="1111" y="718"/>
                          </a:lnTo>
                          <a:lnTo>
                            <a:pt x="1114" y="719"/>
                          </a:lnTo>
                          <a:lnTo>
                            <a:pt x="1116" y="717"/>
                          </a:lnTo>
                          <a:lnTo>
                            <a:pt x="1119" y="718"/>
                          </a:lnTo>
                          <a:lnTo>
                            <a:pt x="1121" y="718"/>
                          </a:lnTo>
                          <a:lnTo>
                            <a:pt x="1123" y="717"/>
                          </a:lnTo>
                          <a:lnTo>
                            <a:pt x="1126" y="719"/>
                          </a:lnTo>
                          <a:lnTo>
                            <a:pt x="1128" y="717"/>
                          </a:lnTo>
                          <a:lnTo>
                            <a:pt x="1131" y="716"/>
                          </a:lnTo>
                          <a:lnTo>
                            <a:pt x="1133" y="717"/>
                          </a:lnTo>
                          <a:lnTo>
                            <a:pt x="1135" y="715"/>
                          </a:lnTo>
                          <a:lnTo>
                            <a:pt x="1138" y="714"/>
                          </a:lnTo>
                          <a:lnTo>
                            <a:pt x="1140" y="714"/>
                          </a:lnTo>
                          <a:lnTo>
                            <a:pt x="1143" y="713"/>
                          </a:lnTo>
                          <a:lnTo>
                            <a:pt x="1145" y="714"/>
                          </a:lnTo>
                          <a:lnTo>
                            <a:pt x="1147" y="714"/>
                          </a:lnTo>
                          <a:lnTo>
                            <a:pt x="1150" y="713"/>
                          </a:lnTo>
                          <a:lnTo>
                            <a:pt x="1152" y="715"/>
                          </a:lnTo>
                          <a:lnTo>
                            <a:pt x="1155" y="713"/>
                          </a:lnTo>
                          <a:lnTo>
                            <a:pt x="1157" y="714"/>
                          </a:lnTo>
                          <a:lnTo>
                            <a:pt x="1159" y="714"/>
                          </a:lnTo>
                          <a:lnTo>
                            <a:pt x="1162" y="713"/>
                          </a:lnTo>
                          <a:lnTo>
                            <a:pt x="1164" y="715"/>
                          </a:lnTo>
                          <a:lnTo>
                            <a:pt x="1167" y="714"/>
                          </a:lnTo>
                          <a:lnTo>
                            <a:pt x="1169" y="714"/>
                          </a:lnTo>
                          <a:lnTo>
                            <a:pt x="1171" y="714"/>
                          </a:lnTo>
                          <a:lnTo>
                            <a:pt x="1174" y="713"/>
                          </a:lnTo>
                          <a:lnTo>
                            <a:pt x="1176" y="713"/>
                          </a:lnTo>
                          <a:lnTo>
                            <a:pt x="1179" y="713"/>
                          </a:lnTo>
                          <a:lnTo>
                            <a:pt x="1181" y="713"/>
                          </a:lnTo>
                          <a:lnTo>
                            <a:pt x="1183" y="713"/>
                          </a:lnTo>
                          <a:lnTo>
                            <a:pt x="1186" y="713"/>
                          </a:lnTo>
                          <a:lnTo>
                            <a:pt x="1188" y="713"/>
                          </a:lnTo>
                          <a:lnTo>
                            <a:pt x="1191" y="712"/>
                          </a:lnTo>
                          <a:lnTo>
                            <a:pt x="1193" y="712"/>
                          </a:lnTo>
                          <a:lnTo>
                            <a:pt x="1196" y="712"/>
                          </a:lnTo>
                          <a:lnTo>
                            <a:pt x="1198" y="710"/>
                          </a:lnTo>
                          <a:lnTo>
                            <a:pt x="1200" y="712"/>
                          </a:lnTo>
                          <a:lnTo>
                            <a:pt x="1203" y="711"/>
                          </a:lnTo>
                          <a:lnTo>
                            <a:pt x="1205" y="710"/>
                          </a:lnTo>
                          <a:lnTo>
                            <a:pt x="1208" y="709"/>
                          </a:lnTo>
                          <a:lnTo>
                            <a:pt x="1210" y="707"/>
                          </a:lnTo>
                          <a:lnTo>
                            <a:pt x="1212" y="707"/>
                          </a:lnTo>
                          <a:lnTo>
                            <a:pt x="1215" y="707"/>
                          </a:lnTo>
                          <a:lnTo>
                            <a:pt x="1217" y="706"/>
                          </a:lnTo>
                          <a:lnTo>
                            <a:pt x="1220" y="707"/>
                          </a:lnTo>
                          <a:lnTo>
                            <a:pt x="1222" y="707"/>
                          </a:lnTo>
                          <a:lnTo>
                            <a:pt x="1224" y="705"/>
                          </a:lnTo>
                          <a:lnTo>
                            <a:pt x="1227" y="706"/>
                          </a:lnTo>
                          <a:lnTo>
                            <a:pt x="1229" y="706"/>
                          </a:lnTo>
                          <a:lnTo>
                            <a:pt x="1232" y="705"/>
                          </a:lnTo>
                          <a:lnTo>
                            <a:pt x="1234" y="706"/>
                          </a:lnTo>
                          <a:lnTo>
                            <a:pt x="1237" y="704"/>
                          </a:lnTo>
                          <a:lnTo>
                            <a:pt x="1239" y="704"/>
                          </a:lnTo>
                          <a:lnTo>
                            <a:pt x="1241" y="704"/>
                          </a:lnTo>
                          <a:lnTo>
                            <a:pt x="1244" y="703"/>
                          </a:lnTo>
                          <a:lnTo>
                            <a:pt x="1246" y="703"/>
                          </a:lnTo>
                          <a:lnTo>
                            <a:pt x="1249" y="702"/>
                          </a:lnTo>
                          <a:lnTo>
                            <a:pt x="1251" y="701"/>
                          </a:lnTo>
                          <a:lnTo>
                            <a:pt x="1253" y="701"/>
                          </a:lnTo>
                          <a:lnTo>
                            <a:pt x="1256" y="703"/>
                          </a:lnTo>
                          <a:lnTo>
                            <a:pt x="1258" y="704"/>
                          </a:lnTo>
                          <a:lnTo>
                            <a:pt x="1261" y="703"/>
                          </a:lnTo>
                          <a:lnTo>
                            <a:pt x="1263" y="702"/>
                          </a:lnTo>
                          <a:lnTo>
                            <a:pt x="1265" y="702"/>
                          </a:lnTo>
                          <a:lnTo>
                            <a:pt x="1268" y="701"/>
                          </a:lnTo>
                          <a:lnTo>
                            <a:pt x="1270" y="702"/>
                          </a:lnTo>
                          <a:lnTo>
                            <a:pt x="1273" y="701"/>
                          </a:lnTo>
                          <a:lnTo>
                            <a:pt x="1275" y="700"/>
                          </a:lnTo>
                          <a:lnTo>
                            <a:pt x="1277" y="700"/>
                          </a:lnTo>
                          <a:lnTo>
                            <a:pt x="1280" y="699"/>
                          </a:lnTo>
                          <a:lnTo>
                            <a:pt x="1282" y="698"/>
                          </a:lnTo>
                          <a:lnTo>
                            <a:pt x="1285" y="699"/>
                          </a:lnTo>
                          <a:lnTo>
                            <a:pt x="1287" y="698"/>
                          </a:lnTo>
                          <a:lnTo>
                            <a:pt x="1290" y="698"/>
                          </a:lnTo>
                          <a:lnTo>
                            <a:pt x="1292" y="700"/>
                          </a:lnTo>
                          <a:lnTo>
                            <a:pt x="1294" y="699"/>
                          </a:lnTo>
                          <a:lnTo>
                            <a:pt x="1297" y="698"/>
                          </a:lnTo>
                          <a:lnTo>
                            <a:pt x="1299" y="699"/>
                          </a:lnTo>
                          <a:lnTo>
                            <a:pt x="1302" y="696"/>
                          </a:lnTo>
                          <a:lnTo>
                            <a:pt x="1304" y="697"/>
                          </a:lnTo>
                          <a:lnTo>
                            <a:pt x="1306" y="697"/>
                          </a:lnTo>
                          <a:lnTo>
                            <a:pt x="1309" y="696"/>
                          </a:lnTo>
                          <a:lnTo>
                            <a:pt x="1311" y="696"/>
                          </a:lnTo>
                          <a:lnTo>
                            <a:pt x="1314" y="696"/>
                          </a:lnTo>
                          <a:lnTo>
                            <a:pt x="1316" y="696"/>
                          </a:lnTo>
                          <a:lnTo>
                            <a:pt x="1318" y="695"/>
                          </a:lnTo>
                          <a:lnTo>
                            <a:pt x="1321" y="695"/>
                          </a:lnTo>
                          <a:lnTo>
                            <a:pt x="1323" y="696"/>
                          </a:lnTo>
                          <a:lnTo>
                            <a:pt x="1326" y="694"/>
                          </a:lnTo>
                          <a:lnTo>
                            <a:pt x="1328" y="696"/>
                          </a:lnTo>
                          <a:lnTo>
                            <a:pt x="1331" y="695"/>
                          </a:lnTo>
                          <a:lnTo>
                            <a:pt x="1333" y="694"/>
                          </a:lnTo>
                          <a:lnTo>
                            <a:pt x="1335" y="695"/>
                          </a:lnTo>
                          <a:lnTo>
                            <a:pt x="1338" y="694"/>
                          </a:lnTo>
                          <a:lnTo>
                            <a:pt x="1340" y="695"/>
                          </a:lnTo>
                          <a:lnTo>
                            <a:pt x="1342" y="693"/>
                          </a:lnTo>
                          <a:lnTo>
                            <a:pt x="1345" y="693"/>
                          </a:lnTo>
                          <a:lnTo>
                            <a:pt x="1347" y="694"/>
                          </a:lnTo>
                          <a:lnTo>
                            <a:pt x="1350" y="692"/>
                          </a:lnTo>
                          <a:lnTo>
                            <a:pt x="1352" y="692"/>
                          </a:lnTo>
                          <a:lnTo>
                            <a:pt x="1354" y="693"/>
                          </a:lnTo>
                          <a:lnTo>
                            <a:pt x="1357" y="691"/>
                          </a:lnTo>
                          <a:lnTo>
                            <a:pt x="1359" y="693"/>
                          </a:lnTo>
                          <a:lnTo>
                            <a:pt x="1362" y="693"/>
                          </a:lnTo>
                          <a:lnTo>
                            <a:pt x="1364" y="692"/>
                          </a:lnTo>
                          <a:lnTo>
                            <a:pt x="1366" y="691"/>
                          </a:lnTo>
                          <a:lnTo>
                            <a:pt x="1369" y="689"/>
                          </a:lnTo>
                          <a:lnTo>
                            <a:pt x="1371" y="692"/>
                          </a:lnTo>
                          <a:lnTo>
                            <a:pt x="1374" y="693"/>
                          </a:lnTo>
                          <a:lnTo>
                            <a:pt x="1376" y="692"/>
                          </a:lnTo>
                          <a:lnTo>
                            <a:pt x="1378" y="692"/>
                          </a:lnTo>
                          <a:lnTo>
                            <a:pt x="1381" y="693"/>
                          </a:lnTo>
                          <a:lnTo>
                            <a:pt x="1383" y="693"/>
                          </a:lnTo>
                          <a:lnTo>
                            <a:pt x="1386" y="693"/>
                          </a:lnTo>
                          <a:lnTo>
                            <a:pt x="1388" y="692"/>
                          </a:lnTo>
                          <a:lnTo>
                            <a:pt x="1390" y="691"/>
                          </a:lnTo>
                          <a:lnTo>
                            <a:pt x="1393" y="690"/>
                          </a:lnTo>
                          <a:lnTo>
                            <a:pt x="1395" y="689"/>
                          </a:lnTo>
                          <a:lnTo>
                            <a:pt x="1398" y="690"/>
                          </a:lnTo>
                          <a:lnTo>
                            <a:pt x="1400" y="692"/>
                          </a:lnTo>
                          <a:lnTo>
                            <a:pt x="1402" y="691"/>
                          </a:lnTo>
                          <a:lnTo>
                            <a:pt x="1405" y="692"/>
                          </a:lnTo>
                          <a:lnTo>
                            <a:pt x="1407" y="690"/>
                          </a:lnTo>
                          <a:lnTo>
                            <a:pt x="1410" y="690"/>
                          </a:lnTo>
                          <a:lnTo>
                            <a:pt x="1412" y="689"/>
                          </a:lnTo>
                          <a:lnTo>
                            <a:pt x="1414" y="687"/>
                          </a:lnTo>
                          <a:lnTo>
                            <a:pt x="1417" y="688"/>
                          </a:lnTo>
                          <a:lnTo>
                            <a:pt x="1419" y="688"/>
                          </a:lnTo>
                          <a:lnTo>
                            <a:pt x="1422" y="688"/>
                          </a:lnTo>
                          <a:lnTo>
                            <a:pt x="1424" y="688"/>
                          </a:lnTo>
                          <a:lnTo>
                            <a:pt x="1426" y="687"/>
                          </a:lnTo>
                          <a:lnTo>
                            <a:pt x="1429" y="687"/>
                          </a:lnTo>
                          <a:lnTo>
                            <a:pt x="1431" y="686"/>
                          </a:lnTo>
                          <a:lnTo>
                            <a:pt x="1434" y="685"/>
                          </a:lnTo>
                          <a:lnTo>
                            <a:pt x="1436" y="686"/>
                          </a:lnTo>
                          <a:lnTo>
                            <a:pt x="1438" y="687"/>
                          </a:lnTo>
                          <a:lnTo>
                            <a:pt x="1441" y="687"/>
                          </a:lnTo>
                          <a:lnTo>
                            <a:pt x="1443" y="687"/>
                          </a:lnTo>
                          <a:lnTo>
                            <a:pt x="1446" y="685"/>
                          </a:lnTo>
                          <a:lnTo>
                            <a:pt x="1448" y="686"/>
                          </a:lnTo>
                          <a:lnTo>
                            <a:pt x="1450" y="683"/>
                          </a:lnTo>
                          <a:lnTo>
                            <a:pt x="1453" y="681"/>
                          </a:lnTo>
                          <a:lnTo>
                            <a:pt x="1455" y="683"/>
                          </a:lnTo>
                          <a:lnTo>
                            <a:pt x="1458" y="682"/>
                          </a:lnTo>
                          <a:lnTo>
                            <a:pt x="1460" y="684"/>
                          </a:lnTo>
                          <a:lnTo>
                            <a:pt x="1463" y="683"/>
                          </a:lnTo>
                          <a:lnTo>
                            <a:pt x="1465" y="681"/>
                          </a:lnTo>
                          <a:lnTo>
                            <a:pt x="1467" y="681"/>
                          </a:lnTo>
                          <a:lnTo>
                            <a:pt x="1470" y="680"/>
                          </a:lnTo>
                          <a:lnTo>
                            <a:pt x="1472" y="679"/>
                          </a:lnTo>
                          <a:lnTo>
                            <a:pt x="1475" y="680"/>
                          </a:lnTo>
                          <a:lnTo>
                            <a:pt x="1477" y="678"/>
                          </a:lnTo>
                          <a:lnTo>
                            <a:pt x="1479" y="678"/>
                          </a:lnTo>
                          <a:lnTo>
                            <a:pt x="1482" y="678"/>
                          </a:lnTo>
                          <a:lnTo>
                            <a:pt x="1484" y="676"/>
                          </a:lnTo>
                          <a:lnTo>
                            <a:pt x="1487" y="676"/>
                          </a:lnTo>
                          <a:lnTo>
                            <a:pt x="1489" y="676"/>
                          </a:lnTo>
                          <a:lnTo>
                            <a:pt x="1491" y="677"/>
                          </a:lnTo>
                          <a:lnTo>
                            <a:pt x="1494" y="678"/>
                          </a:lnTo>
                          <a:lnTo>
                            <a:pt x="1496" y="677"/>
                          </a:lnTo>
                          <a:lnTo>
                            <a:pt x="1499" y="677"/>
                          </a:lnTo>
                          <a:lnTo>
                            <a:pt x="1501" y="677"/>
                          </a:lnTo>
                          <a:lnTo>
                            <a:pt x="1504" y="676"/>
                          </a:lnTo>
                          <a:lnTo>
                            <a:pt x="1506" y="677"/>
                          </a:lnTo>
                          <a:lnTo>
                            <a:pt x="1508" y="678"/>
                          </a:lnTo>
                          <a:lnTo>
                            <a:pt x="1511" y="677"/>
                          </a:lnTo>
                          <a:lnTo>
                            <a:pt x="1513" y="677"/>
                          </a:lnTo>
                          <a:lnTo>
                            <a:pt x="1516" y="676"/>
                          </a:lnTo>
                          <a:lnTo>
                            <a:pt x="1518" y="675"/>
                          </a:lnTo>
                          <a:lnTo>
                            <a:pt x="1520" y="676"/>
                          </a:lnTo>
                          <a:lnTo>
                            <a:pt x="1523" y="675"/>
                          </a:lnTo>
                          <a:lnTo>
                            <a:pt x="1525" y="676"/>
                          </a:lnTo>
                          <a:lnTo>
                            <a:pt x="1528" y="677"/>
                          </a:lnTo>
                          <a:lnTo>
                            <a:pt x="1530" y="677"/>
                          </a:lnTo>
                          <a:lnTo>
                            <a:pt x="1532" y="677"/>
                          </a:lnTo>
                          <a:lnTo>
                            <a:pt x="1535" y="678"/>
                          </a:lnTo>
                          <a:lnTo>
                            <a:pt x="1537" y="677"/>
                          </a:lnTo>
                          <a:lnTo>
                            <a:pt x="1540" y="678"/>
                          </a:lnTo>
                          <a:lnTo>
                            <a:pt x="1542" y="678"/>
                          </a:lnTo>
                          <a:lnTo>
                            <a:pt x="1544" y="678"/>
                          </a:lnTo>
                          <a:lnTo>
                            <a:pt x="1547" y="678"/>
                          </a:lnTo>
                          <a:lnTo>
                            <a:pt x="1549" y="677"/>
                          </a:lnTo>
                          <a:lnTo>
                            <a:pt x="1552" y="676"/>
                          </a:lnTo>
                          <a:lnTo>
                            <a:pt x="1554" y="678"/>
                          </a:lnTo>
                          <a:lnTo>
                            <a:pt x="1557" y="677"/>
                          </a:lnTo>
                          <a:lnTo>
                            <a:pt x="1559" y="678"/>
                          </a:lnTo>
                          <a:lnTo>
                            <a:pt x="1561" y="679"/>
                          </a:lnTo>
                          <a:lnTo>
                            <a:pt x="1564" y="679"/>
                          </a:lnTo>
                          <a:lnTo>
                            <a:pt x="1566" y="680"/>
                          </a:lnTo>
                          <a:lnTo>
                            <a:pt x="1569" y="679"/>
                          </a:lnTo>
                          <a:lnTo>
                            <a:pt x="1571" y="680"/>
                          </a:lnTo>
                          <a:lnTo>
                            <a:pt x="1573" y="676"/>
                          </a:lnTo>
                          <a:lnTo>
                            <a:pt x="1576" y="667"/>
                          </a:lnTo>
                          <a:lnTo>
                            <a:pt x="1578" y="638"/>
                          </a:lnTo>
                          <a:lnTo>
                            <a:pt x="1581" y="579"/>
                          </a:lnTo>
                          <a:lnTo>
                            <a:pt x="1583" y="513"/>
                          </a:lnTo>
                          <a:lnTo>
                            <a:pt x="1585" y="429"/>
                          </a:lnTo>
                          <a:lnTo>
                            <a:pt x="1588" y="369"/>
                          </a:lnTo>
                          <a:lnTo>
                            <a:pt x="1590" y="325"/>
                          </a:lnTo>
                          <a:lnTo>
                            <a:pt x="1593" y="267"/>
                          </a:lnTo>
                          <a:lnTo>
                            <a:pt x="1595" y="244"/>
                          </a:lnTo>
                          <a:lnTo>
                            <a:pt x="1597" y="239"/>
                          </a:lnTo>
                          <a:lnTo>
                            <a:pt x="1600" y="209"/>
                          </a:lnTo>
                          <a:lnTo>
                            <a:pt x="1602" y="201"/>
                          </a:lnTo>
                          <a:lnTo>
                            <a:pt x="1605" y="200"/>
                          </a:lnTo>
                          <a:lnTo>
                            <a:pt x="1607" y="182"/>
                          </a:lnTo>
                          <a:lnTo>
                            <a:pt x="1609" y="176"/>
                          </a:lnTo>
                          <a:lnTo>
                            <a:pt x="1612" y="170"/>
                          </a:lnTo>
                          <a:lnTo>
                            <a:pt x="1614" y="162"/>
                          </a:lnTo>
                          <a:lnTo>
                            <a:pt x="1617" y="164"/>
                          </a:lnTo>
                          <a:lnTo>
                            <a:pt x="1619" y="162"/>
                          </a:lnTo>
                          <a:lnTo>
                            <a:pt x="1621" y="143"/>
                          </a:lnTo>
                          <a:lnTo>
                            <a:pt x="1624" y="146"/>
                          </a:lnTo>
                          <a:lnTo>
                            <a:pt x="1626" y="149"/>
                          </a:lnTo>
                          <a:lnTo>
                            <a:pt x="1629" y="114"/>
                          </a:lnTo>
                          <a:lnTo>
                            <a:pt x="1631" y="122"/>
                          </a:lnTo>
                          <a:lnTo>
                            <a:pt x="1633" y="125"/>
                          </a:lnTo>
                          <a:lnTo>
                            <a:pt x="1636" y="88"/>
                          </a:lnTo>
                          <a:lnTo>
                            <a:pt x="1638" y="92"/>
                          </a:lnTo>
                          <a:lnTo>
                            <a:pt x="1641" y="100"/>
                          </a:lnTo>
                          <a:lnTo>
                            <a:pt x="1643" y="67"/>
                          </a:lnTo>
                          <a:lnTo>
                            <a:pt x="1645" y="61"/>
                          </a:lnTo>
                          <a:lnTo>
                            <a:pt x="1648" y="82"/>
                          </a:lnTo>
                          <a:lnTo>
                            <a:pt x="1650" y="59"/>
                          </a:lnTo>
                          <a:lnTo>
                            <a:pt x="1653" y="46"/>
                          </a:lnTo>
                          <a:lnTo>
                            <a:pt x="1655" y="65"/>
                          </a:lnTo>
                          <a:lnTo>
                            <a:pt x="1657" y="50"/>
                          </a:lnTo>
                          <a:lnTo>
                            <a:pt x="1660" y="43"/>
                          </a:lnTo>
                          <a:lnTo>
                            <a:pt x="1662" y="45"/>
                          </a:lnTo>
                          <a:lnTo>
                            <a:pt x="1665" y="39"/>
                          </a:lnTo>
                          <a:lnTo>
                            <a:pt x="1667" y="35"/>
                          </a:lnTo>
                          <a:lnTo>
                            <a:pt x="1669" y="34"/>
                          </a:lnTo>
                          <a:lnTo>
                            <a:pt x="1672" y="29"/>
                          </a:lnTo>
                          <a:lnTo>
                            <a:pt x="1674" y="33"/>
                          </a:lnTo>
                          <a:lnTo>
                            <a:pt x="1677" y="22"/>
                          </a:lnTo>
                          <a:lnTo>
                            <a:pt x="1679" y="7"/>
                          </a:lnTo>
                          <a:lnTo>
                            <a:pt x="1681" y="35"/>
                          </a:lnTo>
                          <a:lnTo>
                            <a:pt x="1684" y="16"/>
                          </a:lnTo>
                          <a:lnTo>
                            <a:pt x="1686" y="0"/>
                          </a:lnTo>
                          <a:lnTo>
                            <a:pt x="1689" y="45"/>
                          </a:lnTo>
                          <a:lnTo>
                            <a:pt x="1691" y="26"/>
                          </a:lnTo>
                          <a:lnTo>
                            <a:pt x="1693" y="12"/>
                          </a:lnTo>
                          <a:lnTo>
                            <a:pt x="1696" y="61"/>
                          </a:lnTo>
                          <a:lnTo>
                            <a:pt x="1698" y="35"/>
                          </a:lnTo>
                          <a:lnTo>
                            <a:pt x="1701" y="30"/>
                          </a:lnTo>
                          <a:lnTo>
                            <a:pt x="1703" y="78"/>
                          </a:lnTo>
                          <a:lnTo>
                            <a:pt x="1705" y="45"/>
                          </a:lnTo>
                          <a:lnTo>
                            <a:pt x="1708" y="48"/>
                          </a:lnTo>
                          <a:lnTo>
                            <a:pt x="1710" y="97"/>
                          </a:lnTo>
                          <a:lnTo>
                            <a:pt x="1713" y="57"/>
                          </a:lnTo>
                          <a:lnTo>
                            <a:pt x="1715" y="56"/>
                          </a:lnTo>
                          <a:lnTo>
                            <a:pt x="1717" y="113"/>
                          </a:lnTo>
                          <a:lnTo>
                            <a:pt x="1720" y="66"/>
                          </a:lnTo>
                          <a:lnTo>
                            <a:pt x="1722" y="67"/>
                          </a:lnTo>
                          <a:lnTo>
                            <a:pt x="1725" y="122"/>
                          </a:lnTo>
                          <a:lnTo>
                            <a:pt x="1727" y="82"/>
                          </a:lnTo>
                          <a:lnTo>
                            <a:pt x="1730" y="78"/>
                          </a:lnTo>
                          <a:lnTo>
                            <a:pt x="1732" y="137"/>
                          </a:lnTo>
                          <a:lnTo>
                            <a:pt x="1734" y="96"/>
                          </a:lnTo>
                          <a:lnTo>
                            <a:pt x="1737" y="92"/>
                          </a:lnTo>
                          <a:lnTo>
                            <a:pt x="1739" y="144"/>
                          </a:lnTo>
                          <a:lnTo>
                            <a:pt x="1742" y="105"/>
                          </a:lnTo>
                          <a:lnTo>
                            <a:pt x="1744" y="109"/>
                          </a:lnTo>
                          <a:lnTo>
                            <a:pt x="1746" y="161"/>
                          </a:lnTo>
                          <a:lnTo>
                            <a:pt x="1749" y="124"/>
                          </a:lnTo>
                          <a:lnTo>
                            <a:pt x="1751" y="123"/>
                          </a:lnTo>
                          <a:lnTo>
                            <a:pt x="1754" y="165"/>
                          </a:lnTo>
                          <a:lnTo>
                            <a:pt x="1756" y="135"/>
                          </a:lnTo>
                          <a:lnTo>
                            <a:pt x="1758" y="132"/>
                          </a:lnTo>
                          <a:lnTo>
                            <a:pt x="1761" y="181"/>
                          </a:lnTo>
                          <a:lnTo>
                            <a:pt x="1763" y="143"/>
                          </a:lnTo>
                          <a:lnTo>
                            <a:pt x="1766" y="140"/>
                          </a:lnTo>
                          <a:lnTo>
                            <a:pt x="1768" y="196"/>
                          </a:lnTo>
                          <a:lnTo>
                            <a:pt x="1771" y="156"/>
                          </a:lnTo>
                          <a:lnTo>
                            <a:pt x="1773" y="155"/>
                          </a:lnTo>
                          <a:lnTo>
                            <a:pt x="1775" y="213"/>
                          </a:lnTo>
                          <a:lnTo>
                            <a:pt x="1778" y="175"/>
                          </a:lnTo>
                          <a:lnTo>
                            <a:pt x="1780" y="178"/>
                          </a:lnTo>
                          <a:lnTo>
                            <a:pt x="1783" y="217"/>
                          </a:lnTo>
                          <a:lnTo>
                            <a:pt x="1785" y="202"/>
                          </a:lnTo>
                          <a:lnTo>
                            <a:pt x="1787" y="197"/>
                          </a:lnTo>
                          <a:lnTo>
                            <a:pt x="1790" y="222"/>
                          </a:lnTo>
                          <a:lnTo>
                            <a:pt x="1792" y="211"/>
                          </a:lnTo>
                          <a:lnTo>
                            <a:pt x="1795" y="204"/>
                          </a:lnTo>
                          <a:lnTo>
                            <a:pt x="1797" y="245"/>
                          </a:lnTo>
                          <a:lnTo>
                            <a:pt x="1799" y="215"/>
                          </a:lnTo>
                          <a:lnTo>
                            <a:pt x="1802" y="212"/>
                          </a:lnTo>
                          <a:lnTo>
                            <a:pt x="1804" y="264"/>
                          </a:lnTo>
                          <a:lnTo>
                            <a:pt x="1807" y="220"/>
                          </a:lnTo>
                          <a:lnTo>
                            <a:pt x="1809" y="220"/>
                          </a:lnTo>
                          <a:lnTo>
                            <a:pt x="1811" y="279"/>
                          </a:lnTo>
                          <a:lnTo>
                            <a:pt x="1814" y="235"/>
                          </a:lnTo>
                          <a:lnTo>
                            <a:pt x="1816" y="252"/>
                          </a:lnTo>
                          <a:lnTo>
                            <a:pt x="1819" y="291"/>
                          </a:lnTo>
                          <a:lnTo>
                            <a:pt x="1821" y="260"/>
                          </a:lnTo>
                          <a:lnTo>
                            <a:pt x="1824" y="266"/>
                          </a:lnTo>
                          <a:lnTo>
                            <a:pt x="1826" y="308"/>
                          </a:lnTo>
                          <a:lnTo>
                            <a:pt x="1828" y="267"/>
                          </a:lnTo>
                          <a:lnTo>
                            <a:pt x="1831" y="272"/>
                          </a:lnTo>
                          <a:lnTo>
                            <a:pt x="1833" y="325"/>
                          </a:lnTo>
                          <a:lnTo>
                            <a:pt x="1836" y="276"/>
                          </a:lnTo>
                          <a:lnTo>
                            <a:pt x="1838" y="275"/>
                          </a:lnTo>
                          <a:lnTo>
                            <a:pt x="1840" y="334"/>
                          </a:lnTo>
                          <a:lnTo>
                            <a:pt x="1843" y="278"/>
                          </a:lnTo>
                          <a:lnTo>
                            <a:pt x="1845" y="288"/>
                          </a:lnTo>
                          <a:lnTo>
                            <a:pt x="1848" y="342"/>
                          </a:lnTo>
                          <a:lnTo>
                            <a:pt x="1850" y="310"/>
                          </a:lnTo>
                          <a:lnTo>
                            <a:pt x="1852" y="336"/>
                          </a:lnTo>
                          <a:lnTo>
                            <a:pt x="1855" y="350"/>
                          </a:lnTo>
                          <a:lnTo>
                            <a:pt x="1857" y="326"/>
                          </a:lnTo>
                          <a:lnTo>
                            <a:pt x="1860" y="359"/>
                          </a:lnTo>
                          <a:lnTo>
                            <a:pt x="1862" y="364"/>
                          </a:lnTo>
                          <a:lnTo>
                            <a:pt x="1864" y="331"/>
                          </a:lnTo>
                          <a:lnTo>
                            <a:pt x="1867" y="374"/>
                          </a:lnTo>
                          <a:lnTo>
                            <a:pt x="1869" y="378"/>
                          </a:lnTo>
                          <a:lnTo>
                            <a:pt x="1872" y="382"/>
                          </a:lnTo>
                          <a:lnTo>
                            <a:pt x="1874" y="377"/>
                          </a:lnTo>
                          <a:lnTo>
                            <a:pt x="1876" y="381"/>
                          </a:lnTo>
                          <a:lnTo>
                            <a:pt x="1879" y="403"/>
                          </a:lnTo>
                          <a:lnTo>
                            <a:pt x="1881" y="409"/>
                          </a:lnTo>
                          <a:lnTo>
                            <a:pt x="1884" y="390"/>
                          </a:lnTo>
                          <a:lnTo>
                            <a:pt x="1886" y="429"/>
                          </a:lnTo>
                          <a:lnTo>
                            <a:pt x="1888" y="416"/>
                          </a:lnTo>
                          <a:lnTo>
                            <a:pt x="1891" y="389"/>
                          </a:lnTo>
                          <a:lnTo>
                            <a:pt x="1893" y="433"/>
                          </a:lnTo>
                          <a:lnTo>
                            <a:pt x="1896" y="425"/>
                          </a:lnTo>
                          <a:lnTo>
                            <a:pt x="1898" y="391"/>
                          </a:lnTo>
                          <a:lnTo>
                            <a:pt x="1900" y="432"/>
                          </a:lnTo>
                          <a:lnTo>
                            <a:pt x="1903" y="427"/>
                          </a:lnTo>
                          <a:lnTo>
                            <a:pt x="1905" y="398"/>
                          </a:lnTo>
                          <a:lnTo>
                            <a:pt x="1908" y="429"/>
                          </a:lnTo>
                          <a:lnTo>
                            <a:pt x="1910" y="413"/>
                          </a:lnTo>
                          <a:lnTo>
                            <a:pt x="1912" y="403"/>
                          </a:lnTo>
                          <a:lnTo>
                            <a:pt x="1915" y="437"/>
                          </a:lnTo>
                          <a:lnTo>
                            <a:pt x="1917" y="407"/>
                          </a:lnTo>
                          <a:lnTo>
                            <a:pt x="1920" y="414"/>
                          </a:lnTo>
                          <a:lnTo>
                            <a:pt x="1922" y="467"/>
                          </a:lnTo>
                          <a:lnTo>
                            <a:pt x="1924" y="415"/>
                          </a:lnTo>
                          <a:lnTo>
                            <a:pt x="1927" y="420"/>
                          </a:lnTo>
                          <a:lnTo>
                            <a:pt x="1929" y="475"/>
                          </a:lnTo>
                          <a:lnTo>
                            <a:pt x="1932" y="438"/>
                          </a:lnTo>
                          <a:lnTo>
                            <a:pt x="1934" y="424"/>
                          </a:lnTo>
                          <a:lnTo>
                            <a:pt x="1936" y="474"/>
                          </a:lnTo>
                          <a:lnTo>
                            <a:pt x="1939" y="461"/>
                          </a:lnTo>
                          <a:lnTo>
                            <a:pt x="1941" y="425"/>
                          </a:lnTo>
                          <a:lnTo>
                            <a:pt x="1944" y="473"/>
                          </a:lnTo>
                          <a:lnTo>
                            <a:pt x="1946" y="464"/>
                          </a:lnTo>
                          <a:lnTo>
                            <a:pt x="1948" y="422"/>
                          </a:lnTo>
                          <a:lnTo>
                            <a:pt x="1951" y="478"/>
                          </a:lnTo>
                          <a:lnTo>
                            <a:pt x="1953" y="469"/>
                          </a:lnTo>
                          <a:lnTo>
                            <a:pt x="1956" y="447"/>
                          </a:lnTo>
                          <a:lnTo>
                            <a:pt x="1958" y="489"/>
                          </a:lnTo>
                          <a:lnTo>
                            <a:pt x="1960" y="480"/>
                          </a:lnTo>
                          <a:lnTo>
                            <a:pt x="1963" y="483"/>
                          </a:lnTo>
                          <a:lnTo>
                            <a:pt x="1965" y="486"/>
                          </a:lnTo>
                          <a:lnTo>
                            <a:pt x="1968" y="516"/>
                          </a:lnTo>
                          <a:lnTo>
                            <a:pt x="1970" y="488"/>
                          </a:lnTo>
                          <a:lnTo>
                            <a:pt x="1972" y="492"/>
                          </a:lnTo>
                          <a:lnTo>
                            <a:pt x="1975" y="517"/>
                          </a:lnTo>
                          <a:lnTo>
                            <a:pt x="1977" y="493"/>
                          </a:lnTo>
                          <a:lnTo>
                            <a:pt x="1980" y="499"/>
                          </a:lnTo>
                          <a:lnTo>
                            <a:pt x="1982" y="507"/>
                          </a:lnTo>
                          <a:lnTo>
                            <a:pt x="1984" y="501"/>
                          </a:lnTo>
                          <a:lnTo>
                            <a:pt x="1987" y="507"/>
                          </a:lnTo>
                          <a:lnTo>
                            <a:pt x="1989" y="507"/>
                          </a:lnTo>
                          <a:lnTo>
                            <a:pt x="1992" y="508"/>
                          </a:lnTo>
                          <a:lnTo>
                            <a:pt x="1994" y="519"/>
                          </a:lnTo>
                          <a:lnTo>
                            <a:pt x="1997" y="526"/>
                          </a:lnTo>
                          <a:lnTo>
                            <a:pt x="1999" y="508"/>
                          </a:lnTo>
                          <a:lnTo>
                            <a:pt x="2001" y="523"/>
                          </a:lnTo>
                          <a:lnTo>
                            <a:pt x="2004" y="556"/>
                          </a:lnTo>
                          <a:lnTo>
                            <a:pt x="2006" y="514"/>
                          </a:lnTo>
                          <a:lnTo>
                            <a:pt x="2009" y="523"/>
                          </a:lnTo>
                          <a:lnTo>
                            <a:pt x="2011" y="551"/>
                          </a:lnTo>
                          <a:lnTo>
                            <a:pt x="2013" y="524"/>
                          </a:lnTo>
                          <a:lnTo>
                            <a:pt x="2016" y="531"/>
                          </a:lnTo>
                          <a:lnTo>
                            <a:pt x="2018" y="536"/>
                          </a:lnTo>
                          <a:lnTo>
                            <a:pt x="2021" y="530"/>
                          </a:lnTo>
                          <a:lnTo>
                            <a:pt x="2023" y="546"/>
                          </a:lnTo>
                          <a:lnTo>
                            <a:pt x="2025" y="540"/>
                          </a:lnTo>
                          <a:lnTo>
                            <a:pt x="2028" y="523"/>
                          </a:lnTo>
                          <a:lnTo>
                            <a:pt x="2030" y="557"/>
                          </a:lnTo>
                          <a:lnTo>
                            <a:pt x="2033" y="547"/>
                          </a:lnTo>
                          <a:lnTo>
                            <a:pt x="2035" y="543"/>
                          </a:lnTo>
                          <a:lnTo>
                            <a:pt x="2038" y="559"/>
                          </a:lnTo>
                          <a:lnTo>
                            <a:pt x="2040" y="551"/>
                          </a:lnTo>
                          <a:lnTo>
                            <a:pt x="2042" y="546"/>
                          </a:lnTo>
                          <a:lnTo>
                            <a:pt x="2045" y="559"/>
                          </a:lnTo>
                          <a:lnTo>
                            <a:pt x="2047" y="576"/>
                          </a:lnTo>
                          <a:lnTo>
                            <a:pt x="2050" y="558"/>
                          </a:lnTo>
                          <a:lnTo>
                            <a:pt x="2052" y="565"/>
                          </a:lnTo>
                          <a:lnTo>
                            <a:pt x="2054" y="581"/>
                          </a:lnTo>
                          <a:lnTo>
                            <a:pt x="2057" y="577"/>
                          </a:lnTo>
                          <a:lnTo>
                            <a:pt x="2059" y="576"/>
                          </a:lnTo>
                          <a:lnTo>
                            <a:pt x="2062" y="579"/>
                          </a:lnTo>
                          <a:lnTo>
                            <a:pt x="2064" y="578"/>
                          </a:lnTo>
                          <a:lnTo>
                            <a:pt x="2066" y="585"/>
                          </a:lnTo>
                          <a:lnTo>
                            <a:pt x="2069" y="580"/>
                          </a:lnTo>
                          <a:lnTo>
                            <a:pt x="2071" y="590"/>
                          </a:lnTo>
                          <a:lnTo>
                            <a:pt x="2074" y="597"/>
                          </a:lnTo>
                          <a:lnTo>
                            <a:pt x="2076" y="581"/>
                          </a:lnTo>
                          <a:lnTo>
                            <a:pt x="2078" y="597"/>
                          </a:lnTo>
                          <a:lnTo>
                            <a:pt x="2081" y="606"/>
                          </a:lnTo>
                          <a:lnTo>
                            <a:pt x="2083" y="573"/>
                          </a:lnTo>
                          <a:lnTo>
                            <a:pt x="2086" y="602"/>
                          </a:lnTo>
                          <a:lnTo>
                            <a:pt x="2088" y="600"/>
                          </a:lnTo>
                          <a:lnTo>
                            <a:pt x="2091" y="595"/>
                          </a:lnTo>
                          <a:lnTo>
                            <a:pt x="2093" y="600"/>
                          </a:lnTo>
                          <a:lnTo>
                            <a:pt x="2095" y="600"/>
                          </a:lnTo>
                          <a:lnTo>
                            <a:pt x="2098" y="601"/>
                          </a:lnTo>
                          <a:lnTo>
                            <a:pt x="2100" y="583"/>
                          </a:lnTo>
                          <a:lnTo>
                            <a:pt x="2103" y="598"/>
                          </a:lnTo>
                          <a:lnTo>
                            <a:pt x="2105" y="596"/>
                          </a:lnTo>
                          <a:lnTo>
                            <a:pt x="2107" y="589"/>
                          </a:lnTo>
                          <a:lnTo>
                            <a:pt x="2110" y="607"/>
                          </a:lnTo>
                          <a:lnTo>
                            <a:pt x="2112" y="598"/>
                          </a:lnTo>
                          <a:lnTo>
                            <a:pt x="2115" y="594"/>
                          </a:lnTo>
                          <a:lnTo>
                            <a:pt x="2117" y="612"/>
                          </a:lnTo>
                          <a:lnTo>
                            <a:pt x="2119" y="602"/>
                          </a:lnTo>
                          <a:lnTo>
                            <a:pt x="2122" y="598"/>
                          </a:lnTo>
                          <a:lnTo>
                            <a:pt x="2124" y="618"/>
                          </a:lnTo>
                          <a:lnTo>
                            <a:pt x="2127" y="612"/>
                          </a:lnTo>
                          <a:lnTo>
                            <a:pt x="2129" y="568"/>
                          </a:lnTo>
                          <a:lnTo>
                            <a:pt x="2131" y="620"/>
                          </a:lnTo>
                          <a:lnTo>
                            <a:pt x="2134" y="617"/>
                          </a:lnTo>
                          <a:lnTo>
                            <a:pt x="2136" y="561"/>
                          </a:lnTo>
                          <a:lnTo>
                            <a:pt x="2139" y="623"/>
                          </a:lnTo>
                          <a:lnTo>
                            <a:pt x="2141" y="624"/>
                          </a:lnTo>
                          <a:lnTo>
                            <a:pt x="2143" y="568"/>
                          </a:lnTo>
                          <a:lnTo>
                            <a:pt x="2146" y="630"/>
                          </a:lnTo>
                          <a:lnTo>
                            <a:pt x="2148" y="637"/>
                          </a:lnTo>
                          <a:lnTo>
                            <a:pt x="2151" y="591"/>
                          </a:lnTo>
                          <a:lnTo>
                            <a:pt x="2153" y="646"/>
                          </a:lnTo>
                          <a:lnTo>
                            <a:pt x="2155" y="652"/>
                          </a:lnTo>
                          <a:lnTo>
                            <a:pt x="2158" y="647"/>
                          </a:lnTo>
                          <a:lnTo>
                            <a:pt x="2160" y="672"/>
                          </a:lnTo>
                          <a:lnTo>
                            <a:pt x="2163" y="668"/>
                          </a:lnTo>
                          <a:lnTo>
                            <a:pt x="2165" y="670"/>
                          </a:lnTo>
                          <a:lnTo>
                            <a:pt x="2166" y="675"/>
                          </a:lnTo>
                        </a:path>
                      </a:pathLst>
                    </a:custGeom>
                    <a:noFill/>
                    <a:ln w="17526" cap="flat">
                      <a:solidFill>
                        <a:srgbClr val="FF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460" name="그룹 459">
                    <a:extLst>
                      <a:ext uri="{FF2B5EF4-FFF2-40B4-BE49-F238E27FC236}">
                        <a16:creationId xmlns:a16="http://schemas.microsoft.com/office/drawing/2014/main" id="{3DD97F7E-8129-4A41-9B14-C60DF7CDE17E}"/>
                      </a:ext>
                    </a:extLst>
                  </p:cNvPr>
                  <p:cNvGrpSpPr/>
                  <p:nvPr/>
                </p:nvGrpSpPr>
                <p:grpSpPr>
                  <a:xfrm>
                    <a:off x="3568263" y="1942390"/>
                    <a:ext cx="3438525" cy="1427163"/>
                    <a:chOff x="5208006" y="2134941"/>
                    <a:chExt cx="3438525" cy="1427163"/>
                  </a:xfrm>
                </p:grpSpPr>
                <p:sp>
                  <p:nvSpPr>
                    <p:cNvPr id="461" name="Freeform 27">
                      <a:extLst>
                        <a:ext uri="{FF2B5EF4-FFF2-40B4-BE49-F238E27FC236}">
                          <a16:creationId xmlns:a16="http://schemas.microsoft.com/office/drawing/2014/main" id="{BF6A92D3-3AEB-4C3E-A812-652EFF5A467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08006" y="2134941"/>
                      <a:ext cx="3438525" cy="1427163"/>
                    </a:xfrm>
                    <a:custGeom>
                      <a:avLst/>
                      <a:gdLst>
                        <a:gd name="T0" fmla="*/ 635 w 2166"/>
                        <a:gd name="T1" fmla="*/ 773 h 899"/>
                        <a:gd name="T2" fmla="*/ 705 w 2166"/>
                        <a:gd name="T3" fmla="*/ 755 h 899"/>
                        <a:gd name="T4" fmla="*/ 775 w 2166"/>
                        <a:gd name="T5" fmla="*/ 743 h 899"/>
                        <a:gd name="T6" fmla="*/ 845 w 2166"/>
                        <a:gd name="T7" fmla="*/ 730 h 899"/>
                        <a:gd name="T8" fmla="*/ 914 w 2166"/>
                        <a:gd name="T9" fmla="*/ 721 h 899"/>
                        <a:gd name="T10" fmla="*/ 984 w 2166"/>
                        <a:gd name="T11" fmla="*/ 732 h 899"/>
                        <a:gd name="T12" fmla="*/ 1054 w 2166"/>
                        <a:gd name="T13" fmla="*/ 737 h 899"/>
                        <a:gd name="T14" fmla="*/ 1123 w 2166"/>
                        <a:gd name="T15" fmla="*/ 721 h 899"/>
                        <a:gd name="T16" fmla="*/ 1193 w 2166"/>
                        <a:gd name="T17" fmla="*/ 715 h 899"/>
                        <a:gd name="T18" fmla="*/ 1263 w 2166"/>
                        <a:gd name="T19" fmla="*/ 704 h 899"/>
                        <a:gd name="T20" fmla="*/ 1333 w 2166"/>
                        <a:gd name="T21" fmla="*/ 696 h 899"/>
                        <a:gd name="T22" fmla="*/ 1402 w 2166"/>
                        <a:gd name="T23" fmla="*/ 711 h 899"/>
                        <a:gd name="T24" fmla="*/ 1472 w 2166"/>
                        <a:gd name="T25" fmla="*/ 687 h 899"/>
                        <a:gd name="T26" fmla="*/ 1542 w 2166"/>
                        <a:gd name="T27" fmla="*/ 688 h 899"/>
                        <a:gd name="T28" fmla="*/ 1612 w 2166"/>
                        <a:gd name="T29" fmla="*/ 300 h 899"/>
                        <a:gd name="T30" fmla="*/ 1681 w 2166"/>
                        <a:gd name="T31" fmla="*/ 162 h 899"/>
                        <a:gd name="T32" fmla="*/ 1751 w 2166"/>
                        <a:gd name="T33" fmla="*/ 236 h 899"/>
                        <a:gd name="T34" fmla="*/ 1821 w 2166"/>
                        <a:gd name="T35" fmla="*/ 434 h 899"/>
                        <a:gd name="T36" fmla="*/ 1891 w 2166"/>
                        <a:gd name="T37" fmla="*/ 488 h 899"/>
                        <a:gd name="T38" fmla="*/ 1960 w 2166"/>
                        <a:gd name="T39" fmla="*/ 618 h 899"/>
                        <a:gd name="T40" fmla="*/ 2030 w 2166"/>
                        <a:gd name="T41" fmla="*/ 606 h 899"/>
                        <a:gd name="T42" fmla="*/ 2100 w 2166"/>
                        <a:gd name="T43" fmla="*/ 678 h 899"/>
                        <a:gd name="T44" fmla="*/ 2166 w 2166"/>
                        <a:gd name="T45" fmla="*/ 687 h 899"/>
                        <a:gd name="T46" fmla="*/ 2100 w 2166"/>
                        <a:gd name="T47" fmla="*/ 541 h 899"/>
                        <a:gd name="T48" fmla="*/ 2030 w 2166"/>
                        <a:gd name="T49" fmla="*/ 571 h 899"/>
                        <a:gd name="T50" fmla="*/ 1960 w 2166"/>
                        <a:gd name="T51" fmla="*/ 424 h 899"/>
                        <a:gd name="T52" fmla="*/ 1891 w 2166"/>
                        <a:gd name="T53" fmla="*/ 382 h 899"/>
                        <a:gd name="T54" fmla="*/ 1821 w 2166"/>
                        <a:gd name="T55" fmla="*/ 206 h 899"/>
                        <a:gd name="T56" fmla="*/ 1751 w 2166"/>
                        <a:gd name="T57" fmla="*/ 153 h 899"/>
                        <a:gd name="T58" fmla="*/ 1681 w 2166"/>
                        <a:gd name="T59" fmla="*/ 65 h 899"/>
                        <a:gd name="T60" fmla="*/ 1612 w 2166"/>
                        <a:gd name="T61" fmla="*/ 67 h 899"/>
                        <a:gd name="T62" fmla="*/ 1542 w 2166"/>
                        <a:gd name="T63" fmla="*/ 630 h 899"/>
                        <a:gd name="T64" fmla="*/ 1472 w 2166"/>
                        <a:gd name="T65" fmla="*/ 629 h 899"/>
                        <a:gd name="T66" fmla="*/ 1402 w 2166"/>
                        <a:gd name="T67" fmla="*/ 631 h 899"/>
                        <a:gd name="T68" fmla="*/ 1333 w 2166"/>
                        <a:gd name="T69" fmla="*/ 650 h 899"/>
                        <a:gd name="T70" fmla="*/ 1263 w 2166"/>
                        <a:gd name="T71" fmla="*/ 659 h 899"/>
                        <a:gd name="T72" fmla="*/ 1193 w 2166"/>
                        <a:gd name="T73" fmla="*/ 670 h 899"/>
                        <a:gd name="T74" fmla="*/ 1123 w 2166"/>
                        <a:gd name="T75" fmla="*/ 674 h 899"/>
                        <a:gd name="T76" fmla="*/ 1054 w 2166"/>
                        <a:gd name="T77" fmla="*/ 688 h 899"/>
                        <a:gd name="T78" fmla="*/ 984 w 2166"/>
                        <a:gd name="T79" fmla="*/ 706 h 899"/>
                        <a:gd name="T80" fmla="*/ 914 w 2166"/>
                        <a:gd name="T81" fmla="*/ 718 h 899"/>
                        <a:gd name="T82" fmla="*/ 845 w 2166"/>
                        <a:gd name="T83" fmla="*/ 700 h 899"/>
                        <a:gd name="T84" fmla="*/ 775 w 2166"/>
                        <a:gd name="T85" fmla="*/ 703 h 899"/>
                        <a:gd name="T86" fmla="*/ 705 w 2166"/>
                        <a:gd name="T87" fmla="*/ 709 h 899"/>
                        <a:gd name="T88" fmla="*/ 635 w 2166"/>
                        <a:gd name="T89" fmla="*/ 730 h 899"/>
                        <a:gd name="T90" fmla="*/ 566 w 2166"/>
                        <a:gd name="T91" fmla="*/ 748 h 899"/>
                        <a:gd name="T92" fmla="*/ 496 w 2166"/>
                        <a:gd name="T93" fmla="*/ 798 h 899"/>
                        <a:gd name="T94" fmla="*/ 426 w 2166"/>
                        <a:gd name="T95" fmla="*/ 862 h 899"/>
                        <a:gd name="T96" fmla="*/ 356 w 2166"/>
                        <a:gd name="T97" fmla="*/ 623 h 899"/>
                        <a:gd name="T98" fmla="*/ 287 w 2166"/>
                        <a:gd name="T99" fmla="*/ 576 h 899"/>
                        <a:gd name="T100" fmla="*/ 217 w 2166"/>
                        <a:gd name="T101" fmla="*/ 580 h 899"/>
                        <a:gd name="T102" fmla="*/ 147 w 2166"/>
                        <a:gd name="T103" fmla="*/ 564 h 899"/>
                        <a:gd name="T104" fmla="*/ 77 w 2166"/>
                        <a:gd name="T105" fmla="*/ 597 h 899"/>
                        <a:gd name="T106" fmla="*/ 8 w 2166"/>
                        <a:gd name="T107" fmla="*/ 553 h 899"/>
                        <a:gd name="T108" fmla="*/ 60 w 2166"/>
                        <a:gd name="T109" fmla="*/ 740 h 899"/>
                        <a:gd name="T110" fmla="*/ 130 w 2166"/>
                        <a:gd name="T111" fmla="*/ 690 h 899"/>
                        <a:gd name="T112" fmla="*/ 200 w 2166"/>
                        <a:gd name="T113" fmla="*/ 780 h 899"/>
                        <a:gd name="T114" fmla="*/ 270 w 2166"/>
                        <a:gd name="T115" fmla="*/ 706 h 899"/>
                        <a:gd name="T116" fmla="*/ 339 w 2166"/>
                        <a:gd name="T117" fmla="*/ 704 h 899"/>
                        <a:gd name="T118" fmla="*/ 409 w 2166"/>
                        <a:gd name="T119" fmla="*/ 885 h 899"/>
                        <a:gd name="T120" fmla="*/ 479 w 2166"/>
                        <a:gd name="T121" fmla="*/ 850 h 899"/>
                        <a:gd name="T122" fmla="*/ 549 w 2166"/>
                        <a:gd name="T123" fmla="*/ 816 h 8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2166" h="899">
                          <a:moveTo>
                            <a:pt x="568" y="806"/>
                          </a:moveTo>
                          <a:lnTo>
                            <a:pt x="570" y="806"/>
                          </a:lnTo>
                          <a:lnTo>
                            <a:pt x="573" y="804"/>
                          </a:lnTo>
                          <a:lnTo>
                            <a:pt x="575" y="801"/>
                          </a:lnTo>
                          <a:lnTo>
                            <a:pt x="578" y="801"/>
                          </a:lnTo>
                          <a:lnTo>
                            <a:pt x="580" y="799"/>
                          </a:lnTo>
                          <a:lnTo>
                            <a:pt x="582" y="794"/>
                          </a:lnTo>
                          <a:lnTo>
                            <a:pt x="585" y="796"/>
                          </a:lnTo>
                          <a:lnTo>
                            <a:pt x="587" y="795"/>
                          </a:lnTo>
                          <a:lnTo>
                            <a:pt x="590" y="793"/>
                          </a:lnTo>
                          <a:lnTo>
                            <a:pt x="592" y="795"/>
                          </a:lnTo>
                          <a:lnTo>
                            <a:pt x="594" y="793"/>
                          </a:lnTo>
                          <a:lnTo>
                            <a:pt x="597" y="793"/>
                          </a:lnTo>
                          <a:lnTo>
                            <a:pt x="599" y="791"/>
                          </a:lnTo>
                          <a:lnTo>
                            <a:pt x="601" y="788"/>
                          </a:lnTo>
                          <a:lnTo>
                            <a:pt x="604" y="788"/>
                          </a:lnTo>
                          <a:lnTo>
                            <a:pt x="606" y="788"/>
                          </a:lnTo>
                          <a:lnTo>
                            <a:pt x="609" y="788"/>
                          </a:lnTo>
                          <a:lnTo>
                            <a:pt x="611" y="788"/>
                          </a:lnTo>
                          <a:lnTo>
                            <a:pt x="613" y="787"/>
                          </a:lnTo>
                          <a:lnTo>
                            <a:pt x="616" y="788"/>
                          </a:lnTo>
                          <a:lnTo>
                            <a:pt x="618" y="782"/>
                          </a:lnTo>
                          <a:lnTo>
                            <a:pt x="621" y="781"/>
                          </a:lnTo>
                          <a:lnTo>
                            <a:pt x="623" y="779"/>
                          </a:lnTo>
                          <a:lnTo>
                            <a:pt x="625" y="776"/>
                          </a:lnTo>
                          <a:lnTo>
                            <a:pt x="628" y="775"/>
                          </a:lnTo>
                          <a:lnTo>
                            <a:pt x="630" y="774"/>
                          </a:lnTo>
                          <a:lnTo>
                            <a:pt x="633" y="772"/>
                          </a:lnTo>
                          <a:lnTo>
                            <a:pt x="635" y="773"/>
                          </a:lnTo>
                          <a:lnTo>
                            <a:pt x="637" y="771"/>
                          </a:lnTo>
                          <a:lnTo>
                            <a:pt x="640" y="771"/>
                          </a:lnTo>
                          <a:lnTo>
                            <a:pt x="642" y="771"/>
                          </a:lnTo>
                          <a:lnTo>
                            <a:pt x="645" y="769"/>
                          </a:lnTo>
                          <a:lnTo>
                            <a:pt x="647" y="769"/>
                          </a:lnTo>
                          <a:lnTo>
                            <a:pt x="649" y="771"/>
                          </a:lnTo>
                          <a:lnTo>
                            <a:pt x="652" y="770"/>
                          </a:lnTo>
                          <a:lnTo>
                            <a:pt x="654" y="769"/>
                          </a:lnTo>
                          <a:lnTo>
                            <a:pt x="657" y="769"/>
                          </a:lnTo>
                          <a:lnTo>
                            <a:pt x="659" y="768"/>
                          </a:lnTo>
                          <a:lnTo>
                            <a:pt x="662" y="765"/>
                          </a:lnTo>
                          <a:lnTo>
                            <a:pt x="664" y="763"/>
                          </a:lnTo>
                          <a:lnTo>
                            <a:pt x="666" y="761"/>
                          </a:lnTo>
                          <a:lnTo>
                            <a:pt x="669" y="760"/>
                          </a:lnTo>
                          <a:lnTo>
                            <a:pt x="671" y="756"/>
                          </a:lnTo>
                          <a:lnTo>
                            <a:pt x="674" y="754"/>
                          </a:lnTo>
                          <a:lnTo>
                            <a:pt x="676" y="754"/>
                          </a:lnTo>
                          <a:lnTo>
                            <a:pt x="678" y="751"/>
                          </a:lnTo>
                          <a:lnTo>
                            <a:pt x="681" y="755"/>
                          </a:lnTo>
                          <a:lnTo>
                            <a:pt x="683" y="755"/>
                          </a:lnTo>
                          <a:lnTo>
                            <a:pt x="686" y="752"/>
                          </a:lnTo>
                          <a:lnTo>
                            <a:pt x="688" y="755"/>
                          </a:lnTo>
                          <a:lnTo>
                            <a:pt x="690" y="753"/>
                          </a:lnTo>
                          <a:lnTo>
                            <a:pt x="693" y="752"/>
                          </a:lnTo>
                          <a:lnTo>
                            <a:pt x="695" y="754"/>
                          </a:lnTo>
                          <a:lnTo>
                            <a:pt x="698" y="752"/>
                          </a:lnTo>
                          <a:lnTo>
                            <a:pt x="700" y="754"/>
                          </a:lnTo>
                          <a:lnTo>
                            <a:pt x="703" y="755"/>
                          </a:lnTo>
                          <a:lnTo>
                            <a:pt x="705" y="755"/>
                          </a:lnTo>
                          <a:lnTo>
                            <a:pt x="707" y="753"/>
                          </a:lnTo>
                          <a:lnTo>
                            <a:pt x="710" y="750"/>
                          </a:lnTo>
                          <a:lnTo>
                            <a:pt x="712" y="746"/>
                          </a:lnTo>
                          <a:lnTo>
                            <a:pt x="715" y="748"/>
                          </a:lnTo>
                          <a:lnTo>
                            <a:pt x="717" y="749"/>
                          </a:lnTo>
                          <a:lnTo>
                            <a:pt x="719" y="749"/>
                          </a:lnTo>
                          <a:lnTo>
                            <a:pt x="722" y="751"/>
                          </a:lnTo>
                          <a:lnTo>
                            <a:pt x="724" y="750"/>
                          </a:lnTo>
                          <a:lnTo>
                            <a:pt x="727" y="752"/>
                          </a:lnTo>
                          <a:lnTo>
                            <a:pt x="729" y="753"/>
                          </a:lnTo>
                          <a:lnTo>
                            <a:pt x="731" y="751"/>
                          </a:lnTo>
                          <a:lnTo>
                            <a:pt x="734" y="753"/>
                          </a:lnTo>
                          <a:lnTo>
                            <a:pt x="736" y="753"/>
                          </a:lnTo>
                          <a:lnTo>
                            <a:pt x="739" y="751"/>
                          </a:lnTo>
                          <a:lnTo>
                            <a:pt x="741" y="754"/>
                          </a:lnTo>
                          <a:lnTo>
                            <a:pt x="743" y="753"/>
                          </a:lnTo>
                          <a:lnTo>
                            <a:pt x="746" y="752"/>
                          </a:lnTo>
                          <a:lnTo>
                            <a:pt x="748" y="754"/>
                          </a:lnTo>
                          <a:lnTo>
                            <a:pt x="751" y="751"/>
                          </a:lnTo>
                          <a:lnTo>
                            <a:pt x="753" y="747"/>
                          </a:lnTo>
                          <a:lnTo>
                            <a:pt x="756" y="747"/>
                          </a:lnTo>
                          <a:lnTo>
                            <a:pt x="758" y="743"/>
                          </a:lnTo>
                          <a:lnTo>
                            <a:pt x="760" y="742"/>
                          </a:lnTo>
                          <a:lnTo>
                            <a:pt x="763" y="745"/>
                          </a:lnTo>
                          <a:lnTo>
                            <a:pt x="765" y="743"/>
                          </a:lnTo>
                          <a:lnTo>
                            <a:pt x="768" y="744"/>
                          </a:lnTo>
                          <a:lnTo>
                            <a:pt x="770" y="744"/>
                          </a:lnTo>
                          <a:lnTo>
                            <a:pt x="772" y="743"/>
                          </a:lnTo>
                          <a:lnTo>
                            <a:pt x="775" y="743"/>
                          </a:lnTo>
                          <a:lnTo>
                            <a:pt x="777" y="744"/>
                          </a:lnTo>
                          <a:lnTo>
                            <a:pt x="780" y="741"/>
                          </a:lnTo>
                          <a:lnTo>
                            <a:pt x="782" y="742"/>
                          </a:lnTo>
                          <a:lnTo>
                            <a:pt x="784" y="742"/>
                          </a:lnTo>
                          <a:lnTo>
                            <a:pt x="787" y="740"/>
                          </a:lnTo>
                          <a:lnTo>
                            <a:pt x="789" y="739"/>
                          </a:lnTo>
                          <a:lnTo>
                            <a:pt x="792" y="736"/>
                          </a:lnTo>
                          <a:lnTo>
                            <a:pt x="794" y="734"/>
                          </a:lnTo>
                          <a:lnTo>
                            <a:pt x="797" y="733"/>
                          </a:lnTo>
                          <a:lnTo>
                            <a:pt x="799" y="731"/>
                          </a:lnTo>
                          <a:lnTo>
                            <a:pt x="801" y="730"/>
                          </a:lnTo>
                          <a:lnTo>
                            <a:pt x="804" y="731"/>
                          </a:lnTo>
                          <a:lnTo>
                            <a:pt x="806" y="731"/>
                          </a:lnTo>
                          <a:lnTo>
                            <a:pt x="809" y="734"/>
                          </a:lnTo>
                          <a:lnTo>
                            <a:pt x="811" y="732"/>
                          </a:lnTo>
                          <a:lnTo>
                            <a:pt x="813" y="734"/>
                          </a:lnTo>
                          <a:lnTo>
                            <a:pt x="816" y="734"/>
                          </a:lnTo>
                          <a:lnTo>
                            <a:pt x="818" y="733"/>
                          </a:lnTo>
                          <a:lnTo>
                            <a:pt x="821" y="733"/>
                          </a:lnTo>
                          <a:lnTo>
                            <a:pt x="823" y="734"/>
                          </a:lnTo>
                          <a:lnTo>
                            <a:pt x="825" y="732"/>
                          </a:lnTo>
                          <a:lnTo>
                            <a:pt x="828" y="735"/>
                          </a:lnTo>
                          <a:lnTo>
                            <a:pt x="830" y="735"/>
                          </a:lnTo>
                          <a:lnTo>
                            <a:pt x="833" y="731"/>
                          </a:lnTo>
                          <a:lnTo>
                            <a:pt x="835" y="734"/>
                          </a:lnTo>
                          <a:lnTo>
                            <a:pt x="837" y="732"/>
                          </a:lnTo>
                          <a:lnTo>
                            <a:pt x="840" y="730"/>
                          </a:lnTo>
                          <a:lnTo>
                            <a:pt x="842" y="731"/>
                          </a:lnTo>
                          <a:lnTo>
                            <a:pt x="845" y="730"/>
                          </a:lnTo>
                          <a:lnTo>
                            <a:pt x="847" y="728"/>
                          </a:lnTo>
                          <a:lnTo>
                            <a:pt x="849" y="730"/>
                          </a:lnTo>
                          <a:lnTo>
                            <a:pt x="852" y="731"/>
                          </a:lnTo>
                          <a:lnTo>
                            <a:pt x="854" y="729"/>
                          </a:lnTo>
                          <a:lnTo>
                            <a:pt x="856" y="731"/>
                          </a:lnTo>
                          <a:lnTo>
                            <a:pt x="859" y="731"/>
                          </a:lnTo>
                          <a:lnTo>
                            <a:pt x="861" y="728"/>
                          </a:lnTo>
                          <a:lnTo>
                            <a:pt x="864" y="730"/>
                          </a:lnTo>
                          <a:lnTo>
                            <a:pt x="866" y="729"/>
                          </a:lnTo>
                          <a:lnTo>
                            <a:pt x="868" y="726"/>
                          </a:lnTo>
                          <a:lnTo>
                            <a:pt x="871" y="730"/>
                          </a:lnTo>
                          <a:lnTo>
                            <a:pt x="873" y="728"/>
                          </a:lnTo>
                          <a:lnTo>
                            <a:pt x="876" y="726"/>
                          </a:lnTo>
                          <a:lnTo>
                            <a:pt x="878" y="727"/>
                          </a:lnTo>
                          <a:lnTo>
                            <a:pt x="880" y="725"/>
                          </a:lnTo>
                          <a:lnTo>
                            <a:pt x="883" y="723"/>
                          </a:lnTo>
                          <a:lnTo>
                            <a:pt x="885" y="723"/>
                          </a:lnTo>
                          <a:lnTo>
                            <a:pt x="888" y="723"/>
                          </a:lnTo>
                          <a:lnTo>
                            <a:pt x="890" y="721"/>
                          </a:lnTo>
                          <a:lnTo>
                            <a:pt x="892" y="724"/>
                          </a:lnTo>
                          <a:lnTo>
                            <a:pt x="895" y="725"/>
                          </a:lnTo>
                          <a:lnTo>
                            <a:pt x="897" y="724"/>
                          </a:lnTo>
                          <a:lnTo>
                            <a:pt x="900" y="726"/>
                          </a:lnTo>
                          <a:lnTo>
                            <a:pt x="902" y="725"/>
                          </a:lnTo>
                          <a:lnTo>
                            <a:pt x="904" y="726"/>
                          </a:lnTo>
                          <a:lnTo>
                            <a:pt x="907" y="724"/>
                          </a:lnTo>
                          <a:lnTo>
                            <a:pt x="909" y="722"/>
                          </a:lnTo>
                          <a:lnTo>
                            <a:pt x="912" y="722"/>
                          </a:lnTo>
                          <a:lnTo>
                            <a:pt x="914" y="721"/>
                          </a:lnTo>
                          <a:lnTo>
                            <a:pt x="916" y="721"/>
                          </a:lnTo>
                          <a:lnTo>
                            <a:pt x="919" y="721"/>
                          </a:lnTo>
                          <a:lnTo>
                            <a:pt x="921" y="720"/>
                          </a:lnTo>
                          <a:lnTo>
                            <a:pt x="924" y="721"/>
                          </a:lnTo>
                          <a:lnTo>
                            <a:pt x="926" y="721"/>
                          </a:lnTo>
                          <a:lnTo>
                            <a:pt x="929" y="719"/>
                          </a:lnTo>
                          <a:lnTo>
                            <a:pt x="931" y="720"/>
                          </a:lnTo>
                          <a:lnTo>
                            <a:pt x="933" y="722"/>
                          </a:lnTo>
                          <a:lnTo>
                            <a:pt x="936" y="721"/>
                          </a:lnTo>
                          <a:lnTo>
                            <a:pt x="938" y="721"/>
                          </a:lnTo>
                          <a:lnTo>
                            <a:pt x="941" y="721"/>
                          </a:lnTo>
                          <a:lnTo>
                            <a:pt x="943" y="721"/>
                          </a:lnTo>
                          <a:lnTo>
                            <a:pt x="945" y="723"/>
                          </a:lnTo>
                          <a:lnTo>
                            <a:pt x="948" y="721"/>
                          </a:lnTo>
                          <a:lnTo>
                            <a:pt x="950" y="721"/>
                          </a:lnTo>
                          <a:lnTo>
                            <a:pt x="953" y="722"/>
                          </a:lnTo>
                          <a:lnTo>
                            <a:pt x="955" y="720"/>
                          </a:lnTo>
                          <a:lnTo>
                            <a:pt x="957" y="719"/>
                          </a:lnTo>
                          <a:lnTo>
                            <a:pt x="960" y="717"/>
                          </a:lnTo>
                          <a:lnTo>
                            <a:pt x="962" y="717"/>
                          </a:lnTo>
                          <a:lnTo>
                            <a:pt x="965" y="717"/>
                          </a:lnTo>
                          <a:lnTo>
                            <a:pt x="967" y="718"/>
                          </a:lnTo>
                          <a:lnTo>
                            <a:pt x="970" y="722"/>
                          </a:lnTo>
                          <a:lnTo>
                            <a:pt x="972" y="724"/>
                          </a:lnTo>
                          <a:lnTo>
                            <a:pt x="974" y="723"/>
                          </a:lnTo>
                          <a:lnTo>
                            <a:pt x="977" y="726"/>
                          </a:lnTo>
                          <a:lnTo>
                            <a:pt x="979" y="726"/>
                          </a:lnTo>
                          <a:lnTo>
                            <a:pt x="982" y="730"/>
                          </a:lnTo>
                          <a:lnTo>
                            <a:pt x="984" y="732"/>
                          </a:lnTo>
                          <a:lnTo>
                            <a:pt x="986" y="732"/>
                          </a:lnTo>
                          <a:lnTo>
                            <a:pt x="989" y="733"/>
                          </a:lnTo>
                          <a:lnTo>
                            <a:pt x="991" y="729"/>
                          </a:lnTo>
                          <a:lnTo>
                            <a:pt x="994" y="727"/>
                          </a:lnTo>
                          <a:lnTo>
                            <a:pt x="996" y="727"/>
                          </a:lnTo>
                          <a:lnTo>
                            <a:pt x="998" y="723"/>
                          </a:lnTo>
                          <a:lnTo>
                            <a:pt x="1001" y="727"/>
                          </a:lnTo>
                          <a:lnTo>
                            <a:pt x="1003" y="727"/>
                          </a:lnTo>
                          <a:lnTo>
                            <a:pt x="1006" y="728"/>
                          </a:lnTo>
                          <a:lnTo>
                            <a:pt x="1008" y="732"/>
                          </a:lnTo>
                          <a:lnTo>
                            <a:pt x="1010" y="731"/>
                          </a:lnTo>
                          <a:lnTo>
                            <a:pt x="1013" y="732"/>
                          </a:lnTo>
                          <a:lnTo>
                            <a:pt x="1015" y="734"/>
                          </a:lnTo>
                          <a:lnTo>
                            <a:pt x="1018" y="734"/>
                          </a:lnTo>
                          <a:lnTo>
                            <a:pt x="1020" y="736"/>
                          </a:lnTo>
                          <a:lnTo>
                            <a:pt x="1023" y="735"/>
                          </a:lnTo>
                          <a:lnTo>
                            <a:pt x="1025" y="734"/>
                          </a:lnTo>
                          <a:lnTo>
                            <a:pt x="1027" y="732"/>
                          </a:lnTo>
                          <a:lnTo>
                            <a:pt x="1030" y="730"/>
                          </a:lnTo>
                          <a:lnTo>
                            <a:pt x="1032" y="728"/>
                          </a:lnTo>
                          <a:lnTo>
                            <a:pt x="1035" y="727"/>
                          </a:lnTo>
                          <a:lnTo>
                            <a:pt x="1037" y="728"/>
                          </a:lnTo>
                          <a:lnTo>
                            <a:pt x="1039" y="730"/>
                          </a:lnTo>
                          <a:lnTo>
                            <a:pt x="1042" y="730"/>
                          </a:lnTo>
                          <a:lnTo>
                            <a:pt x="1044" y="733"/>
                          </a:lnTo>
                          <a:lnTo>
                            <a:pt x="1047" y="734"/>
                          </a:lnTo>
                          <a:lnTo>
                            <a:pt x="1049" y="735"/>
                          </a:lnTo>
                          <a:lnTo>
                            <a:pt x="1051" y="736"/>
                          </a:lnTo>
                          <a:lnTo>
                            <a:pt x="1054" y="737"/>
                          </a:lnTo>
                          <a:lnTo>
                            <a:pt x="1056" y="737"/>
                          </a:lnTo>
                          <a:lnTo>
                            <a:pt x="1059" y="739"/>
                          </a:lnTo>
                          <a:lnTo>
                            <a:pt x="1061" y="738"/>
                          </a:lnTo>
                          <a:lnTo>
                            <a:pt x="1064" y="736"/>
                          </a:lnTo>
                          <a:lnTo>
                            <a:pt x="1066" y="731"/>
                          </a:lnTo>
                          <a:lnTo>
                            <a:pt x="1068" y="727"/>
                          </a:lnTo>
                          <a:lnTo>
                            <a:pt x="1071" y="724"/>
                          </a:lnTo>
                          <a:lnTo>
                            <a:pt x="1073" y="724"/>
                          </a:lnTo>
                          <a:lnTo>
                            <a:pt x="1076" y="724"/>
                          </a:lnTo>
                          <a:lnTo>
                            <a:pt x="1078" y="724"/>
                          </a:lnTo>
                          <a:lnTo>
                            <a:pt x="1080" y="727"/>
                          </a:lnTo>
                          <a:lnTo>
                            <a:pt x="1083" y="727"/>
                          </a:lnTo>
                          <a:lnTo>
                            <a:pt x="1085" y="726"/>
                          </a:lnTo>
                          <a:lnTo>
                            <a:pt x="1088" y="727"/>
                          </a:lnTo>
                          <a:lnTo>
                            <a:pt x="1090" y="727"/>
                          </a:lnTo>
                          <a:lnTo>
                            <a:pt x="1092" y="726"/>
                          </a:lnTo>
                          <a:lnTo>
                            <a:pt x="1095" y="728"/>
                          </a:lnTo>
                          <a:lnTo>
                            <a:pt x="1097" y="726"/>
                          </a:lnTo>
                          <a:lnTo>
                            <a:pt x="1099" y="724"/>
                          </a:lnTo>
                          <a:lnTo>
                            <a:pt x="1102" y="725"/>
                          </a:lnTo>
                          <a:lnTo>
                            <a:pt x="1104" y="721"/>
                          </a:lnTo>
                          <a:lnTo>
                            <a:pt x="1107" y="721"/>
                          </a:lnTo>
                          <a:lnTo>
                            <a:pt x="1109" y="720"/>
                          </a:lnTo>
                          <a:lnTo>
                            <a:pt x="1111" y="717"/>
                          </a:lnTo>
                          <a:lnTo>
                            <a:pt x="1114" y="721"/>
                          </a:lnTo>
                          <a:lnTo>
                            <a:pt x="1116" y="720"/>
                          </a:lnTo>
                          <a:lnTo>
                            <a:pt x="1119" y="720"/>
                          </a:lnTo>
                          <a:lnTo>
                            <a:pt x="1121" y="723"/>
                          </a:lnTo>
                          <a:lnTo>
                            <a:pt x="1123" y="721"/>
                          </a:lnTo>
                          <a:lnTo>
                            <a:pt x="1126" y="723"/>
                          </a:lnTo>
                          <a:lnTo>
                            <a:pt x="1128" y="723"/>
                          </a:lnTo>
                          <a:lnTo>
                            <a:pt x="1131" y="721"/>
                          </a:lnTo>
                          <a:lnTo>
                            <a:pt x="1133" y="723"/>
                          </a:lnTo>
                          <a:lnTo>
                            <a:pt x="1135" y="722"/>
                          </a:lnTo>
                          <a:lnTo>
                            <a:pt x="1138" y="720"/>
                          </a:lnTo>
                          <a:lnTo>
                            <a:pt x="1140" y="718"/>
                          </a:lnTo>
                          <a:lnTo>
                            <a:pt x="1143" y="716"/>
                          </a:lnTo>
                          <a:lnTo>
                            <a:pt x="1145" y="717"/>
                          </a:lnTo>
                          <a:lnTo>
                            <a:pt x="1147" y="717"/>
                          </a:lnTo>
                          <a:lnTo>
                            <a:pt x="1150" y="717"/>
                          </a:lnTo>
                          <a:lnTo>
                            <a:pt x="1152" y="718"/>
                          </a:lnTo>
                          <a:lnTo>
                            <a:pt x="1155" y="718"/>
                          </a:lnTo>
                          <a:lnTo>
                            <a:pt x="1157" y="719"/>
                          </a:lnTo>
                          <a:lnTo>
                            <a:pt x="1159" y="719"/>
                          </a:lnTo>
                          <a:lnTo>
                            <a:pt x="1162" y="718"/>
                          </a:lnTo>
                          <a:lnTo>
                            <a:pt x="1164" y="722"/>
                          </a:lnTo>
                          <a:lnTo>
                            <a:pt x="1167" y="721"/>
                          </a:lnTo>
                          <a:lnTo>
                            <a:pt x="1169" y="721"/>
                          </a:lnTo>
                          <a:lnTo>
                            <a:pt x="1171" y="722"/>
                          </a:lnTo>
                          <a:lnTo>
                            <a:pt x="1174" y="718"/>
                          </a:lnTo>
                          <a:lnTo>
                            <a:pt x="1176" y="718"/>
                          </a:lnTo>
                          <a:lnTo>
                            <a:pt x="1179" y="718"/>
                          </a:lnTo>
                          <a:lnTo>
                            <a:pt x="1181" y="718"/>
                          </a:lnTo>
                          <a:lnTo>
                            <a:pt x="1183" y="717"/>
                          </a:lnTo>
                          <a:lnTo>
                            <a:pt x="1186" y="716"/>
                          </a:lnTo>
                          <a:lnTo>
                            <a:pt x="1188" y="716"/>
                          </a:lnTo>
                          <a:lnTo>
                            <a:pt x="1191" y="717"/>
                          </a:lnTo>
                          <a:lnTo>
                            <a:pt x="1193" y="715"/>
                          </a:lnTo>
                          <a:lnTo>
                            <a:pt x="1196" y="718"/>
                          </a:lnTo>
                          <a:lnTo>
                            <a:pt x="1198" y="718"/>
                          </a:lnTo>
                          <a:lnTo>
                            <a:pt x="1200" y="719"/>
                          </a:lnTo>
                          <a:lnTo>
                            <a:pt x="1203" y="721"/>
                          </a:lnTo>
                          <a:lnTo>
                            <a:pt x="1205" y="717"/>
                          </a:lnTo>
                          <a:lnTo>
                            <a:pt x="1208" y="714"/>
                          </a:lnTo>
                          <a:lnTo>
                            <a:pt x="1210" y="713"/>
                          </a:lnTo>
                          <a:lnTo>
                            <a:pt x="1212" y="709"/>
                          </a:lnTo>
                          <a:lnTo>
                            <a:pt x="1215" y="709"/>
                          </a:lnTo>
                          <a:lnTo>
                            <a:pt x="1217" y="709"/>
                          </a:lnTo>
                          <a:lnTo>
                            <a:pt x="1220" y="708"/>
                          </a:lnTo>
                          <a:lnTo>
                            <a:pt x="1222" y="710"/>
                          </a:lnTo>
                          <a:lnTo>
                            <a:pt x="1224" y="709"/>
                          </a:lnTo>
                          <a:lnTo>
                            <a:pt x="1227" y="709"/>
                          </a:lnTo>
                          <a:lnTo>
                            <a:pt x="1229" y="709"/>
                          </a:lnTo>
                          <a:lnTo>
                            <a:pt x="1232" y="709"/>
                          </a:lnTo>
                          <a:lnTo>
                            <a:pt x="1234" y="711"/>
                          </a:lnTo>
                          <a:lnTo>
                            <a:pt x="1237" y="710"/>
                          </a:lnTo>
                          <a:lnTo>
                            <a:pt x="1239" y="713"/>
                          </a:lnTo>
                          <a:lnTo>
                            <a:pt x="1241" y="714"/>
                          </a:lnTo>
                          <a:lnTo>
                            <a:pt x="1244" y="708"/>
                          </a:lnTo>
                          <a:lnTo>
                            <a:pt x="1246" y="708"/>
                          </a:lnTo>
                          <a:lnTo>
                            <a:pt x="1249" y="704"/>
                          </a:lnTo>
                          <a:lnTo>
                            <a:pt x="1251" y="701"/>
                          </a:lnTo>
                          <a:lnTo>
                            <a:pt x="1253" y="704"/>
                          </a:lnTo>
                          <a:lnTo>
                            <a:pt x="1256" y="703"/>
                          </a:lnTo>
                          <a:lnTo>
                            <a:pt x="1258" y="706"/>
                          </a:lnTo>
                          <a:lnTo>
                            <a:pt x="1261" y="706"/>
                          </a:lnTo>
                          <a:lnTo>
                            <a:pt x="1263" y="704"/>
                          </a:lnTo>
                          <a:lnTo>
                            <a:pt x="1265" y="705"/>
                          </a:lnTo>
                          <a:lnTo>
                            <a:pt x="1268" y="703"/>
                          </a:lnTo>
                          <a:lnTo>
                            <a:pt x="1270" y="705"/>
                          </a:lnTo>
                          <a:lnTo>
                            <a:pt x="1273" y="705"/>
                          </a:lnTo>
                          <a:lnTo>
                            <a:pt x="1275" y="706"/>
                          </a:lnTo>
                          <a:lnTo>
                            <a:pt x="1277" y="704"/>
                          </a:lnTo>
                          <a:lnTo>
                            <a:pt x="1280" y="706"/>
                          </a:lnTo>
                          <a:lnTo>
                            <a:pt x="1282" y="706"/>
                          </a:lnTo>
                          <a:lnTo>
                            <a:pt x="1285" y="704"/>
                          </a:lnTo>
                          <a:lnTo>
                            <a:pt x="1287" y="706"/>
                          </a:lnTo>
                          <a:lnTo>
                            <a:pt x="1290" y="705"/>
                          </a:lnTo>
                          <a:lnTo>
                            <a:pt x="1292" y="706"/>
                          </a:lnTo>
                          <a:lnTo>
                            <a:pt x="1294" y="706"/>
                          </a:lnTo>
                          <a:lnTo>
                            <a:pt x="1297" y="704"/>
                          </a:lnTo>
                          <a:lnTo>
                            <a:pt x="1299" y="706"/>
                          </a:lnTo>
                          <a:lnTo>
                            <a:pt x="1302" y="703"/>
                          </a:lnTo>
                          <a:lnTo>
                            <a:pt x="1304" y="703"/>
                          </a:lnTo>
                          <a:lnTo>
                            <a:pt x="1306" y="703"/>
                          </a:lnTo>
                          <a:lnTo>
                            <a:pt x="1309" y="701"/>
                          </a:lnTo>
                          <a:lnTo>
                            <a:pt x="1311" y="703"/>
                          </a:lnTo>
                          <a:lnTo>
                            <a:pt x="1314" y="702"/>
                          </a:lnTo>
                          <a:lnTo>
                            <a:pt x="1316" y="703"/>
                          </a:lnTo>
                          <a:lnTo>
                            <a:pt x="1318" y="703"/>
                          </a:lnTo>
                          <a:lnTo>
                            <a:pt x="1321" y="703"/>
                          </a:lnTo>
                          <a:lnTo>
                            <a:pt x="1323" y="705"/>
                          </a:lnTo>
                          <a:lnTo>
                            <a:pt x="1326" y="700"/>
                          </a:lnTo>
                          <a:lnTo>
                            <a:pt x="1328" y="701"/>
                          </a:lnTo>
                          <a:lnTo>
                            <a:pt x="1331" y="701"/>
                          </a:lnTo>
                          <a:lnTo>
                            <a:pt x="1333" y="696"/>
                          </a:lnTo>
                          <a:lnTo>
                            <a:pt x="1335" y="701"/>
                          </a:lnTo>
                          <a:lnTo>
                            <a:pt x="1338" y="700"/>
                          </a:lnTo>
                          <a:lnTo>
                            <a:pt x="1340" y="698"/>
                          </a:lnTo>
                          <a:lnTo>
                            <a:pt x="1342" y="700"/>
                          </a:lnTo>
                          <a:lnTo>
                            <a:pt x="1345" y="698"/>
                          </a:lnTo>
                          <a:lnTo>
                            <a:pt x="1347" y="699"/>
                          </a:lnTo>
                          <a:lnTo>
                            <a:pt x="1350" y="700"/>
                          </a:lnTo>
                          <a:lnTo>
                            <a:pt x="1352" y="700"/>
                          </a:lnTo>
                          <a:lnTo>
                            <a:pt x="1354" y="703"/>
                          </a:lnTo>
                          <a:lnTo>
                            <a:pt x="1357" y="703"/>
                          </a:lnTo>
                          <a:lnTo>
                            <a:pt x="1359" y="705"/>
                          </a:lnTo>
                          <a:lnTo>
                            <a:pt x="1362" y="706"/>
                          </a:lnTo>
                          <a:lnTo>
                            <a:pt x="1364" y="704"/>
                          </a:lnTo>
                          <a:lnTo>
                            <a:pt x="1366" y="701"/>
                          </a:lnTo>
                          <a:lnTo>
                            <a:pt x="1369" y="697"/>
                          </a:lnTo>
                          <a:lnTo>
                            <a:pt x="1371" y="703"/>
                          </a:lnTo>
                          <a:lnTo>
                            <a:pt x="1374" y="705"/>
                          </a:lnTo>
                          <a:lnTo>
                            <a:pt x="1376" y="703"/>
                          </a:lnTo>
                          <a:lnTo>
                            <a:pt x="1378" y="706"/>
                          </a:lnTo>
                          <a:lnTo>
                            <a:pt x="1381" y="705"/>
                          </a:lnTo>
                          <a:lnTo>
                            <a:pt x="1383" y="707"/>
                          </a:lnTo>
                          <a:lnTo>
                            <a:pt x="1386" y="709"/>
                          </a:lnTo>
                          <a:lnTo>
                            <a:pt x="1388" y="708"/>
                          </a:lnTo>
                          <a:lnTo>
                            <a:pt x="1390" y="707"/>
                          </a:lnTo>
                          <a:lnTo>
                            <a:pt x="1393" y="709"/>
                          </a:lnTo>
                          <a:lnTo>
                            <a:pt x="1395" y="707"/>
                          </a:lnTo>
                          <a:lnTo>
                            <a:pt x="1398" y="710"/>
                          </a:lnTo>
                          <a:lnTo>
                            <a:pt x="1400" y="711"/>
                          </a:lnTo>
                          <a:lnTo>
                            <a:pt x="1402" y="711"/>
                          </a:lnTo>
                          <a:lnTo>
                            <a:pt x="1405" y="709"/>
                          </a:lnTo>
                          <a:lnTo>
                            <a:pt x="1407" y="705"/>
                          </a:lnTo>
                          <a:lnTo>
                            <a:pt x="1410" y="704"/>
                          </a:lnTo>
                          <a:lnTo>
                            <a:pt x="1412" y="702"/>
                          </a:lnTo>
                          <a:lnTo>
                            <a:pt x="1414" y="697"/>
                          </a:lnTo>
                          <a:lnTo>
                            <a:pt x="1417" y="699"/>
                          </a:lnTo>
                          <a:lnTo>
                            <a:pt x="1419" y="697"/>
                          </a:lnTo>
                          <a:lnTo>
                            <a:pt x="1422" y="698"/>
                          </a:lnTo>
                          <a:lnTo>
                            <a:pt x="1424" y="701"/>
                          </a:lnTo>
                          <a:lnTo>
                            <a:pt x="1426" y="699"/>
                          </a:lnTo>
                          <a:lnTo>
                            <a:pt x="1429" y="701"/>
                          </a:lnTo>
                          <a:lnTo>
                            <a:pt x="1431" y="700"/>
                          </a:lnTo>
                          <a:lnTo>
                            <a:pt x="1434" y="698"/>
                          </a:lnTo>
                          <a:lnTo>
                            <a:pt x="1436" y="703"/>
                          </a:lnTo>
                          <a:lnTo>
                            <a:pt x="1438" y="702"/>
                          </a:lnTo>
                          <a:lnTo>
                            <a:pt x="1441" y="701"/>
                          </a:lnTo>
                          <a:lnTo>
                            <a:pt x="1443" y="701"/>
                          </a:lnTo>
                          <a:lnTo>
                            <a:pt x="1446" y="695"/>
                          </a:lnTo>
                          <a:lnTo>
                            <a:pt x="1448" y="693"/>
                          </a:lnTo>
                          <a:lnTo>
                            <a:pt x="1450" y="689"/>
                          </a:lnTo>
                          <a:lnTo>
                            <a:pt x="1453" y="686"/>
                          </a:lnTo>
                          <a:lnTo>
                            <a:pt x="1455" y="688"/>
                          </a:lnTo>
                          <a:lnTo>
                            <a:pt x="1458" y="687"/>
                          </a:lnTo>
                          <a:lnTo>
                            <a:pt x="1460" y="689"/>
                          </a:lnTo>
                          <a:lnTo>
                            <a:pt x="1463" y="688"/>
                          </a:lnTo>
                          <a:lnTo>
                            <a:pt x="1465" y="688"/>
                          </a:lnTo>
                          <a:lnTo>
                            <a:pt x="1467" y="688"/>
                          </a:lnTo>
                          <a:lnTo>
                            <a:pt x="1470" y="686"/>
                          </a:lnTo>
                          <a:lnTo>
                            <a:pt x="1472" y="687"/>
                          </a:lnTo>
                          <a:lnTo>
                            <a:pt x="1475" y="688"/>
                          </a:lnTo>
                          <a:lnTo>
                            <a:pt x="1477" y="682"/>
                          </a:lnTo>
                          <a:lnTo>
                            <a:pt x="1479" y="681"/>
                          </a:lnTo>
                          <a:lnTo>
                            <a:pt x="1482" y="679"/>
                          </a:lnTo>
                          <a:lnTo>
                            <a:pt x="1484" y="675"/>
                          </a:lnTo>
                          <a:lnTo>
                            <a:pt x="1487" y="674"/>
                          </a:lnTo>
                          <a:lnTo>
                            <a:pt x="1489" y="675"/>
                          </a:lnTo>
                          <a:lnTo>
                            <a:pt x="1491" y="677"/>
                          </a:lnTo>
                          <a:lnTo>
                            <a:pt x="1494" y="678"/>
                          </a:lnTo>
                          <a:lnTo>
                            <a:pt x="1496" y="678"/>
                          </a:lnTo>
                          <a:lnTo>
                            <a:pt x="1499" y="680"/>
                          </a:lnTo>
                          <a:lnTo>
                            <a:pt x="1501" y="681"/>
                          </a:lnTo>
                          <a:lnTo>
                            <a:pt x="1504" y="683"/>
                          </a:lnTo>
                          <a:lnTo>
                            <a:pt x="1506" y="684"/>
                          </a:lnTo>
                          <a:lnTo>
                            <a:pt x="1508" y="685"/>
                          </a:lnTo>
                          <a:lnTo>
                            <a:pt x="1511" y="684"/>
                          </a:lnTo>
                          <a:lnTo>
                            <a:pt x="1513" y="680"/>
                          </a:lnTo>
                          <a:lnTo>
                            <a:pt x="1516" y="679"/>
                          </a:lnTo>
                          <a:lnTo>
                            <a:pt x="1518" y="678"/>
                          </a:lnTo>
                          <a:lnTo>
                            <a:pt x="1520" y="675"/>
                          </a:lnTo>
                          <a:lnTo>
                            <a:pt x="1523" y="678"/>
                          </a:lnTo>
                          <a:lnTo>
                            <a:pt x="1525" y="679"/>
                          </a:lnTo>
                          <a:lnTo>
                            <a:pt x="1528" y="680"/>
                          </a:lnTo>
                          <a:lnTo>
                            <a:pt x="1530" y="681"/>
                          </a:lnTo>
                          <a:lnTo>
                            <a:pt x="1532" y="681"/>
                          </a:lnTo>
                          <a:lnTo>
                            <a:pt x="1535" y="683"/>
                          </a:lnTo>
                          <a:lnTo>
                            <a:pt x="1537" y="683"/>
                          </a:lnTo>
                          <a:lnTo>
                            <a:pt x="1540" y="685"/>
                          </a:lnTo>
                          <a:lnTo>
                            <a:pt x="1542" y="688"/>
                          </a:lnTo>
                          <a:lnTo>
                            <a:pt x="1544" y="685"/>
                          </a:lnTo>
                          <a:lnTo>
                            <a:pt x="1547" y="685"/>
                          </a:lnTo>
                          <a:lnTo>
                            <a:pt x="1549" y="682"/>
                          </a:lnTo>
                          <a:lnTo>
                            <a:pt x="1552" y="680"/>
                          </a:lnTo>
                          <a:lnTo>
                            <a:pt x="1554" y="682"/>
                          </a:lnTo>
                          <a:lnTo>
                            <a:pt x="1557" y="680"/>
                          </a:lnTo>
                          <a:lnTo>
                            <a:pt x="1559" y="685"/>
                          </a:lnTo>
                          <a:lnTo>
                            <a:pt x="1561" y="683"/>
                          </a:lnTo>
                          <a:lnTo>
                            <a:pt x="1564" y="684"/>
                          </a:lnTo>
                          <a:lnTo>
                            <a:pt x="1566" y="686"/>
                          </a:lnTo>
                          <a:lnTo>
                            <a:pt x="1569" y="683"/>
                          </a:lnTo>
                          <a:lnTo>
                            <a:pt x="1571" y="687"/>
                          </a:lnTo>
                          <a:lnTo>
                            <a:pt x="1573" y="694"/>
                          </a:lnTo>
                          <a:lnTo>
                            <a:pt x="1576" y="690"/>
                          </a:lnTo>
                          <a:lnTo>
                            <a:pt x="1578" y="673"/>
                          </a:lnTo>
                          <a:lnTo>
                            <a:pt x="1581" y="632"/>
                          </a:lnTo>
                          <a:lnTo>
                            <a:pt x="1583" y="553"/>
                          </a:lnTo>
                          <a:lnTo>
                            <a:pt x="1585" y="450"/>
                          </a:lnTo>
                          <a:lnTo>
                            <a:pt x="1588" y="391"/>
                          </a:lnTo>
                          <a:lnTo>
                            <a:pt x="1590" y="331"/>
                          </a:lnTo>
                          <a:lnTo>
                            <a:pt x="1593" y="267"/>
                          </a:lnTo>
                          <a:lnTo>
                            <a:pt x="1595" y="269"/>
                          </a:lnTo>
                          <a:lnTo>
                            <a:pt x="1597" y="260"/>
                          </a:lnTo>
                          <a:lnTo>
                            <a:pt x="1600" y="250"/>
                          </a:lnTo>
                          <a:lnTo>
                            <a:pt x="1602" y="283"/>
                          </a:lnTo>
                          <a:lnTo>
                            <a:pt x="1605" y="280"/>
                          </a:lnTo>
                          <a:lnTo>
                            <a:pt x="1607" y="284"/>
                          </a:lnTo>
                          <a:lnTo>
                            <a:pt x="1609" y="315"/>
                          </a:lnTo>
                          <a:lnTo>
                            <a:pt x="1612" y="300"/>
                          </a:lnTo>
                          <a:lnTo>
                            <a:pt x="1614" y="304"/>
                          </a:lnTo>
                          <a:lnTo>
                            <a:pt x="1617" y="316"/>
                          </a:lnTo>
                          <a:lnTo>
                            <a:pt x="1619" y="284"/>
                          </a:lnTo>
                          <a:lnTo>
                            <a:pt x="1621" y="280"/>
                          </a:lnTo>
                          <a:lnTo>
                            <a:pt x="1624" y="295"/>
                          </a:lnTo>
                          <a:lnTo>
                            <a:pt x="1626" y="276"/>
                          </a:lnTo>
                          <a:lnTo>
                            <a:pt x="1629" y="262"/>
                          </a:lnTo>
                          <a:lnTo>
                            <a:pt x="1631" y="284"/>
                          </a:lnTo>
                          <a:lnTo>
                            <a:pt x="1633" y="260"/>
                          </a:lnTo>
                          <a:lnTo>
                            <a:pt x="1636" y="250"/>
                          </a:lnTo>
                          <a:lnTo>
                            <a:pt x="1638" y="256"/>
                          </a:lnTo>
                          <a:lnTo>
                            <a:pt x="1641" y="237"/>
                          </a:lnTo>
                          <a:lnTo>
                            <a:pt x="1643" y="235"/>
                          </a:lnTo>
                          <a:lnTo>
                            <a:pt x="1645" y="207"/>
                          </a:lnTo>
                          <a:lnTo>
                            <a:pt x="1648" y="212"/>
                          </a:lnTo>
                          <a:lnTo>
                            <a:pt x="1650" y="223"/>
                          </a:lnTo>
                          <a:lnTo>
                            <a:pt x="1653" y="180"/>
                          </a:lnTo>
                          <a:lnTo>
                            <a:pt x="1655" y="183"/>
                          </a:lnTo>
                          <a:lnTo>
                            <a:pt x="1657" y="215"/>
                          </a:lnTo>
                          <a:lnTo>
                            <a:pt x="1660" y="171"/>
                          </a:lnTo>
                          <a:lnTo>
                            <a:pt x="1662" y="163"/>
                          </a:lnTo>
                          <a:lnTo>
                            <a:pt x="1665" y="209"/>
                          </a:lnTo>
                          <a:lnTo>
                            <a:pt x="1667" y="161"/>
                          </a:lnTo>
                          <a:lnTo>
                            <a:pt x="1669" y="170"/>
                          </a:lnTo>
                          <a:lnTo>
                            <a:pt x="1672" y="205"/>
                          </a:lnTo>
                          <a:lnTo>
                            <a:pt x="1674" y="158"/>
                          </a:lnTo>
                          <a:lnTo>
                            <a:pt x="1677" y="174"/>
                          </a:lnTo>
                          <a:lnTo>
                            <a:pt x="1679" y="152"/>
                          </a:lnTo>
                          <a:lnTo>
                            <a:pt x="1681" y="162"/>
                          </a:lnTo>
                          <a:lnTo>
                            <a:pt x="1684" y="185"/>
                          </a:lnTo>
                          <a:lnTo>
                            <a:pt x="1686" y="124"/>
                          </a:lnTo>
                          <a:lnTo>
                            <a:pt x="1689" y="174"/>
                          </a:lnTo>
                          <a:lnTo>
                            <a:pt x="1691" y="201"/>
                          </a:lnTo>
                          <a:lnTo>
                            <a:pt x="1693" y="134"/>
                          </a:lnTo>
                          <a:lnTo>
                            <a:pt x="1696" y="191"/>
                          </a:lnTo>
                          <a:lnTo>
                            <a:pt x="1698" y="218"/>
                          </a:lnTo>
                          <a:lnTo>
                            <a:pt x="1701" y="161"/>
                          </a:lnTo>
                          <a:lnTo>
                            <a:pt x="1703" y="209"/>
                          </a:lnTo>
                          <a:lnTo>
                            <a:pt x="1705" y="247"/>
                          </a:lnTo>
                          <a:lnTo>
                            <a:pt x="1708" y="186"/>
                          </a:lnTo>
                          <a:lnTo>
                            <a:pt x="1710" y="233"/>
                          </a:lnTo>
                          <a:lnTo>
                            <a:pt x="1713" y="267"/>
                          </a:lnTo>
                          <a:lnTo>
                            <a:pt x="1715" y="186"/>
                          </a:lnTo>
                          <a:lnTo>
                            <a:pt x="1717" y="246"/>
                          </a:lnTo>
                          <a:lnTo>
                            <a:pt x="1720" y="279"/>
                          </a:lnTo>
                          <a:lnTo>
                            <a:pt x="1722" y="192"/>
                          </a:lnTo>
                          <a:lnTo>
                            <a:pt x="1725" y="252"/>
                          </a:lnTo>
                          <a:lnTo>
                            <a:pt x="1727" y="295"/>
                          </a:lnTo>
                          <a:lnTo>
                            <a:pt x="1730" y="200"/>
                          </a:lnTo>
                          <a:lnTo>
                            <a:pt x="1732" y="258"/>
                          </a:lnTo>
                          <a:lnTo>
                            <a:pt x="1734" y="310"/>
                          </a:lnTo>
                          <a:lnTo>
                            <a:pt x="1737" y="218"/>
                          </a:lnTo>
                          <a:lnTo>
                            <a:pt x="1739" y="267"/>
                          </a:lnTo>
                          <a:lnTo>
                            <a:pt x="1742" y="317"/>
                          </a:lnTo>
                          <a:lnTo>
                            <a:pt x="1744" y="233"/>
                          </a:lnTo>
                          <a:lnTo>
                            <a:pt x="1746" y="285"/>
                          </a:lnTo>
                          <a:lnTo>
                            <a:pt x="1749" y="330"/>
                          </a:lnTo>
                          <a:lnTo>
                            <a:pt x="1751" y="236"/>
                          </a:lnTo>
                          <a:lnTo>
                            <a:pt x="1754" y="286"/>
                          </a:lnTo>
                          <a:lnTo>
                            <a:pt x="1756" y="338"/>
                          </a:lnTo>
                          <a:lnTo>
                            <a:pt x="1758" y="237"/>
                          </a:lnTo>
                          <a:lnTo>
                            <a:pt x="1761" y="289"/>
                          </a:lnTo>
                          <a:lnTo>
                            <a:pt x="1763" y="338"/>
                          </a:lnTo>
                          <a:lnTo>
                            <a:pt x="1766" y="244"/>
                          </a:lnTo>
                          <a:lnTo>
                            <a:pt x="1768" y="299"/>
                          </a:lnTo>
                          <a:lnTo>
                            <a:pt x="1771" y="344"/>
                          </a:lnTo>
                          <a:lnTo>
                            <a:pt x="1773" y="270"/>
                          </a:lnTo>
                          <a:lnTo>
                            <a:pt x="1775" y="315"/>
                          </a:lnTo>
                          <a:lnTo>
                            <a:pt x="1778" y="352"/>
                          </a:lnTo>
                          <a:lnTo>
                            <a:pt x="1780" y="297"/>
                          </a:lnTo>
                          <a:lnTo>
                            <a:pt x="1783" y="321"/>
                          </a:lnTo>
                          <a:lnTo>
                            <a:pt x="1785" y="368"/>
                          </a:lnTo>
                          <a:lnTo>
                            <a:pt x="1787" y="310"/>
                          </a:lnTo>
                          <a:lnTo>
                            <a:pt x="1790" y="323"/>
                          </a:lnTo>
                          <a:lnTo>
                            <a:pt x="1792" y="389"/>
                          </a:lnTo>
                          <a:lnTo>
                            <a:pt x="1795" y="321"/>
                          </a:lnTo>
                          <a:lnTo>
                            <a:pt x="1797" y="347"/>
                          </a:lnTo>
                          <a:lnTo>
                            <a:pt x="1799" y="405"/>
                          </a:lnTo>
                          <a:lnTo>
                            <a:pt x="1802" y="335"/>
                          </a:lnTo>
                          <a:lnTo>
                            <a:pt x="1804" y="379"/>
                          </a:lnTo>
                          <a:lnTo>
                            <a:pt x="1807" y="408"/>
                          </a:lnTo>
                          <a:lnTo>
                            <a:pt x="1809" y="346"/>
                          </a:lnTo>
                          <a:lnTo>
                            <a:pt x="1811" y="405"/>
                          </a:lnTo>
                          <a:lnTo>
                            <a:pt x="1814" y="407"/>
                          </a:lnTo>
                          <a:lnTo>
                            <a:pt x="1816" y="395"/>
                          </a:lnTo>
                          <a:lnTo>
                            <a:pt x="1819" y="421"/>
                          </a:lnTo>
                          <a:lnTo>
                            <a:pt x="1821" y="434"/>
                          </a:lnTo>
                          <a:lnTo>
                            <a:pt x="1824" y="402"/>
                          </a:lnTo>
                          <a:lnTo>
                            <a:pt x="1826" y="433"/>
                          </a:lnTo>
                          <a:lnTo>
                            <a:pt x="1828" y="452"/>
                          </a:lnTo>
                          <a:lnTo>
                            <a:pt x="1831" y="404"/>
                          </a:lnTo>
                          <a:lnTo>
                            <a:pt x="1833" y="448"/>
                          </a:lnTo>
                          <a:lnTo>
                            <a:pt x="1836" y="465"/>
                          </a:lnTo>
                          <a:lnTo>
                            <a:pt x="1838" y="405"/>
                          </a:lnTo>
                          <a:lnTo>
                            <a:pt x="1840" y="454"/>
                          </a:lnTo>
                          <a:lnTo>
                            <a:pt x="1843" y="465"/>
                          </a:lnTo>
                          <a:lnTo>
                            <a:pt x="1845" y="416"/>
                          </a:lnTo>
                          <a:lnTo>
                            <a:pt x="1848" y="463"/>
                          </a:lnTo>
                          <a:lnTo>
                            <a:pt x="1850" y="464"/>
                          </a:lnTo>
                          <a:lnTo>
                            <a:pt x="1852" y="504"/>
                          </a:lnTo>
                          <a:lnTo>
                            <a:pt x="1855" y="474"/>
                          </a:lnTo>
                          <a:lnTo>
                            <a:pt x="1857" y="464"/>
                          </a:lnTo>
                          <a:lnTo>
                            <a:pt x="1860" y="533"/>
                          </a:lnTo>
                          <a:lnTo>
                            <a:pt x="1862" y="484"/>
                          </a:lnTo>
                          <a:lnTo>
                            <a:pt x="1864" y="485"/>
                          </a:lnTo>
                          <a:lnTo>
                            <a:pt x="1867" y="548"/>
                          </a:lnTo>
                          <a:lnTo>
                            <a:pt x="1869" y="492"/>
                          </a:lnTo>
                          <a:lnTo>
                            <a:pt x="1872" y="574"/>
                          </a:lnTo>
                          <a:lnTo>
                            <a:pt x="1874" y="544"/>
                          </a:lnTo>
                          <a:lnTo>
                            <a:pt x="1876" y="488"/>
                          </a:lnTo>
                          <a:lnTo>
                            <a:pt x="1879" y="568"/>
                          </a:lnTo>
                          <a:lnTo>
                            <a:pt x="1881" y="589"/>
                          </a:lnTo>
                          <a:lnTo>
                            <a:pt x="1884" y="498"/>
                          </a:lnTo>
                          <a:lnTo>
                            <a:pt x="1886" y="537"/>
                          </a:lnTo>
                          <a:lnTo>
                            <a:pt x="1888" y="596"/>
                          </a:lnTo>
                          <a:lnTo>
                            <a:pt x="1891" y="488"/>
                          </a:lnTo>
                          <a:lnTo>
                            <a:pt x="1893" y="533"/>
                          </a:lnTo>
                          <a:lnTo>
                            <a:pt x="1896" y="599"/>
                          </a:lnTo>
                          <a:lnTo>
                            <a:pt x="1898" y="470"/>
                          </a:lnTo>
                          <a:lnTo>
                            <a:pt x="1900" y="522"/>
                          </a:lnTo>
                          <a:lnTo>
                            <a:pt x="1903" y="586"/>
                          </a:lnTo>
                          <a:lnTo>
                            <a:pt x="1905" y="473"/>
                          </a:lnTo>
                          <a:lnTo>
                            <a:pt x="1908" y="534"/>
                          </a:lnTo>
                          <a:lnTo>
                            <a:pt x="1910" y="561"/>
                          </a:lnTo>
                          <a:lnTo>
                            <a:pt x="1912" y="487"/>
                          </a:lnTo>
                          <a:lnTo>
                            <a:pt x="1915" y="554"/>
                          </a:lnTo>
                          <a:lnTo>
                            <a:pt x="1917" y="555"/>
                          </a:lnTo>
                          <a:lnTo>
                            <a:pt x="1920" y="505"/>
                          </a:lnTo>
                          <a:lnTo>
                            <a:pt x="1922" y="569"/>
                          </a:lnTo>
                          <a:lnTo>
                            <a:pt x="1924" y="571"/>
                          </a:lnTo>
                          <a:lnTo>
                            <a:pt x="1927" y="514"/>
                          </a:lnTo>
                          <a:lnTo>
                            <a:pt x="1929" y="573"/>
                          </a:lnTo>
                          <a:lnTo>
                            <a:pt x="1932" y="604"/>
                          </a:lnTo>
                          <a:lnTo>
                            <a:pt x="1934" y="513"/>
                          </a:lnTo>
                          <a:lnTo>
                            <a:pt x="1936" y="560"/>
                          </a:lnTo>
                          <a:lnTo>
                            <a:pt x="1939" y="635"/>
                          </a:lnTo>
                          <a:lnTo>
                            <a:pt x="1941" y="511"/>
                          </a:lnTo>
                          <a:lnTo>
                            <a:pt x="1944" y="554"/>
                          </a:lnTo>
                          <a:lnTo>
                            <a:pt x="1946" y="643"/>
                          </a:lnTo>
                          <a:lnTo>
                            <a:pt x="1948" y="513"/>
                          </a:lnTo>
                          <a:lnTo>
                            <a:pt x="1951" y="563"/>
                          </a:lnTo>
                          <a:lnTo>
                            <a:pt x="1953" y="648"/>
                          </a:lnTo>
                          <a:lnTo>
                            <a:pt x="1956" y="536"/>
                          </a:lnTo>
                          <a:lnTo>
                            <a:pt x="1958" y="571"/>
                          </a:lnTo>
                          <a:lnTo>
                            <a:pt x="1960" y="618"/>
                          </a:lnTo>
                          <a:lnTo>
                            <a:pt x="1963" y="594"/>
                          </a:lnTo>
                          <a:lnTo>
                            <a:pt x="1965" y="569"/>
                          </a:lnTo>
                          <a:lnTo>
                            <a:pt x="1968" y="623"/>
                          </a:lnTo>
                          <a:lnTo>
                            <a:pt x="1970" y="590"/>
                          </a:lnTo>
                          <a:lnTo>
                            <a:pt x="1972" y="571"/>
                          </a:lnTo>
                          <a:lnTo>
                            <a:pt x="1975" y="641"/>
                          </a:lnTo>
                          <a:lnTo>
                            <a:pt x="1977" y="591"/>
                          </a:lnTo>
                          <a:lnTo>
                            <a:pt x="1980" y="573"/>
                          </a:lnTo>
                          <a:lnTo>
                            <a:pt x="1982" y="657"/>
                          </a:lnTo>
                          <a:lnTo>
                            <a:pt x="1984" y="602"/>
                          </a:lnTo>
                          <a:lnTo>
                            <a:pt x="1987" y="590"/>
                          </a:lnTo>
                          <a:lnTo>
                            <a:pt x="1989" y="673"/>
                          </a:lnTo>
                          <a:lnTo>
                            <a:pt x="1992" y="616"/>
                          </a:lnTo>
                          <a:lnTo>
                            <a:pt x="1994" y="589"/>
                          </a:lnTo>
                          <a:lnTo>
                            <a:pt x="1997" y="664"/>
                          </a:lnTo>
                          <a:lnTo>
                            <a:pt x="1999" y="614"/>
                          </a:lnTo>
                          <a:lnTo>
                            <a:pt x="2001" y="578"/>
                          </a:lnTo>
                          <a:lnTo>
                            <a:pt x="2004" y="635"/>
                          </a:lnTo>
                          <a:lnTo>
                            <a:pt x="2006" y="625"/>
                          </a:lnTo>
                          <a:lnTo>
                            <a:pt x="2009" y="558"/>
                          </a:lnTo>
                          <a:lnTo>
                            <a:pt x="2011" y="642"/>
                          </a:lnTo>
                          <a:lnTo>
                            <a:pt x="2013" y="635"/>
                          </a:lnTo>
                          <a:lnTo>
                            <a:pt x="2016" y="580"/>
                          </a:lnTo>
                          <a:lnTo>
                            <a:pt x="2018" y="651"/>
                          </a:lnTo>
                          <a:lnTo>
                            <a:pt x="2021" y="619"/>
                          </a:lnTo>
                          <a:lnTo>
                            <a:pt x="2023" y="595"/>
                          </a:lnTo>
                          <a:lnTo>
                            <a:pt x="2025" y="663"/>
                          </a:lnTo>
                          <a:lnTo>
                            <a:pt x="2028" y="600"/>
                          </a:lnTo>
                          <a:lnTo>
                            <a:pt x="2030" y="606"/>
                          </a:lnTo>
                          <a:lnTo>
                            <a:pt x="2033" y="677"/>
                          </a:lnTo>
                          <a:lnTo>
                            <a:pt x="2035" y="652"/>
                          </a:lnTo>
                          <a:lnTo>
                            <a:pt x="2038" y="609"/>
                          </a:lnTo>
                          <a:lnTo>
                            <a:pt x="2040" y="672"/>
                          </a:lnTo>
                          <a:lnTo>
                            <a:pt x="2042" y="674"/>
                          </a:lnTo>
                          <a:lnTo>
                            <a:pt x="2045" y="609"/>
                          </a:lnTo>
                          <a:lnTo>
                            <a:pt x="2047" y="665"/>
                          </a:lnTo>
                          <a:lnTo>
                            <a:pt x="2050" y="694"/>
                          </a:lnTo>
                          <a:lnTo>
                            <a:pt x="2052" y="619"/>
                          </a:lnTo>
                          <a:lnTo>
                            <a:pt x="2054" y="686"/>
                          </a:lnTo>
                          <a:lnTo>
                            <a:pt x="2057" y="717"/>
                          </a:lnTo>
                          <a:lnTo>
                            <a:pt x="2059" y="631"/>
                          </a:lnTo>
                          <a:lnTo>
                            <a:pt x="2062" y="703"/>
                          </a:lnTo>
                          <a:lnTo>
                            <a:pt x="2064" y="723"/>
                          </a:lnTo>
                          <a:lnTo>
                            <a:pt x="2066" y="632"/>
                          </a:lnTo>
                          <a:lnTo>
                            <a:pt x="2069" y="713"/>
                          </a:lnTo>
                          <a:lnTo>
                            <a:pt x="2071" y="732"/>
                          </a:lnTo>
                          <a:lnTo>
                            <a:pt x="2074" y="645"/>
                          </a:lnTo>
                          <a:lnTo>
                            <a:pt x="2076" y="723"/>
                          </a:lnTo>
                          <a:lnTo>
                            <a:pt x="2078" y="733"/>
                          </a:lnTo>
                          <a:lnTo>
                            <a:pt x="2081" y="659"/>
                          </a:lnTo>
                          <a:lnTo>
                            <a:pt x="2083" y="699"/>
                          </a:lnTo>
                          <a:lnTo>
                            <a:pt x="2086" y="732"/>
                          </a:lnTo>
                          <a:lnTo>
                            <a:pt x="2088" y="638"/>
                          </a:lnTo>
                          <a:lnTo>
                            <a:pt x="2091" y="684"/>
                          </a:lnTo>
                          <a:lnTo>
                            <a:pt x="2093" y="714"/>
                          </a:lnTo>
                          <a:lnTo>
                            <a:pt x="2095" y="630"/>
                          </a:lnTo>
                          <a:lnTo>
                            <a:pt x="2098" y="708"/>
                          </a:lnTo>
                          <a:lnTo>
                            <a:pt x="2100" y="678"/>
                          </a:lnTo>
                          <a:lnTo>
                            <a:pt x="2103" y="638"/>
                          </a:lnTo>
                          <a:lnTo>
                            <a:pt x="2105" y="716"/>
                          </a:lnTo>
                          <a:lnTo>
                            <a:pt x="2107" y="673"/>
                          </a:lnTo>
                          <a:lnTo>
                            <a:pt x="2110" y="638"/>
                          </a:lnTo>
                          <a:lnTo>
                            <a:pt x="2112" y="724"/>
                          </a:lnTo>
                          <a:lnTo>
                            <a:pt x="2115" y="700"/>
                          </a:lnTo>
                          <a:lnTo>
                            <a:pt x="2117" y="644"/>
                          </a:lnTo>
                          <a:lnTo>
                            <a:pt x="2119" y="733"/>
                          </a:lnTo>
                          <a:lnTo>
                            <a:pt x="2122" y="711"/>
                          </a:lnTo>
                          <a:lnTo>
                            <a:pt x="2124" y="660"/>
                          </a:lnTo>
                          <a:lnTo>
                            <a:pt x="2127" y="734"/>
                          </a:lnTo>
                          <a:lnTo>
                            <a:pt x="2129" y="637"/>
                          </a:lnTo>
                          <a:lnTo>
                            <a:pt x="2131" y="667"/>
                          </a:lnTo>
                          <a:lnTo>
                            <a:pt x="2134" y="734"/>
                          </a:lnTo>
                          <a:lnTo>
                            <a:pt x="2136" y="603"/>
                          </a:lnTo>
                          <a:lnTo>
                            <a:pt x="2139" y="669"/>
                          </a:lnTo>
                          <a:lnTo>
                            <a:pt x="2141" y="734"/>
                          </a:lnTo>
                          <a:lnTo>
                            <a:pt x="2143" y="616"/>
                          </a:lnTo>
                          <a:lnTo>
                            <a:pt x="2146" y="682"/>
                          </a:lnTo>
                          <a:lnTo>
                            <a:pt x="2148" y="747"/>
                          </a:lnTo>
                          <a:lnTo>
                            <a:pt x="2151" y="638"/>
                          </a:lnTo>
                          <a:lnTo>
                            <a:pt x="2153" y="697"/>
                          </a:lnTo>
                          <a:lnTo>
                            <a:pt x="2155" y="766"/>
                          </a:lnTo>
                          <a:lnTo>
                            <a:pt x="2158" y="704"/>
                          </a:lnTo>
                          <a:lnTo>
                            <a:pt x="2160" y="734"/>
                          </a:lnTo>
                          <a:lnTo>
                            <a:pt x="2163" y="781"/>
                          </a:lnTo>
                          <a:lnTo>
                            <a:pt x="2165" y="734"/>
                          </a:lnTo>
                          <a:lnTo>
                            <a:pt x="2166" y="749"/>
                          </a:lnTo>
                          <a:lnTo>
                            <a:pt x="2166" y="687"/>
                          </a:lnTo>
                          <a:lnTo>
                            <a:pt x="2166" y="651"/>
                          </a:lnTo>
                          <a:lnTo>
                            <a:pt x="2165" y="656"/>
                          </a:lnTo>
                          <a:lnTo>
                            <a:pt x="2163" y="606"/>
                          </a:lnTo>
                          <a:lnTo>
                            <a:pt x="2160" y="661"/>
                          </a:lnTo>
                          <a:lnTo>
                            <a:pt x="2158" y="642"/>
                          </a:lnTo>
                          <a:lnTo>
                            <a:pt x="2155" y="588"/>
                          </a:lnTo>
                          <a:lnTo>
                            <a:pt x="2153" y="648"/>
                          </a:lnTo>
                          <a:lnTo>
                            <a:pt x="2151" y="587"/>
                          </a:lnTo>
                          <a:lnTo>
                            <a:pt x="2148" y="577"/>
                          </a:lnTo>
                          <a:lnTo>
                            <a:pt x="2146" y="627"/>
                          </a:lnTo>
                          <a:lnTo>
                            <a:pt x="2143" y="562"/>
                          </a:lnTo>
                          <a:lnTo>
                            <a:pt x="2141" y="564"/>
                          </a:lnTo>
                          <a:lnTo>
                            <a:pt x="2139" y="626"/>
                          </a:lnTo>
                          <a:lnTo>
                            <a:pt x="2136" y="562"/>
                          </a:lnTo>
                          <a:lnTo>
                            <a:pt x="2134" y="550"/>
                          </a:lnTo>
                          <a:lnTo>
                            <a:pt x="2131" y="622"/>
                          </a:lnTo>
                          <a:lnTo>
                            <a:pt x="2129" y="546"/>
                          </a:lnTo>
                          <a:lnTo>
                            <a:pt x="2127" y="538"/>
                          </a:lnTo>
                          <a:lnTo>
                            <a:pt x="2124" y="627"/>
                          </a:lnTo>
                          <a:lnTo>
                            <a:pt x="2122" y="534"/>
                          </a:lnTo>
                          <a:lnTo>
                            <a:pt x="2119" y="518"/>
                          </a:lnTo>
                          <a:lnTo>
                            <a:pt x="2117" y="631"/>
                          </a:lnTo>
                          <a:lnTo>
                            <a:pt x="2115" y="540"/>
                          </a:lnTo>
                          <a:lnTo>
                            <a:pt x="2112" y="520"/>
                          </a:lnTo>
                          <a:lnTo>
                            <a:pt x="2110" y="628"/>
                          </a:lnTo>
                          <a:lnTo>
                            <a:pt x="2107" y="559"/>
                          </a:lnTo>
                          <a:lnTo>
                            <a:pt x="2105" y="527"/>
                          </a:lnTo>
                          <a:lnTo>
                            <a:pt x="2103" y="609"/>
                          </a:lnTo>
                          <a:lnTo>
                            <a:pt x="2100" y="541"/>
                          </a:lnTo>
                          <a:lnTo>
                            <a:pt x="2098" y="552"/>
                          </a:lnTo>
                          <a:lnTo>
                            <a:pt x="2095" y="622"/>
                          </a:lnTo>
                          <a:lnTo>
                            <a:pt x="2093" y="539"/>
                          </a:lnTo>
                          <a:lnTo>
                            <a:pt x="2091" y="568"/>
                          </a:lnTo>
                          <a:lnTo>
                            <a:pt x="2088" y="617"/>
                          </a:lnTo>
                          <a:lnTo>
                            <a:pt x="2086" y="526"/>
                          </a:lnTo>
                          <a:lnTo>
                            <a:pt x="2083" y="508"/>
                          </a:lnTo>
                          <a:lnTo>
                            <a:pt x="2081" y="609"/>
                          </a:lnTo>
                          <a:lnTo>
                            <a:pt x="2078" y="514"/>
                          </a:lnTo>
                          <a:lnTo>
                            <a:pt x="2076" y="497"/>
                          </a:lnTo>
                          <a:lnTo>
                            <a:pt x="2074" y="607"/>
                          </a:lnTo>
                          <a:lnTo>
                            <a:pt x="2071" y="503"/>
                          </a:lnTo>
                          <a:lnTo>
                            <a:pt x="2069" y="502"/>
                          </a:lnTo>
                          <a:lnTo>
                            <a:pt x="2066" y="596"/>
                          </a:lnTo>
                          <a:lnTo>
                            <a:pt x="2064" y="491"/>
                          </a:lnTo>
                          <a:lnTo>
                            <a:pt x="2062" y="514"/>
                          </a:lnTo>
                          <a:lnTo>
                            <a:pt x="2059" y="577"/>
                          </a:lnTo>
                          <a:lnTo>
                            <a:pt x="2057" y="493"/>
                          </a:lnTo>
                          <a:lnTo>
                            <a:pt x="2054" y="540"/>
                          </a:lnTo>
                          <a:lnTo>
                            <a:pt x="2052" y="569"/>
                          </a:lnTo>
                          <a:lnTo>
                            <a:pt x="2050" y="479"/>
                          </a:lnTo>
                          <a:lnTo>
                            <a:pt x="2047" y="551"/>
                          </a:lnTo>
                          <a:lnTo>
                            <a:pt x="2045" y="565"/>
                          </a:lnTo>
                          <a:lnTo>
                            <a:pt x="2042" y="476"/>
                          </a:lnTo>
                          <a:lnTo>
                            <a:pt x="2040" y="491"/>
                          </a:lnTo>
                          <a:lnTo>
                            <a:pt x="2038" y="569"/>
                          </a:lnTo>
                          <a:lnTo>
                            <a:pt x="2035" y="492"/>
                          </a:lnTo>
                          <a:lnTo>
                            <a:pt x="2033" y="478"/>
                          </a:lnTo>
                          <a:lnTo>
                            <a:pt x="2030" y="571"/>
                          </a:lnTo>
                          <a:lnTo>
                            <a:pt x="2028" y="509"/>
                          </a:lnTo>
                          <a:lnTo>
                            <a:pt x="2025" y="478"/>
                          </a:lnTo>
                          <a:lnTo>
                            <a:pt x="2023" y="557"/>
                          </a:lnTo>
                          <a:lnTo>
                            <a:pt x="2021" y="502"/>
                          </a:lnTo>
                          <a:lnTo>
                            <a:pt x="2018" y="483"/>
                          </a:lnTo>
                          <a:lnTo>
                            <a:pt x="2016" y="542"/>
                          </a:lnTo>
                          <a:lnTo>
                            <a:pt x="2013" y="477"/>
                          </a:lnTo>
                          <a:lnTo>
                            <a:pt x="2011" y="530"/>
                          </a:lnTo>
                          <a:lnTo>
                            <a:pt x="2009" y="551"/>
                          </a:lnTo>
                          <a:lnTo>
                            <a:pt x="2006" y="465"/>
                          </a:lnTo>
                          <a:lnTo>
                            <a:pt x="2004" y="552"/>
                          </a:lnTo>
                          <a:lnTo>
                            <a:pt x="2001" y="538"/>
                          </a:lnTo>
                          <a:lnTo>
                            <a:pt x="1999" y="464"/>
                          </a:lnTo>
                          <a:lnTo>
                            <a:pt x="1997" y="461"/>
                          </a:lnTo>
                          <a:lnTo>
                            <a:pt x="1994" y="518"/>
                          </a:lnTo>
                          <a:lnTo>
                            <a:pt x="1992" y="465"/>
                          </a:lnTo>
                          <a:lnTo>
                            <a:pt x="1989" y="412"/>
                          </a:lnTo>
                          <a:lnTo>
                            <a:pt x="1987" y="491"/>
                          </a:lnTo>
                          <a:lnTo>
                            <a:pt x="1984" y="468"/>
                          </a:lnTo>
                          <a:lnTo>
                            <a:pt x="1982" y="430"/>
                          </a:lnTo>
                          <a:lnTo>
                            <a:pt x="1980" y="495"/>
                          </a:lnTo>
                          <a:lnTo>
                            <a:pt x="1977" y="464"/>
                          </a:lnTo>
                          <a:lnTo>
                            <a:pt x="1975" y="473"/>
                          </a:lnTo>
                          <a:lnTo>
                            <a:pt x="1972" y="487"/>
                          </a:lnTo>
                          <a:lnTo>
                            <a:pt x="1970" y="457"/>
                          </a:lnTo>
                          <a:lnTo>
                            <a:pt x="1968" y="491"/>
                          </a:lnTo>
                          <a:lnTo>
                            <a:pt x="1965" y="476"/>
                          </a:lnTo>
                          <a:lnTo>
                            <a:pt x="1963" y="448"/>
                          </a:lnTo>
                          <a:lnTo>
                            <a:pt x="1960" y="424"/>
                          </a:lnTo>
                          <a:lnTo>
                            <a:pt x="1958" y="486"/>
                          </a:lnTo>
                          <a:lnTo>
                            <a:pt x="1956" y="435"/>
                          </a:lnTo>
                          <a:lnTo>
                            <a:pt x="1953" y="370"/>
                          </a:lnTo>
                          <a:lnTo>
                            <a:pt x="1951" y="474"/>
                          </a:lnTo>
                          <a:lnTo>
                            <a:pt x="1948" y="402"/>
                          </a:lnTo>
                          <a:lnTo>
                            <a:pt x="1946" y="364"/>
                          </a:lnTo>
                          <a:lnTo>
                            <a:pt x="1944" y="474"/>
                          </a:lnTo>
                          <a:lnTo>
                            <a:pt x="1941" y="412"/>
                          </a:lnTo>
                          <a:lnTo>
                            <a:pt x="1939" y="369"/>
                          </a:lnTo>
                          <a:lnTo>
                            <a:pt x="1936" y="473"/>
                          </a:lnTo>
                          <a:lnTo>
                            <a:pt x="1934" y="409"/>
                          </a:lnTo>
                          <a:lnTo>
                            <a:pt x="1932" y="358"/>
                          </a:lnTo>
                          <a:lnTo>
                            <a:pt x="1929" y="465"/>
                          </a:lnTo>
                          <a:lnTo>
                            <a:pt x="1927" y="405"/>
                          </a:lnTo>
                          <a:lnTo>
                            <a:pt x="1924" y="342"/>
                          </a:lnTo>
                          <a:lnTo>
                            <a:pt x="1922" y="454"/>
                          </a:lnTo>
                          <a:lnTo>
                            <a:pt x="1920" y="407"/>
                          </a:lnTo>
                          <a:lnTo>
                            <a:pt x="1917" y="344"/>
                          </a:lnTo>
                          <a:lnTo>
                            <a:pt x="1915" y="411"/>
                          </a:lnTo>
                          <a:lnTo>
                            <a:pt x="1912" y="404"/>
                          </a:lnTo>
                          <a:lnTo>
                            <a:pt x="1910" y="355"/>
                          </a:lnTo>
                          <a:lnTo>
                            <a:pt x="1908" y="418"/>
                          </a:lnTo>
                          <a:lnTo>
                            <a:pt x="1905" y="408"/>
                          </a:lnTo>
                          <a:lnTo>
                            <a:pt x="1903" y="364"/>
                          </a:lnTo>
                          <a:lnTo>
                            <a:pt x="1900" y="440"/>
                          </a:lnTo>
                          <a:lnTo>
                            <a:pt x="1898" y="400"/>
                          </a:lnTo>
                          <a:lnTo>
                            <a:pt x="1896" y="350"/>
                          </a:lnTo>
                          <a:lnTo>
                            <a:pt x="1893" y="434"/>
                          </a:lnTo>
                          <a:lnTo>
                            <a:pt x="1891" y="382"/>
                          </a:lnTo>
                          <a:lnTo>
                            <a:pt x="1888" y="337"/>
                          </a:lnTo>
                          <a:lnTo>
                            <a:pt x="1886" y="424"/>
                          </a:lnTo>
                          <a:lnTo>
                            <a:pt x="1884" y="377"/>
                          </a:lnTo>
                          <a:lnTo>
                            <a:pt x="1881" y="334"/>
                          </a:lnTo>
                          <a:lnTo>
                            <a:pt x="1879" y="345"/>
                          </a:lnTo>
                          <a:lnTo>
                            <a:pt x="1876" y="374"/>
                          </a:lnTo>
                          <a:lnTo>
                            <a:pt x="1874" y="310"/>
                          </a:lnTo>
                          <a:lnTo>
                            <a:pt x="1872" y="298"/>
                          </a:lnTo>
                          <a:lnTo>
                            <a:pt x="1869" y="366"/>
                          </a:lnTo>
                          <a:lnTo>
                            <a:pt x="1867" y="306"/>
                          </a:lnTo>
                          <a:lnTo>
                            <a:pt x="1864" y="284"/>
                          </a:lnTo>
                          <a:lnTo>
                            <a:pt x="1862" y="350"/>
                          </a:lnTo>
                          <a:lnTo>
                            <a:pt x="1860" y="292"/>
                          </a:lnTo>
                          <a:lnTo>
                            <a:pt x="1857" y="295"/>
                          </a:lnTo>
                          <a:lnTo>
                            <a:pt x="1855" y="333"/>
                          </a:lnTo>
                          <a:lnTo>
                            <a:pt x="1852" y="278"/>
                          </a:lnTo>
                          <a:lnTo>
                            <a:pt x="1850" y="266"/>
                          </a:lnTo>
                          <a:lnTo>
                            <a:pt x="1848" y="334"/>
                          </a:lnTo>
                          <a:lnTo>
                            <a:pt x="1845" y="271"/>
                          </a:lnTo>
                          <a:lnTo>
                            <a:pt x="1843" y="199"/>
                          </a:lnTo>
                          <a:lnTo>
                            <a:pt x="1840" y="329"/>
                          </a:lnTo>
                          <a:lnTo>
                            <a:pt x="1838" y="257"/>
                          </a:lnTo>
                          <a:lnTo>
                            <a:pt x="1836" y="197"/>
                          </a:lnTo>
                          <a:lnTo>
                            <a:pt x="1833" y="321"/>
                          </a:lnTo>
                          <a:lnTo>
                            <a:pt x="1831" y="255"/>
                          </a:lnTo>
                          <a:lnTo>
                            <a:pt x="1828" y="199"/>
                          </a:lnTo>
                          <a:lnTo>
                            <a:pt x="1826" y="303"/>
                          </a:lnTo>
                          <a:lnTo>
                            <a:pt x="1824" y="250"/>
                          </a:lnTo>
                          <a:lnTo>
                            <a:pt x="1821" y="206"/>
                          </a:lnTo>
                          <a:lnTo>
                            <a:pt x="1819" y="283"/>
                          </a:lnTo>
                          <a:lnTo>
                            <a:pt x="1816" y="232"/>
                          </a:lnTo>
                          <a:lnTo>
                            <a:pt x="1814" y="185"/>
                          </a:lnTo>
                          <a:lnTo>
                            <a:pt x="1811" y="278"/>
                          </a:lnTo>
                          <a:lnTo>
                            <a:pt x="1809" y="214"/>
                          </a:lnTo>
                          <a:lnTo>
                            <a:pt x="1807" y="152"/>
                          </a:lnTo>
                          <a:lnTo>
                            <a:pt x="1804" y="278"/>
                          </a:lnTo>
                          <a:lnTo>
                            <a:pt x="1802" y="211"/>
                          </a:lnTo>
                          <a:lnTo>
                            <a:pt x="1799" y="149"/>
                          </a:lnTo>
                          <a:lnTo>
                            <a:pt x="1797" y="277"/>
                          </a:lnTo>
                          <a:lnTo>
                            <a:pt x="1795" y="214"/>
                          </a:lnTo>
                          <a:lnTo>
                            <a:pt x="1792" y="162"/>
                          </a:lnTo>
                          <a:lnTo>
                            <a:pt x="1790" y="259"/>
                          </a:lnTo>
                          <a:lnTo>
                            <a:pt x="1787" y="212"/>
                          </a:lnTo>
                          <a:lnTo>
                            <a:pt x="1785" y="171"/>
                          </a:lnTo>
                          <a:lnTo>
                            <a:pt x="1783" y="252"/>
                          </a:lnTo>
                          <a:lnTo>
                            <a:pt x="1780" y="191"/>
                          </a:lnTo>
                          <a:lnTo>
                            <a:pt x="1778" y="131"/>
                          </a:lnTo>
                          <a:lnTo>
                            <a:pt x="1775" y="253"/>
                          </a:lnTo>
                          <a:lnTo>
                            <a:pt x="1773" y="172"/>
                          </a:lnTo>
                          <a:lnTo>
                            <a:pt x="1771" y="100"/>
                          </a:lnTo>
                          <a:lnTo>
                            <a:pt x="1768" y="237"/>
                          </a:lnTo>
                          <a:lnTo>
                            <a:pt x="1766" y="169"/>
                          </a:lnTo>
                          <a:lnTo>
                            <a:pt x="1763" y="83"/>
                          </a:lnTo>
                          <a:lnTo>
                            <a:pt x="1761" y="220"/>
                          </a:lnTo>
                          <a:lnTo>
                            <a:pt x="1758" y="166"/>
                          </a:lnTo>
                          <a:lnTo>
                            <a:pt x="1756" y="71"/>
                          </a:lnTo>
                          <a:lnTo>
                            <a:pt x="1754" y="196"/>
                          </a:lnTo>
                          <a:lnTo>
                            <a:pt x="1751" y="153"/>
                          </a:lnTo>
                          <a:lnTo>
                            <a:pt x="1749" y="60"/>
                          </a:lnTo>
                          <a:lnTo>
                            <a:pt x="1746" y="190"/>
                          </a:lnTo>
                          <a:lnTo>
                            <a:pt x="1744" y="134"/>
                          </a:lnTo>
                          <a:lnTo>
                            <a:pt x="1742" y="42"/>
                          </a:lnTo>
                          <a:lnTo>
                            <a:pt x="1739" y="179"/>
                          </a:lnTo>
                          <a:lnTo>
                            <a:pt x="1737" y="116"/>
                          </a:lnTo>
                          <a:lnTo>
                            <a:pt x="1734" y="32"/>
                          </a:lnTo>
                          <a:lnTo>
                            <a:pt x="1732" y="174"/>
                          </a:lnTo>
                          <a:lnTo>
                            <a:pt x="1730" y="107"/>
                          </a:lnTo>
                          <a:lnTo>
                            <a:pt x="1727" y="20"/>
                          </a:lnTo>
                          <a:lnTo>
                            <a:pt x="1725" y="153"/>
                          </a:lnTo>
                          <a:lnTo>
                            <a:pt x="1722" y="94"/>
                          </a:lnTo>
                          <a:lnTo>
                            <a:pt x="1720" y="7"/>
                          </a:lnTo>
                          <a:lnTo>
                            <a:pt x="1717" y="141"/>
                          </a:lnTo>
                          <a:lnTo>
                            <a:pt x="1715" y="80"/>
                          </a:lnTo>
                          <a:lnTo>
                            <a:pt x="1713" y="3"/>
                          </a:lnTo>
                          <a:lnTo>
                            <a:pt x="1710" y="123"/>
                          </a:lnTo>
                          <a:lnTo>
                            <a:pt x="1708" y="65"/>
                          </a:lnTo>
                          <a:lnTo>
                            <a:pt x="1705" y="0"/>
                          </a:lnTo>
                          <a:lnTo>
                            <a:pt x="1703" y="108"/>
                          </a:lnTo>
                          <a:lnTo>
                            <a:pt x="1701" y="56"/>
                          </a:lnTo>
                          <a:lnTo>
                            <a:pt x="1698" y="12"/>
                          </a:lnTo>
                          <a:lnTo>
                            <a:pt x="1696" y="92"/>
                          </a:lnTo>
                          <a:lnTo>
                            <a:pt x="1693" y="47"/>
                          </a:lnTo>
                          <a:lnTo>
                            <a:pt x="1691" y="12"/>
                          </a:lnTo>
                          <a:lnTo>
                            <a:pt x="1689" y="76"/>
                          </a:lnTo>
                          <a:lnTo>
                            <a:pt x="1686" y="30"/>
                          </a:lnTo>
                          <a:lnTo>
                            <a:pt x="1684" y="4"/>
                          </a:lnTo>
                          <a:lnTo>
                            <a:pt x="1681" y="65"/>
                          </a:lnTo>
                          <a:lnTo>
                            <a:pt x="1679" y="15"/>
                          </a:lnTo>
                          <a:lnTo>
                            <a:pt x="1677" y="25"/>
                          </a:lnTo>
                          <a:lnTo>
                            <a:pt x="1674" y="60"/>
                          </a:lnTo>
                          <a:lnTo>
                            <a:pt x="1672" y="3"/>
                          </a:lnTo>
                          <a:lnTo>
                            <a:pt x="1669" y="46"/>
                          </a:lnTo>
                          <a:lnTo>
                            <a:pt x="1667" y="56"/>
                          </a:lnTo>
                          <a:lnTo>
                            <a:pt x="1665" y="15"/>
                          </a:lnTo>
                          <a:lnTo>
                            <a:pt x="1662" y="74"/>
                          </a:lnTo>
                          <a:lnTo>
                            <a:pt x="1660" y="57"/>
                          </a:lnTo>
                          <a:lnTo>
                            <a:pt x="1657" y="25"/>
                          </a:lnTo>
                          <a:lnTo>
                            <a:pt x="1655" y="88"/>
                          </a:lnTo>
                          <a:lnTo>
                            <a:pt x="1653" y="49"/>
                          </a:lnTo>
                          <a:lnTo>
                            <a:pt x="1650" y="28"/>
                          </a:lnTo>
                          <a:lnTo>
                            <a:pt x="1648" y="85"/>
                          </a:lnTo>
                          <a:lnTo>
                            <a:pt x="1645" y="42"/>
                          </a:lnTo>
                          <a:lnTo>
                            <a:pt x="1643" y="23"/>
                          </a:lnTo>
                          <a:lnTo>
                            <a:pt x="1641" y="85"/>
                          </a:lnTo>
                          <a:lnTo>
                            <a:pt x="1638" y="45"/>
                          </a:lnTo>
                          <a:lnTo>
                            <a:pt x="1636" y="37"/>
                          </a:lnTo>
                          <a:lnTo>
                            <a:pt x="1633" y="100"/>
                          </a:lnTo>
                          <a:lnTo>
                            <a:pt x="1631" y="62"/>
                          </a:lnTo>
                          <a:lnTo>
                            <a:pt x="1629" y="61"/>
                          </a:lnTo>
                          <a:lnTo>
                            <a:pt x="1626" y="113"/>
                          </a:lnTo>
                          <a:lnTo>
                            <a:pt x="1624" y="80"/>
                          </a:lnTo>
                          <a:lnTo>
                            <a:pt x="1621" y="79"/>
                          </a:lnTo>
                          <a:lnTo>
                            <a:pt x="1619" y="103"/>
                          </a:lnTo>
                          <a:lnTo>
                            <a:pt x="1617" y="63"/>
                          </a:lnTo>
                          <a:lnTo>
                            <a:pt x="1614" y="60"/>
                          </a:lnTo>
                          <a:lnTo>
                            <a:pt x="1612" y="67"/>
                          </a:lnTo>
                          <a:lnTo>
                            <a:pt x="1609" y="48"/>
                          </a:lnTo>
                          <a:lnTo>
                            <a:pt x="1607" y="77"/>
                          </a:lnTo>
                          <a:lnTo>
                            <a:pt x="1605" y="100"/>
                          </a:lnTo>
                          <a:lnTo>
                            <a:pt x="1602" y="80"/>
                          </a:lnTo>
                          <a:lnTo>
                            <a:pt x="1600" y="106"/>
                          </a:lnTo>
                          <a:lnTo>
                            <a:pt x="1597" y="133"/>
                          </a:lnTo>
                          <a:lnTo>
                            <a:pt x="1595" y="109"/>
                          </a:lnTo>
                          <a:lnTo>
                            <a:pt x="1593" y="133"/>
                          </a:lnTo>
                          <a:lnTo>
                            <a:pt x="1590" y="172"/>
                          </a:lnTo>
                          <a:lnTo>
                            <a:pt x="1588" y="194"/>
                          </a:lnTo>
                          <a:lnTo>
                            <a:pt x="1585" y="261"/>
                          </a:lnTo>
                          <a:lnTo>
                            <a:pt x="1583" y="351"/>
                          </a:lnTo>
                          <a:lnTo>
                            <a:pt x="1581" y="430"/>
                          </a:lnTo>
                          <a:lnTo>
                            <a:pt x="1578" y="542"/>
                          </a:lnTo>
                          <a:lnTo>
                            <a:pt x="1576" y="598"/>
                          </a:lnTo>
                          <a:lnTo>
                            <a:pt x="1573" y="618"/>
                          </a:lnTo>
                          <a:lnTo>
                            <a:pt x="1571" y="636"/>
                          </a:lnTo>
                          <a:lnTo>
                            <a:pt x="1569" y="637"/>
                          </a:lnTo>
                          <a:lnTo>
                            <a:pt x="1566" y="635"/>
                          </a:lnTo>
                          <a:lnTo>
                            <a:pt x="1564" y="637"/>
                          </a:lnTo>
                          <a:lnTo>
                            <a:pt x="1561" y="637"/>
                          </a:lnTo>
                          <a:lnTo>
                            <a:pt x="1559" y="634"/>
                          </a:lnTo>
                          <a:lnTo>
                            <a:pt x="1557" y="635"/>
                          </a:lnTo>
                          <a:lnTo>
                            <a:pt x="1554" y="635"/>
                          </a:lnTo>
                          <a:lnTo>
                            <a:pt x="1552" y="633"/>
                          </a:lnTo>
                          <a:lnTo>
                            <a:pt x="1549" y="633"/>
                          </a:lnTo>
                          <a:lnTo>
                            <a:pt x="1547" y="632"/>
                          </a:lnTo>
                          <a:lnTo>
                            <a:pt x="1544" y="631"/>
                          </a:lnTo>
                          <a:lnTo>
                            <a:pt x="1542" y="630"/>
                          </a:lnTo>
                          <a:lnTo>
                            <a:pt x="1540" y="631"/>
                          </a:lnTo>
                          <a:lnTo>
                            <a:pt x="1537" y="631"/>
                          </a:lnTo>
                          <a:lnTo>
                            <a:pt x="1535" y="634"/>
                          </a:lnTo>
                          <a:lnTo>
                            <a:pt x="1532" y="634"/>
                          </a:lnTo>
                          <a:lnTo>
                            <a:pt x="1530" y="634"/>
                          </a:lnTo>
                          <a:lnTo>
                            <a:pt x="1528" y="636"/>
                          </a:lnTo>
                          <a:lnTo>
                            <a:pt x="1525" y="632"/>
                          </a:lnTo>
                          <a:lnTo>
                            <a:pt x="1523" y="633"/>
                          </a:lnTo>
                          <a:lnTo>
                            <a:pt x="1520" y="636"/>
                          </a:lnTo>
                          <a:lnTo>
                            <a:pt x="1518" y="632"/>
                          </a:lnTo>
                          <a:lnTo>
                            <a:pt x="1516" y="633"/>
                          </a:lnTo>
                          <a:lnTo>
                            <a:pt x="1513" y="633"/>
                          </a:lnTo>
                          <a:lnTo>
                            <a:pt x="1511" y="630"/>
                          </a:lnTo>
                          <a:lnTo>
                            <a:pt x="1508" y="630"/>
                          </a:lnTo>
                          <a:lnTo>
                            <a:pt x="1506" y="629"/>
                          </a:lnTo>
                          <a:lnTo>
                            <a:pt x="1504" y="628"/>
                          </a:lnTo>
                          <a:lnTo>
                            <a:pt x="1501" y="632"/>
                          </a:lnTo>
                          <a:lnTo>
                            <a:pt x="1499" y="632"/>
                          </a:lnTo>
                          <a:lnTo>
                            <a:pt x="1496" y="634"/>
                          </a:lnTo>
                          <a:lnTo>
                            <a:pt x="1494" y="637"/>
                          </a:lnTo>
                          <a:lnTo>
                            <a:pt x="1491" y="635"/>
                          </a:lnTo>
                          <a:lnTo>
                            <a:pt x="1489" y="637"/>
                          </a:lnTo>
                          <a:lnTo>
                            <a:pt x="1487" y="637"/>
                          </a:lnTo>
                          <a:lnTo>
                            <a:pt x="1484" y="635"/>
                          </a:lnTo>
                          <a:lnTo>
                            <a:pt x="1482" y="635"/>
                          </a:lnTo>
                          <a:lnTo>
                            <a:pt x="1479" y="634"/>
                          </a:lnTo>
                          <a:lnTo>
                            <a:pt x="1477" y="632"/>
                          </a:lnTo>
                          <a:lnTo>
                            <a:pt x="1475" y="632"/>
                          </a:lnTo>
                          <a:lnTo>
                            <a:pt x="1472" y="629"/>
                          </a:lnTo>
                          <a:lnTo>
                            <a:pt x="1470" y="632"/>
                          </a:lnTo>
                          <a:lnTo>
                            <a:pt x="1467" y="633"/>
                          </a:lnTo>
                          <a:lnTo>
                            <a:pt x="1465" y="633"/>
                          </a:lnTo>
                          <a:lnTo>
                            <a:pt x="1463" y="637"/>
                          </a:lnTo>
                          <a:lnTo>
                            <a:pt x="1460" y="637"/>
                          </a:lnTo>
                          <a:lnTo>
                            <a:pt x="1458" y="637"/>
                          </a:lnTo>
                          <a:lnTo>
                            <a:pt x="1455" y="638"/>
                          </a:lnTo>
                          <a:lnTo>
                            <a:pt x="1453" y="635"/>
                          </a:lnTo>
                          <a:lnTo>
                            <a:pt x="1450" y="635"/>
                          </a:lnTo>
                          <a:lnTo>
                            <a:pt x="1448" y="637"/>
                          </a:lnTo>
                          <a:lnTo>
                            <a:pt x="1446" y="634"/>
                          </a:lnTo>
                          <a:lnTo>
                            <a:pt x="1443" y="633"/>
                          </a:lnTo>
                          <a:lnTo>
                            <a:pt x="1441" y="634"/>
                          </a:lnTo>
                          <a:lnTo>
                            <a:pt x="1438" y="631"/>
                          </a:lnTo>
                          <a:lnTo>
                            <a:pt x="1436" y="629"/>
                          </a:lnTo>
                          <a:lnTo>
                            <a:pt x="1434" y="631"/>
                          </a:lnTo>
                          <a:lnTo>
                            <a:pt x="1431" y="630"/>
                          </a:lnTo>
                          <a:lnTo>
                            <a:pt x="1429" y="632"/>
                          </a:lnTo>
                          <a:lnTo>
                            <a:pt x="1426" y="634"/>
                          </a:lnTo>
                          <a:lnTo>
                            <a:pt x="1424" y="635"/>
                          </a:lnTo>
                          <a:lnTo>
                            <a:pt x="1422" y="638"/>
                          </a:lnTo>
                          <a:lnTo>
                            <a:pt x="1419" y="637"/>
                          </a:lnTo>
                          <a:lnTo>
                            <a:pt x="1417" y="636"/>
                          </a:lnTo>
                          <a:lnTo>
                            <a:pt x="1414" y="637"/>
                          </a:lnTo>
                          <a:lnTo>
                            <a:pt x="1412" y="636"/>
                          </a:lnTo>
                          <a:lnTo>
                            <a:pt x="1410" y="634"/>
                          </a:lnTo>
                          <a:lnTo>
                            <a:pt x="1407" y="635"/>
                          </a:lnTo>
                          <a:lnTo>
                            <a:pt x="1405" y="634"/>
                          </a:lnTo>
                          <a:lnTo>
                            <a:pt x="1402" y="631"/>
                          </a:lnTo>
                          <a:lnTo>
                            <a:pt x="1400" y="632"/>
                          </a:lnTo>
                          <a:lnTo>
                            <a:pt x="1398" y="629"/>
                          </a:lnTo>
                          <a:lnTo>
                            <a:pt x="1395" y="631"/>
                          </a:lnTo>
                          <a:lnTo>
                            <a:pt x="1393" y="632"/>
                          </a:lnTo>
                          <a:lnTo>
                            <a:pt x="1390" y="633"/>
                          </a:lnTo>
                          <a:lnTo>
                            <a:pt x="1388" y="634"/>
                          </a:lnTo>
                          <a:lnTo>
                            <a:pt x="1386" y="635"/>
                          </a:lnTo>
                          <a:lnTo>
                            <a:pt x="1383" y="638"/>
                          </a:lnTo>
                          <a:lnTo>
                            <a:pt x="1381" y="639"/>
                          </a:lnTo>
                          <a:lnTo>
                            <a:pt x="1378" y="638"/>
                          </a:lnTo>
                          <a:lnTo>
                            <a:pt x="1376" y="640"/>
                          </a:lnTo>
                          <a:lnTo>
                            <a:pt x="1374" y="640"/>
                          </a:lnTo>
                          <a:lnTo>
                            <a:pt x="1371" y="638"/>
                          </a:lnTo>
                          <a:lnTo>
                            <a:pt x="1369" y="640"/>
                          </a:lnTo>
                          <a:lnTo>
                            <a:pt x="1366" y="640"/>
                          </a:lnTo>
                          <a:lnTo>
                            <a:pt x="1364" y="637"/>
                          </a:lnTo>
                          <a:lnTo>
                            <a:pt x="1362" y="639"/>
                          </a:lnTo>
                          <a:lnTo>
                            <a:pt x="1359" y="638"/>
                          </a:lnTo>
                          <a:lnTo>
                            <a:pt x="1357" y="638"/>
                          </a:lnTo>
                          <a:lnTo>
                            <a:pt x="1354" y="642"/>
                          </a:lnTo>
                          <a:lnTo>
                            <a:pt x="1352" y="643"/>
                          </a:lnTo>
                          <a:lnTo>
                            <a:pt x="1350" y="643"/>
                          </a:lnTo>
                          <a:lnTo>
                            <a:pt x="1347" y="648"/>
                          </a:lnTo>
                          <a:lnTo>
                            <a:pt x="1345" y="645"/>
                          </a:lnTo>
                          <a:lnTo>
                            <a:pt x="1342" y="647"/>
                          </a:lnTo>
                          <a:lnTo>
                            <a:pt x="1340" y="649"/>
                          </a:lnTo>
                          <a:lnTo>
                            <a:pt x="1338" y="646"/>
                          </a:lnTo>
                          <a:lnTo>
                            <a:pt x="1335" y="649"/>
                          </a:lnTo>
                          <a:lnTo>
                            <a:pt x="1333" y="650"/>
                          </a:lnTo>
                          <a:lnTo>
                            <a:pt x="1331" y="648"/>
                          </a:lnTo>
                          <a:lnTo>
                            <a:pt x="1328" y="648"/>
                          </a:lnTo>
                          <a:lnTo>
                            <a:pt x="1326" y="647"/>
                          </a:lnTo>
                          <a:lnTo>
                            <a:pt x="1323" y="646"/>
                          </a:lnTo>
                          <a:lnTo>
                            <a:pt x="1321" y="646"/>
                          </a:lnTo>
                          <a:lnTo>
                            <a:pt x="1318" y="646"/>
                          </a:lnTo>
                          <a:lnTo>
                            <a:pt x="1316" y="646"/>
                          </a:lnTo>
                          <a:lnTo>
                            <a:pt x="1314" y="648"/>
                          </a:lnTo>
                          <a:lnTo>
                            <a:pt x="1311" y="649"/>
                          </a:lnTo>
                          <a:lnTo>
                            <a:pt x="1309" y="649"/>
                          </a:lnTo>
                          <a:lnTo>
                            <a:pt x="1306" y="650"/>
                          </a:lnTo>
                          <a:lnTo>
                            <a:pt x="1304" y="649"/>
                          </a:lnTo>
                          <a:lnTo>
                            <a:pt x="1302" y="648"/>
                          </a:lnTo>
                          <a:lnTo>
                            <a:pt x="1299" y="651"/>
                          </a:lnTo>
                          <a:lnTo>
                            <a:pt x="1297" y="650"/>
                          </a:lnTo>
                          <a:lnTo>
                            <a:pt x="1294" y="651"/>
                          </a:lnTo>
                          <a:lnTo>
                            <a:pt x="1292" y="653"/>
                          </a:lnTo>
                          <a:lnTo>
                            <a:pt x="1290" y="649"/>
                          </a:lnTo>
                          <a:lnTo>
                            <a:pt x="1287" y="650"/>
                          </a:lnTo>
                          <a:lnTo>
                            <a:pt x="1285" y="652"/>
                          </a:lnTo>
                          <a:lnTo>
                            <a:pt x="1282" y="649"/>
                          </a:lnTo>
                          <a:lnTo>
                            <a:pt x="1280" y="652"/>
                          </a:lnTo>
                          <a:lnTo>
                            <a:pt x="1277" y="655"/>
                          </a:lnTo>
                          <a:lnTo>
                            <a:pt x="1275" y="654"/>
                          </a:lnTo>
                          <a:lnTo>
                            <a:pt x="1273" y="657"/>
                          </a:lnTo>
                          <a:lnTo>
                            <a:pt x="1270" y="658"/>
                          </a:lnTo>
                          <a:lnTo>
                            <a:pt x="1268" y="658"/>
                          </a:lnTo>
                          <a:lnTo>
                            <a:pt x="1265" y="659"/>
                          </a:lnTo>
                          <a:lnTo>
                            <a:pt x="1263" y="659"/>
                          </a:lnTo>
                          <a:lnTo>
                            <a:pt x="1261" y="658"/>
                          </a:lnTo>
                          <a:lnTo>
                            <a:pt x="1258" y="662"/>
                          </a:lnTo>
                          <a:lnTo>
                            <a:pt x="1256" y="662"/>
                          </a:lnTo>
                          <a:lnTo>
                            <a:pt x="1253" y="658"/>
                          </a:lnTo>
                          <a:lnTo>
                            <a:pt x="1251" y="659"/>
                          </a:lnTo>
                          <a:lnTo>
                            <a:pt x="1249" y="660"/>
                          </a:lnTo>
                          <a:lnTo>
                            <a:pt x="1246" y="657"/>
                          </a:lnTo>
                          <a:lnTo>
                            <a:pt x="1244" y="659"/>
                          </a:lnTo>
                          <a:lnTo>
                            <a:pt x="1241" y="655"/>
                          </a:lnTo>
                          <a:lnTo>
                            <a:pt x="1239" y="654"/>
                          </a:lnTo>
                          <a:lnTo>
                            <a:pt x="1237" y="657"/>
                          </a:lnTo>
                          <a:lnTo>
                            <a:pt x="1234" y="660"/>
                          </a:lnTo>
                          <a:lnTo>
                            <a:pt x="1232" y="661"/>
                          </a:lnTo>
                          <a:lnTo>
                            <a:pt x="1229" y="662"/>
                          </a:lnTo>
                          <a:lnTo>
                            <a:pt x="1227" y="663"/>
                          </a:lnTo>
                          <a:lnTo>
                            <a:pt x="1224" y="662"/>
                          </a:lnTo>
                          <a:lnTo>
                            <a:pt x="1222" y="665"/>
                          </a:lnTo>
                          <a:lnTo>
                            <a:pt x="1220" y="665"/>
                          </a:lnTo>
                          <a:lnTo>
                            <a:pt x="1217" y="664"/>
                          </a:lnTo>
                          <a:lnTo>
                            <a:pt x="1215" y="666"/>
                          </a:lnTo>
                          <a:lnTo>
                            <a:pt x="1212" y="665"/>
                          </a:lnTo>
                          <a:lnTo>
                            <a:pt x="1210" y="663"/>
                          </a:lnTo>
                          <a:lnTo>
                            <a:pt x="1208" y="665"/>
                          </a:lnTo>
                          <a:lnTo>
                            <a:pt x="1205" y="663"/>
                          </a:lnTo>
                          <a:lnTo>
                            <a:pt x="1203" y="663"/>
                          </a:lnTo>
                          <a:lnTo>
                            <a:pt x="1200" y="665"/>
                          </a:lnTo>
                          <a:lnTo>
                            <a:pt x="1198" y="664"/>
                          </a:lnTo>
                          <a:lnTo>
                            <a:pt x="1196" y="667"/>
                          </a:lnTo>
                          <a:lnTo>
                            <a:pt x="1193" y="670"/>
                          </a:lnTo>
                          <a:lnTo>
                            <a:pt x="1191" y="668"/>
                          </a:lnTo>
                          <a:lnTo>
                            <a:pt x="1188" y="671"/>
                          </a:lnTo>
                          <a:lnTo>
                            <a:pt x="1186" y="672"/>
                          </a:lnTo>
                          <a:lnTo>
                            <a:pt x="1183" y="671"/>
                          </a:lnTo>
                          <a:lnTo>
                            <a:pt x="1181" y="671"/>
                          </a:lnTo>
                          <a:lnTo>
                            <a:pt x="1179" y="671"/>
                          </a:lnTo>
                          <a:lnTo>
                            <a:pt x="1176" y="669"/>
                          </a:lnTo>
                          <a:lnTo>
                            <a:pt x="1174" y="669"/>
                          </a:lnTo>
                          <a:lnTo>
                            <a:pt x="1171" y="668"/>
                          </a:lnTo>
                          <a:lnTo>
                            <a:pt x="1169" y="669"/>
                          </a:lnTo>
                          <a:lnTo>
                            <a:pt x="1167" y="668"/>
                          </a:lnTo>
                          <a:lnTo>
                            <a:pt x="1164" y="669"/>
                          </a:lnTo>
                          <a:lnTo>
                            <a:pt x="1162" y="669"/>
                          </a:lnTo>
                          <a:lnTo>
                            <a:pt x="1159" y="671"/>
                          </a:lnTo>
                          <a:lnTo>
                            <a:pt x="1157" y="671"/>
                          </a:lnTo>
                          <a:lnTo>
                            <a:pt x="1155" y="670"/>
                          </a:lnTo>
                          <a:lnTo>
                            <a:pt x="1152" y="672"/>
                          </a:lnTo>
                          <a:lnTo>
                            <a:pt x="1150" y="671"/>
                          </a:lnTo>
                          <a:lnTo>
                            <a:pt x="1147" y="673"/>
                          </a:lnTo>
                          <a:lnTo>
                            <a:pt x="1145" y="672"/>
                          </a:lnTo>
                          <a:lnTo>
                            <a:pt x="1143" y="670"/>
                          </a:lnTo>
                          <a:lnTo>
                            <a:pt x="1140" y="671"/>
                          </a:lnTo>
                          <a:lnTo>
                            <a:pt x="1138" y="669"/>
                          </a:lnTo>
                          <a:lnTo>
                            <a:pt x="1135" y="669"/>
                          </a:lnTo>
                          <a:lnTo>
                            <a:pt x="1133" y="673"/>
                          </a:lnTo>
                          <a:lnTo>
                            <a:pt x="1131" y="672"/>
                          </a:lnTo>
                          <a:lnTo>
                            <a:pt x="1128" y="673"/>
                          </a:lnTo>
                          <a:lnTo>
                            <a:pt x="1126" y="677"/>
                          </a:lnTo>
                          <a:lnTo>
                            <a:pt x="1123" y="674"/>
                          </a:lnTo>
                          <a:lnTo>
                            <a:pt x="1121" y="674"/>
                          </a:lnTo>
                          <a:lnTo>
                            <a:pt x="1119" y="677"/>
                          </a:lnTo>
                          <a:lnTo>
                            <a:pt x="1116" y="675"/>
                          </a:lnTo>
                          <a:lnTo>
                            <a:pt x="1114" y="678"/>
                          </a:lnTo>
                          <a:lnTo>
                            <a:pt x="1111" y="681"/>
                          </a:lnTo>
                          <a:lnTo>
                            <a:pt x="1109" y="679"/>
                          </a:lnTo>
                          <a:lnTo>
                            <a:pt x="1107" y="679"/>
                          </a:lnTo>
                          <a:lnTo>
                            <a:pt x="1104" y="682"/>
                          </a:lnTo>
                          <a:lnTo>
                            <a:pt x="1102" y="680"/>
                          </a:lnTo>
                          <a:lnTo>
                            <a:pt x="1099" y="682"/>
                          </a:lnTo>
                          <a:lnTo>
                            <a:pt x="1097" y="685"/>
                          </a:lnTo>
                          <a:lnTo>
                            <a:pt x="1095" y="683"/>
                          </a:lnTo>
                          <a:lnTo>
                            <a:pt x="1092" y="687"/>
                          </a:lnTo>
                          <a:lnTo>
                            <a:pt x="1090" y="689"/>
                          </a:lnTo>
                          <a:lnTo>
                            <a:pt x="1088" y="686"/>
                          </a:lnTo>
                          <a:lnTo>
                            <a:pt x="1085" y="688"/>
                          </a:lnTo>
                          <a:lnTo>
                            <a:pt x="1083" y="689"/>
                          </a:lnTo>
                          <a:lnTo>
                            <a:pt x="1080" y="687"/>
                          </a:lnTo>
                          <a:lnTo>
                            <a:pt x="1078" y="688"/>
                          </a:lnTo>
                          <a:lnTo>
                            <a:pt x="1076" y="688"/>
                          </a:lnTo>
                          <a:lnTo>
                            <a:pt x="1073" y="686"/>
                          </a:lnTo>
                          <a:lnTo>
                            <a:pt x="1071" y="688"/>
                          </a:lnTo>
                          <a:lnTo>
                            <a:pt x="1068" y="686"/>
                          </a:lnTo>
                          <a:lnTo>
                            <a:pt x="1066" y="684"/>
                          </a:lnTo>
                          <a:lnTo>
                            <a:pt x="1064" y="681"/>
                          </a:lnTo>
                          <a:lnTo>
                            <a:pt x="1061" y="680"/>
                          </a:lnTo>
                          <a:lnTo>
                            <a:pt x="1059" y="680"/>
                          </a:lnTo>
                          <a:lnTo>
                            <a:pt x="1056" y="686"/>
                          </a:lnTo>
                          <a:lnTo>
                            <a:pt x="1054" y="688"/>
                          </a:lnTo>
                          <a:lnTo>
                            <a:pt x="1051" y="687"/>
                          </a:lnTo>
                          <a:lnTo>
                            <a:pt x="1049" y="689"/>
                          </a:lnTo>
                          <a:lnTo>
                            <a:pt x="1047" y="689"/>
                          </a:lnTo>
                          <a:lnTo>
                            <a:pt x="1044" y="688"/>
                          </a:lnTo>
                          <a:lnTo>
                            <a:pt x="1042" y="692"/>
                          </a:lnTo>
                          <a:lnTo>
                            <a:pt x="1039" y="689"/>
                          </a:lnTo>
                          <a:lnTo>
                            <a:pt x="1037" y="689"/>
                          </a:lnTo>
                          <a:lnTo>
                            <a:pt x="1035" y="693"/>
                          </a:lnTo>
                          <a:lnTo>
                            <a:pt x="1032" y="690"/>
                          </a:lnTo>
                          <a:lnTo>
                            <a:pt x="1030" y="691"/>
                          </a:lnTo>
                          <a:lnTo>
                            <a:pt x="1027" y="693"/>
                          </a:lnTo>
                          <a:lnTo>
                            <a:pt x="1025" y="690"/>
                          </a:lnTo>
                          <a:lnTo>
                            <a:pt x="1023" y="692"/>
                          </a:lnTo>
                          <a:lnTo>
                            <a:pt x="1020" y="692"/>
                          </a:lnTo>
                          <a:lnTo>
                            <a:pt x="1018" y="688"/>
                          </a:lnTo>
                          <a:lnTo>
                            <a:pt x="1015" y="691"/>
                          </a:lnTo>
                          <a:lnTo>
                            <a:pt x="1013" y="692"/>
                          </a:lnTo>
                          <a:lnTo>
                            <a:pt x="1010" y="692"/>
                          </a:lnTo>
                          <a:lnTo>
                            <a:pt x="1008" y="696"/>
                          </a:lnTo>
                          <a:lnTo>
                            <a:pt x="1006" y="699"/>
                          </a:lnTo>
                          <a:lnTo>
                            <a:pt x="1003" y="699"/>
                          </a:lnTo>
                          <a:lnTo>
                            <a:pt x="1001" y="701"/>
                          </a:lnTo>
                          <a:lnTo>
                            <a:pt x="998" y="702"/>
                          </a:lnTo>
                          <a:lnTo>
                            <a:pt x="996" y="701"/>
                          </a:lnTo>
                          <a:lnTo>
                            <a:pt x="994" y="703"/>
                          </a:lnTo>
                          <a:lnTo>
                            <a:pt x="991" y="704"/>
                          </a:lnTo>
                          <a:lnTo>
                            <a:pt x="989" y="704"/>
                          </a:lnTo>
                          <a:lnTo>
                            <a:pt x="986" y="705"/>
                          </a:lnTo>
                          <a:lnTo>
                            <a:pt x="984" y="706"/>
                          </a:lnTo>
                          <a:lnTo>
                            <a:pt x="982" y="703"/>
                          </a:lnTo>
                          <a:lnTo>
                            <a:pt x="979" y="704"/>
                          </a:lnTo>
                          <a:lnTo>
                            <a:pt x="977" y="706"/>
                          </a:lnTo>
                          <a:lnTo>
                            <a:pt x="974" y="703"/>
                          </a:lnTo>
                          <a:lnTo>
                            <a:pt x="972" y="705"/>
                          </a:lnTo>
                          <a:lnTo>
                            <a:pt x="970" y="709"/>
                          </a:lnTo>
                          <a:lnTo>
                            <a:pt x="967" y="708"/>
                          </a:lnTo>
                          <a:lnTo>
                            <a:pt x="965" y="712"/>
                          </a:lnTo>
                          <a:lnTo>
                            <a:pt x="962" y="713"/>
                          </a:lnTo>
                          <a:lnTo>
                            <a:pt x="960" y="713"/>
                          </a:lnTo>
                          <a:lnTo>
                            <a:pt x="957" y="716"/>
                          </a:lnTo>
                          <a:lnTo>
                            <a:pt x="955" y="717"/>
                          </a:lnTo>
                          <a:lnTo>
                            <a:pt x="953" y="717"/>
                          </a:lnTo>
                          <a:lnTo>
                            <a:pt x="950" y="718"/>
                          </a:lnTo>
                          <a:lnTo>
                            <a:pt x="948" y="719"/>
                          </a:lnTo>
                          <a:lnTo>
                            <a:pt x="945" y="715"/>
                          </a:lnTo>
                          <a:lnTo>
                            <a:pt x="943" y="715"/>
                          </a:lnTo>
                          <a:lnTo>
                            <a:pt x="941" y="716"/>
                          </a:lnTo>
                          <a:lnTo>
                            <a:pt x="938" y="713"/>
                          </a:lnTo>
                          <a:lnTo>
                            <a:pt x="936" y="714"/>
                          </a:lnTo>
                          <a:lnTo>
                            <a:pt x="933" y="712"/>
                          </a:lnTo>
                          <a:lnTo>
                            <a:pt x="931" y="710"/>
                          </a:lnTo>
                          <a:lnTo>
                            <a:pt x="929" y="711"/>
                          </a:lnTo>
                          <a:lnTo>
                            <a:pt x="926" y="708"/>
                          </a:lnTo>
                          <a:lnTo>
                            <a:pt x="924" y="711"/>
                          </a:lnTo>
                          <a:lnTo>
                            <a:pt x="921" y="713"/>
                          </a:lnTo>
                          <a:lnTo>
                            <a:pt x="919" y="715"/>
                          </a:lnTo>
                          <a:lnTo>
                            <a:pt x="916" y="718"/>
                          </a:lnTo>
                          <a:lnTo>
                            <a:pt x="914" y="718"/>
                          </a:lnTo>
                          <a:lnTo>
                            <a:pt x="912" y="720"/>
                          </a:lnTo>
                          <a:lnTo>
                            <a:pt x="909" y="718"/>
                          </a:lnTo>
                          <a:lnTo>
                            <a:pt x="907" y="715"/>
                          </a:lnTo>
                          <a:lnTo>
                            <a:pt x="904" y="714"/>
                          </a:lnTo>
                          <a:lnTo>
                            <a:pt x="902" y="710"/>
                          </a:lnTo>
                          <a:lnTo>
                            <a:pt x="900" y="711"/>
                          </a:lnTo>
                          <a:lnTo>
                            <a:pt x="897" y="711"/>
                          </a:lnTo>
                          <a:lnTo>
                            <a:pt x="895" y="706"/>
                          </a:lnTo>
                          <a:lnTo>
                            <a:pt x="892" y="707"/>
                          </a:lnTo>
                          <a:lnTo>
                            <a:pt x="890" y="705"/>
                          </a:lnTo>
                          <a:lnTo>
                            <a:pt x="888" y="704"/>
                          </a:lnTo>
                          <a:lnTo>
                            <a:pt x="885" y="708"/>
                          </a:lnTo>
                          <a:lnTo>
                            <a:pt x="883" y="708"/>
                          </a:lnTo>
                          <a:lnTo>
                            <a:pt x="880" y="712"/>
                          </a:lnTo>
                          <a:lnTo>
                            <a:pt x="878" y="714"/>
                          </a:lnTo>
                          <a:lnTo>
                            <a:pt x="876" y="714"/>
                          </a:lnTo>
                          <a:lnTo>
                            <a:pt x="873" y="717"/>
                          </a:lnTo>
                          <a:lnTo>
                            <a:pt x="871" y="711"/>
                          </a:lnTo>
                          <a:lnTo>
                            <a:pt x="868" y="712"/>
                          </a:lnTo>
                          <a:lnTo>
                            <a:pt x="866" y="711"/>
                          </a:lnTo>
                          <a:lnTo>
                            <a:pt x="864" y="708"/>
                          </a:lnTo>
                          <a:lnTo>
                            <a:pt x="861" y="708"/>
                          </a:lnTo>
                          <a:lnTo>
                            <a:pt x="859" y="704"/>
                          </a:lnTo>
                          <a:lnTo>
                            <a:pt x="856" y="703"/>
                          </a:lnTo>
                          <a:lnTo>
                            <a:pt x="854" y="702"/>
                          </a:lnTo>
                          <a:lnTo>
                            <a:pt x="852" y="698"/>
                          </a:lnTo>
                          <a:lnTo>
                            <a:pt x="849" y="698"/>
                          </a:lnTo>
                          <a:lnTo>
                            <a:pt x="847" y="699"/>
                          </a:lnTo>
                          <a:lnTo>
                            <a:pt x="845" y="700"/>
                          </a:lnTo>
                          <a:lnTo>
                            <a:pt x="842" y="703"/>
                          </a:lnTo>
                          <a:lnTo>
                            <a:pt x="840" y="703"/>
                          </a:lnTo>
                          <a:lnTo>
                            <a:pt x="837" y="706"/>
                          </a:lnTo>
                          <a:lnTo>
                            <a:pt x="835" y="704"/>
                          </a:lnTo>
                          <a:lnTo>
                            <a:pt x="833" y="705"/>
                          </a:lnTo>
                          <a:lnTo>
                            <a:pt x="830" y="704"/>
                          </a:lnTo>
                          <a:lnTo>
                            <a:pt x="828" y="702"/>
                          </a:lnTo>
                          <a:lnTo>
                            <a:pt x="825" y="702"/>
                          </a:lnTo>
                          <a:lnTo>
                            <a:pt x="823" y="700"/>
                          </a:lnTo>
                          <a:lnTo>
                            <a:pt x="821" y="701"/>
                          </a:lnTo>
                          <a:lnTo>
                            <a:pt x="818" y="699"/>
                          </a:lnTo>
                          <a:lnTo>
                            <a:pt x="816" y="697"/>
                          </a:lnTo>
                          <a:lnTo>
                            <a:pt x="813" y="698"/>
                          </a:lnTo>
                          <a:lnTo>
                            <a:pt x="811" y="695"/>
                          </a:lnTo>
                          <a:lnTo>
                            <a:pt x="809" y="699"/>
                          </a:lnTo>
                          <a:lnTo>
                            <a:pt x="806" y="702"/>
                          </a:lnTo>
                          <a:lnTo>
                            <a:pt x="804" y="703"/>
                          </a:lnTo>
                          <a:lnTo>
                            <a:pt x="801" y="707"/>
                          </a:lnTo>
                          <a:lnTo>
                            <a:pt x="799" y="705"/>
                          </a:lnTo>
                          <a:lnTo>
                            <a:pt x="797" y="707"/>
                          </a:lnTo>
                          <a:lnTo>
                            <a:pt x="794" y="708"/>
                          </a:lnTo>
                          <a:lnTo>
                            <a:pt x="792" y="704"/>
                          </a:lnTo>
                          <a:lnTo>
                            <a:pt x="789" y="705"/>
                          </a:lnTo>
                          <a:lnTo>
                            <a:pt x="787" y="701"/>
                          </a:lnTo>
                          <a:lnTo>
                            <a:pt x="784" y="698"/>
                          </a:lnTo>
                          <a:lnTo>
                            <a:pt x="782" y="701"/>
                          </a:lnTo>
                          <a:lnTo>
                            <a:pt x="780" y="700"/>
                          </a:lnTo>
                          <a:lnTo>
                            <a:pt x="777" y="703"/>
                          </a:lnTo>
                          <a:lnTo>
                            <a:pt x="775" y="703"/>
                          </a:lnTo>
                          <a:lnTo>
                            <a:pt x="772" y="702"/>
                          </a:lnTo>
                          <a:lnTo>
                            <a:pt x="770" y="703"/>
                          </a:lnTo>
                          <a:lnTo>
                            <a:pt x="768" y="700"/>
                          </a:lnTo>
                          <a:lnTo>
                            <a:pt x="765" y="701"/>
                          </a:lnTo>
                          <a:lnTo>
                            <a:pt x="763" y="702"/>
                          </a:lnTo>
                          <a:lnTo>
                            <a:pt x="760" y="701"/>
                          </a:lnTo>
                          <a:lnTo>
                            <a:pt x="758" y="702"/>
                          </a:lnTo>
                          <a:lnTo>
                            <a:pt x="756" y="700"/>
                          </a:lnTo>
                          <a:lnTo>
                            <a:pt x="753" y="698"/>
                          </a:lnTo>
                          <a:lnTo>
                            <a:pt x="751" y="698"/>
                          </a:lnTo>
                          <a:lnTo>
                            <a:pt x="748" y="695"/>
                          </a:lnTo>
                          <a:lnTo>
                            <a:pt x="746" y="698"/>
                          </a:lnTo>
                          <a:lnTo>
                            <a:pt x="743" y="700"/>
                          </a:lnTo>
                          <a:lnTo>
                            <a:pt x="741" y="701"/>
                          </a:lnTo>
                          <a:lnTo>
                            <a:pt x="739" y="703"/>
                          </a:lnTo>
                          <a:lnTo>
                            <a:pt x="736" y="704"/>
                          </a:lnTo>
                          <a:lnTo>
                            <a:pt x="734" y="703"/>
                          </a:lnTo>
                          <a:lnTo>
                            <a:pt x="731" y="703"/>
                          </a:lnTo>
                          <a:lnTo>
                            <a:pt x="729" y="703"/>
                          </a:lnTo>
                          <a:lnTo>
                            <a:pt x="727" y="702"/>
                          </a:lnTo>
                          <a:lnTo>
                            <a:pt x="724" y="707"/>
                          </a:lnTo>
                          <a:lnTo>
                            <a:pt x="722" y="706"/>
                          </a:lnTo>
                          <a:lnTo>
                            <a:pt x="719" y="706"/>
                          </a:lnTo>
                          <a:lnTo>
                            <a:pt x="717" y="708"/>
                          </a:lnTo>
                          <a:lnTo>
                            <a:pt x="715" y="708"/>
                          </a:lnTo>
                          <a:lnTo>
                            <a:pt x="712" y="711"/>
                          </a:lnTo>
                          <a:lnTo>
                            <a:pt x="710" y="708"/>
                          </a:lnTo>
                          <a:lnTo>
                            <a:pt x="707" y="709"/>
                          </a:lnTo>
                          <a:lnTo>
                            <a:pt x="705" y="709"/>
                          </a:lnTo>
                          <a:lnTo>
                            <a:pt x="703" y="708"/>
                          </a:lnTo>
                          <a:lnTo>
                            <a:pt x="700" y="711"/>
                          </a:lnTo>
                          <a:lnTo>
                            <a:pt x="698" y="709"/>
                          </a:lnTo>
                          <a:lnTo>
                            <a:pt x="695" y="708"/>
                          </a:lnTo>
                          <a:lnTo>
                            <a:pt x="693" y="709"/>
                          </a:lnTo>
                          <a:lnTo>
                            <a:pt x="690" y="706"/>
                          </a:lnTo>
                          <a:lnTo>
                            <a:pt x="688" y="708"/>
                          </a:lnTo>
                          <a:lnTo>
                            <a:pt x="686" y="710"/>
                          </a:lnTo>
                          <a:lnTo>
                            <a:pt x="683" y="710"/>
                          </a:lnTo>
                          <a:lnTo>
                            <a:pt x="681" y="713"/>
                          </a:lnTo>
                          <a:lnTo>
                            <a:pt x="678" y="716"/>
                          </a:lnTo>
                          <a:lnTo>
                            <a:pt x="676" y="717"/>
                          </a:lnTo>
                          <a:lnTo>
                            <a:pt x="674" y="718"/>
                          </a:lnTo>
                          <a:lnTo>
                            <a:pt x="671" y="718"/>
                          </a:lnTo>
                          <a:lnTo>
                            <a:pt x="669" y="720"/>
                          </a:lnTo>
                          <a:lnTo>
                            <a:pt x="666" y="720"/>
                          </a:lnTo>
                          <a:lnTo>
                            <a:pt x="664" y="718"/>
                          </a:lnTo>
                          <a:lnTo>
                            <a:pt x="662" y="720"/>
                          </a:lnTo>
                          <a:lnTo>
                            <a:pt x="659" y="720"/>
                          </a:lnTo>
                          <a:lnTo>
                            <a:pt x="657" y="720"/>
                          </a:lnTo>
                          <a:lnTo>
                            <a:pt x="654" y="719"/>
                          </a:lnTo>
                          <a:lnTo>
                            <a:pt x="652" y="717"/>
                          </a:lnTo>
                          <a:lnTo>
                            <a:pt x="649" y="717"/>
                          </a:lnTo>
                          <a:lnTo>
                            <a:pt x="647" y="719"/>
                          </a:lnTo>
                          <a:lnTo>
                            <a:pt x="645" y="719"/>
                          </a:lnTo>
                          <a:lnTo>
                            <a:pt x="642" y="723"/>
                          </a:lnTo>
                          <a:lnTo>
                            <a:pt x="640" y="727"/>
                          </a:lnTo>
                          <a:lnTo>
                            <a:pt x="637" y="729"/>
                          </a:lnTo>
                          <a:lnTo>
                            <a:pt x="635" y="730"/>
                          </a:lnTo>
                          <a:lnTo>
                            <a:pt x="633" y="727"/>
                          </a:lnTo>
                          <a:lnTo>
                            <a:pt x="630" y="729"/>
                          </a:lnTo>
                          <a:lnTo>
                            <a:pt x="628" y="729"/>
                          </a:lnTo>
                          <a:lnTo>
                            <a:pt x="625" y="727"/>
                          </a:lnTo>
                          <a:lnTo>
                            <a:pt x="623" y="730"/>
                          </a:lnTo>
                          <a:lnTo>
                            <a:pt x="621" y="730"/>
                          </a:lnTo>
                          <a:lnTo>
                            <a:pt x="618" y="731"/>
                          </a:lnTo>
                          <a:lnTo>
                            <a:pt x="616" y="732"/>
                          </a:lnTo>
                          <a:lnTo>
                            <a:pt x="613" y="731"/>
                          </a:lnTo>
                          <a:lnTo>
                            <a:pt x="611" y="731"/>
                          </a:lnTo>
                          <a:lnTo>
                            <a:pt x="609" y="732"/>
                          </a:lnTo>
                          <a:lnTo>
                            <a:pt x="606" y="733"/>
                          </a:lnTo>
                          <a:lnTo>
                            <a:pt x="604" y="738"/>
                          </a:lnTo>
                          <a:lnTo>
                            <a:pt x="601" y="738"/>
                          </a:lnTo>
                          <a:lnTo>
                            <a:pt x="599" y="741"/>
                          </a:lnTo>
                          <a:lnTo>
                            <a:pt x="597" y="743"/>
                          </a:lnTo>
                          <a:lnTo>
                            <a:pt x="594" y="741"/>
                          </a:lnTo>
                          <a:lnTo>
                            <a:pt x="592" y="743"/>
                          </a:lnTo>
                          <a:lnTo>
                            <a:pt x="590" y="743"/>
                          </a:lnTo>
                          <a:lnTo>
                            <a:pt x="587" y="743"/>
                          </a:lnTo>
                          <a:lnTo>
                            <a:pt x="585" y="745"/>
                          </a:lnTo>
                          <a:lnTo>
                            <a:pt x="582" y="744"/>
                          </a:lnTo>
                          <a:lnTo>
                            <a:pt x="580" y="744"/>
                          </a:lnTo>
                          <a:lnTo>
                            <a:pt x="578" y="743"/>
                          </a:lnTo>
                          <a:lnTo>
                            <a:pt x="575" y="741"/>
                          </a:lnTo>
                          <a:lnTo>
                            <a:pt x="573" y="738"/>
                          </a:lnTo>
                          <a:lnTo>
                            <a:pt x="570" y="740"/>
                          </a:lnTo>
                          <a:lnTo>
                            <a:pt x="568" y="743"/>
                          </a:lnTo>
                          <a:lnTo>
                            <a:pt x="566" y="748"/>
                          </a:lnTo>
                          <a:lnTo>
                            <a:pt x="563" y="750"/>
                          </a:lnTo>
                          <a:lnTo>
                            <a:pt x="561" y="752"/>
                          </a:lnTo>
                          <a:lnTo>
                            <a:pt x="558" y="752"/>
                          </a:lnTo>
                          <a:lnTo>
                            <a:pt x="556" y="750"/>
                          </a:lnTo>
                          <a:lnTo>
                            <a:pt x="554" y="750"/>
                          </a:lnTo>
                          <a:lnTo>
                            <a:pt x="551" y="750"/>
                          </a:lnTo>
                          <a:lnTo>
                            <a:pt x="549" y="749"/>
                          </a:lnTo>
                          <a:lnTo>
                            <a:pt x="546" y="752"/>
                          </a:lnTo>
                          <a:lnTo>
                            <a:pt x="544" y="753"/>
                          </a:lnTo>
                          <a:lnTo>
                            <a:pt x="542" y="754"/>
                          </a:lnTo>
                          <a:lnTo>
                            <a:pt x="539" y="758"/>
                          </a:lnTo>
                          <a:lnTo>
                            <a:pt x="537" y="757"/>
                          </a:lnTo>
                          <a:lnTo>
                            <a:pt x="534" y="758"/>
                          </a:lnTo>
                          <a:lnTo>
                            <a:pt x="532" y="762"/>
                          </a:lnTo>
                          <a:lnTo>
                            <a:pt x="530" y="763"/>
                          </a:lnTo>
                          <a:lnTo>
                            <a:pt x="527" y="767"/>
                          </a:lnTo>
                          <a:lnTo>
                            <a:pt x="525" y="770"/>
                          </a:lnTo>
                          <a:lnTo>
                            <a:pt x="522" y="776"/>
                          </a:lnTo>
                          <a:lnTo>
                            <a:pt x="520" y="780"/>
                          </a:lnTo>
                          <a:lnTo>
                            <a:pt x="517" y="783"/>
                          </a:lnTo>
                          <a:lnTo>
                            <a:pt x="515" y="788"/>
                          </a:lnTo>
                          <a:lnTo>
                            <a:pt x="513" y="787"/>
                          </a:lnTo>
                          <a:lnTo>
                            <a:pt x="510" y="788"/>
                          </a:lnTo>
                          <a:lnTo>
                            <a:pt x="508" y="789"/>
                          </a:lnTo>
                          <a:lnTo>
                            <a:pt x="505" y="790"/>
                          </a:lnTo>
                          <a:lnTo>
                            <a:pt x="503" y="791"/>
                          </a:lnTo>
                          <a:lnTo>
                            <a:pt x="501" y="792"/>
                          </a:lnTo>
                          <a:lnTo>
                            <a:pt x="498" y="795"/>
                          </a:lnTo>
                          <a:lnTo>
                            <a:pt x="496" y="798"/>
                          </a:lnTo>
                          <a:lnTo>
                            <a:pt x="493" y="802"/>
                          </a:lnTo>
                          <a:lnTo>
                            <a:pt x="491" y="805"/>
                          </a:lnTo>
                          <a:lnTo>
                            <a:pt x="489" y="806"/>
                          </a:lnTo>
                          <a:lnTo>
                            <a:pt x="486" y="810"/>
                          </a:lnTo>
                          <a:lnTo>
                            <a:pt x="484" y="809"/>
                          </a:lnTo>
                          <a:lnTo>
                            <a:pt x="481" y="812"/>
                          </a:lnTo>
                          <a:lnTo>
                            <a:pt x="479" y="811"/>
                          </a:lnTo>
                          <a:lnTo>
                            <a:pt x="476" y="813"/>
                          </a:lnTo>
                          <a:lnTo>
                            <a:pt x="474" y="815"/>
                          </a:lnTo>
                          <a:lnTo>
                            <a:pt x="472" y="818"/>
                          </a:lnTo>
                          <a:lnTo>
                            <a:pt x="469" y="820"/>
                          </a:lnTo>
                          <a:lnTo>
                            <a:pt x="467" y="820"/>
                          </a:lnTo>
                          <a:lnTo>
                            <a:pt x="464" y="824"/>
                          </a:lnTo>
                          <a:lnTo>
                            <a:pt x="462" y="822"/>
                          </a:lnTo>
                          <a:lnTo>
                            <a:pt x="460" y="814"/>
                          </a:lnTo>
                          <a:lnTo>
                            <a:pt x="457" y="818"/>
                          </a:lnTo>
                          <a:lnTo>
                            <a:pt x="455" y="823"/>
                          </a:lnTo>
                          <a:lnTo>
                            <a:pt x="452" y="831"/>
                          </a:lnTo>
                          <a:lnTo>
                            <a:pt x="450" y="837"/>
                          </a:lnTo>
                          <a:lnTo>
                            <a:pt x="448" y="838"/>
                          </a:lnTo>
                          <a:lnTo>
                            <a:pt x="445" y="841"/>
                          </a:lnTo>
                          <a:lnTo>
                            <a:pt x="443" y="841"/>
                          </a:lnTo>
                          <a:lnTo>
                            <a:pt x="440" y="846"/>
                          </a:lnTo>
                          <a:lnTo>
                            <a:pt x="438" y="850"/>
                          </a:lnTo>
                          <a:lnTo>
                            <a:pt x="436" y="851"/>
                          </a:lnTo>
                          <a:lnTo>
                            <a:pt x="433" y="854"/>
                          </a:lnTo>
                          <a:lnTo>
                            <a:pt x="431" y="854"/>
                          </a:lnTo>
                          <a:lnTo>
                            <a:pt x="428" y="859"/>
                          </a:lnTo>
                          <a:lnTo>
                            <a:pt x="426" y="862"/>
                          </a:lnTo>
                          <a:lnTo>
                            <a:pt x="423" y="859"/>
                          </a:lnTo>
                          <a:lnTo>
                            <a:pt x="421" y="861"/>
                          </a:lnTo>
                          <a:lnTo>
                            <a:pt x="419" y="863"/>
                          </a:lnTo>
                          <a:lnTo>
                            <a:pt x="416" y="862"/>
                          </a:lnTo>
                          <a:lnTo>
                            <a:pt x="414" y="867"/>
                          </a:lnTo>
                          <a:lnTo>
                            <a:pt x="411" y="869"/>
                          </a:lnTo>
                          <a:lnTo>
                            <a:pt x="409" y="870"/>
                          </a:lnTo>
                          <a:lnTo>
                            <a:pt x="407" y="869"/>
                          </a:lnTo>
                          <a:lnTo>
                            <a:pt x="404" y="866"/>
                          </a:lnTo>
                          <a:lnTo>
                            <a:pt x="402" y="864"/>
                          </a:lnTo>
                          <a:lnTo>
                            <a:pt x="399" y="864"/>
                          </a:lnTo>
                          <a:lnTo>
                            <a:pt x="397" y="857"/>
                          </a:lnTo>
                          <a:lnTo>
                            <a:pt x="395" y="852"/>
                          </a:lnTo>
                          <a:lnTo>
                            <a:pt x="392" y="849"/>
                          </a:lnTo>
                          <a:lnTo>
                            <a:pt x="390" y="837"/>
                          </a:lnTo>
                          <a:lnTo>
                            <a:pt x="387" y="827"/>
                          </a:lnTo>
                          <a:lnTo>
                            <a:pt x="385" y="811"/>
                          </a:lnTo>
                          <a:lnTo>
                            <a:pt x="382" y="790"/>
                          </a:lnTo>
                          <a:lnTo>
                            <a:pt x="380" y="777"/>
                          </a:lnTo>
                          <a:lnTo>
                            <a:pt x="378" y="757"/>
                          </a:lnTo>
                          <a:lnTo>
                            <a:pt x="375" y="739"/>
                          </a:lnTo>
                          <a:lnTo>
                            <a:pt x="373" y="703"/>
                          </a:lnTo>
                          <a:lnTo>
                            <a:pt x="370" y="677"/>
                          </a:lnTo>
                          <a:lnTo>
                            <a:pt x="368" y="639"/>
                          </a:lnTo>
                          <a:lnTo>
                            <a:pt x="366" y="613"/>
                          </a:lnTo>
                          <a:lnTo>
                            <a:pt x="363" y="652"/>
                          </a:lnTo>
                          <a:lnTo>
                            <a:pt x="361" y="623"/>
                          </a:lnTo>
                          <a:lnTo>
                            <a:pt x="358" y="582"/>
                          </a:lnTo>
                          <a:lnTo>
                            <a:pt x="356" y="623"/>
                          </a:lnTo>
                          <a:lnTo>
                            <a:pt x="354" y="631"/>
                          </a:lnTo>
                          <a:lnTo>
                            <a:pt x="351" y="604"/>
                          </a:lnTo>
                          <a:lnTo>
                            <a:pt x="349" y="601"/>
                          </a:lnTo>
                          <a:lnTo>
                            <a:pt x="347" y="666"/>
                          </a:lnTo>
                          <a:lnTo>
                            <a:pt x="344" y="611"/>
                          </a:lnTo>
                          <a:lnTo>
                            <a:pt x="342" y="619"/>
                          </a:lnTo>
                          <a:lnTo>
                            <a:pt x="339" y="660"/>
                          </a:lnTo>
                          <a:lnTo>
                            <a:pt x="337" y="608"/>
                          </a:lnTo>
                          <a:lnTo>
                            <a:pt x="335" y="633"/>
                          </a:lnTo>
                          <a:lnTo>
                            <a:pt x="332" y="646"/>
                          </a:lnTo>
                          <a:lnTo>
                            <a:pt x="330" y="592"/>
                          </a:lnTo>
                          <a:lnTo>
                            <a:pt x="327" y="574"/>
                          </a:lnTo>
                          <a:lnTo>
                            <a:pt x="325" y="634"/>
                          </a:lnTo>
                          <a:lnTo>
                            <a:pt x="323" y="584"/>
                          </a:lnTo>
                          <a:lnTo>
                            <a:pt x="320" y="570"/>
                          </a:lnTo>
                          <a:lnTo>
                            <a:pt x="318" y="532"/>
                          </a:lnTo>
                          <a:lnTo>
                            <a:pt x="315" y="592"/>
                          </a:lnTo>
                          <a:lnTo>
                            <a:pt x="313" y="583"/>
                          </a:lnTo>
                          <a:lnTo>
                            <a:pt x="311" y="548"/>
                          </a:lnTo>
                          <a:lnTo>
                            <a:pt x="308" y="513"/>
                          </a:lnTo>
                          <a:lnTo>
                            <a:pt x="306" y="599"/>
                          </a:lnTo>
                          <a:lnTo>
                            <a:pt x="303" y="563"/>
                          </a:lnTo>
                          <a:lnTo>
                            <a:pt x="301" y="533"/>
                          </a:lnTo>
                          <a:lnTo>
                            <a:pt x="299" y="613"/>
                          </a:lnTo>
                          <a:lnTo>
                            <a:pt x="296" y="583"/>
                          </a:lnTo>
                          <a:lnTo>
                            <a:pt x="294" y="568"/>
                          </a:lnTo>
                          <a:lnTo>
                            <a:pt x="291" y="629"/>
                          </a:lnTo>
                          <a:lnTo>
                            <a:pt x="289" y="596"/>
                          </a:lnTo>
                          <a:lnTo>
                            <a:pt x="287" y="576"/>
                          </a:lnTo>
                          <a:lnTo>
                            <a:pt x="284" y="633"/>
                          </a:lnTo>
                          <a:lnTo>
                            <a:pt x="282" y="615"/>
                          </a:lnTo>
                          <a:lnTo>
                            <a:pt x="279" y="575"/>
                          </a:lnTo>
                          <a:lnTo>
                            <a:pt x="277" y="641"/>
                          </a:lnTo>
                          <a:lnTo>
                            <a:pt x="275" y="616"/>
                          </a:lnTo>
                          <a:lnTo>
                            <a:pt x="272" y="575"/>
                          </a:lnTo>
                          <a:lnTo>
                            <a:pt x="270" y="635"/>
                          </a:lnTo>
                          <a:lnTo>
                            <a:pt x="267" y="606"/>
                          </a:lnTo>
                          <a:lnTo>
                            <a:pt x="265" y="592"/>
                          </a:lnTo>
                          <a:lnTo>
                            <a:pt x="263" y="641"/>
                          </a:lnTo>
                          <a:lnTo>
                            <a:pt x="260" y="602"/>
                          </a:lnTo>
                          <a:lnTo>
                            <a:pt x="258" y="568"/>
                          </a:lnTo>
                          <a:lnTo>
                            <a:pt x="255" y="575"/>
                          </a:lnTo>
                          <a:lnTo>
                            <a:pt x="253" y="602"/>
                          </a:lnTo>
                          <a:lnTo>
                            <a:pt x="250" y="577"/>
                          </a:lnTo>
                          <a:lnTo>
                            <a:pt x="248" y="591"/>
                          </a:lnTo>
                          <a:lnTo>
                            <a:pt x="246" y="597"/>
                          </a:lnTo>
                          <a:lnTo>
                            <a:pt x="243" y="630"/>
                          </a:lnTo>
                          <a:lnTo>
                            <a:pt x="241" y="601"/>
                          </a:lnTo>
                          <a:lnTo>
                            <a:pt x="238" y="602"/>
                          </a:lnTo>
                          <a:lnTo>
                            <a:pt x="236" y="643"/>
                          </a:lnTo>
                          <a:lnTo>
                            <a:pt x="234" y="615"/>
                          </a:lnTo>
                          <a:lnTo>
                            <a:pt x="231" y="591"/>
                          </a:lnTo>
                          <a:lnTo>
                            <a:pt x="229" y="616"/>
                          </a:lnTo>
                          <a:lnTo>
                            <a:pt x="226" y="632"/>
                          </a:lnTo>
                          <a:lnTo>
                            <a:pt x="224" y="582"/>
                          </a:lnTo>
                          <a:lnTo>
                            <a:pt x="222" y="610"/>
                          </a:lnTo>
                          <a:lnTo>
                            <a:pt x="219" y="645"/>
                          </a:lnTo>
                          <a:lnTo>
                            <a:pt x="217" y="580"/>
                          </a:lnTo>
                          <a:lnTo>
                            <a:pt x="214" y="598"/>
                          </a:lnTo>
                          <a:lnTo>
                            <a:pt x="212" y="658"/>
                          </a:lnTo>
                          <a:lnTo>
                            <a:pt x="209" y="583"/>
                          </a:lnTo>
                          <a:lnTo>
                            <a:pt x="207" y="596"/>
                          </a:lnTo>
                          <a:lnTo>
                            <a:pt x="205" y="658"/>
                          </a:lnTo>
                          <a:lnTo>
                            <a:pt x="202" y="597"/>
                          </a:lnTo>
                          <a:lnTo>
                            <a:pt x="200" y="582"/>
                          </a:lnTo>
                          <a:lnTo>
                            <a:pt x="197" y="641"/>
                          </a:lnTo>
                          <a:lnTo>
                            <a:pt x="195" y="601"/>
                          </a:lnTo>
                          <a:lnTo>
                            <a:pt x="193" y="584"/>
                          </a:lnTo>
                          <a:lnTo>
                            <a:pt x="190" y="619"/>
                          </a:lnTo>
                          <a:lnTo>
                            <a:pt x="188" y="591"/>
                          </a:lnTo>
                          <a:lnTo>
                            <a:pt x="185" y="627"/>
                          </a:lnTo>
                          <a:lnTo>
                            <a:pt x="183" y="586"/>
                          </a:lnTo>
                          <a:lnTo>
                            <a:pt x="181" y="559"/>
                          </a:lnTo>
                          <a:lnTo>
                            <a:pt x="178" y="629"/>
                          </a:lnTo>
                          <a:lnTo>
                            <a:pt x="176" y="559"/>
                          </a:lnTo>
                          <a:lnTo>
                            <a:pt x="173" y="566"/>
                          </a:lnTo>
                          <a:lnTo>
                            <a:pt x="171" y="599"/>
                          </a:lnTo>
                          <a:lnTo>
                            <a:pt x="169" y="536"/>
                          </a:lnTo>
                          <a:lnTo>
                            <a:pt x="166" y="611"/>
                          </a:lnTo>
                          <a:lnTo>
                            <a:pt x="164" y="579"/>
                          </a:lnTo>
                          <a:lnTo>
                            <a:pt x="161" y="522"/>
                          </a:lnTo>
                          <a:lnTo>
                            <a:pt x="159" y="611"/>
                          </a:lnTo>
                          <a:lnTo>
                            <a:pt x="156" y="579"/>
                          </a:lnTo>
                          <a:lnTo>
                            <a:pt x="154" y="549"/>
                          </a:lnTo>
                          <a:lnTo>
                            <a:pt x="152" y="545"/>
                          </a:lnTo>
                          <a:lnTo>
                            <a:pt x="149" y="574"/>
                          </a:lnTo>
                          <a:lnTo>
                            <a:pt x="147" y="564"/>
                          </a:lnTo>
                          <a:lnTo>
                            <a:pt x="144" y="525"/>
                          </a:lnTo>
                          <a:lnTo>
                            <a:pt x="142" y="572"/>
                          </a:lnTo>
                          <a:lnTo>
                            <a:pt x="140" y="589"/>
                          </a:lnTo>
                          <a:lnTo>
                            <a:pt x="137" y="546"/>
                          </a:lnTo>
                          <a:lnTo>
                            <a:pt x="135" y="568"/>
                          </a:lnTo>
                          <a:lnTo>
                            <a:pt x="132" y="606"/>
                          </a:lnTo>
                          <a:lnTo>
                            <a:pt x="130" y="574"/>
                          </a:lnTo>
                          <a:lnTo>
                            <a:pt x="128" y="580"/>
                          </a:lnTo>
                          <a:lnTo>
                            <a:pt x="125" y="628"/>
                          </a:lnTo>
                          <a:lnTo>
                            <a:pt x="123" y="586"/>
                          </a:lnTo>
                          <a:lnTo>
                            <a:pt x="120" y="607"/>
                          </a:lnTo>
                          <a:lnTo>
                            <a:pt x="118" y="649"/>
                          </a:lnTo>
                          <a:lnTo>
                            <a:pt x="115" y="592"/>
                          </a:lnTo>
                          <a:lnTo>
                            <a:pt x="113" y="579"/>
                          </a:lnTo>
                          <a:lnTo>
                            <a:pt x="111" y="669"/>
                          </a:lnTo>
                          <a:lnTo>
                            <a:pt x="108" y="598"/>
                          </a:lnTo>
                          <a:lnTo>
                            <a:pt x="106" y="549"/>
                          </a:lnTo>
                          <a:lnTo>
                            <a:pt x="104" y="678"/>
                          </a:lnTo>
                          <a:lnTo>
                            <a:pt x="101" y="625"/>
                          </a:lnTo>
                          <a:lnTo>
                            <a:pt x="99" y="587"/>
                          </a:lnTo>
                          <a:lnTo>
                            <a:pt x="96" y="630"/>
                          </a:lnTo>
                          <a:lnTo>
                            <a:pt x="94" y="662"/>
                          </a:lnTo>
                          <a:lnTo>
                            <a:pt x="92" y="605"/>
                          </a:lnTo>
                          <a:lnTo>
                            <a:pt x="89" y="546"/>
                          </a:lnTo>
                          <a:lnTo>
                            <a:pt x="87" y="681"/>
                          </a:lnTo>
                          <a:lnTo>
                            <a:pt x="84" y="603"/>
                          </a:lnTo>
                          <a:lnTo>
                            <a:pt x="82" y="546"/>
                          </a:lnTo>
                          <a:lnTo>
                            <a:pt x="80" y="677"/>
                          </a:lnTo>
                          <a:lnTo>
                            <a:pt x="77" y="597"/>
                          </a:lnTo>
                          <a:lnTo>
                            <a:pt x="75" y="559"/>
                          </a:lnTo>
                          <a:lnTo>
                            <a:pt x="72" y="634"/>
                          </a:lnTo>
                          <a:lnTo>
                            <a:pt x="70" y="615"/>
                          </a:lnTo>
                          <a:lnTo>
                            <a:pt x="68" y="567"/>
                          </a:lnTo>
                          <a:lnTo>
                            <a:pt x="65" y="544"/>
                          </a:lnTo>
                          <a:lnTo>
                            <a:pt x="63" y="621"/>
                          </a:lnTo>
                          <a:lnTo>
                            <a:pt x="60" y="565"/>
                          </a:lnTo>
                          <a:lnTo>
                            <a:pt x="58" y="523"/>
                          </a:lnTo>
                          <a:lnTo>
                            <a:pt x="56" y="627"/>
                          </a:lnTo>
                          <a:lnTo>
                            <a:pt x="53" y="578"/>
                          </a:lnTo>
                          <a:lnTo>
                            <a:pt x="51" y="546"/>
                          </a:lnTo>
                          <a:lnTo>
                            <a:pt x="48" y="631"/>
                          </a:lnTo>
                          <a:lnTo>
                            <a:pt x="46" y="592"/>
                          </a:lnTo>
                          <a:lnTo>
                            <a:pt x="44" y="574"/>
                          </a:lnTo>
                          <a:lnTo>
                            <a:pt x="41" y="634"/>
                          </a:lnTo>
                          <a:lnTo>
                            <a:pt x="39" y="591"/>
                          </a:lnTo>
                          <a:lnTo>
                            <a:pt x="36" y="557"/>
                          </a:lnTo>
                          <a:lnTo>
                            <a:pt x="34" y="643"/>
                          </a:lnTo>
                          <a:lnTo>
                            <a:pt x="32" y="597"/>
                          </a:lnTo>
                          <a:lnTo>
                            <a:pt x="29" y="531"/>
                          </a:lnTo>
                          <a:lnTo>
                            <a:pt x="27" y="577"/>
                          </a:lnTo>
                          <a:lnTo>
                            <a:pt x="24" y="611"/>
                          </a:lnTo>
                          <a:lnTo>
                            <a:pt x="22" y="525"/>
                          </a:lnTo>
                          <a:lnTo>
                            <a:pt x="20" y="577"/>
                          </a:lnTo>
                          <a:lnTo>
                            <a:pt x="17" y="594"/>
                          </a:lnTo>
                          <a:lnTo>
                            <a:pt x="15" y="546"/>
                          </a:lnTo>
                          <a:lnTo>
                            <a:pt x="12" y="589"/>
                          </a:lnTo>
                          <a:lnTo>
                            <a:pt x="10" y="538"/>
                          </a:lnTo>
                          <a:lnTo>
                            <a:pt x="8" y="553"/>
                          </a:lnTo>
                          <a:lnTo>
                            <a:pt x="5" y="590"/>
                          </a:lnTo>
                          <a:lnTo>
                            <a:pt x="3" y="549"/>
                          </a:lnTo>
                          <a:lnTo>
                            <a:pt x="0" y="545"/>
                          </a:lnTo>
                          <a:lnTo>
                            <a:pt x="0" y="818"/>
                          </a:lnTo>
                          <a:lnTo>
                            <a:pt x="3" y="766"/>
                          </a:lnTo>
                          <a:lnTo>
                            <a:pt x="5" y="793"/>
                          </a:lnTo>
                          <a:lnTo>
                            <a:pt x="8" y="815"/>
                          </a:lnTo>
                          <a:lnTo>
                            <a:pt x="10" y="750"/>
                          </a:lnTo>
                          <a:lnTo>
                            <a:pt x="12" y="789"/>
                          </a:lnTo>
                          <a:lnTo>
                            <a:pt x="15" y="808"/>
                          </a:lnTo>
                          <a:lnTo>
                            <a:pt x="17" y="715"/>
                          </a:lnTo>
                          <a:lnTo>
                            <a:pt x="20" y="769"/>
                          </a:lnTo>
                          <a:lnTo>
                            <a:pt x="22" y="778"/>
                          </a:lnTo>
                          <a:lnTo>
                            <a:pt x="24" y="713"/>
                          </a:lnTo>
                          <a:lnTo>
                            <a:pt x="27" y="750"/>
                          </a:lnTo>
                          <a:lnTo>
                            <a:pt x="29" y="730"/>
                          </a:lnTo>
                          <a:lnTo>
                            <a:pt x="32" y="718"/>
                          </a:lnTo>
                          <a:lnTo>
                            <a:pt x="34" y="745"/>
                          </a:lnTo>
                          <a:lnTo>
                            <a:pt x="36" y="712"/>
                          </a:lnTo>
                          <a:lnTo>
                            <a:pt x="39" y="721"/>
                          </a:lnTo>
                          <a:lnTo>
                            <a:pt x="41" y="761"/>
                          </a:lnTo>
                          <a:lnTo>
                            <a:pt x="44" y="692"/>
                          </a:lnTo>
                          <a:lnTo>
                            <a:pt x="46" y="731"/>
                          </a:lnTo>
                          <a:lnTo>
                            <a:pt x="48" y="778"/>
                          </a:lnTo>
                          <a:lnTo>
                            <a:pt x="51" y="687"/>
                          </a:lnTo>
                          <a:lnTo>
                            <a:pt x="53" y="735"/>
                          </a:lnTo>
                          <a:lnTo>
                            <a:pt x="56" y="780"/>
                          </a:lnTo>
                          <a:lnTo>
                            <a:pt x="58" y="691"/>
                          </a:lnTo>
                          <a:lnTo>
                            <a:pt x="60" y="740"/>
                          </a:lnTo>
                          <a:lnTo>
                            <a:pt x="63" y="773"/>
                          </a:lnTo>
                          <a:lnTo>
                            <a:pt x="65" y="728"/>
                          </a:lnTo>
                          <a:lnTo>
                            <a:pt x="68" y="753"/>
                          </a:lnTo>
                          <a:lnTo>
                            <a:pt x="70" y="781"/>
                          </a:lnTo>
                          <a:lnTo>
                            <a:pt x="72" y="742"/>
                          </a:lnTo>
                          <a:lnTo>
                            <a:pt x="75" y="767"/>
                          </a:lnTo>
                          <a:lnTo>
                            <a:pt x="77" y="797"/>
                          </a:lnTo>
                          <a:lnTo>
                            <a:pt x="80" y="756"/>
                          </a:lnTo>
                          <a:lnTo>
                            <a:pt x="82" y="776"/>
                          </a:lnTo>
                          <a:lnTo>
                            <a:pt x="84" y="778"/>
                          </a:lnTo>
                          <a:lnTo>
                            <a:pt x="87" y="765"/>
                          </a:lnTo>
                          <a:lnTo>
                            <a:pt x="89" y="784"/>
                          </a:lnTo>
                          <a:lnTo>
                            <a:pt x="92" y="759"/>
                          </a:lnTo>
                          <a:lnTo>
                            <a:pt x="94" y="773"/>
                          </a:lnTo>
                          <a:lnTo>
                            <a:pt x="96" y="804"/>
                          </a:lnTo>
                          <a:lnTo>
                            <a:pt x="99" y="748"/>
                          </a:lnTo>
                          <a:lnTo>
                            <a:pt x="101" y="777"/>
                          </a:lnTo>
                          <a:lnTo>
                            <a:pt x="104" y="816"/>
                          </a:lnTo>
                          <a:lnTo>
                            <a:pt x="106" y="734"/>
                          </a:lnTo>
                          <a:lnTo>
                            <a:pt x="108" y="775"/>
                          </a:lnTo>
                          <a:lnTo>
                            <a:pt x="111" y="783"/>
                          </a:lnTo>
                          <a:lnTo>
                            <a:pt x="113" y="754"/>
                          </a:lnTo>
                          <a:lnTo>
                            <a:pt x="115" y="783"/>
                          </a:lnTo>
                          <a:lnTo>
                            <a:pt x="118" y="735"/>
                          </a:lnTo>
                          <a:lnTo>
                            <a:pt x="120" y="756"/>
                          </a:lnTo>
                          <a:lnTo>
                            <a:pt x="123" y="773"/>
                          </a:lnTo>
                          <a:lnTo>
                            <a:pt x="125" y="742"/>
                          </a:lnTo>
                          <a:lnTo>
                            <a:pt x="128" y="757"/>
                          </a:lnTo>
                          <a:lnTo>
                            <a:pt x="130" y="690"/>
                          </a:lnTo>
                          <a:lnTo>
                            <a:pt x="132" y="727"/>
                          </a:lnTo>
                          <a:lnTo>
                            <a:pt x="135" y="740"/>
                          </a:lnTo>
                          <a:lnTo>
                            <a:pt x="137" y="685"/>
                          </a:lnTo>
                          <a:lnTo>
                            <a:pt x="140" y="734"/>
                          </a:lnTo>
                          <a:lnTo>
                            <a:pt x="142" y="668"/>
                          </a:lnTo>
                          <a:lnTo>
                            <a:pt x="144" y="695"/>
                          </a:lnTo>
                          <a:lnTo>
                            <a:pt x="147" y="752"/>
                          </a:lnTo>
                          <a:lnTo>
                            <a:pt x="149" y="663"/>
                          </a:lnTo>
                          <a:lnTo>
                            <a:pt x="152" y="700"/>
                          </a:lnTo>
                          <a:lnTo>
                            <a:pt x="154" y="749"/>
                          </a:lnTo>
                          <a:lnTo>
                            <a:pt x="156" y="670"/>
                          </a:lnTo>
                          <a:lnTo>
                            <a:pt x="159" y="701"/>
                          </a:lnTo>
                          <a:lnTo>
                            <a:pt x="161" y="736"/>
                          </a:lnTo>
                          <a:lnTo>
                            <a:pt x="164" y="675"/>
                          </a:lnTo>
                          <a:lnTo>
                            <a:pt x="166" y="712"/>
                          </a:lnTo>
                          <a:lnTo>
                            <a:pt x="169" y="741"/>
                          </a:lnTo>
                          <a:lnTo>
                            <a:pt x="171" y="663"/>
                          </a:lnTo>
                          <a:lnTo>
                            <a:pt x="173" y="729"/>
                          </a:lnTo>
                          <a:lnTo>
                            <a:pt x="176" y="733"/>
                          </a:lnTo>
                          <a:lnTo>
                            <a:pt x="178" y="671"/>
                          </a:lnTo>
                          <a:lnTo>
                            <a:pt x="181" y="739"/>
                          </a:lnTo>
                          <a:lnTo>
                            <a:pt x="183" y="727"/>
                          </a:lnTo>
                          <a:lnTo>
                            <a:pt x="185" y="757"/>
                          </a:lnTo>
                          <a:lnTo>
                            <a:pt x="188" y="690"/>
                          </a:lnTo>
                          <a:lnTo>
                            <a:pt x="190" y="708"/>
                          </a:lnTo>
                          <a:lnTo>
                            <a:pt x="193" y="777"/>
                          </a:lnTo>
                          <a:lnTo>
                            <a:pt x="195" y="680"/>
                          </a:lnTo>
                          <a:lnTo>
                            <a:pt x="197" y="710"/>
                          </a:lnTo>
                          <a:lnTo>
                            <a:pt x="200" y="780"/>
                          </a:lnTo>
                          <a:lnTo>
                            <a:pt x="202" y="729"/>
                          </a:lnTo>
                          <a:lnTo>
                            <a:pt x="205" y="691"/>
                          </a:lnTo>
                          <a:lnTo>
                            <a:pt x="207" y="759"/>
                          </a:lnTo>
                          <a:lnTo>
                            <a:pt x="209" y="757"/>
                          </a:lnTo>
                          <a:lnTo>
                            <a:pt x="212" y="678"/>
                          </a:lnTo>
                          <a:lnTo>
                            <a:pt x="214" y="746"/>
                          </a:lnTo>
                          <a:lnTo>
                            <a:pt x="217" y="755"/>
                          </a:lnTo>
                          <a:lnTo>
                            <a:pt x="219" y="689"/>
                          </a:lnTo>
                          <a:lnTo>
                            <a:pt x="222" y="739"/>
                          </a:lnTo>
                          <a:lnTo>
                            <a:pt x="224" y="752"/>
                          </a:lnTo>
                          <a:lnTo>
                            <a:pt x="226" y="704"/>
                          </a:lnTo>
                          <a:lnTo>
                            <a:pt x="229" y="718"/>
                          </a:lnTo>
                          <a:lnTo>
                            <a:pt x="231" y="739"/>
                          </a:lnTo>
                          <a:lnTo>
                            <a:pt x="234" y="714"/>
                          </a:lnTo>
                          <a:lnTo>
                            <a:pt x="236" y="695"/>
                          </a:lnTo>
                          <a:lnTo>
                            <a:pt x="238" y="726"/>
                          </a:lnTo>
                          <a:lnTo>
                            <a:pt x="241" y="713"/>
                          </a:lnTo>
                          <a:lnTo>
                            <a:pt x="243" y="753"/>
                          </a:lnTo>
                          <a:lnTo>
                            <a:pt x="246" y="712"/>
                          </a:lnTo>
                          <a:lnTo>
                            <a:pt x="248" y="691"/>
                          </a:lnTo>
                          <a:lnTo>
                            <a:pt x="250" y="733"/>
                          </a:lnTo>
                          <a:lnTo>
                            <a:pt x="253" y="705"/>
                          </a:lnTo>
                          <a:lnTo>
                            <a:pt x="255" y="697"/>
                          </a:lnTo>
                          <a:lnTo>
                            <a:pt x="258" y="723"/>
                          </a:lnTo>
                          <a:lnTo>
                            <a:pt x="260" y="693"/>
                          </a:lnTo>
                          <a:lnTo>
                            <a:pt x="263" y="688"/>
                          </a:lnTo>
                          <a:lnTo>
                            <a:pt x="265" y="705"/>
                          </a:lnTo>
                          <a:lnTo>
                            <a:pt x="267" y="649"/>
                          </a:lnTo>
                          <a:lnTo>
                            <a:pt x="270" y="706"/>
                          </a:lnTo>
                          <a:lnTo>
                            <a:pt x="272" y="693"/>
                          </a:lnTo>
                          <a:lnTo>
                            <a:pt x="275" y="629"/>
                          </a:lnTo>
                          <a:lnTo>
                            <a:pt x="277" y="674"/>
                          </a:lnTo>
                          <a:lnTo>
                            <a:pt x="279" y="726"/>
                          </a:lnTo>
                          <a:lnTo>
                            <a:pt x="282" y="629"/>
                          </a:lnTo>
                          <a:lnTo>
                            <a:pt x="284" y="666"/>
                          </a:lnTo>
                          <a:lnTo>
                            <a:pt x="287" y="709"/>
                          </a:lnTo>
                          <a:lnTo>
                            <a:pt x="289" y="659"/>
                          </a:lnTo>
                          <a:lnTo>
                            <a:pt x="291" y="671"/>
                          </a:lnTo>
                          <a:lnTo>
                            <a:pt x="294" y="697"/>
                          </a:lnTo>
                          <a:lnTo>
                            <a:pt x="296" y="636"/>
                          </a:lnTo>
                          <a:lnTo>
                            <a:pt x="299" y="665"/>
                          </a:lnTo>
                          <a:lnTo>
                            <a:pt x="301" y="668"/>
                          </a:lnTo>
                          <a:lnTo>
                            <a:pt x="303" y="616"/>
                          </a:lnTo>
                          <a:lnTo>
                            <a:pt x="306" y="668"/>
                          </a:lnTo>
                          <a:lnTo>
                            <a:pt x="308" y="664"/>
                          </a:lnTo>
                          <a:lnTo>
                            <a:pt x="311" y="614"/>
                          </a:lnTo>
                          <a:lnTo>
                            <a:pt x="313" y="663"/>
                          </a:lnTo>
                          <a:lnTo>
                            <a:pt x="315" y="673"/>
                          </a:lnTo>
                          <a:lnTo>
                            <a:pt x="318" y="648"/>
                          </a:lnTo>
                          <a:lnTo>
                            <a:pt x="320" y="669"/>
                          </a:lnTo>
                          <a:lnTo>
                            <a:pt x="323" y="675"/>
                          </a:lnTo>
                          <a:lnTo>
                            <a:pt x="325" y="715"/>
                          </a:lnTo>
                          <a:lnTo>
                            <a:pt x="327" y="677"/>
                          </a:lnTo>
                          <a:lnTo>
                            <a:pt x="330" y="653"/>
                          </a:lnTo>
                          <a:lnTo>
                            <a:pt x="332" y="712"/>
                          </a:lnTo>
                          <a:lnTo>
                            <a:pt x="335" y="709"/>
                          </a:lnTo>
                          <a:lnTo>
                            <a:pt x="337" y="670"/>
                          </a:lnTo>
                          <a:lnTo>
                            <a:pt x="339" y="704"/>
                          </a:lnTo>
                          <a:lnTo>
                            <a:pt x="342" y="744"/>
                          </a:lnTo>
                          <a:lnTo>
                            <a:pt x="344" y="648"/>
                          </a:lnTo>
                          <a:lnTo>
                            <a:pt x="347" y="689"/>
                          </a:lnTo>
                          <a:lnTo>
                            <a:pt x="349" y="708"/>
                          </a:lnTo>
                          <a:lnTo>
                            <a:pt x="351" y="651"/>
                          </a:lnTo>
                          <a:lnTo>
                            <a:pt x="354" y="652"/>
                          </a:lnTo>
                          <a:lnTo>
                            <a:pt x="356" y="683"/>
                          </a:lnTo>
                          <a:lnTo>
                            <a:pt x="358" y="689"/>
                          </a:lnTo>
                          <a:lnTo>
                            <a:pt x="361" y="723"/>
                          </a:lnTo>
                          <a:lnTo>
                            <a:pt x="363" y="756"/>
                          </a:lnTo>
                          <a:lnTo>
                            <a:pt x="366" y="804"/>
                          </a:lnTo>
                          <a:lnTo>
                            <a:pt x="368" y="825"/>
                          </a:lnTo>
                          <a:lnTo>
                            <a:pt x="370" y="841"/>
                          </a:lnTo>
                          <a:lnTo>
                            <a:pt x="373" y="861"/>
                          </a:lnTo>
                          <a:lnTo>
                            <a:pt x="375" y="867"/>
                          </a:lnTo>
                          <a:lnTo>
                            <a:pt x="378" y="871"/>
                          </a:lnTo>
                          <a:lnTo>
                            <a:pt x="380" y="876"/>
                          </a:lnTo>
                          <a:lnTo>
                            <a:pt x="382" y="884"/>
                          </a:lnTo>
                          <a:lnTo>
                            <a:pt x="385" y="890"/>
                          </a:lnTo>
                          <a:lnTo>
                            <a:pt x="387" y="891"/>
                          </a:lnTo>
                          <a:lnTo>
                            <a:pt x="390" y="895"/>
                          </a:lnTo>
                          <a:lnTo>
                            <a:pt x="392" y="894"/>
                          </a:lnTo>
                          <a:lnTo>
                            <a:pt x="395" y="896"/>
                          </a:lnTo>
                          <a:lnTo>
                            <a:pt x="397" y="896"/>
                          </a:lnTo>
                          <a:lnTo>
                            <a:pt x="399" y="899"/>
                          </a:lnTo>
                          <a:lnTo>
                            <a:pt x="402" y="893"/>
                          </a:lnTo>
                          <a:lnTo>
                            <a:pt x="404" y="888"/>
                          </a:lnTo>
                          <a:lnTo>
                            <a:pt x="407" y="886"/>
                          </a:lnTo>
                          <a:lnTo>
                            <a:pt x="409" y="885"/>
                          </a:lnTo>
                          <a:lnTo>
                            <a:pt x="411" y="881"/>
                          </a:lnTo>
                          <a:lnTo>
                            <a:pt x="414" y="880"/>
                          </a:lnTo>
                          <a:lnTo>
                            <a:pt x="416" y="881"/>
                          </a:lnTo>
                          <a:lnTo>
                            <a:pt x="419" y="883"/>
                          </a:lnTo>
                          <a:lnTo>
                            <a:pt x="421" y="884"/>
                          </a:lnTo>
                          <a:lnTo>
                            <a:pt x="423" y="884"/>
                          </a:lnTo>
                          <a:lnTo>
                            <a:pt x="426" y="884"/>
                          </a:lnTo>
                          <a:lnTo>
                            <a:pt x="428" y="882"/>
                          </a:lnTo>
                          <a:lnTo>
                            <a:pt x="431" y="881"/>
                          </a:lnTo>
                          <a:lnTo>
                            <a:pt x="433" y="882"/>
                          </a:lnTo>
                          <a:lnTo>
                            <a:pt x="436" y="878"/>
                          </a:lnTo>
                          <a:lnTo>
                            <a:pt x="438" y="875"/>
                          </a:lnTo>
                          <a:lnTo>
                            <a:pt x="440" y="874"/>
                          </a:lnTo>
                          <a:lnTo>
                            <a:pt x="443" y="870"/>
                          </a:lnTo>
                          <a:lnTo>
                            <a:pt x="445" y="871"/>
                          </a:lnTo>
                          <a:lnTo>
                            <a:pt x="448" y="872"/>
                          </a:lnTo>
                          <a:lnTo>
                            <a:pt x="450" y="867"/>
                          </a:lnTo>
                          <a:lnTo>
                            <a:pt x="452" y="867"/>
                          </a:lnTo>
                          <a:lnTo>
                            <a:pt x="455" y="867"/>
                          </a:lnTo>
                          <a:lnTo>
                            <a:pt x="457" y="866"/>
                          </a:lnTo>
                          <a:lnTo>
                            <a:pt x="460" y="868"/>
                          </a:lnTo>
                          <a:lnTo>
                            <a:pt x="462" y="863"/>
                          </a:lnTo>
                          <a:lnTo>
                            <a:pt x="464" y="863"/>
                          </a:lnTo>
                          <a:lnTo>
                            <a:pt x="467" y="861"/>
                          </a:lnTo>
                          <a:lnTo>
                            <a:pt x="469" y="859"/>
                          </a:lnTo>
                          <a:lnTo>
                            <a:pt x="472" y="857"/>
                          </a:lnTo>
                          <a:lnTo>
                            <a:pt x="474" y="856"/>
                          </a:lnTo>
                          <a:lnTo>
                            <a:pt x="476" y="853"/>
                          </a:lnTo>
                          <a:lnTo>
                            <a:pt x="479" y="850"/>
                          </a:lnTo>
                          <a:lnTo>
                            <a:pt x="481" y="852"/>
                          </a:lnTo>
                          <a:lnTo>
                            <a:pt x="484" y="850"/>
                          </a:lnTo>
                          <a:lnTo>
                            <a:pt x="486" y="848"/>
                          </a:lnTo>
                          <a:lnTo>
                            <a:pt x="489" y="846"/>
                          </a:lnTo>
                          <a:lnTo>
                            <a:pt x="491" y="842"/>
                          </a:lnTo>
                          <a:lnTo>
                            <a:pt x="493" y="839"/>
                          </a:lnTo>
                          <a:lnTo>
                            <a:pt x="496" y="836"/>
                          </a:lnTo>
                          <a:lnTo>
                            <a:pt x="498" y="833"/>
                          </a:lnTo>
                          <a:lnTo>
                            <a:pt x="501" y="833"/>
                          </a:lnTo>
                          <a:lnTo>
                            <a:pt x="503" y="831"/>
                          </a:lnTo>
                          <a:lnTo>
                            <a:pt x="505" y="831"/>
                          </a:lnTo>
                          <a:lnTo>
                            <a:pt x="508" y="832"/>
                          </a:lnTo>
                          <a:lnTo>
                            <a:pt x="510" y="829"/>
                          </a:lnTo>
                          <a:lnTo>
                            <a:pt x="513" y="830"/>
                          </a:lnTo>
                          <a:lnTo>
                            <a:pt x="515" y="829"/>
                          </a:lnTo>
                          <a:lnTo>
                            <a:pt x="517" y="827"/>
                          </a:lnTo>
                          <a:lnTo>
                            <a:pt x="520" y="829"/>
                          </a:lnTo>
                          <a:lnTo>
                            <a:pt x="522" y="827"/>
                          </a:lnTo>
                          <a:lnTo>
                            <a:pt x="525" y="826"/>
                          </a:lnTo>
                          <a:lnTo>
                            <a:pt x="527" y="829"/>
                          </a:lnTo>
                          <a:lnTo>
                            <a:pt x="530" y="826"/>
                          </a:lnTo>
                          <a:lnTo>
                            <a:pt x="532" y="823"/>
                          </a:lnTo>
                          <a:lnTo>
                            <a:pt x="534" y="824"/>
                          </a:lnTo>
                          <a:lnTo>
                            <a:pt x="537" y="818"/>
                          </a:lnTo>
                          <a:lnTo>
                            <a:pt x="539" y="816"/>
                          </a:lnTo>
                          <a:lnTo>
                            <a:pt x="542" y="816"/>
                          </a:lnTo>
                          <a:lnTo>
                            <a:pt x="544" y="814"/>
                          </a:lnTo>
                          <a:lnTo>
                            <a:pt x="546" y="816"/>
                          </a:lnTo>
                          <a:lnTo>
                            <a:pt x="549" y="816"/>
                          </a:lnTo>
                          <a:lnTo>
                            <a:pt x="551" y="815"/>
                          </a:lnTo>
                          <a:lnTo>
                            <a:pt x="554" y="815"/>
                          </a:lnTo>
                          <a:lnTo>
                            <a:pt x="556" y="815"/>
                          </a:lnTo>
                          <a:lnTo>
                            <a:pt x="558" y="812"/>
                          </a:lnTo>
                          <a:lnTo>
                            <a:pt x="561" y="812"/>
                          </a:lnTo>
                          <a:lnTo>
                            <a:pt x="563" y="810"/>
                          </a:lnTo>
                          <a:lnTo>
                            <a:pt x="566" y="808"/>
                          </a:lnTo>
                          <a:lnTo>
                            <a:pt x="568" y="806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62" name="Freeform 31">
                      <a:extLst>
                        <a:ext uri="{FF2B5EF4-FFF2-40B4-BE49-F238E27FC236}">
                          <a16:creationId xmlns:a16="http://schemas.microsoft.com/office/drawing/2014/main" id="{4964A56F-0E2D-4008-AE28-D48CEBC70A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08006" y="2259260"/>
                      <a:ext cx="3438525" cy="1276350"/>
                    </a:xfrm>
                    <a:custGeom>
                      <a:avLst/>
                      <a:gdLst>
                        <a:gd name="T0" fmla="*/ 34 w 2166"/>
                        <a:gd name="T1" fmla="*/ 617 h 804"/>
                        <a:gd name="T2" fmla="*/ 70 w 2166"/>
                        <a:gd name="T3" fmla="*/ 621 h 804"/>
                        <a:gd name="T4" fmla="*/ 106 w 2166"/>
                        <a:gd name="T5" fmla="*/ 565 h 804"/>
                        <a:gd name="T6" fmla="*/ 142 w 2166"/>
                        <a:gd name="T7" fmla="*/ 543 h 804"/>
                        <a:gd name="T8" fmla="*/ 178 w 2166"/>
                        <a:gd name="T9" fmla="*/ 573 h 804"/>
                        <a:gd name="T10" fmla="*/ 214 w 2166"/>
                        <a:gd name="T11" fmla="*/ 595 h 804"/>
                        <a:gd name="T12" fmla="*/ 250 w 2166"/>
                        <a:gd name="T13" fmla="*/ 578 h 804"/>
                        <a:gd name="T14" fmla="*/ 287 w 2166"/>
                        <a:gd name="T15" fmla="*/ 565 h 804"/>
                        <a:gd name="T16" fmla="*/ 323 w 2166"/>
                        <a:gd name="T17" fmla="*/ 553 h 804"/>
                        <a:gd name="T18" fmla="*/ 358 w 2166"/>
                        <a:gd name="T19" fmla="*/ 558 h 804"/>
                        <a:gd name="T20" fmla="*/ 395 w 2166"/>
                        <a:gd name="T21" fmla="*/ 797 h 804"/>
                        <a:gd name="T22" fmla="*/ 431 w 2166"/>
                        <a:gd name="T23" fmla="*/ 791 h 804"/>
                        <a:gd name="T24" fmla="*/ 467 w 2166"/>
                        <a:gd name="T25" fmla="*/ 764 h 804"/>
                        <a:gd name="T26" fmla="*/ 503 w 2166"/>
                        <a:gd name="T27" fmla="*/ 734 h 804"/>
                        <a:gd name="T28" fmla="*/ 539 w 2166"/>
                        <a:gd name="T29" fmla="*/ 710 h 804"/>
                        <a:gd name="T30" fmla="*/ 575 w 2166"/>
                        <a:gd name="T31" fmla="*/ 694 h 804"/>
                        <a:gd name="T32" fmla="*/ 611 w 2166"/>
                        <a:gd name="T33" fmla="*/ 683 h 804"/>
                        <a:gd name="T34" fmla="*/ 647 w 2166"/>
                        <a:gd name="T35" fmla="*/ 667 h 804"/>
                        <a:gd name="T36" fmla="*/ 683 w 2166"/>
                        <a:gd name="T37" fmla="*/ 655 h 804"/>
                        <a:gd name="T38" fmla="*/ 719 w 2166"/>
                        <a:gd name="T39" fmla="*/ 651 h 804"/>
                        <a:gd name="T40" fmla="*/ 756 w 2166"/>
                        <a:gd name="T41" fmla="*/ 647 h 804"/>
                        <a:gd name="T42" fmla="*/ 792 w 2166"/>
                        <a:gd name="T43" fmla="*/ 643 h 804"/>
                        <a:gd name="T44" fmla="*/ 828 w 2166"/>
                        <a:gd name="T45" fmla="*/ 641 h 804"/>
                        <a:gd name="T46" fmla="*/ 864 w 2166"/>
                        <a:gd name="T47" fmla="*/ 642 h 804"/>
                        <a:gd name="T48" fmla="*/ 900 w 2166"/>
                        <a:gd name="T49" fmla="*/ 641 h 804"/>
                        <a:gd name="T50" fmla="*/ 936 w 2166"/>
                        <a:gd name="T51" fmla="*/ 640 h 804"/>
                        <a:gd name="T52" fmla="*/ 972 w 2166"/>
                        <a:gd name="T53" fmla="*/ 637 h 804"/>
                        <a:gd name="T54" fmla="*/ 1008 w 2166"/>
                        <a:gd name="T55" fmla="*/ 637 h 804"/>
                        <a:gd name="T56" fmla="*/ 1044 w 2166"/>
                        <a:gd name="T57" fmla="*/ 634 h 804"/>
                        <a:gd name="T58" fmla="*/ 1080 w 2166"/>
                        <a:gd name="T59" fmla="*/ 630 h 804"/>
                        <a:gd name="T60" fmla="*/ 1116 w 2166"/>
                        <a:gd name="T61" fmla="*/ 621 h 804"/>
                        <a:gd name="T62" fmla="*/ 1152 w 2166"/>
                        <a:gd name="T63" fmla="*/ 618 h 804"/>
                        <a:gd name="T64" fmla="*/ 1188 w 2166"/>
                        <a:gd name="T65" fmla="*/ 617 h 804"/>
                        <a:gd name="T66" fmla="*/ 1224 w 2166"/>
                        <a:gd name="T67" fmla="*/ 608 h 804"/>
                        <a:gd name="T68" fmla="*/ 1261 w 2166"/>
                        <a:gd name="T69" fmla="*/ 605 h 804"/>
                        <a:gd name="T70" fmla="*/ 1297 w 2166"/>
                        <a:gd name="T71" fmla="*/ 600 h 804"/>
                        <a:gd name="T72" fmla="*/ 1333 w 2166"/>
                        <a:gd name="T73" fmla="*/ 596 h 804"/>
                        <a:gd name="T74" fmla="*/ 1369 w 2166"/>
                        <a:gd name="T75" fmla="*/ 592 h 804"/>
                        <a:gd name="T76" fmla="*/ 1405 w 2166"/>
                        <a:gd name="T77" fmla="*/ 595 h 804"/>
                        <a:gd name="T78" fmla="*/ 1441 w 2166"/>
                        <a:gd name="T79" fmla="*/ 590 h 804"/>
                        <a:gd name="T80" fmla="*/ 1477 w 2166"/>
                        <a:gd name="T81" fmla="*/ 580 h 804"/>
                        <a:gd name="T82" fmla="*/ 1513 w 2166"/>
                        <a:gd name="T83" fmla="*/ 580 h 804"/>
                        <a:gd name="T84" fmla="*/ 1549 w 2166"/>
                        <a:gd name="T85" fmla="*/ 580 h 804"/>
                        <a:gd name="T86" fmla="*/ 1585 w 2166"/>
                        <a:gd name="T87" fmla="*/ 279 h 804"/>
                        <a:gd name="T88" fmla="*/ 1621 w 2166"/>
                        <a:gd name="T89" fmla="*/ 103 h 804"/>
                        <a:gd name="T90" fmla="*/ 1657 w 2166"/>
                        <a:gd name="T91" fmla="*/ 43 h 804"/>
                        <a:gd name="T92" fmla="*/ 1693 w 2166"/>
                        <a:gd name="T93" fmla="*/ 13 h 804"/>
                        <a:gd name="T94" fmla="*/ 1730 w 2166"/>
                        <a:gd name="T95" fmla="*/ 77 h 804"/>
                        <a:gd name="T96" fmla="*/ 1766 w 2166"/>
                        <a:gd name="T97" fmla="*/ 130 h 804"/>
                        <a:gd name="T98" fmla="*/ 1802 w 2166"/>
                        <a:gd name="T99" fmla="*/ 196 h 804"/>
                        <a:gd name="T100" fmla="*/ 1838 w 2166"/>
                        <a:gd name="T101" fmla="*/ 254 h 804"/>
                        <a:gd name="T102" fmla="*/ 1874 w 2166"/>
                        <a:gd name="T103" fmla="*/ 350 h 804"/>
                        <a:gd name="T104" fmla="*/ 1910 w 2166"/>
                        <a:gd name="T105" fmla="*/ 381 h 804"/>
                        <a:gd name="T106" fmla="*/ 1946 w 2166"/>
                        <a:gd name="T107" fmla="*/ 427 h 804"/>
                        <a:gd name="T108" fmla="*/ 1982 w 2166"/>
                        <a:gd name="T109" fmla="*/ 466 h 804"/>
                        <a:gd name="T110" fmla="*/ 2018 w 2166"/>
                        <a:gd name="T111" fmla="*/ 490 h 804"/>
                        <a:gd name="T112" fmla="*/ 2054 w 2166"/>
                        <a:gd name="T113" fmla="*/ 536 h 804"/>
                        <a:gd name="T114" fmla="*/ 2091 w 2166"/>
                        <a:gd name="T115" fmla="*/ 549 h 804"/>
                        <a:gd name="T116" fmla="*/ 2127 w 2166"/>
                        <a:gd name="T117" fmla="*/ 559 h 804"/>
                        <a:gd name="T118" fmla="*/ 2163 w 2166"/>
                        <a:gd name="T119" fmla="*/ 616 h 80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66" h="804">
                          <a:moveTo>
                            <a:pt x="0" y="605"/>
                          </a:moveTo>
                          <a:lnTo>
                            <a:pt x="3" y="580"/>
                          </a:lnTo>
                          <a:lnTo>
                            <a:pt x="5" y="614"/>
                          </a:lnTo>
                          <a:lnTo>
                            <a:pt x="8" y="607"/>
                          </a:lnTo>
                          <a:lnTo>
                            <a:pt x="10" y="567"/>
                          </a:lnTo>
                          <a:lnTo>
                            <a:pt x="12" y="612"/>
                          </a:lnTo>
                          <a:lnTo>
                            <a:pt x="15" y="600"/>
                          </a:lnTo>
                          <a:lnTo>
                            <a:pt x="17" y="578"/>
                          </a:lnTo>
                          <a:lnTo>
                            <a:pt x="20" y="596"/>
                          </a:lnTo>
                          <a:lnTo>
                            <a:pt x="22" y="575"/>
                          </a:lnTo>
                          <a:lnTo>
                            <a:pt x="24" y="585"/>
                          </a:lnTo>
                          <a:lnTo>
                            <a:pt x="27" y="586"/>
                          </a:lnTo>
                          <a:lnTo>
                            <a:pt x="29" y="554"/>
                          </a:lnTo>
                          <a:lnTo>
                            <a:pt x="32" y="581"/>
                          </a:lnTo>
                          <a:lnTo>
                            <a:pt x="34" y="617"/>
                          </a:lnTo>
                          <a:lnTo>
                            <a:pt x="36" y="558"/>
                          </a:lnTo>
                          <a:lnTo>
                            <a:pt x="39" y="579"/>
                          </a:lnTo>
                          <a:lnTo>
                            <a:pt x="41" y="621"/>
                          </a:lnTo>
                          <a:lnTo>
                            <a:pt x="44" y="556"/>
                          </a:lnTo>
                          <a:lnTo>
                            <a:pt x="46" y="584"/>
                          </a:lnTo>
                          <a:lnTo>
                            <a:pt x="48" y="627"/>
                          </a:lnTo>
                          <a:lnTo>
                            <a:pt x="51" y="540"/>
                          </a:lnTo>
                          <a:lnTo>
                            <a:pt x="53" y="580"/>
                          </a:lnTo>
                          <a:lnTo>
                            <a:pt x="56" y="627"/>
                          </a:lnTo>
                          <a:lnTo>
                            <a:pt x="58" y="530"/>
                          </a:lnTo>
                          <a:lnTo>
                            <a:pt x="60" y="575"/>
                          </a:lnTo>
                          <a:lnTo>
                            <a:pt x="63" y="620"/>
                          </a:lnTo>
                          <a:lnTo>
                            <a:pt x="65" y="559"/>
                          </a:lnTo>
                          <a:lnTo>
                            <a:pt x="68" y="583"/>
                          </a:lnTo>
                          <a:lnTo>
                            <a:pt x="70" y="621"/>
                          </a:lnTo>
                          <a:lnTo>
                            <a:pt x="72" y="611"/>
                          </a:lnTo>
                          <a:lnTo>
                            <a:pt x="75" y="586"/>
                          </a:lnTo>
                          <a:lnTo>
                            <a:pt x="77" y="620"/>
                          </a:lnTo>
                          <a:lnTo>
                            <a:pt x="80" y="640"/>
                          </a:lnTo>
                          <a:lnTo>
                            <a:pt x="82" y="584"/>
                          </a:lnTo>
                          <a:lnTo>
                            <a:pt x="84" y="614"/>
                          </a:lnTo>
                          <a:lnTo>
                            <a:pt x="87" y="646"/>
                          </a:lnTo>
                          <a:lnTo>
                            <a:pt x="89" y="588"/>
                          </a:lnTo>
                          <a:lnTo>
                            <a:pt x="92" y="605"/>
                          </a:lnTo>
                          <a:lnTo>
                            <a:pt x="94" y="641"/>
                          </a:lnTo>
                          <a:lnTo>
                            <a:pt x="96" y="640"/>
                          </a:lnTo>
                          <a:lnTo>
                            <a:pt x="99" y="591"/>
                          </a:lnTo>
                          <a:lnTo>
                            <a:pt x="101" y="624"/>
                          </a:lnTo>
                          <a:lnTo>
                            <a:pt x="104" y="670"/>
                          </a:lnTo>
                          <a:lnTo>
                            <a:pt x="106" y="565"/>
                          </a:lnTo>
                          <a:lnTo>
                            <a:pt x="108" y="610"/>
                          </a:lnTo>
                          <a:lnTo>
                            <a:pt x="111" y="649"/>
                          </a:lnTo>
                          <a:lnTo>
                            <a:pt x="113" y="589"/>
                          </a:lnTo>
                          <a:lnTo>
                            <a:pt x="115" y="611"/>
                          </a:lnTo>
                          <a:lnTo>
                            <a:pt x="118" y="615"/>
                          </a:lnTo>
                          <a:lnTo>
                            <a:pt x="120" y="605"/>
                          </a:lnTo>
                          <a:lnTo>
                            <a:pt x="123" y="603"/>
                          </a:lnTo>
                          <a:lnTo>
                            <a:pt x="125" y="608"/>
                          </a:lnTo>
                          <a:lnTo>
                            <a:pt x="128" y="592"/>
                          </a:lnTo>
                          <a:lnTo>
                            <a:pt x="130" y="555"/>
                          </a:lnTo>
                          <a:lnTo>
                            <a:pt x="132" y="590"/>
                          </a:lnTo>
                          <a:lnTo>
                            <a:pt x="135" y="577"/>
                          </a:lnTo>
                          <a:lnTo>
                            <a:pt x="137" y="538"/>
                          </a:lnTo>
                          <a:lnTo>
                            <a:pt x="140" y="585"/>
                          </a:lnTo>
                          <a:lnTo>
                            <a:pt x="142" y="543"/>
                          </a:lnTo>
                          <a:lnTo>
                            <a:pt x="144" y="533"/>
                          </a:lnTo>
                          <a:lnTo>
                            <a:pt x="147" y="581"/>
                          </a:lnTo>
                          <a:lnTo>
                            <a:pt x="149" y="542"/>
                          </a:lnTo>
                          <a:lnTo>
                            <a:pt x="152" y="546"/>
                          </a:lnTo>
                          <a:lnTo>
                            <a:pt x="154" y="572"/>
                          </a:lnTo>
                          <a:lnTo>
                            <a:pt x="156" y="548"/>
                          </a:lnTo>
                          <a:lnTo>
                            <a:pt x="159" y="579"/>
                          </a:lnTo>
                          <a:lnTo>
                            <a:pt x="161" y="552"/>
                          </a:lnTo>
                          <a:lnTo>
                            <a:pt x="164" y="550"/>
                          </a:lnTo>
                          <a:lnTo>
                            <a:pt x="166" y="585"/>
                          </a:lnTo>
                          <a:lnTo>
                            <a:pt x="169" y="561"/>
                          </a:lnTo>
                          <a:lnTo>
                            <a:pt x="171" y="554"/>
                          </a:lnTo>
                          <a:lnTo>
                            <a:pt x="173" y="571"/>
                          </a:lnTo>
                          <a:lnTo>
                            <a:pt x="176" y="569"/>
                          </a:lnTo>
                          <a:lnTo>
                            <a:pt x="178" y="573"/>
                          </a:lnTo>
                          <a:lnTo>
                            <a:pt x="181" y="572"/>
                          </a:lnTo>
                          <a:lnTo>
                            <a:pt x="183" y="579"/>
                          </a:lnTo>
                          <a:lnTo>
                            <a:pt x="185" y="615"/>
                          </a:lnTo>
                          <a:lnTo>
                            <a:pt x="188" y="563"/>
                          </a:lnTo>
                          <a:lnTo>
                            <a:pt x="190" y="586"/>
                          </a:lnTo>
                          <a:lnTo>
                            <a:pt x="193" y="604"/>
                          </a:lnTo>
                          <a:lnTo>
                            <a:pt x="195" y="564"/>
                          </a:lnTo>
                          <a:lnTo>
                            <a:pt x="197" y="598"/>
                          </a:lnTo>
                          <a:lnTo>
                            <a:pt x="200" y="604"/>
                          </a:lnTo>
                          <a:lnTo>
                            <a:pt x="202" y="586"/>
                          </a:lnTo>
                          <a:lnTo>
                            <a:pt x="205" y="597"/>
                          </a:lnTo>
                          <a:lnTo>
                            <a:pt x="207" y="600"/>
                          </a:lnTo>
                          <a:lnTo>
                            <a:pt x="209" y="593"/>
                          </a:lnTo>
                          <a:lnTo>
                            <a:pt x="212" y="591"/>
                          </a:lnTo>
                          <a:lnTo>
                            <a:pt x="214" y="595"/>
                          </a:lnTo>
                          <a:lnTo>
                            <a:pt x="217" y="591"/>
                          </a:lnTo>
                          <a:lnTo>
                            <a:pt x="219" y="590"/>
                          </a:lnTo>
                          <a:lnTo>
                            <a:pt x="222" y="598"/>
                          </a:lnTo>
                          <a:lnTo>
                            <a:pt x="224" y="590"/>
                          </a:lnTo>
                          <a:lnTo>
                            <a:pt x="226" y="591"/>
                          </a:lnTo>
                          <a:lnTo>
                            <a:pt x="229" y="590"/>
                          </a:lnTo>
                          <a:lnTo>
                            <a:pt x="231" y="588"/>
                          </a:lnTo>
                          <a:lnTo>
                            <a:pt x="234" y="587"/>
                          </a:lnTo>
                          <a:lnTo>
                            <a:pt x="236" y="592"/>
                          </a:lnTo>
                          <a:lnTo>
                            <a:pt x="238" y="587"/>
                          </a:lnTo>
                          <a:lnTo>
                            <a:pt x="241" y="580"/>
                          </a:lnTo>
                          <a:lnTo>
                            <a:pt x="243" y="615"/>
                          </a:lnTo>
                          <a:lnTo>
                            <a:pt x="246" y="578"/>
                          </a:lnTo>
                          <a:lnTo>
                            <a:pt x="248" y="564"/>
                          </a:lnTo>
                          <a:lnTo>
                            <a:pt x="250" y="578"/>
                          </a:lnTo>
                          <a:lnTo>
                            <a:pt x="253" y="576"/>
                          </a:lnTo>
                          <a:lnTo>
                            <a:pt x="255" y="559"/>
                          </a:lnTo>
                          <a:lnTo>
                            <a:pt x="258" y="569"/>
                          </a:lnTo>
                          <a:lnTo>
                            <a:pt x="260" y="570"/>
                          </a:lnTo>
                          <a:lnTo>
                            <a:pt x="263" y="588"/>
                          </a:lnTo>
                          <a:lnTo>
                            <a:pt x="265" y="572"/>
                          </a:lnTo>
                          <a:lnTo>
                            <a:pt x="267" y="551"/>
                          </a:lnTo>
                          <a:lnTo>
                            <a:pt x="270" y="593"/>
                          </a:lnTo>
                          <a:lnTo>
                            <a:pt x="272" y="557"/>
                          </a:lnTo>
                          <a:lnTo>
                            <a:pt x="275" y="545"/>
                          </a:lnTo>
                          <a:lnTo>
                            <a:pt x="277" y="580"/>
                          </a:lnTo>
                          <a:lnTo>
                            <a:pt x="279" y="574"/>
                          </a:lnTo>
                          <a:lnTo>
                            <a:pt x="282" y="545"/>
                          </a:lnTo>
                          <a:lnTo>
                            <a:pt x="284" y="573"/>
                          </a:lnTo>
                          <a:lnTo>
                            <a:pt x="287" y="565"/>
                          </a:lnTo>
                          <a:lnTo>
                            <a:pt x="289" y="551"/>
                          </a:lnTo>
                          <a:lnTo>
                            <a:pt x="291" y="572"/>
                          </a:lnTo>
                          <a:lnTo>
                            <a:pt x="294" y="555"/>
                          </a:lnTo>
                          <a:lnTo>
                            <a:pt x="296" y="532"/>
                          </a:lnTo>
                          <a:lnTo>
                            <a:pt x="299" y="562"/>
                          </a:lnTo>
                          <a:lnTo>
                            <a:pt x="301" y="523"/>
                          </a:lnTo>
                          <a:lnTo>
                            <a:pt x="303" y="513"/>
                          </a:lnTo>
                          <a:lnTo>
                            <a:pt x="306" y="556"/>
                          </a:lnTo>
                          <a:lnTo>
                            <a:pt x="308" y="512"/>
                          </a:lnTo>
                          <a:lnTo>
                            <a:pt x="311" y="504"/>
                          </a:lnTo>
                          <a:lnTo>
                            <a:pt x="313" y="546"/>
                          </a:lnTo>
                          <a:lnTo>
                            <a:pt x="315" y="555"/>
                          </a:lnTo>
                          <a:lnTo>
                            <a:pt x="318" y="512"/>
                          </a:lnTo>
                          <a:lnTo>
                            <a:pt x="320" y="543"/>
                          </a:lnTo>
                          <a:lnTo>
                            <a:pt x="323" y="553"/>
                          </a:lnTo>
                          <a:lnTo>
                            <a:pt x="325" y="597"/>
                          </a:lnTo>
                          <a:lnTo>
                            <a:pt x="327" y="548"/>
                          </a:lnTo>
                          <a:lnTo>
                            <a:pt x="330" y="546"/>
                          </a:lnTo>
                          <a:lnTo>
                            <a:pt x="332" y="602"/>
                          </a:lnTo>
                          <a:lnTo>
                            <a:pt x="335" y="594"/>
                          </a:lnTo>
                          <a:lnTo>
                            <a:pt x="337" y="562"/>
                          </a:lnTo>
                          <a:lnTo>
                            <a:pt x="339" y="605"/>
                          </a:lnTo>
                          <a:lnTo>
                            <a:pt x="342" y="604"/>
                          </a:lnTo>
                          <a:lnTo>
                            <a:pt x="344" y="552"/>
                          </a:lnTo>
                          <a:lnTo>
                            <a:pt x="347" y="600"/>
                          </a:lnTo>
                          <a:lnTo>
                            <a:pt x="349" y="577"/>
                          </a:lnTo>
                          <a:lnTo>
                            <a:pt x="351" y="551"/>
                          </a:lnTo>
                          <a:lnTo>
                            <a:pt x="354" y="565"/>
                          </a:lnTo>
                          <a:lnTo>
                            <a:pt x="356" y="576"/>
                          </a:lnTo>
                          <a:lnTo>
                            <a:pt x="358" y="558"/>
                          </a:lnTo>
                          <a:lnTo>
                            <a:pt x="361" y="596"/>
                          </a:lnTo>
                          <a:lnTo>
                            <a:pt x="363" y="627"/>
                          </a:lnTo>
                          <a:lnTo>
                            <a:pt x="366" y="631"/>
                          </a:lnTo>
                          <a:lnTo>
                            <a:pt x="368" y="655"/>
                          </a:lnTo>
                          <a:lnTo>
                            <a:pt x="370" y="682"/>
                          </a:lnTo>
                          <a:lnTo>
                            <a:pt x="373" y="705"/>
                          </a:lnTo>
                          <a:lnTo>
                            <a:pt x="375" y="726"/>
                          </a:lnTo>
                          <a:lnTo>
                            <a:pt x="378" y="737"/>
                          </a:lnTo>
                          <a:lnTo>
                            <a:pt x="380" y="749"/>
                          </a:lnTo>
                          <a:lnTo>
                            <a:pt x="382" y="760"/>
                          </a:lnTo>
                          <a:lnTo>
                            <a:pt x="385" y="773"/>
                          </a:lnTo>
                          <a:lnTo>
                            <a:pt x="387" y="782"/>
                          </a:lnTo>
                          <a:lnTo>
                            <a:pt x="390" y="789"/>
                          </a:lnTo>
                          <a:lnTo>
                            <a:pt x="392" y="794"/>
                          </a:lnTo>
                          <a:lnTo>
                            <a:pt x="395" y="797"/>
                          </a:lnTo>
                          <a:lnTo>
                            <a:pt x="397" y="799"/>
                          </a:lnTo>
                          <a:lnTo>
                            <a:pt x="399" y="804"/>
                          </a:lnTo>
                          <a:lnTo>
                            <a:pt x="402" y="802"/>
                          </a:lnTo>
                          <a:lnTo>
                            <a:pt x="404" y="800"/>
                          </a:lnTo>
                          <a:lnTo>
                            <a:pt x="407" y="800"/>
                          </a:lnTo>
                          <a:lnTo>
                            <a:pt x="409" y="801"/>
                          </a:lnTo>
                          <a:lnTo>
                            <a:pt x="411" y="798"/>
                          </a:lnTo>
                          <a:lnTo>
                            <a:pt x="414" y="797"/>
                          </a:lnTo>
                          <a:lnTo>
                            <a:pt x="416" y="795"/>
                          </a:lnTo>
                          <a:lnTo>
                            <a:pt x="419" y="796"/>
                          </a:lnTo>
                          <a:lnTo>
                            <a:pt x="421" y="795"/>
                          </a:lnTo>
                          <a:lnTo>
                            <a:pt x="423" y="794"/>
                          </a:lnTo>
                          <a:lnTo>
                            <a:pt x="426" y="796"/>
                          </a:lnTo>
                          <a:lnTo>
                            <a:pt x="428" y="794"/>
                          </a:lnTo>
                          <a:lnTo>
                            <a:pt x="431" y="791"/>
                          </a:lnTo>
                          <a:lnTo>
                            <a:pt x="433" y="791"/>
                          </a:lnTo>
                          <a:lnTo>
                            <a:pt x="436" y="787"/>
                          </a:lnTo>
                          <a:lnTo>
                            <a:pt x="438" y="785"/>
                          </a:lnTo>
                          <a:lnTo>
                            <a:pt x="440" y="783"/>
                          </a:lnTo>
                          <a:lnTo>
                            <a:pt x="443" y="778"/>
                          </a:lnTo>
                          <a:lnTo>
                            <a:pt x="445" y="779"/>
                          </a:lnTo>
                          <a:lnTo>
                            <a:pt x="448" y="778"/>
                          </a:lnTo>
                          <a:lnTo>
                            <a:pt x="450" y="775"/>
                          </a:lnTo>
                          <a:lnTo>
                            <a:pt x="452" y="772"/>
                          </a:lnTo>
                          <a:lnTo>
                            <a:pt x="455" y="768"/>
                          </a:lnTo>
                          <a:lnTo>
                            <a:pt x="457" y="765"/>
                          </a:lnTo>
                          <a:lnTo>
                            <a:pt x="460" y="764"/>
                          </a:lnTo>
                          <a:lnTo>
                            <a:pt x="462" y="765"/>
                          </a:lnTo>
                          <a:lnTo>
                            <a:pt x="464" y="766"/>
                          </a:lnTo>
                          <a:lnTo>
                            <a:pt x="467" y="764"/>
                          </a:lnTo>
                          <a:lnTo>
                            <a:pt x="469" y="762"/>
                          </a:lnTo>
                          <a:lnTo>
                            <a:pt x="472" y="761"/>
                          </a:lnTo>
                          <a:lnTo>
                            <a:pt x="474" y="758"/>
                          </a:lnTo>
                          <a:lnTo>
                            <a:pt x="476" y="756"/>
                          </a:lnTo>
                          <a:lnTo>
                            <a:pt x="479" y="753"/>
                          </a:lnTo>
                          <a:lnTo>
                            <a:pt x="481" y="755"/>
                          </a:lnTo>
                          <a:lnTo>
                            <a:pt x="484" y="753"/>
                          </a:lnTo>
                          <a:lnTo>
                            <a:pt x="486" y="752"/>
                          </a:lnTo>
                          <a:lnTo>
                            <a:pt x="489" y="749"/>
                          </a:lnTo>
                          <a:lnTo>
                            <a:pt x="491" y="746"/>
                          </a:lnTo>
                          <a:lnTo>
                            <a:pt x="493" y="744"/>
                          </a:lnTo>
                          <a:lnTo>
                            <a:pt x="496" y="739"/>
                          </a:lnTo>
                          <a:lnTo>
                            <a:pt x="498" y="737"/>
                          </a:lnTo>
                          <a:lnTo>
                            <a:pt x="501" y="736"/>
                          </a:lnTo>
                          <a:lnTo>
                            <a:pt x="503" y="734"/>
                          </a:lnTo>
                          <a:lnTo>
                            <a:pt x="505" y="734"/>
                          </a:lnTo>
                          <a:lnTo>
                            <a:pt x="508" y="733"/>
                          </a:lnTo>
                          <a:lnTo>
                            <a:pt x="510" y="731"/>
                          </a:lnTo>
                          <a:lnTo>
                            <a:pt x="513" y="732"/>
                          </a:lnTo>
                          <a:lnTo>
                            <a:pt x="515" y="732"/>
                          </a:lnTo>
                          <a:lnTo>
                            <a:pt x="517" y="728"/>
                          </a:lnTo>
                          <a:lnTo>
                            <a:pt x="520" y="727"/>
                          </a:lnTo>
                          <a:lnTo>
                            <a:pt x="522" y="724"/>
                          </a:lnTo>
                          <a:lnTo>
                            <a:pt x="525" y="721"/>
                          </a:lnTo>
                          <a:lnTo>
                            <a:pt x="527" y="721"/>
                          </a:lnTo>
                          <a:lnTo>
                            <a:pt x="530" y="717"/>
                          </a:lnTo>
                          <a:lnTo>
                            <a:pt x="532" y="716"/>
                          </a:lnTo>
                          <a:lnTo>
                            <a:pt x="534" y="714"/>
                          </a:lnTo>
                          <a:lnTo>
                            <a:pt x="537" y="710"/>
                          </a:lnTo>
                          <a:lnTo>
                            <a:pt x="539" y="710"/>
                          </a:lnTo>
                          <a:lnTo>
                            <a:pt x="542" y="708"/>
                          </a:lnTo>
                          <a:lnTo>
                            <a:pt x="544" y="706"/>
                          </a:lnTo>
                          <a:lnTo>
                            <a:pt x="546" y="707"/>
                          </a:lnTo>
                          <a:lnTo>
                            <a:pt x="549" y="706"/>
                          </a:lnTo>
                          <a:lnTo>
                            <a:pt x="551" y="705"/>
                          </a:lnTo>
                          <a:lnTo>
                            <a:pt x="554" y="706"/>
                          </a:lnTo>
                          <a:lnTo>
                            <a:pt x="556" y="705"/>
                          </a:lnTo>
                          <a:lnTo>
                            <a:pt x="558" y="705"/>
                          </a:lnTo>
                          <a:lnTo>
                            <a:pt x="561" y="705"/>
                          </a:lnTo>
                          <a:lnTo>
                            <a:pt x="563" y="703"/>
                          </a:lnTo>
                          <a:lnTo>
                            <a:pt x="566" y="701"/>
                          </a:lnTo>
                          <a:lnTo>
                            <a:pt x="568" y="698"/>
                          </a:lnTo>
                          <a:lnTo>
                            <a:pt x="570" y="696"/>
                          </a:lnTo>
                          <a:lnTo>
                            <a:pt x="573" y="694"/>
                          </a:lnTo>
                          <a:lnTo>
                            <a:pt x="575" y="694"/>
                          </a:lnTo>
                          <a:lnTo>
                            <a:pt x="578" y="695"/>
                          </a:lnTo>
                          <a:lnTo>
                            <a:pt x="580" y="694"/>
                          </a:lnTo>
                          <a:lnTo>
                            <a:pt x="582" y="692"/>
                          </a:lnTo>
                          <a:lnTo>
                            <a:pt x="585" y="693"/>
                          </a:lnTo>
                          <a:lnTo>
                            <a:pt x="587" y="692"/>
                          </a:lnTo>
                          <a:lnTo>
                            <a:pt x="590" y="691"/>
                          </a:lnTo>
                          <a:lnTo>
                            <a:pt x="592" y="692"/>
                          </a:lnTo>
                          <a:lnTo>
                            <a:pt x="594" y="690"/>
                          </a:lnTo>
                          <a:lnTo>
                            <a:pt x="597" y="690"/>
                          </a:lnTo>
                          <a:lnTo>
                            <a:pt x="599" y="689"/>
                          </a:lnTo>
                          <a:lnTo>
                            <a:pt x="601" y="686"/>
                          </a:lnTo>
                          <a:lnTo>
                            <a:pt x="604" y="686"/>
                          </a:lnTo>
                          <a:lnTo>
                            <a:pt x="606" y="684"/>
                          </a:lnTo>
                          <a:lnTo>
                            <a:pt x="609" y="683"/>
                          </a:lnTo>
                          <a:lnTo>
                            <a:pt x="611" y="683"/>
                          </a:lnTo>
                          <a:lnTo>
                            <a:pt x="613" y="682"/>
                          </a:lnTo>
                          <a:lnTo>
                            <a:pt x="616" y="683"/>
                          </a:lnTo>
                          <a:lnTo>
                            <a:pt x="618" y="680"/>
                          </a:lnTo>
                          <a:lnTo>
                            <a:pt x="621" y="678"/>
                          </a:lnTo>
                          <a:lnTo>
                            <a:pt x="623" y="678"/>
                          </a:lnTo>
                          <a:lnTo>
                            <a:pt x="625" y="674"/>
                          </a:lnTo>
                          <a:lnTo>
                            <a:pt x="628" y="675"/>
                          </a:lnTo>
                          <a:lnTo>
                            <a:pt x="630" y="675"/>
                          </a:lnTo>
                          <a:lnTo>
                            <a:pt x="633" y="673"/>
                          </a:lnTo>
                          <a:lnTo>
                            <a:pt x="635" y="674"/>
                          </a:lnTo>
                          <a:lnTo>
                            <a:pt x="637" y="673"/>
                          </a:lnTo>
                          <a:lnTo>
                            <a:pt x="640" y="672"/>
                          </a:lnTo>
                          <a:lnTo>
                            <a:pt x="642" y="670"/>
                          </a:lnTo>
                          <a:lnTo>
                            <a:pt x="645" y="667"/>
                          </a:lnTo>
                          <a:lnTo>
                            <a:pt x="647" y="667"/>
                          </a:lnTo>
                          <a:lnTo>
                            <a:pt x="649" y="667"/>
                          </a:lnTo>
                          <a:lnTo>
                            <a:pt x="652" y="667"/>
                          </a:lnTo>
                          <a:lnTo>
                            <a:pt x="654" y="667"/>
                          </a:lnTo>
                          <a:lnTo>
                            <a:pt x="657" y="667"/>
                          </a:lnTo>
                          <a:lnTo>
                            <a:pt x="659" y="667"/>
                          </a:lnTo>
                          <a:lnTo>
                            <a:pt x="662" y="665"/>
                          </a:lnTo>
                          <a:lnTo>
                            <a:pt x="664" y="663"/>
                          </a:lnTo>
                          <a:lnTo>
                            <a:pt x="666" y="663"/>
                          </a:lnTo>
                          <a:lnTo>
                            <a:pt x="669" y="663"/>
                          </a:lnTo>
                          <a:lnTo>
                            <a:pt x="671" y="660"/>
                          </a:lnTo>
                          <a:lnTo>
                            <a:pt x="674" y="659"/>
                          </a:lnTo>
                          <a:lnTo>
                            <a:pt x="676" y="658"/>
                          </a:lnTo>
                          <a:lnTo>
                            <a:pt x="678" y="657"/>
                          </a:lnTo>
                          <a:lnTo>
                            <a:pt x="681" y="657"/>
                          </a:lnTo>
                          <a:lnTo>
                            <a:pt x="683" y="655"/>
                          </a:lnTo>
                          <a:lnTo>
                            <a:pt x="686" y="654"/>
                          </a:lnTo>
                          <a:lnTo>
                            <a:pt x="688" y="654"/>
                          </a:lnTo>
                          <a:lnTo>
                            <a:pt x="690" y="652"/>
                          </a:lnTo>
                          <a:lnTo>
                            <a:pt x="693" y="654"/>
                          </a:lnTo>
                          <a:lnTo>
                            <a:pt x="695" y="654"/>
                          </a:lnTo>
                          <a:lnTo>
                            <a:pt x="698" y="653"/>
                          </a:lnTo>
                          <a:lnTo>
                            <a:pt x="700" y="655"/>
                          </a:lnTo>
                          <a:lnTo>
                            <a:pt x="703" y="655"/>
                          </a:lnTo>
                          <a:lnTo>
                            <a:pt x="705" y="655"/>
                          </a:lnTo>
                          <a:lnTo>
                            <a:pt x="707" y="654"/>
                          </a:lnTo>
                          <a:lnTo>
                            <a:pt x="710" y="652"/>
                          </a:lnTo>
                          <a:lnTo>
                            <a:pt x="712" y="652"/>
                          </a:lnTo>
                          <a:lnTo>
                            <a:pt x="715" y="651"/>
                          </a:lnTo>
                          <a:lnTo>
                            <a:pt x="717" y="651"/>
                          </a:lnTo>
                          <a:lnTo>
                            <a:pt x="719" y="651"/>
                          </a:lnTo>
                          <a:lnTo>
                            <a:pt x="722" y="652"/>
                          </a:lnTo>
                          <a:lnTo>
                            <a:pt x="724" y="651"/>
                          </a:lnTo>
                          <a:lnTo>
                            <a:pt x="727" y="650"/>
                          </a:lnTo>
                          <a:lnTo>
                            <a:pt x="729" y="651"/>
                          </a:lnTo>
                          <a:lnTo>
                            <a:pt x="731" y="650"/>
                          </a:lnTo>
                          <a:lnTo>
                            <a:pt x="734" y="651"/>
                          </a:lnTo>
                          <a:lnTo>
                            <a:pt x="736" y="651"/>
                          </a:lnTo>
                          <a:lnTo>
                            <a:pt x="739" y="650"/>
                          </a:lnTo>
                          <a:lnTo>
                            <a:pt x="741" y="650"/>
                          </a:lnTo>
                          <a:lnTo>
                            <a:pt x="743" y="649"/>
                          </a:lnTo>
                          <a:lnTo>
                            <a:pt x="746" y="648"/>
                          </a:lnTo>
                          <a:lnTo>
                            <a:pt x="748" y="647"/>
                          </a:lnTo>
                          <a:lnTo>
                            <a:pt x="751" y="647"/>
                          </a:lnTo>
                          <a:lnTo>
                            <a:pt x="753" y="646"/>
                          </a:lnTo>
                          <a:lnTo>
                            <a:pt x="756" y="647"/>
                          </a:lnTo>
                          <a:lnTo>
                            <a:pt x="758" y="646"/>
                          </a:lnTo>
                          <a:lnTo>
                            <a:pt x="760" y="644"/>
                          </a:lnTo>
                          <a:lnTo>
                            <a:pt x="763" y="646"/>
                          </a:lnTo>
                          <a:lnTo>
                            <a:pt x="765" y="645"/>
                          </a:lnTo>
                          <a:lnTo>
                            <a:pt x="768" y="645"/>
                          </a:lnTo>
                          <a:lnTo>
                            <a:pt x="770" y="647"/>
                          </a:lnTo>
                          <a:lnTo>
                            <a:pt x="772" y="646"/>
                          </a:lnTo>
                          <a:lnTo>
                            <a:pt x="775" y="646"/>
                          </a:lnTo>
                          <a:lnTo>
                            <a:pt x="777" y="646"/>
                          </a:lnTo>
                          <a:lnTo>
                            <a:pt x="780" y="643"/>
                          </a:lnTo>
                          <a:lnTo>
                            <a:pt x="782" y="644"/>
                          </a:lnTo>
                          <a:lnTo>
                            <a:pt x="784" y="643"/>
                          </a:lnTo>
                          <a:lnTo>
                            <a:pt x="787" y="643"/>
                          </a:lnTo>
                          <a:lnTo>
                            <a:pt x="789" y="645"/>
                          </a:lnTo>
                          <a:lnTo>
                            <a:pt x="792" y="643"/>
                          </a:lnTo>
                          <a:lnTo>
                            <a:pt x="794" y="644"/>
                          </a:lnTo>
                          <a:lnTo>
                            <a:pt x="797" y="643"/>
                          </a:lnTo>
                          <a:lnTo>
                            <a:pt x="799" y="641"/>
                          </a:lnTo>
                          <a:lnTo>
                            <a:pt x="801" y="641"/>
                          </a:lnTo>
                          <a:lnTo>
                            <a:pt x="804" y="640"/>
                          </a:lnTo>
                          <a:lnTo>
                            <a:pt x="806" y="640"/>
                          </a:lnTo>
                          <a:lnTo>
                            <a:pt x="809" y="639"/>
                          </a:lnTo>
                          <a:lnTo>
                            <a:pt x="811" y="637"/>
                          </a:lnTo>
                          <a:lnTo>
                            <a:pt x="813" y="639"/>
                          </a:lnTo>
                          <a:lnTo>
                            <a:pt x="816" y="639"/>
                          </a:lnTo>
                          <a:lnTo>
                            <a:pt x="818" y="639"/>
                          </a:lnTo>
                          <a:lnTo>
                            <a:pt x="821" y="640"/>
                          </a:lnTo>
                          <a:lnTo>
                            <a:pt x="823" y="640"/>
                          </a:lnTo>
                          <a:lnTo>
                            <a:pt x="825" y="640"/>
                          </a:lnTo>
                          <a:lnTo>
                            <a:pt x="828" y="641"/>
                          </a:lnTo>
                          <a:lnTo>
                            <a:pt x="830" y="642"/>
                          </a:lnTo>
                          <a:lnTo>
                            <a:pt x="833" y="641"/>
                          </a:lnTo>
                          <a:lnTo>
                            <a:pt x="835" y="642"/>
                          </a:lnTo>
                          <a:lnTo>
                            <a:pt x="837" y="642"/>
                          </a:lnTo>
                          <a:lnTo>
                            <a:pt x="840" y="640"/>
                          </a:lnTo>
                          <a:lnTo>
                            <a:pt x="842" y="640"/>
                          </a:lnTo>
                          <a:lnTo>
                            <a:pt x="845" y="638"/>
                          </a:lnTo>
                          <a:lnTo>
                            <a:pt x="847" y="637"/>
                          </a:lnTo>
                          <a:lnTo>
                            <a:pt x="849" y="637"/>
                          </a:lnTo>
                          <a:lnTo>
                            <a:pt x="852" y="638"/>
                          </a:lnTo>
                          <a:lnTo>
                            <a:pt x="854" y="638"/>
                          </a:lnTo>
                          <a:lnTo>
                            <a:pt x="856" y="640"/>
                          </a:lnTo>
                          <a:lnTo>
                            <a:pt x="859" y="641"/>
                          </a:lnTo>
                          <a:lnTo>
                            <a:pt x="861" y="641"/>
                          </a:lnTo>
                          <a:lnTo>
                            <a:pt x="864" y="642"/>
                          </a:lnTo>
                          <a:lnTo>
                            <a:pt x="866" y="643"/>
                          </a:lnTo>
                          <a:lnTo>
                            <a:pt x="868" y="642"/>
                          </a:lnTo>
                          <a:lnTo>
                            <a:pt x="871" y="643"/>
                          </a:lnTo>
                          <a:lnTo>
                            <a:pt x="873" y="645"/>
                          </a:lnTo>
                          <a:lnTo>
                            <a:pt x="876" y="643"/>
                          </a:lnTo>
                          <a:lnTo>
                            <a:pt x="878" y="643"/>
                          </a:lnTo>
                          <a:lnTo>
                            <a:pt x="880" y="642"/>
                          </a:lnTo>
                          <a:lnTo>
                            <a:pt x="883" y="638"/>
                          </a:lnTo>
                          <a:lnTo>
                            <a:pt x="885" y="638"/>
                          </a:lnTo>
                          <a:lnTo>
                            <a:pt x="888" y="637"/>
                          </a:lnTo>
                          <a:lnTo>
                            <a:pt x="890" y="636"/>
                          </a:lnTo>
                          <a:lnTo>
                            <a:pt x="892" y="638"/>
                          </a:lnTo>
                          <a:lnTo>
                            <a:pt x="895" y="639"/>
                          </a:lnTo>
                          <a:lnTo>
                            <a:pt x="897" y="641"/>
                          </a:lnTo>
                          <a:lnTo>
                            <a:pt x="900" y="641"/>
                          </a:lnTo>
                          <a:lnTo>
                            <a:pt x="902" y="640"/>
                          </a:lnTo>
                          <a:lnTo>
                            <a:pt x="904" y="643"/>
                          </a:lnTo>
                          <a:lnTo>
                            <a:pt x="907" y="643"/>
                          </a:lnTo>
                          <a:lnTo>
                            <a:pt x="909" y="643"/>
                          </a:lnTo>
                          <a:lnTo>
                            <a:pt x="912" y="644"/>
                          </a:lnTo>
                          <a:lnTo>
                            <a:pt x="914" y="643"/>
                          </a:lnTo>
                          <a:lnTo>
                            <a:pt x="916" y="642"/>
                          </a:lnTo>
                          <a:lnTo>
                            <a:pt x="919" y="641"/>
                          </a:lnTo>
                          <a:lnTo>
                            <a:pt x="921" y="640"/>
                          </a:lnTo>
                          <a:lnTo>
                            <a:pt x="924" y="639"/>
                          </a:lnTo>
                          <a:lnTo>
                            <a:pt x="926" y="638"/>
                          </a:lnTo>
                          <a:lnTo>
                            <a:pt x="929" y="638"/>
                          </a:lnTo>
                          <a:lnTo>
                            <a:pt x="931" y="638"/>
                          </a:lnTo>
                          <a:lnTo>
                            <a:pt x="933" y="640"/>
                          </a:lnTo>
                          <a:lnTo>
                            <a:pt x="936" y="640"/>
                          </a:lnTo>
                          <a:lnTo>
                            <a:pt x="938" y="640"/>
                          </a:lnTo>
                          <a:lnTo>
                            <a:pt x="941" y="642"/>
                          </a:lnTo>
                          <a:lnTo>
                            <a:pt x="943" y="641"/>
                          </a:lnTo>
                          <a:lnTo>
                            <a:pt x="945" y="642"/>
                          </a:lnTo>
                          <a:lnTo>
                            <a:pt x="948" y="643"/>
                          </a:lnTo>
                          <a:lnTo>
                            <a:pt x="950" y="643"/>
                          </a:lnTo>
                          <a:lnTo>
                            <a:pt x="953" y="643"/>
                          </a:lnTo>
                          <a:lnTo>
                            <a:pt x="955" y="642"/>
                          </a:lnTo>
                          <a:lnTo>
                            <a:pt x="957" y="641"/>
                          </a:lnTo>
                          <a:lnTo>
                            <a:pt x="960" y="638"/>
                          </a:lnTo>
                          <a:lnTo>
                            <a:pt x="962" y="638"/>
                          </a:lnTo>
                          <a:lnTo>
                            <a:pt x="965" y="637"/>
                          </a:lnTo>
                          <a:lnTo>
                            <a:pt x="967" y="636"/>
                          </a:lnTo>
                          <a:lnTo>
                            <a:pt x="970" y="638"/>
                          </a:lnTo>
                          <a:lnTo>
                            <a:pt x="972" y="637"/>
                          </a:lnTo>
                          <a:lnTo>
                            <a:pt x="974" y="636"/>
                          </a:lnTo>
                          <a:lnTo>
                            <a:pt x="977" y="639"/>
                          </a:lnTo>
                          <a:lnTo>
                            <a:pt x="979" y="638"/>
                          </a:lnTo>
                          <a:lnTo>
                            <a:pt x="982" y="640"/>
                          </a:lnTo>
                          <a:lnTo>
                            <a:pt x="984" y="643"/>
                          </a:lnTo>
                          <a:lnTo>
                            <a:pt x="986" y="641"/>
                          </a:lnTo>
                          <a:lnTo>
                            <a:pt x="989" y="641"/>
                          </a:lnTo>
                          <a:lnTo>
                            <a:pt x="991" y="640"/>
                          </a:lnTo>
                          <a:lnTo>
                            <a:pt x="994" y="638"/>
                          </a:lnTo>
                          <a:lnTo>
                            <a:pt x="996" y="637"/>
                          </a:lnTo>
                          <a:lnTo>
                            <a:pt x="998" y="635"/>
                          </a:lnTo>
                          <a:lnTo>
                            <a:pt x="1001" y="637"/>
                          </a:lnTo>
                          <a:lnTo>
                            <a:pt x="1003" y="636"/>
                          </a:lnTo>
                          <a:lnTo>
                            <a:pt x="1006" y="637"/>
                          </a:lnTo>
                          <a:lnTo>
                            <a:pt x="1008" y="637"/>
                          </a:lnTo>
                          <a:lnTo>
                            <a:pt x="1010" y="634"/>
                          </a:lnTo>
                          <a:lnTo>
                            <a:pt x="1013" y="635"/>
                          </a:lnTo>
                          <a:lnTo>
                            <a:pt x="1015" y="635"/>
                          </a:lnTo>
                          <a:lnTo>
                            <a:pt x="1018" y="634"/>
                          </a:lnTo>
                          <a:lnTo>
                            <a:pt x="1020" y="637"/>
                          </a:lnTo>
                          <a:lnTo>
                            <a:pt x="1023" y="637"/>
                          </a:lnTo>
                          <a:lnTo>
                            <a:pt x="1025" y="635"/>
                          </a:lnTo>
                          <a:lnTo>
                            <a:pt x="1027" y="635"/>
                          </a:lnTo>
                          <a:lnTo>
                            <a:pt x="1030" y="634"/>
                          </a:lnTo>
                          <a:lnTo>
                            <a:pt x="1032" y="632"/>
                          </a:lnTo>
                          <a:lnTo>
                            <a:pt x="1035" y="633"/>
                          </a:lnTo>
                          <a:lnTo>
                            <a:pt x="1037" y="632"/>
                          </a:lnTo>
                          <a:lnTo>
                            <a:pt x="1039" y="632"/>
                          </a:lnTo>
                          <a:lnTo>
                            <a:pt x="1042" y="634"/>
                          </a:lnTo>
                          <a:lnTo>
                            <a:pt x="1044" y="634"/>
                          </a:lnTo>
                          <a:lnTo>
                            <a:pt x="1047" y="634"/>
                          </a:lnTo>
                          <a:lnTo>
                            <a:pt x="1049" y="635"/>
                          </a:lnTo>
                          <a:lnTo>
                            <a:pt x="1051" y="635"/>
                          </a:lnTo>
                          <a:lnTo>
                            <a:pt x="1054" y="635"/>
                          </a:lnTo>
                          <a:lnTo>
                            <a:pt x="1056" y="635"/>
                          </a:lnTo>
                          <a:lnTo>
                            <a:pt x="1059" y="633"/>
                          </a:lnTo>
                          <a:lnTo>
                            <a:pt x="1061" y="632"/>
                          </a:lnTo>
                          <a:lnTo>
                            <a:pt x="1064" y="631"/>
                          </a:lnTo>
                          <a:lnTo>
                            <a:pt x="1066" y="631"/>
                          </a:lnTo>
                          <a:lnTo>
                            <a:pt x="1068" y="630"/>
                          </a:lnTo>
                          <a:lnTo>
                            <a:pt x="1071" y="629"/>
                          </a:lnTo>
                          <a:lnTo>
                            <a:pt x="1073" y="628"/>
                          </a:lnTo>
                          <a:lnTo>
                            <a:pt x="1076" y="629"/>
                          </a:lnTo>
                          <a:lnTo>
                            <a:pt x="1078" y="629"/>
                          </a:lnTo>
                          <a:lnTo>
                            <a:pt x="1080" y="630"/>
                          </a:lnTo>
                          <a:lnTo>
                            <a:pt x="1083" y="631"/>
                          </a:lnTo>
                          <a:lnTo>
                            <a:pt x="1085" y="630"/>
                          </a:lnTo>
                          <a:lnTo>
                            <a:pt x="1088" y="629"/>
                          </a:lnTo>
                          <a:lnTo>
                            <a:pt x="1090" y="631"/>
                          </a:lnTo>
                          <a:lnTo>
                            <a:pt x="1092" y="629"/>
                          </a:lnTo>
                          <a:lnTo>
                            <a:pt x="1095" y="629"/>
                          </a:lnTo>
                          <a:lnTo>
                            <a:pt x="1097" y="629"/>
                          </a:lnTo>
                          <a:lnTo>
                            <a:pt x="1099" y="626"/>
                          </a:lnTo>
                          <a:lnTo>
                            <a:pt x="1102" y="626"/>
                          </a:lnTo>
                          <a:lnTo>
                            <a:pt x="1104" y="624"/>
                          </a:lnTo>
                          <a:lnTo>
                            <a:pt x="1107" y="623"/>
                          </a:lnTo>
                          <a:lnTo>
                            <a:pt x="1109" y="622"/>
                          </a:lnTo>
                          <a:lnTo>
                            <a:pt x="1111" y="622"/>
                          </a:lnTo>
                          <a:lnTo>
                            <a:pt x="1114" y="623"/>
                          </a:lnTo>
                          <a:lnTo>
                            <a:pt x="1116" y="621"/>
                          </a:lnTo>
                          <a:lnTo>
                            <a:pt x="1119" y="621"/>
                          </a:lnTo>
                          <a:lnTo>
                            <a:pt x="1121" y="622"/>
                          </a:lnTo>
                          <a:lnTo>
                            <a:pt x="1123" y="620"/>
                          </a:lnTo>
                          <a:lnTo>
                            <a:pt x="1126" y="623"/>
                          </a:lnTo>
                          <a:lnTo>
                            <a:pt x="1128" y="621"/>
                          </a:lnTo>
                          <a:lnTo>
                            <a:pt x="1131" y="620"/>
                          </a:lnTo>
                          <a:lnTo>
                            <a:pt x="1133" y="621"/>
                          </a:lnTo>
                          <a:lnTo>
                            <a:pt x="1135" y="618"/>
                          </a:lnTo>
                          <a:lnTo>
                            <a:pt x="1138" y="617"/>
                          </a:lnTo>
                          <a:lnTo>
                            <a:pt x="1140" y="618"/>
                          </a:lnTo>
                          <a:lnTo>
                            <a:pt x="1143" y="616"/>
                          </a:lnTo>
                          <a:lnTo>
                            <a:pt x="1145" y="617"/>
                          </a:lnTo>
                          <a:lnTo>
                            <a:pt x="1147" y="618"/>
                          </a:lnTo>
                          <a:lnTo>
                            <a:pt x="1150" y="617"/>
                          </a:lnTo>
                          <a:lnTo>
                            <a:pt x="1152" y="618"/>
                          </a:lnTo>
                          <a:lnTo>
                            <a:pt x="1155" y="617"/>
                          </a:lnTo>
                          <a:lnTo>
                            <a:pt x="1157" y="618"/>
                          </a:lnTo>
                          <a:lnTo>
                            <a:pt x="1159" y="618"/>
                          </a:lnTo>
                          <a:lnTo>
                            <a:pt x="1162" y="617"/>
                          </a:lnTo>
                          <a:lnTo>
                            <a:pt x="1164" y="619"/>
                          </a:lnTo>
                          <a:lnTo>
                            <a:pt x="1167" y="618"/>
                          </a:lnTo>
                          <a:lnTo>
                            <a:pt x="1169" y="618"/>
                          </a:lnTo>
                          <a:lnTo>
                            <a:pt x="1171" y="618"/>
                          </a:lnTo>
                          <a:lnTo>
                            <a:pt x="1174" y="617"/>
                          </a:lnTo>
                          <a:lnTo>
                            <a:pt x="1176" y="617"/>
                          </a:lnTo>
                          <a:lnTo>
                            <a:pt x="1179" y="617"/>
                          </a:lnTo>
                          <a:lnTo>
                            <a:pt x="1181" y="617"/>
                          </a:lnTo>
                          <a:lnTo>
                            <a:pt x="1183" y="617"/>
                          </a:lnTo>
                          <a:lnTo>
                            <a:pt x="1186" y="617"/>
                          </a:lnTo>
                          <a:lnTo>
                            <a:pt x="1188" y="617"/>
                          </a:lnTo>
                          <a:lnTo>
                            <a:pt x="1191" y="616"/>
                          </a:lnTo>
                          <a:lnTo>
                            <a:pt x="1193" y="616"/>
                          </a:lnTo>
                          <a:lnTo>
                            <a:pt x="1196" y="615"/>
                          </a:lnTo>
                          <a:lnTo>
                            <a:pt x="1198" y="614"/>
                          </a:lnTo>
                          <a:lnTo>
                            <a:pt x="1200" y="615"/>
                          </a:lnTo>
                          <a:lnTo>
                            <a:pt x="1203" y="615"/>
                          </a:lnTo>
                          <a:lnTo>
                            <a:pt x="1205" y="613"/>
                          </a:lnTo>
                          <a:lnTo>
                            <a:pt x="1208" y="612"/>
                          </a:lnTo>
                          <a:lnTo>
                            <a:pt x="1210" y="611"/>
                          </a:lnTo>
                          <a:lnTo>
                            <a:pt x="1212" y="610"/>
                          </a:lnTo>
                          <a:lnTo>
                            <a:pt x="1215" y="611"/>
                          </a:lnTo>
                          <a:lnTo>
                            <a:pt x="1217" y="609"/>
                          </a:lnTo>
                          <a:lnTo>
                            <a:pt x="1220" y="609"/>
                          </a:lnTo>
                          <a:lnTo>
                            <a:pt x="1222" y="611"/>
                          </a:lnTo>
                          <a:lnTo>
                            <a:pt x="1224" y="608"/>
                          </a:lnTo>
                          <a:lnTo>
                            <a:pt x="1227" y="609"/>
                          </a:lnTo>
                          <a:lnTo>
                            <a:pt x="1229" y="609"/>
                          </a:lnTo>
                          <a:lnTo>
                            <a:pt x="1232" y="608"/>
                          </a:lnTo>
                          <a:lnTo>
                            <a:pt x="1234" y="609"/>
                          </a:lnTo>
                          <a:lnTo>
                            <a:pt x="1237" y="607"/>
                          </a:lnTo>
                          <a:lnTo>
                            <a:pt x="1239" y="606"/>
                          </a:lnTo>
                          <a:lnTo>
                            <a:pt x="1241" y="608"/>
                          </a:lnTo>
                          <a:lnTo>
                            <a:pt x="1244" y="606"/>
                          </a:lnTo>
                          <a:lnTo>
                            <a:pt x="1246" y="606"/>
                          </a:lnTo>
                          <a:lnTo>
                            <a:pt x="1249" y="605"/>
                          </a:lnTo>
                          <a:lnTo>
                            <a:pt x="1251" y="603"/>
                          </a:lnTo>
                          <a:lnTo>
                            <a:pt x="1253" y="604"/>
                          </a:lnTo>
                          <a:lnTo>
                            <a:pt x="1256" y="605"/>
                          </a:lnTo>
                          <a:lnTo>
                            <a:pt x="1258" y="606"/>
                          </a:lnTo>
                          <a:lnTo>
                            <a:pt x="1261" y="605"/>
                          </a:lnTo>
                          <a:lnTo>
                            <a:pt x="1263" y="605"/>
                          </a:lnTo>
                          <a:lnTo>
                            <a:pt x="1265" y="605"/>
                          </a:lnTo>
                          <a:lnTo>
                            <a:pt x="1268" y="604"/>
                          </a:lnTo>
                          <a:lnTo>
                            <a:pt x="1270" y="605"/>
                          </a:lnTo>
                          <a:lnTo>
                            <a:pt x="1273" y="604"/>
                          </a:lnTo>
                          <a:lnTo>
                            <a:pt x="1275" y="603"/>
                          </a:lnTo>
                          <a:lnTo>
                            <a:pt x="1277" y="603"/>
                          </a:lnTo>
                          <a:lnTo>
                            <a:pt x="1280" y="602"/>
                          </a:lnTo>
                          <a:lnTo>
                            <a:pt x="1282" y="600"/>
                          </a:lnTo>
                          <a:lnTo>
                            <a:pt x="1285" y="601"/>
                          </a:lnTo>
                          <a:lnTo>
                            <a:pt x="1287" y="601"/>
                          </a:lnTo>
                          <a:lnTo>
                            <a:pt x="1290" y="600"/>
                          </a:lnTo>
                          <a:lnTo>
                            <a:pt x="1292" y="603"/>
                          </a:lnTo>
                          <a:lnTo>
                            <a:pt x="1294" y="601"/>
                          </a:lnTo>
                          <a:lnTo>
                            <a:pt x="1297" y="600"/>
                          </a:lnTo>
                          <a:lnTo>
                            <a:pt x="1299" y="601"/>
                          </a:lnTo>
                          <a:lnTo>
                            <a:pt x="1302" y="598"/>
                          </a:lnTo>
                          <a:lnTo>
                            <a:pt x="1304" y="599"/>
                          </a:lnTo>
                          <a:lnTo>
                            <a:pt x="1306" y="600"/>
                          </a:lnTo>
                          <a:lnTo>
                            <a:pt x="1309" y="598"/>
                          </a:lnTo>
                          <a:lnTo>
                            <a:pt x="1311" y="599"/>
                          </a:lnTo>
                          <a:lnTo>
                            <a:pt x="1314" y="598"/>
                          </a:lnTo>
                          <a:lnTo>
                            <a:pt x="1316" y="598"/>
                          </a:lnTo>
                          <a:lnTo>
                            <a:pt x="1318" y="597"/>
                          </a:lnTo>
                          <a:lnTo>
                            <a:pt x="1321" y="598"/>
                          </a:lnTo>
                          <a:lnTo>
                            <a:pt x="1323" y="598"/>
                          </a:lnTo>
                          <a:lnTo>
                            <a:pt x="1326" y="597"/>
                          </a:lnTo>
                          <a:lnTo>
                            <a:pt x="1328" y="598"/>
                          </a:lnTo>
                          <a:lnTo>
                            <a:pt x="1331" y="597"/>
                          </a:lnTo>
                          <a:lnTo>
                            <a:pt x="1333" y="596"/>
                          </a:lnTo>
                          <a:lnTo>
                            <a:pt x="1335" y="598"/>
                          </a:lnTo>
                          <a:lnTo>
                            <a:pt x="1338" y="596"/>
                          </a:lnTo>
                          <a:lnTo>
                            <a:pt x="1340" y="597"/>
                          </a:lnTo>
                          <a:lnTo>
                            <a:pt x="1342" y="596"/>
                          </a:lnTo>
                          <a:lnTo>
                            <a:pt x="1345" y="595"/>
                          </a:lnTo>
                          <a:lnTo>
                            <a:pt x="1347" y="596"/>
                          </a:lnTo>
                          <a:lnTo>
                            <a:pt x="1350" y="595"/>
                          </a:lnTo>
                          <a:lnTo>
                            <a:pt x="1352" y="594"/>
                          </a:lnTo>
                          <a:lnTo>
                            <a:pt x="1354" y="595"/>
                          </a:lnTo>
                          <a:lnTo>
                            <a:pt x="1357" y="593"/>
                          </a:lnTo>
                          <a:lnTo>
                            <a:pt x="1359" y="595"/>
                          </a:lnTo>
                          <a:lnTo>
                            <a:pt x="1362" y="595"/>
                          </a:lnTo>
                          <a:lnTo>
                            <a:pt x="1364" y="594"/>
                          </a:lnTo>
                          <a:lnTo>
                            <a:pt x="1366" y="594"/>
                          </a:lnTo>
                          <a:lnTo>
                            <a:pt x="1369" y="592"/>
                          </a:lnTo>
                          <a:lnTo>
                            <a:pt x="1371" y="594"/>
                          </a:lnTo>
                          <a:lnTo>
                            <a:pt x="1374" y="595"/>
                          </a:lnTo>
                          <a:lnTo>
                            <a:pt x="1376" y="594"/>
                          </a:lnTo>
                          <a:lnTo>
                            <a:pt x="1378" y="595"/>
                          </a:lnTo>
                          <a:lnTo>
                            <a:pt x="1381" y="595"/>
                          </a:lnTo>
                          <a:lnTo>
                            <a:pt x="1383" y="596"/>
                          </a:lnTo>
                          <a:lnTo>
                            <a:pt x="1386" y="595"/>
                          </a:lnTo>
                          <a:lnTo>
                            <a:pt x="1388" y="594"/>
                          </a:lnTo>
                          <a:lnTo>
                            <a:pt x="1390" y="593"/>
                          </a:lnTo>
                          <a:lnTo>
                            <a:pt x="1393" y="593"/>
                          </a:lnTo>
                          <a:lnTo>
                            <a:pt x="1395" y="592"/>
                          </a:lnTo>
                          <a:lnTo>
                            <a:pt x="1398" y="593"/>
                          </a:lnTo>
                          <a:lnTo>
                            <a:pt x="1400" y="594"/>
                          </a:lnTo>
                          <a:lnTo>
                            <a:pt x="1402" y="594"/>
                          </a:lnTo>
                          <a:lnTo>
                            <a:pt x="1405" y="595"/>
                          </a:lnTo>
                          <a:lnTo>
                            <a:pt x="1407" y="593"/>
                          </a:lnTo>
                          <a:lnTo>
                            <a:pt x="1410" y="592"/>
                          </a:lnTo>
                          <a:lnTo>
                            <a:pt x="1412" y="592"/>
                          </a:lnTo>
                          <a:lnTo>
                            <a:pt x="1414" y="590"/>
                          </a:lnTo>
                          <a:lnTo>
                            <a:pt x="1417" y="591"/>
                          </a:lnTo>
                          <a:lnTo>
                            <a:pt x="1419" y="590"/>
                          </a:lnTo>
                          <a:lnTo>
                            <a:pt x="1422" y="591"/>
                          </a:lnTo>
                          <a:lnTo>
                            <a:pt x="1424" y="591"/>
                          </a:lnTo>
                          <a:lnTo>
                            <a:pt x="1426" y="590"/>
                          </a:lnTo>
                          <a:lnTo>
                            <a:pt x="1429" y="589"/>
                          </a:lnTo>
                          <a:lnTo>
                            <a:pt x="1431" y="588"/>
                          </a:lnTo>
                          <a:lnTo>
                            <a:pt x="1434" y="588"/>
                          </a:lnTo>
                          <a:lnTo>
                            <a:pt x="1436" y="589"/>
                          </a:lnTo>
                          <a:lnTo>
                            <a:pt x="1438" y="589"/>
                          </a:lnTo>
                          <a:lnTo>
                            <a:pt x="1441" y="590"/>
                          </a:lnTo>
                          <a:lnTo>
                            <a:pt x="1443" y="590"/>
                          </a:lnTo>
                          <a:lnTo>
                            <a:pt x="1446" y="588"/>
                          </a:lnTo>
                          <a:lnTo>
                            <a:pt x="1448" y="588"/>
                          </a:lnTo>
                          <a:lnTo>
                            <a:pt x="1450" y="585"/>
                          </a:lnTo>
                          <a:lnTo>
                            <a:pt x="1453" y="584"/>
                          </a:lnTo>
                          <a:lnTo>
                            <a:pt x="1455" y="586"/>
                          </a:lnTo>
                          <a:lnTo>
                            <a:pt x="1458" y="585"/>
                          </a:lnTo>
                          <a:lnTo>
                            <a:pt x="1460" y="586"/>
                          </a:lnTo>
                          <a:lnTo>
                            <a:pt x="1463" y="586"/>
                          </a:lnTo>
                          <a:lnTo>
                            <a:pt x="1465" y="583"/>
                          </a:lnTo>
                          <a:lnTo>
                            <a:pt x="1467" y="584"/>
                          </a:lnTo>
                          <a:lnTo>
                            <a:pt x="1470" y="582"/>
                          </a:lnTo>
                          <a:lnTo>
                            <a:pt x="1472" y="581"/>
                          </a:lnTo>
                          <a:lnTo>
                            <a:pt x="1475" y="583"/>
                          </a:lnTo>
                          <a:lnTo>
                            <a:pt x="1477" y="580"/>
                          </a:lnTo>
                          <a:lnTo>
                            <a:pt x="1479" y="580"/>
                          </a:lnTo>
                          <a:lnTo>
                            <a:pt x="1482" y="580"/>
                          </a:lnTo>
                          <a:lnTo>
                            <a:pt x="1484" y="578"/>
                          </a:lnTo>
                          <a:lnTo>
                            <a:pt x="1487" y="578"/>
                          </a:lnTo>
                          <a:lnTo>
                            <a:pt x="1489" y="579"/>
                          </a:lnTo>
                          <a:lnTo>
                            <a:pt x="1491" y="579"/>
                          </a:lnTo>
                          <a:lnTo>
                            <a:pt x="1494" y="581"/>
                          </a:lnTo>
                          <a:lnTo>
                            <a:pt x="1496" y="580"/>
                          </a:lnTo>
                          <a:lnTo>
                            <a:pt x="1499" y="579"/>
                          </a:lnTo>
                          <a:lnTo>
                            <a:pt x="1501" y="580"/>
                          </a:lnTo>
                          <a:lnTo>
                            <a:pt x="1504" y="578"/>
                          </a:lnTo>
                          <a:lnTo>
                            <a:pt x="1506" y="579"/>
                          </a:lnTo>
                          <a:lnTo>
                            <a:pt x="1508" y="580"/>
                          </a:lnTo>
                          <a:lnTo>
                            <a:pt x="1511" y="580"/>
                          </a:lnTo>
                          <a:lnTo>
                            <a:pt x="1513" y="580"/>
                          </a:lnTo>
                          <a:lnTo>
                            <a:pt x="1516" y="579"/>
                          </a:lnTo>
                          <a:lnTo>
                            <a:pt x="1518" y="578"/>
                          </a:lnTo>
                          <a:lnTo>
                            <a:pt x="1520" y="578"/>
                          </a:lnTo>
                          <a:lnTo>
                            <a:pt x="1523" y="578"/>
                          </a:lnTo>
                          <a:lnTo>
                            <a:pt x="1525" y="579"/>
                          </a:lnTo>
                          <a:lnTo>
                            <a:pt x="1528" y="581"/>
                          </a:lnTo>
                          <a:lnTo>
                            <a:pt x="1530" y="580"/>
                          </a:lnTo>
                          <a:lnTo>
                            <a:pt x="1532" y="580"/>
                          </a:lnTo>
                          <a:lnTo>
                            <a:pt x="1535" y="581"/>
                          </a:lnTo>
                          <a:lnTo>
                            <a:pt x="1537" y="580"/>
                          </a:lnTo>
                          <a:lnTo>
                            <a:pt x="1540" y="581"/>
                          </a:lnTo>
                          <a:lnTo>
                            <a:pt x="1542" y="582"/>
                          </a:lnTo>
                          <a:lnTo>
                            <a:pt x="1544" y="581"/>
                          </a:lnTo>
                          <a:lnTo>
                            <a:pt x="1547" y="581"/>
                          </a:lnTo>
                          <a:lnTo>
                            <a:pt x="1549" y="580"/>
                          </a:lnTo>
                          <a:lnTo>
                            <a:pt x="1552" y="579"/>
                          </a:lnTo>
                          <a:lnTo>
                            <a:pt x="1554" y="581"/>
                          </a:lnTo>
                          <a:lnTo>
                            <a:pt x="1557" y="581"/>
                          </a:lnTo>
                          <a:lnTo>
                            <a:pt x="1559" y="582"/>
                          </a:lnTo>
                          <a:lnTo>
                            <a:pt x="1561" y="583"/>
                          </a:lnTo>
                          <a:lnTo>
                            <a:pt x="1564" y="583"/>
                          </a:lnTo>
                          <a:lnTo>
                            <a:pt x="1566" y="584"/>
                          </a:lnTo>
                          <a:lnTo>
                            <a:pt x="1569" y="583"/>
                          </a:lnTo>
                          <a:lnTo>
                            <a:pt x="1571" y="585"/>
                          </a:lnTo>
                          <a:lnTo>
                            <a:pt x="1573" y="579"/>
                          </a:lnTo>
                          <a:lnTo>
                            <a:pt x="1576" y="567"/>
                          </a:lnTo>
                          <a:lnTo>
                            <a:pt x="1578" y="531"/>
                          </a:lnTo>
                          <a:lnTo>
                            <a:pt x="1581" y="454"/>
                          </a:lnTo>
                          <a:lnTo>
                            <a:pt x="1583" y="374"/>
                          </a:lnTo>
                          <a:lnTo>
                            <a:pt x="1585" y="279"/>
                          </a:lnTo>
                          <a:lnTo>
                            <a:pt x="1588" y="215"/>
                          </a:lnTo>
                          <a:lnTo>
                            <a:pt x="1590" y="175"/>
                          </a:lnTo>
                          <a:lnTo>
                            <a:pt x="1593" y="123"/>
                          </a:lnTo>
                          <a:lnTo>
                            <a:pt x="1595" y="112"/>
                          </a:lnTo>
                          <a:lnTo>
                            <a:pt x="1597" y="120"/>
                          </a:lnTo>
                          <a:lnTo>
                            <a:pt x="1600" y="101"/>
                          </a:lnTo>
                          <a:lnTo>
                            <a:pt x="1602" y="104"/>
                          </a:lnTo>
                          <a:lnTo>
                            <a:pt x="1605" y="113"/>
                          </a:lnTo>
                          <a:lnTo>
                            <a:pt x="1607" y="104"/>
                          </a:lnTo>
                          <a:lnTo>
                            <a:pt x="1609" y="104"/>
                          </a:lnTo>
                          <a:lnTo>
                            <a:pt x="1612" y="106"/>
                          </a:lnTo>
                          <a:lnTo>
                            <a:pt x="1614" y="105"/>
                          </a:lnTo>
                          <a:lnTo>
                            <a:pt x="1617" y="113"/>
                          </a:lnTo>
                          <a:lnTo>
                            <a:pt x="1619" y="117"/>
                          </a:lnTo>
                          <a:lnTo>
                            <a:pt x="1621" y="103"/>
                          </a:lnTo>
                          <a:lnTo>
                            <a:pt x="1624" y="111"/>
                          </a:lnTo>
                          <a:lnTo>
                            <a:pt x="1626" y="117"/>
                          </a:lnTo>
                          <a:lnTo>
                            <a:pt x="1629" y="84"/>
                          </a:lnTo>
                          <a:lnTo>
                            <a:pt x="1631" y="96"/>
                          </a:lnTo>
                          <a:lnTo>
                            <a:pt x="1633" y="103"/>
                          </a:lnTo>
                          <a:lnTo>
                            <a:pt x="1636" y="66"/>
                          </a:lnTo>
                          <a:lnTo>
                            <a:pt x="1638" y="74"/>
                          </a:lnTo>
                          <a:lnTo>
                            <a:pt x="1641" y="84"/>
                          </a:lnTo>
                          <a:lnTo>
                            <a:pt x="1643" y="52"/>
                          </a:lnTo>
                          <a:lnTo>
                            <a:pt x="1645" y="48"/>
                          </a:lnTo>
                          <a:lnTo>
                            <a:pt x="1648" y="71"/>
                          </a:lnTo>
                          <a:lnTo>
                            <a:pt x="1650" y="49"/>
                          </a:lnTo>
                          <a:lnTo>
                            <a:pt x="1653" y="37"/>
                          </a:lnTo>
                          <a:lnTo>
                            <a:pt x="1655" y="59"/>
                          </a:lnTo>
                          <a:lnTo>
                            <a:pt x="1657" y="43"/>
                          </a:lnTo>
                          <a:lnTo>
                            <a:pt x="1660" y="37"/>
                          </a:lnTo>
                          <a:lnTo>
                            <a:pt x="1662" y="41"/>
                          </a:lnTo>
                          <a:lnTo>
                            <a:pt x="1665" y="35"/>
                          </a:lnTo>
                          <a:lnTo>
                            <a:pt x="1667" y="32"/>
                          </a:lnTo>
                          <a:lnTo>
                            <a:pt x="1669" y="31"/>
                          </a:lnTo>
                          <a:lnTo>
                            <a:pt x="1672" y="27"/>
                          </a:lnTo>
                          <a:lnTo>
                            <a:pt x="1674" y="32"/>
                          </a:lnTo>
                          <a:lnTo>
                            <a:pt x="1677" y="23"/>
                          </a:lnTo>
                          <a:lnTo>
                            <a:pt x="1679" y="7"/>
                          </a:lnTo>
                          <a:lnTo>
                            <a:pt x="1681" y="37"/>
                          </a:lnTo>
                          <a:lnTo>
                            <a:pt x="1684" y="18"/>
                          </a:lnTo>
                          <a:lnTo>
                            <a:pt x="1686" y="0"/>
                          </a:lnTo>
                          <a:lnTo>
                            <a:pt x="1689" y="48"/>
                          </a:lnTo>
                          <a:lnTo>
                            <a:pt x="1691" y="29"/>
                          </a:lnTo>
                          <a:lnTo>
                            <a:pt x="1693" y="13"/>
                          </a:lnTo>
                          <a:lnTo>
                            <a:pt x="1696" y="65"/>
                          </a:lnTo>
                          <a:lnTo>
                            <a:pt x="1698" y="38"/>
                          </a:lnTo>
                          <a:lnTo>
                            <a:pt x="1701" y="31"/>
                          </a:lnTo>
                          <a:lnTo>
                            <a:pt x="1703" y="82"/>
                          </a:lnTo>
                          <a:lnTo>
                            <a:pt x="1705" y="47"/>
                          </a:lnTo>
                          <a:lnTo>
                            <a:pt x="1708" y="48"/>
                          </a:lnTo>
                          <a:lnTo>
                            <a:pt x="1710" y="101"/>
                          </a:lnTo>
                          <a:lnTo>
                            <a:pt x="1713" y="58"/>
                          </a:lnTo>
                          <a:lnTo>
                            <a:pt x="1715" y="56"/>
                          </a:lnTo>
                          <a:lnTo>
                            <a:pt x="1717" y="117"/>
                          </a:lnTo>
                          <a:lnTo>
                            <a:pt x="1720" y="66"/>
                          </a:lnTo>
                          <a:lnTo>
                            <a:pt x="1722" y="66"/>
                          </a:lnTo>
                          <a:lnTo>
                            <a:pt x="1725" y="125"/>
                          </a:lnTo>
                          <a:lnTo>
                            <a:pt x="1727" y="81"/>
                          </a:lnTo>
                          <a:lnTo>
                            <a:pt x="1730" y="77"/>
                          </a:lnTo>
                          <a:lnTo>
                            <a:pt x="1732" y="140"/>
                          </a:lnTo>
                          <a:lnTo>
                            <a:pt x="1734" y="94"/>
                          </a:lnTo>
                          <a:lnTo>
                            <a:pt x="1737" y="91"/>
                          </a:lnTo>
                          <a:lnTo>
                            <a:pt x="1739" y="146"/>
                          </a:lnTo>
                          <a:lnTo>
                            <a:pt x="1742" y="103"/>
                          </a:lnTo>
                          <a:lnTo>
                            <a:pt x="1744" y="106"/>
                          </a:lnTo>
                          <a:lnTo>
                            <a:pt x="1746" y="160"/>
                          </a:lnTo>
                          <a:lnTo>
                            <a:pt x="1749" y="118"/>
                          </a:lnTo>
                          <a:lnTo>
                            <a:pt x="1751" y="117"/>
                          </a:lnTo>
                          <a:lnTo>
                            <a:pt x="1754" y="164"/>
                          </a:lnTo>
                          <a:lnTo>
                            <a:pt x="1756" y="128"/>
                          </a:lnTo>
                          <a:lnTo>
                            <a:pt x="1758" y="125"/>
                          </a:lnTo>
                          <a:lnTo>
                            <a:pt x="1761" y="178"/>
                          </a:lnTo>
                          <a:lnTo>
                            <a:pt x="1763" y="134"/>
                          </a:lnTo>
                          <a:lnTo>
                            <a:pt x="1766" y="130"/>
                          </a:lnTo>
                          <a:lnTo>
                            <a:pt x="1768" y="191"/>
                          </a:lnTo>
                          <a:lnTo>
                            <a:pt x="1771" y="145"/>
                          </a:lnTo>
                          <a:lnTo>
                            <a:pt x="1773" y="144"/>
                          </a:lnTo>
                          <a:lnTo>
                            <a:pt x="1775" y="207"/>
                          </a:lnTo>
                          <a:lnTo>
                            <a:pt x="1778" y="165"/>
                          </a:lnTo>
                          <a:lnTo>
                            <a:pt x="1780" y="167"/>
                          </a:lnTo>
                          <a:lnTo>
                            <a:pt x="1783" y="210"/>
                          </a:lnTo>
                          <a:lnTo>
                            <a:pt x="1785" y="192"/>
                          </a:lnTo>
                          <a:lnTo>
                            <a:pt x="1787" y="184"/>
                          </a:lnTo>
                          <a:lnTo>
                            <a:pt x="1790" y="214"/>
                          </a:lnTo>
                          <a:lnTo>
                            <a:pt x="1792" y="198"/>
                          </a:lnTo>
                          <a:lnTo>
                            <a:pt x="1795" y="191"/>
                          </a:lnTo>
                          <a:lnTo>
                            <a:pt x="1797" y="235"/>
                          </a:lnTo>
                          <a:lnTo>
                            <a:pt x="1799" y="200"/>
                          </a:lnTo>
                          <a:lnTo>
                            <a:pt x="1802" y="196"/>
                          </a:lnTo>
                          <a:lnTo>
                            <a:pt x="1804" y="252"/>
                          </a:lnTo>
                          <a:lnTo>
                            <a:pt x="1807" y="203"/>
                          </a:lnTo>
                          <a:lnTo>
                            <a:pt x="1809" y="203"/>
                          </a:lnTo>
                          <a:lnTo>
                            <a:pt x="1811" y="265"/>
                          </a:lnTo>
                          <a:lnTo>
                            <a:pt x="1814" y="219"/>
                          </a:lnTo>
                          <a:lnTo>
                            <a:pt x="1816" y="237"/>
                          </a:lnTo>
                          <a:lnTo>
                            <a:pt x="1819" y="275"/>
                          </a:lnTo>
                          <a:lnTo>
                            <a:pt x="1821" y="243"/>
                          </a:lnTo>
                          <a:lnTo>
                            <a:pt x="1824" y="249"/>
                          </a:lnTo>
                          <a:lnTo>
                            <a:pt x="1826" y="291"/>
                          </a:lnTo>
                          <a:lnTo>
                            <a:pt x="1828" y="248"/>
                          </a:lnTo>
                          <a:lnTo>
                            <a:pt x="1831" y="253"/>
                          </a:lnTo>
                          <a:lnTo>
                            <a:pt x="1833" y="307"/>
                          </a:lnTo>
                          <a:lnTo>
                            <a:pt x="1836" y="254"/>
                          </a:lnTo>
                          <a:lnTo>
                            <a:pt x="1838" y="254"/>
                          </a:lnTo>
                          <a:lnTo>
                            <a:pt x="1840" y="315"/>
                          </a:lnTo>
                          <a:lnTo>
                            <a:pt x="1843" y="255"/>
                          </a:lnTo>
                          <a:lnTo>
                            <a:pt x="1845" y="267"/>
                          </a:lnTo>
                          <a:lnTo>
                            <a:pt x="1848" y="321"/>
                          </a:lnTo>
                          <a:lnTo>
                            <a:pt x="1850" y="288"/>
                          </a:lnTo>
                          <a:lnTo>
                            <a:pt x="1852" y="314"/>
                          </a:lnTo>
                          <a:lnTo>
                            <a:pt x="1855" y="327"/>
                          </a:lnTo>
                          <a:lnTo>
                            <a:pt x="1857" y="302"/>
                          </a:lnTo>
                          <a:lnTo>
                            <a:pt x="1860" y="335"/>
                          </a:lnTo>
                          <a:lnTo>
                            <a:pt x="1862" y="340"/>
                          </a:lnTo>
                          <a:lnTo>
                            <a:pt x="1864" y="307"/>
                          </a:lnTo>
                          <a:lnTo>
                            <a:pt x="1867" y="350"/>
                          </a:lnTo>
                          <a:lnTo>
                            <a:pt x="1869" y="352"/>
                          </a:lnTo>
                          <a:lnTo>
                            <a:pt x="1872" y="359"/>
                          </a:lnTo>
                          <a:lnTo>
                            <a:pt x="1874" y="350"/>
                          </a:lnTo>
                          <a:lnTo>
                            <a:pt x="1876" y="354"/>
                          </a:lnTo>
                          <a:lnTo>
                            <a:pt x="1879" y="379"/>
                          </a:lnTo>
                          <a:lnTo>
                            <a:pt x="1881" y="385"/>
                          </a:lnTo>
                          <a:lnTo>
                            <a:pt x="1884" y="361"/>
                          </a:lnTo>
                          <a:lnTo>
                            <a:pt x="1886" y="403"/>
                          </a:lnTo>
                          <a:lnTo>
                            <a:pt x="1888" y="390"/>
                          </a:lnTo>
                          <a:lnTo>
                            <a:pt x="1891" y="358"/>
                          </a:lnTo>
                          <a:lnTo>
                            <a:pt x="1893" y="407"/>
                          </a:lnTo>
                          <a:lnTo>
                            <a:pt x="1896" y="397"/>
                          </a:lnTo>
                          <a:lnTo>
                            <a:pt x="1898" y="358"/>
                          </a:lnTo>
                          <a:lnTo>
                            <a:pt x="1900" y="404"/>
                          </a:lnTo>
                          <a:lnTo>
                            <a:pt x="1903" y="398"/>
                          </a:lnTo>
                          <a:lnTo>
                            <a:pt x="1905" y="364"/>
                          </a:lnTo>
                          <a:lnTo>
                            <a:pt x="1908" y="399"/>
                          </a:lnTo>
                          <a:lnTo>
                            <a:pt x="1910" y="381"/>
                          </a:lnTo>
                          <a:lnTo>
                            <a:pt x="1912" y="368"/>
                          </a:lnTo>
                          <a:lnTo>
                            <a:pt x="1915" y="406"/>
                          </a:lnTo>
                          <a:lnTo>
                            <a:pt x="1917" y="372"/>
                          </a:lnTo>
                          <a:lnTo>
                            <a:pt x="1920" y="379"/>
                          </a:lnTo>
                          <a:lnTo>
                            <a:pt x="1922" y="435"/>
                          </a:lnTo>
                          <a:lnTo>
                            <a:pt x="1924" y="380"/>
                          </a:lnTo>
                          <a:lnTo>
                            <a:pt x="1927" y="383"/>
                          </a:lnTo>
                          <a:lnTo>
                            <a:pt x="1929" y="442"/>
                          </a:lnTo>
                          <a:lnTo>
                            <a:pt x="1932" y="404"/>
                          </a:lnTo>
                          <a:lnTo>
                            <a:pt x="1934" y="384"/>
                          </a:lnTo>
                          <a:lnTo>
                            <a:pt x="1936" y="439"/>
                          </a:lnTo>
                          <a:lnTo>
                            <a:pt x="1939" y="425"/>
                          </a:lnTo>
                          <a:lnTo>
                            <a:pt x="1941" y="385"/>
                          </a:lnTo>
                          <a:lnTo>
                            <a:pt x="1944" y="437"/>
                          </a:lnTo>
                          <a:lnTo>
                            <a:pt x="1946" y="427"/>
                          </a:lnTo>
                          <a:lnTo>
                            <a:pt x="1948" y="381"/>
                          </a:lnTo>
                          <a:lnTo>
                            <a:pt x="1951" y="441"/>
                          </a:lnTo>
                          <a:lnTo>
                            <a:pt x="1953" y="431"/>
                          </a:lnTo>
                          <a:lnTo>
                            <a:pt x="1956" y="409"/>
                          </a:lnTo>
                          <a:lnTo>
                            <a:pt x="1958" y="451"/>
                          </a:lnTo>
                          <a:lnTo>
                            <a:pt x="1960" y="444"/>
                          </a:lnTo>
                          <a:lnTo>
                            <a:pt x="1963" y="444"/>
                          </a:lnTo>
                          <a:lnTo>
                            <a:pt x="1965" y="446"/>
                          </a:lnTo>
                          <a:lnTo>
                            <a:pt x="1968" y="480"/>
                          </a:lnTo>
                          <a:lnTo>
                            <a:pt x="1970" y="446"/>
                          </a:lnTo>
                          <a:lnTo>
                            <a:pt x="1972" y="452"/>
                          </a:lnTo>
                          <a:lnTo>
                            <a:pt x="1975" y="480"/>
                          </a:lnTo>
                          <a:lnTo>
                            <a:pt x="1977" y="451"/>
                          </a:lnTo>
                          <a:lnTo>
                            <a:pt x="1980" y="457"/>
                          </a:lnTo>
                          <a:lnTo>
                            <a:pt x="1982" y="466"/>
                          </a:lnTo>
                          <a:lnTo>
                            <a:pt x="1984" y="458"/>
                          </a:lnTo>
                          <a:lnTo>
                            <a:pt x="1987" y="464"/>
                          </a:lnTo>
                          <a:lnTo>
                            <a:pt x="1989" y="465"/>
                          </a:lnTo>
                          <a:lnTo>
                            <a:pt x="1992" y="464"/>
                          </a:lnTo>
                          <a:lnTo>
                            <a:pt x="1994" y="477"/>
                          </a:lnTo>
                          <a:lnTo>
                            <a:pt x="1997" y="485"/>
                          </a:lnTo>
                          <a:lnTo>
                            <a:pt x="1999" y="462"/>
                          </a:lnTo>
                          <a:lnTo>
                            <a:pt x="2001" y="481"/>
                          </a:lnTo>
                          <a:lnTo>
                            <a:pt x="2004" y="517"/>
                          </a:lnTo>
                          <a:lnTo>
                            <a:pt x="2006" y="468"/>
                          </a:lnTo>
                          <a:lnTo>
                            <a:pt x="2009" y="477"/>
                          </a:lnTo>
                          <a:lnTo>
                            <a:pt x="2011" y="509"/>
                          </a:lnTo>
                          <a:lnTo>
                            <a:pt x="2013" y="479"/>
                          </a:lnTo>
                          <a:lnTo>
                            <a:pt x="2016" y="484"/>
                          </a:lnTo>
                          <a:lnTo>
                            <a:pt x="2018" y="490"/>
                          </a:lnTo>
                          <a:lnTo>
                            <a:pt x="2021" y="484"/>
                          </a:lnTo>
                          <a:lnTo>
                            <a:pt x="2023" y="499"/>
                          </a:lnTo>
                          <a:lnTo>
                            <a:pt x="2025" y="493"/>
                          </a:lnTo>
                          <a:lnTo>
                            <a:pt x="2028" y="478"/>
                          </a:lnTo>
                          <a:lnTo>
                            <a:pt x="2030" y="511"/>
                          </a:lnTo>
                          <a:lnTo>
                            <a:pt x="2033" y="500"/>
                          </a:lnTo>
                          <a:lnTo>
                            <a:pt x="2035" y="495"/>
                          </a:lnTo>
                          <a:lnTo>
                            <a:pt x="2038" y="512"/>
                          </a:lnTo>
                          <a:lnTo>
                            <a:pt x="2040" y="505"/>
                          </a:lnTo>
                          <a:lnTo>
                            <a:pt x="2042" y="498"/>
                          </a:lnTo>
                          <a:lnTo>
                            <a:pt x="2045" y="510"/>
                          </a:lnTo>
                          <a:lnTo>
                            <a:pt x="2047" y="531"/>
                          </a:lnTo>
                          <a:lnTo>
                            <a:pt x="2050" y="509"/>
                          </a:lnTo>
                          <a:lnTo>
                            <a:pt x="2052" y="517"/>
                          </a:lnTo>
                          <a:lnTo>
                            <a:pt x="2054" y="536"/>
                          </a:lnTo>
                          <a:lnTo>
                            <a:pt x="2057" y="528"/>
                          </a:lnTo>
                          <a:lnTo>
                            <a:pt x="2059" y="527"/>
                          </a:lnTo>
                          <a:lnTo>
                            <a:pt x="2062" y="531"/>
                          </a:lnTo>
                          <a:lnTo>
                            <a:pt x="2064" y="530"/>
                          </a:lnTo>
                          <a:lnTo>
                            <a:pt x="2066" y="537"/>
                          </a:lnTo>
                          <a:lnTo>
                            <a:pt x="2069" y="531"/>
                          </a:lnTo>
                          <a:lnTo>
                            <a:pt x="2071" y="541"/>
                          </a:lnTo>
                          <a:lnTo>
                            <a:pt x="2074" y="549"/>
                          </a:lnTo>
                          <a:lnTo>
                            <a:pt x="2076" y="533"/>
                          </a:lnTo>
                          <a:lnTo>
                            <a:pt x="2078" y="547"/>
                          </a:lnTo>
                          <a:lnTo>
                            <a:pt x="2081" y="557"/>
                          </a:lnTo>
                          <a:lnTo>
                            <a:pt x="2083" y="526"/>
                          </a:lnTo>
                          <a:lnTo>
                            <a:pt x="2086" y="552"/>
                          </a:lnTo>
                          <a:lnTo>
                            <a:pt x="2088" y="551"/>
                          </a:lnTo>
                          <a:lnTo>
                            <a:pt x="2091" y="549"/>
                          </a:lnTo>
                          <a:lnTo>
                            <a:pt x="2093" y="550"/>
                          </a:lnTo>
                          <a:lnTo>
                            <a:pt x="2095" y="549"/>
                          </a:lnTo>
                          <a:lnTo>
                            <a:pt x="2098" y="553"/>
                          </a:lnTo>
                          <a:lnTo>
                            <a:pt x="2100" y="532"/>
                          </a:lnTo>
                          <a:lnTo>
                            <a:pt x="2103" y="546"/>
                          </a:lnTo>
                          <a:lnTo>
                            <a:pt x="2105" y="545"/>
                          </a:lnTo>
                          <a:lnTo>
                            <a:pt x="2107" y="539"/>
                          </a:lnTo>
                          <a:lnTo>
                            <a:pt x="2110" y="556"/>
                          </a:lnTo>
                          <a:lnTo>
                            <a:pt x="2112" y="545"/>
                          </a:lnTo>
                          <a:lnTo>
                            <a:pt x="2115" y="543"/>
                          </a:lnTo>
                          <a:lnTo>
                            <a:pt x="2117" y="561"/>
                          </a:lnTo>
                          <a:lnTo>
                            <a:pt x="2119" y="549"/>
                          </a:lnTo>
                          <a:lnTo>
                            <a:pt x="2122" y="545"/>
                          </a:lnTo>
                          <a:lnTo>
                            <a:pt x="2124" y="566"/>
                          </a:lnTo>
                          <a:lnTo>
                            <a:pt x="2127" y="559"/>
                          </a:lnTo>
                          <a:lnTo>
                            <a:pt x="2129" y="514"/>
                          </a:lnTo>
                          <a:lnTo>
                            <a:pt x="2131" y="568"/>
                          </a:lnTo>
                          <a:lnTo>
                            <a:pt x="2134" y="565"/>
                          </a:lnTo>
                          <a:lnTo>
                            <a:pt x="2136" y="506"/>
                          </a:lnTo>
                          <a:lnTo>
                            <a:pt x="2139" y="571"/>
                          </a:lnTo>
                          <a:lnTo>
                            <a:pt x="2141" y="572"/>
                          </a:lnTo>
                          <a:lnTo>
                            <a:pt x="2143" y="512"/>
                          </a:lnTo>
                          <a:lnTo>
                            <a:pt x="2146" y="577"/>
                          </a:lnTo>
                          <a:lnTo>
                            <a:pt x="2148" y="585"/>
                          </a:lnTo>
                          <a:lnTo>
                            <a:pt x="2151" y="535"/>
                          </a:lnTo>
                          <a:lnTo>
                            <a:pt x="2153" y="595"/>
                          </a:lnTo>
                          <a:lnTo>
                            <a:pt x="2155" y="600"/>
                          </a:lnTo>
                          <a:lnTo>
                            <a:pt x="2158" y="596"/>
                          </a:lnTo>
                          <a:lnTo>
                            <a:pt x="2160" y="621"/>
                          </a:lnTo>
                          <a:lnTo>
                            <a:pt x="2163" y="616"/>
                          </a:lnTo>
                          <a:lnTo>
                            <a:pt x="2165" y="618"/>
                          </a:lnTo>
                          <a:lnTo>
                            <a:pt x="2166" y="623"/>
                          </a:lnTo>
                        </a:path>
                      </a:pathLst>
                    </a:custGeom>
                    <a:noFill/>
                    <a:ln w="17526" cap="flat">
                      <a:solidFill>
                        <a:srgbClr val="FFFF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</p:grpSp>
          </p:grpSp>
          <p:grpSp>
            <p:nvGrpSpPr>
              <p:cNvPr id="415" name="그룹 414">
                <a:extLst>
                  <a:ext uri="{FF2B5EF4-FFF2-40B4-BE49-F238E27FC236}">
                    <a16:creationId xmlns:a16="http://schemas.microsoft.com/office/drawing/2014/main" id="{FC21F149-E37A-4A27-91E3-0187464641D2}"/>
                  </a:ext>
                </a:extLst>
              </p:cNvPr>
              <p:cNvGrpSpPr/>
              <p:nvPr/>
            </p:nvGrpSpPr>
            <p:grpSpPr>
              <a:xfrm>
                <a:off x="854708" y="749404"/>
                <a:ext cx="4366622" cy="2400930"/>
                <a:chOff x="5453756" y="2544521"/>
                <a:chExt cx="4366622" cy="2400930"/>
              </a:xfrm>
            </p:grpSpPr>
            <p:sp>
              <p:nvSpPr>
                <p:cNvPr id="416" name="Line 33">
                  <a:extLst>
                    <a:ext uri="{FF2B5EF4-FFF2-40B4-BE49-F238E27FC236}">
                      <a16:creationId xmlns:a16="http://schemas.microsoft.com/office/drawing/2014/main" id="{7D2BC425-FDC1-4D83-94E2-7F146BD1EB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77600" y="2930400"/>
                  <a:ext cx="63447" cy="0"/>
                </a:xfrm>
                <a:prstGeom prst="line">
                  <a:avLst/>
                </a:prstGeom>
                <a:noFill/>
                <a:ln w="15875" cap="rnd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none" lIns="82951" tIns="41475" rIns="82951" bIns="41475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27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17" name="그룹 416">
                  <a:extLst>
                    <a:ext uri="{FF2B5EF4-FFF2-40B4-BE49-F238E27FC236}">
                      <a16:creationId xmlns:a16="http://schemas.microsoft.com/office/drawing/2014/main" id="{5620D029-4A2B-4B85-B0F0-F68E6FA46D0F}"/>
                    </a:ext>
                  </a:extLst>
                </p:cNvPr>
                <p:cNvGrpSpPr/>
                <p:nvPr/>
              </p:nvGrpSpPr>
              <p:grpSpPr>
                <a:xfrm>
                  <a:off x="5453756" y="2544521"/>
                  <a:ext cx="4366622" cy="2400930"/>
                  <a:chOff x="5453756" y="2544521"/>
                  <a:chExt cx="4366622" cy="2400930"/>
                </a:xfrm>
              </p:grpSpPr>
              <p:grpSp>
                <p:nvGrpSpPr>
                  <p:cNvPr id="418" name="그룹 417">
                    <a:extLst>
                      <a:ext uri="{FF2B5EF4-FFF2-40B4-BE49-F238E27FC236}">
                        <a16:creationId xmlns:a16="http://schemas.microsoft.com/office/drawing/2014/main" id="{531E72DF-924B-4BF4-A4B0-5FCC7C79E043}"/>
                      </a:ext>
                    </a:extLst>
                  </p:cNvPr>
                  <p:cNvGrpSpPr/>
                  <p:nvPr/>
                </p:nvGrpSpPr>
                <p:grpSpPr>
                  <a:xfrm>
                    <a:off x="5453756" y="2544521"/>
                    <a:ext cx="4366622" cy="2400930"/>
                    <a:chOff x="3151778" y="2362237"/>
                    <a:chExt cx="4366622" cy="2400930"/>
                  </a:xfrm>
                </p:grpSpPr>
                <p:grpSp>
                  <p:nvGrpSpPr>
                    <p:cNvPr id="420" name="그룹 419">
                      <a:extLst>
                        <a:ext uri="{FF2B5EF4-FFF2-40B4-BE49-F238E27FC236}">
                          <a16:creationId xmlns:a16="http://schemas.microsoft.com/office/drawing/2014/main" id="{231B6D47-8E40-4885-99FC-7D6ADDEF2A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84893" y="2362237"/>
                      <a:ext cx="3833507" cy="2400930"/>
                      <a:chOff x="3608693" y="2425737"/>
                      <a:chExt cx="3833507" cy="2400930"/>
                    </a:xfrm>
                  </p:grpSpPr>
                  <p:sp>
                    <p:nvSpPr>
                      <p:cNvPr id="422" name="Line 22">
                        <a:extLst>
                          <a:ext uri="{FF2B5EF4-FFF2-40B4-BE49-F238E27FC236}">
                            <a16:creationId xmlns:a16="http://schemas.microsoft.com/office/drawing/2014/main" id="{8B9F15E8-4FB5-4E2D-B6D5-53A56B90515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865450" y="2523456"/>
                        <a:ext cx="0" cy="1728000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>
                            <a:alpha val="91000"/>
                          </a:srgbClr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423" name="그룹 422">
                        <a:extLst>
                          <a:ext uri="{FF2B5EF4-FFF2-40B4-BE49-F238E27FC236}">
                            <a16:creationId xmlns:a16="http://schemas.microsoft.com/office/drawing/2014/main" id="{1324B467-0DB9-4AF5-9B73-8D380D57978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8693" y="2425737"/>
                        <a:ext cx="3833507" cy="2400930"/>
                        <a:chOff x="3608693" y="2425737"/>
                        <a:chExt cx="3833507" cy="2400930"/>
                      </a:xfrm>
                    </p:grpSpPr>
                    <p:grpSp>
                      <p:nvGrpSpPr>
                        <p:cNvPr id="424" name="그룹 423">
                          <a:extLst>
                            <a:ext uri="{FF2B5EF4-FFF2-40B4-BE49-F238E27FC236}">
                              <a16:creationId xmlns:a16="http://schemas.microsoft.com/office/drawing/2014/main" id="{9AF9AC02-835A-439D-99EF-B3EAD0F38E9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827350" y="2503397"/>
                          <a:ext cx="3614850" cy="2323270"/>
                          <a:chOff x="4835022" y="343785"/>
                          <a:chExt cx="3614850" cy="2323270"/>
                        </a:xfrm>
                      </p:grpSpPr>
                      <p:sp>
                        <p:nvSpPr>
                          <p:cNvPr id="437" name="Line 59">
                            <a:extLst>
                              <a:ext uri="{FF2B5EF4-FFF2-40B4-BE49-F238E27FC236}">
                                <a16:creationId xmlns:a16="http://schemas.microsoft.com/office/drawing/2014/main" id="{ED46788D-E720-4326-83F1-12D384264D86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487312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38" name="Line 60">
                            <a:extLst>
                              <a:ext uri="{FF2B5EF4-FFF2-40B4-BE49-F238E27FC236}">
                                <a16:creationId xmlns:a16="http://schemas.microsoft.com/office/drawing/2014/main" id="{C783C5B0-CB74-45FE-91DB-892D42ACF29B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36180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39" name="Line 61">
                            <a:extLst>
                              <a:ext uri="{FF2B5EF4-FFF2-40B4-BE49-F238E27FC236}">
                                <a16:creationId xmlns:a16="http://schemas.microsoft.com/office/drawing/2014/main" id="{A25FFF1E-E0DD-4061-A99E-D10A61241C0B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85235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0" name="Line 62">
                            <a:extLst>
                              <a:ext uri="{FF2B5EF4-FFF2-40B4-BE49-F238E27FC236}">
                                <a16:creationId xmlns:a16="http://schemas.microsoft.com/office/drawing/2014/main" id="{8494655A-BA94-44B9-958A-A49F6D7B1B79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34104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1" name="Line 63">
                            <a:extLst>
                              <a:ext uri="{FF2B5EF4-FFF2-40B4-BE49-F238E27FC236}">
                                <a16:creationId xmlns:a16="http://schemas.microsoft.com/office/drawing/2014/main" id="{ED4F1190-97A4-443D-96E8-D1A084FB6F15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83159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2" name="Line 64">
                            <a:extLst>
                              <a:ext uri="{FF2B5EF4-FFF2-40B4-BE49-F238E27FC236}">
                                <a16:creationId xmlns:a16="http://schemas.microsoft.com/office/drawing/2014/main" id="{26898482-8730-4F5E-9766-976CF346427F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32027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3" name="Line 65">
                            <a:extLst>
                              <a:ext uri="{FF2B5EF4-FFF2-40B4-BE49-F238E27FC236}">
                                <a16:creationId xmlns:a16="http://schemas.microsoft.com/office/drawing/2014/main" id="{DE440463-4591-462B-BE8F-0F286425335B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81082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4" name="Line 58">
                            <a:extLst>
                              <a:ext uri="{FF2B5EF4-FFF2-40B4-BE49-F238E27FC236}">
                                <a16:creationId xmlns:a16="http://schemas.microsoft.com/office/drawing/2014/main" id="{FC3D33EC-D5F4-446D-B1FA-E31D98841CDC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873122" y="2095802"/>
                            <a:ext cx="3426392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chemeClr val="tx1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5" name="Line 65">
                            <a:extLst>
                              <a:ext uri="{FF2B5EF4-FFF2-40B4-BE49-F238E27FC236}">
                                <a16:creationId xmlns:a16="http://schemas.microsoft.com/office/drawing/2014/main" id="{5AA82C3C-6BF8-4C0B-8F5E-470A89D329E5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829951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6" name="Rectangle 67">
                            <a:extLst>
                              <a:ext uri="{FF2B5EF4-FFF2-40B4-BE49-F238E27FC236}">
                                <a16:creationId xmlns:a16="http://schemas.microsoft.com/office/drawing/2014/main" id="{3F72EA8B-E9CD-4F02-A80F-A84EF5F56B94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835022" y="2190086"/>
                            <a:ext cx="91372" cy="195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7" name="Rectangle 68">
                            <a:extLst>
                              <a:ext uri="{FF2B5EF4-FFF2-40B4-BE49-F238E27FC236}">
                                <a16:creationId xmlns:a16="http://schemas.microsoft.com/office/drawing/2014/main" id="{6C13E4F1-8DC6-474E-8E98-A5E09BE1294C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84539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8" name="Rectangle 69">
                            <a:extLst>
                              <a:ext uri="{FF2B5EF4-FFF2-40B4-BE49-F238E27FC236}">
                                <a16:creationId xmlns:a16="http://schemas.microsoft.com/office/drawing/2014/main" id="{285F96D2-B91A-4690-BED1-9E3533CD84B9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814259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49" name="Rectangle 70">
                            <a:extLst>
                              <a:ext uri="{FF2B5EF4-FFF2-40B4-BE49-F238E27FC236}">
                                <a16:creationId xmlns:a16="http://schemas.microsoft.com/office/drawing/2014/main" id="{107F5CED-A200-4357-9C78-D0FEF8EEF309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263774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50" name="Rectangle 71">
                            <a:extLst>
                              <a:ext uri="{FF2B5EF4-FFF2-40B4-BE49-F238E27FC236}">
                                <a16:creationId xmlns:a16="http://schemas.microsoft.com/office/drawing/2014/main" id="{20DBCEF8-CF52-4948-BCA6-9739D82008AC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793494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51" name="Rectangle 72">
                            <a:extLst>
                              <a:ext uri="{FF2B5EF4-FFF2-40B4-BE49-F238E27FC236}">
                                <a16:creationId xmlns:a16="http://schemas.microsoft.com/office/drawing/2014/main" id="{EEA1E1B6-C699-44C8-B496-52447758164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243010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52" name="Rectangle 73">
                            <a:extLst>
                              <a:ext uri="{FF2B5EF4-FFF2-40B4-BE49-F238E27FC236}">
                                <a16:creationId xmlns:a16="http://schemas.microsoft.com/office/drawing/2014/main" id="{478E6C90-9EA0-4E58-8575-0DF7334C10AE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772730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53" name="Rectangle 74">
                            <a:extLst>
                              <a:ext uri="{FF2B5EF4-FFF2-40B4-BE49-F238E27FC236}">
                                <a16:creationId xmlns:a16="http://schemas.microsoft.com/office/drawing/2014/main" id="{1D5FE2D1-5F97-4B6E-8E43-665690EC0C25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222246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54" name="직사각형 453">
                            <a:extLst>
                              <a:ext uri="{FF2B5EF4-FFF2-40B4-BE49-F238E27FC236}">
                                <a16:creationId xmlns:a16="http://schemas.microsoft.com/office/drawing/2014/main" id="{DE144128-BE6F-4B99-A7D2-6AC201DC0B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9588" y="2443596"/>
                            <a:ext cx="863506" cy="2234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/>
                          <a:p>
                            <a:pPr algn="r" defTabSz="829544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</a:pPr>
                            <a:r>
                              <a:rPr lang="en-US" altLang="ko-KR" sz="1452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Time [min]</a:t>
                            </a:r>
                          </a:p>
                        </p:txBody>
                      </p:sp>
                      <p:cxnSp>
                        <p:nvCxnSpPr>
                          <p:cNvPr id="455" name="직선 연결선 454">
                            <a:extLst>
                              <a:ext uri="{FF2B5EF4-FFF2-40B4-BE49-F238E27FC236}">
                                <a16:creationId xmlns:a16="http://schemas.microsoft.com/office/drawing/2014/main" id="{F40F5189-73C1-485E-918C-B26DBB18FA1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356516" y="344452"/>
                            <a:ext cx="4070" cy="1738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56" name="직선 연결선 455">
                            <a:extLst>
                              <a:ext uri="{FF2B5EF4-FFF2-40B4-BE49-F238E27FC236}">
                                <a16:creationId xmlns:a16="http://schemas.microsoft.com/office/drawing/2014/main" id="{AEE78A48-C07A-4AE3-871A-58103B15FAAD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7317985" y="343785"/>
                            <a:ext cx="2538" cy="1738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425" name="Line 33">
                          <a:extLst>
                            <a:ext uri="{FF2B5EF4-FFF2-40B4-BE49-F238E27FC236}">
                              <a16:creationId xmlns:a16="http://schemas.microsoft.com/office/drawing/2014/main" id="{E7DB185E-1B25-40D1-AFCF-16CFC6536B7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3598" y="3099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26" name="Line 33">
                          <a:extLst>
                            <a:ext uri="{FF2B5EF4-FFF2-40B4-BE49-F238E27FC236}">
                              <a16:creationId xmlns:a16="http://schemas.microsoft.com/office/drawing/2014/main" id="{08034978-163E-45A8-BA0E-1E7DC3AE84A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9422" y="4251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27" name="Line 33">
                          <a:extLst>
                            <a:ext uri="{FF2B5EF4-FFF2-40B4-BE49-F238E27FC236}">
                              <a16:creationId xmlns:a16="http://schemas.microsoft.com/office/drawing/2014/main" id="{9F437987-724F-4B26-94DB-766B90C35B3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675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28" name="Line 33">
                          <a:extLst>
                            <a:ext uri="{FF2B5EF4-FFF2-40B4-BE49-F238E27FC236}">
                              <a16:creationId xmlns:a16="http://schemas.microsoft.com/office/drawing/2014/main" id="{88FCDDA0-43B6-4988-8D78-B1ADC2AF92D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963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29" name="Line 33">
                          <a:extLst>
                            <a:ext uri="{FF2B5EF4-FFF2-40B4-BE49-F238E27FC236}">
                              <a16:creationId xmlns:a16="http://schemas.microsoft.com/office/drawing/2014/main" id="{42F7D9AB-CCE8-4B2F-ABE7-2EFDCDAE4D5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3387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30" name="Line 33">
                          <a:extLst>
                            <a:ext uri="{FF2B5EF4-FFF2-40B4-BE49-F238E27FC236}">
                              <a16:creationId xmlns:a16="http://schemas.microsoft.com/office/drawing/2014/main" id="{65A39F1B-7536-478E-B1CF-E4EDB6749F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2524075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31" name="Rectangle 92">
                          <a:extLst>
                            <a:ext uri="{FF2B5EF4-FFF2-40B4-BE49-F238E27FC236}">
                              <a16:creationId xmlns:a16="http://schemas.microsoft.com/office/drawing/2014/main" id="{D4AEB610-F3BD-4338-983A-6D8B979424F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66632" y="2720375"/>
                          <a:ext cx="91435" cy="390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  <a:p>
                          <a:pPr algn="r" defTabSz="829544" latinLnBrk="0"/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32" name="Rectangle 92">
                          <a:extLst>
                            <a:ext uri="{FF2B5EF4-FFF2-40B4-BE49-F238E27FC236}">
                              <a16:creationId xmlns:a16="http://schemas.microsoft.com/office/drawing/2014/main" id="{47557B05-8E3D-4240-B92B-3BE0C68F36B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60436" y="2425737"/>
                          <a:ext cx="91372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8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33" name="Rectangle 92">
                          <a:extLst>
                            <a:ext uri="{FF2B5EF4-FFF2-40B4-BE49-F238E27FC236}">
                              <a16:creationId xmlns:a16="http://schemas.microsoft.com/office/drawing/2014/main" id="{DC763DFA-7F64-47EB-9125-79DB181D0FF3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66631" y="3009550"/>
                          <a:ext cx="91435" cy="390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  <a:p>
                          <a:pPr algn="r" defTabSz="829544" latinLnBrk="0"/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34" name="Rectangle 92">
                          <a:extLst>
                            <a:ext uri="{FF2B5EF4-FFF2-40B4-BE49-F238E27FC236}">
                              <a16:creationId xmlns:a16="http://schemas.microsoft.com/office/drawing/2014/main" id="{C344868F-29C0-4C71-AE5C-2008BAF61A19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73383" y="3291231"/>
                          <a:ext cx="91435" cy="390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  <a:p>
                          <a:pPr algn="r" defTabSz="829544" latinLnBrk="0"/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35" name="Rectangle 92">
                          <a:extLst>
                            <a:ext uri="{FF2B5EF4-FFF2-40B4-BE49-F238E27FC236}">
                              <a16:creationId xmlns:a16="http://schemas.microsoft.com/office/drawing/2014/main" id="{51E8E049-9376-407D-936D-6F434965F78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08693" y="3862912"/>
                          <a:ext cx="145874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-2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436" name="Rectangle 92">
                          <a:extLst>
                            <a:ext uri="{FF2B5EF4-FFF2-40B4-BE49-F238E27FC236}">
                              <a16:creationId xmlns:a16="http://schemas.microsoft.com/office/drawing/2014/main" id="{F795F239-9240-4400-ABD3-E94ADF9D138F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18405" y="4153799"/>
                          <a:ext cx="145874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-4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421" name="직사각형 420">
                      <a:extLst>
                        <a:ext uri="{FF2B5EF4-FFF2-40B4-BE49-F238E27FC236}">
                          <a16:creationId xmlns:a16="http://schemas.microsoft.com/office/drawing/2014/main" id="{5F2DC7B6-8226-4126-8761-3C9507069D8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706816" y="3268347"/>
                      <a:ext cx="1113062" cy="2231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defTabSz="829544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l-GR" altLang="ko-KR" sz="14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altLang="ko-KR" sz="14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Signal [AC]</a:t>
                      </a:r>
                    </a:p>
                  </p:txBody>
                </p:sp>
              </p:grpSp>
              <p:sp>
                <p:nvSpPr>
                  <p:cNvPr id="419" name="Rectangle 92">
                    <a:extLst>
                      <a:ext uri="{FF2B5EF4-FFF2-40B4-BE49-F238E27FC236}">
                        <a16:creationId xmlns:a16="http://schemas.microsoft.com/office/drawing/2014/main" id="{801ECD4A-821B-49AB-A634-54D4CC9CA4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55495" y="3703783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0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FD39A5E4-D3C8-46CE-BA79-89224860CE7C}"/>
                </a:ext>
              </a:extLst>
            </p:cNvPr>
            <p:cNvGrpSpPr/>
            <p:nvPr/>
          </p:nvGrpSpPr>
          <p:grpSpPr>
            <a:xfrm>
              <a:off x="1173170" y="3066981"/>
              <a:ext cx="3546330" cy="592062"/>
              <a:chOff x="1173170" y="3092382"/>
              <a:chExt cx="3546330" cy="592062"/>
            </a:xfrm>
          </p:grpSpPr>
          <p:sp>
            <p:nvSpPr>
              <p:cNvPr id="535" name="오른쪽 중괄호 534">
                <a:extLst>
                  <a:ext uri="{FF2B5EF4-FFF2-40B4-BE49-F238E27FC236}">
                    <a16:creationId xmlns:a16="http://schemas.microsoft.com/office/drawing/2014/main" id="{A18ED152-9AE0-461D-9380-DB75AB067716}"/>
                  </a:ext>
                </a:extLst>
              </p:cNvPr>
              <p:cNvSpPr/>
              <p:nvPr/>
            </p:nvSpPr>
            <p:spPr>
              <a:xfrm rot="16200000">
                <a:off x="1419890" y="3324994"/>
                <a:ext cx="242368" cy="476531"/>
              </a:xfrm>
              <a:prstGeom prst="rightBrace">
                <a:avLst>
                  <a:gd name="adj1" fmla="val 23075"/>
                  <a:gd name="adj2" fmla="val 46149"/>
                </a:avLst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33" dirty="0"/>
              </a:p>
            </p:txBody>
          </p:sp>
          <p:sp>
            <p:nvSpPr>
              <p:cNvPr id="536" name="오른쪽 중괄호 535">
                <a:extLst>
                  <a:ext uri="{FF2B5EF4-FFF2-40B4-BE49-F238E27FC236}">
                    <a16:creationId xmlns:a16="http://schemas.microsoft.com/office/drawing/2014/main" id="{F0364C02-80B1-4E54-AD11-9A8BAF45DCD7}"/>
                  </a:ext>
                </a:extLst>
              </p:cNvPr>
              <p:cNvSpPr/>
              <p:nvPr/>
            </p:nvSpPr>
            <p:spPr>
              <a:xfrm rot="16200000">
                <a:off x="2634532" y="2578146"/>
                <a:ext cx="242368" cy="1970225"/>
              </a:xfrm>
              <a:prstGeom prst="rightBrace">
                <a:avLst>
                  <a:gd name="adj1" fmla="val 23075"/>
                  <a:gd name="adj2" fmla="val 46149"/>
                </a:avLst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33" dirty="0"/>
              </a:p>
            </p:txBody>
          </p:sp>
          <p:sp>
            <p:nvSpPr>
              <p:cNvPr id="537" name="오른쪽 중괄호 536">
                <a:extLst>
                  <a:ext uri="{FF2B5EF4-FFF2-40B4-BE49-F238E27FC236}">
                    <a16:creationId xmlns:a16="http://schemas.microsoft.com/office/drawing/2014/main" id="{41462941-979E-4889-AA2D-B438CE47A5B7}"/>
                  </a:ext>
                </a:extLst>
              </p:cNvPr>
              <p:cNvSpPr/>
              <p:nvPr/>
            </p:nvSpPr>
            <p:spPr>
              <a:xfrm rot="16200000">
                <a:off x="4107765" y="3072708"/>
                <a:ext cx="242368" cy="981102"/>
              </a:xfrm>
              <a:prstGeom prst="rightBrace">
                <a:avLst>
                  <a:gd name="adj1" fmla="val 23075"/>
                  <a:gd name="adj2" fmla="val 46149"/>
                </a:avLst>
              </a:prstGeom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33" dirty="0"/>
              </a:p>
            </p:txBody>
          </p:sp>
          <p:sp>
            <p:nvSpPr>
              <p:cNvPr id="538" name="TextBox 537">
                <a:extLst>
                  <a:ext uri="{FF2B5EF4-FFF2-40B4-BE49-F238E27FC236}">
                    <a16:creationId xmlns:a16="http://schemas.microsoft.com/office/drawing/2014/main" id="{4CCB283D-5E1D-44B4-AB18-3A76696475DB}"/>
                  </a:ext>
                </a:extLst>
              </p:cNvPr>
              <p:cNvSpPr txBox="1"/>
              <p:nvPr/>
            </p:nvSpPr>
            <p:spPr>
              <a:xfrm>
                <a:off x="2292153" y="3092382"/>
                <a:ext cx="819135" cy="22345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1452" dirty="0">
                    <a:latin typeface="Arial" panose="020B0604020202020204" pitchFamily="34" charset="0"/>
                    <a:cs typeface="Arial" panose="020B0604020202020204" pitchFamily="34" charset="0"/>
                  </a:rPr>
                  <a:t>Occlusion</a:t>
                </a:r>
              </a:p>
            </p:txBody>
          </p:sp>
          <p:sp>
            <p:nvSpPr>
              <p:cNvPr id="539" name="TextBox 538">
                <a:extLst>
                  <a:ext uri="{FF2B5EF4-FFF2-40B4-BE49-F238E27FC236}">
                    <a16:creationId xmlns:a16="http://schemas.microsoft.com/office/drawing/2014/main" id="{F7450C14-BD47-4E76-9CA8-CF4372DDB02E}"/>
                  </a:ext>
                </a:extLst>
              </p:cNvPr>
              <p:cNvSpPr txBox="1"/>
              <p:nvPr/>
            </p:nvSpPr>
            <p:spPr>
              <a:xfrm>
                <a:off x="3818237" y="3092382"/>
                <a:ext cx="686085" cy="22345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1452" dirty="0">
                    <a:latin typeface="Arial" panose="020B0604020202020204" pitchFamily="34" charset="0"/>
                    <a:cs typeface="Arial" panose="020B0604020202020204" pitchFamily="34" charset="0"/>
                  </a:rPr>
                  <a:t>Release</a:t>
                </a:r>
              </a:p>
            </p:txBody>
          </p:sp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EA92B669-9048-4EB4-8A96-6A440724DEDD}"/>
                  </a:ext>
                </a:extLst>
              </p:cNvPr>
              <p:cNvSpPr txBox="1"/>
              <p:nvPr/>
            </p:nvSpPr>
            <p:spPr>
              <a:xfrm>
                <a:off x="1173170" y="3092382"/>
                <a:ext cx="716543" cy="223459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ko-KR" sz="1452" dirty="0">
                    <a:latin typeface="Arial" panose="020B0604020202020204" pitchFamily="34" charset="0"/>
                    <a:cs typeface="Arial" panose="020B0604020202020204" pitchFamily="34" charset="0"/>
                  </a:rPr>
                  <a:t>Baseline</a:t>
                </a:r>
              </a:p>
            </p:txBody>
          </p:sp>
        </p:grp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2D144D3F-1DC6-464E-9139-830251F4E7F5}"/>
                </a:ext>
              </a:extLst>
            </p:cNvPr>
            <p:cNvSpPr txBox="1"/>
            <p:nvPr/>
          </p:nvSpPr>
          <p:spPr>
            <a:xfrm>
              <a:off x="957600" y="3297460"/>
              <a:ext cx="591829" cy="287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70" dirty="0">
                  <a:latin typeface="Arial" panose="020B0604020202020204" pitchFamily="34" charset="0"/>
                  <a:cs typeface="Arial" panose="020B0604020202020204" pitchFamily="34" charset="0"/>
                </a:rPr>
                <a:t>x 10</a:t>
              </a:r>
              <a:r>
                <a:rPr lang="en-US" altLang="ko-KR" sz="127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-5</a:t>
              </a:r>
              <a:endParaRPr lang="ko-KR" altLang="en-US" sz="127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7284540-B734-424A-A48B-0265003E39DC}"/>
              </a:ext>
            </a:extLst>
          </p:cNvPr>
          <p:cNvGrpSpPr/>
          <p:nvPr/>
        </p:nvGrpSpPr>
        <p:grpSpPr>
          <a:xfrm>
            <a:off x="6246574" y="505680"/>
            <a:ext cx="4911156" cy="2530549"/>
            <a:chOff x="6246574" y="505680"/>
            <a:chExt cx="4911156" cy="2530549"/>
          </a:xfrm>
        </p:grpSpPr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D7204499-403B-4EDC-A036-795D32FED773}"/>
                </a:ext>
              </a:extLst>
            </p:cNvPr>
            <p:cNvGrpSpPr/>
            <p:nvPr/>
          </p:nvGrpSpPr>
          <p:grpSpPr>
            <a:xfrm>
              <a:off x="6246574" y="505680"/>
              <a:ext cx="4911156" cy="2530549"/>
              <a:chOff x="294731" y="485330"/>
              <a:chExt cx="4911156" cy="2530549"/>
            </a:xfrm>
          </p:grpSpPr>
          <p:grpSp>
            <p:nvGrpSpPr>
              <p:cNvPr id="293" name="그룹 292">
                <a:extLst>
                  <a:ext uri="{FF2B5EF4-FFF2-40B4-BE49-F238E27FC236}">
                    <a16:creationId xmlns:a16="http://schemas.microsoft.com/office/drawing/2014/main" id="{93047647-18E2-407C-9C66-7F85926F267B}"/>
                  </a:ext>
                </a:extLst>
              </p:cNvPr>
              <p:cNvGrpSpPr/>
              <p:nvPr/>
            </p:nvGrpSpPr>
            <p:grpSpPr>
              <a:xfrm>
                <a:off x="294731" y="485330"/>
                <a:ext cx="4351421" cy="2530549"/>
                <a:chOff x="5976979" y="208858"/>
                <a:chExt cx="4351421" cy="2530549"/>
              </a:xfrm>
            </p:grpSpPr>
            <p:grpSp>
              <p:nvGrpSpPr>
                <p:cNvPr id="304" name="그룹 303">
                  <a:extLst>
                    <a:ext uri="{FF2B5EF4-FFF2-40B4-BE49-F238E27FC236}">
                      <a16:creationId xmlns:a16="http://schemas.microsoft.com/office/drawing/2014/main" id="{2492DADA-A3B6-417B-81F9-FF301870C894}"/>
                    </a:ext>
                  </a:extLst>
                </p:cNvPr>
                <p:cNvGrpSpPr/>
                <p:nvPr/>
              </p:nvGrpSpPr>
              <p:grpSpPr>
                <a:xfrm>
                  <a:off x="5976979" y="208858"/>
                  <a:ext cx="4351421" cy="2530549"/>
                  <a:chOff x="5670918" y="208858"/>
                  <a:chExt cx="4351421" cy="2530549"/>
                </a:xfrm>
              </p:grpSpPr>
              <p:grpSp>
                <p:nvGrpSpPr>
                  <p:cNvPr id="316" name="그룹 315">
                    <a:extLst>
                      <a:ext uri="{FF2B5EF4-FFF2-40B4-BE49-F238E27FC236}">
                        <a16:creationId xmlns:a16="http://schemas.microsoft.com/office/drawing/2014/main" id="{CC22B9FC-0931-4AC2-A5F0-61DDC91D99C6}"/>
                      </a:ext>
                    </a:extLst>
                  </p:cNvPr>
                  <p:cNvGrpSpPr/>
                  <p:nvPr/>
                </p:nvGrpSpPr>
                <p:grpSpPr>
                  <a:xfrm>
                    <a:off x="6049380" y="208858"/>
                    <a:ext cx="3972959" cy="2530549"/>
                    <a:chOff x="668069" y="2231029"/>
                    <a:chExt cx="3972959" cy="2530549"/>
                  </a:xfrm>
                </p:grpSpPr>
                <p:grpSp>
                  <p:nvGrpSpPr>
                    <p:cNvPr id="318" name="그룹 317">
                      <a:extLst>
                        <a:ext uri="{FF2B5EF4-FFF2-40B4-BE49-F238E27FC236}">
                          <a16:creationId xmlns:a16="http://schemas.microsoft.com/office/drawing/2014/main" id="{81C2C8E8-AFEC-49F9-8894-D0657AF3F8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68069" y="2769141"/>
                      <a:ext cx="3972959" cy="1992437"/>
                      <a:chOff x="668069" y="2769141"/>
                      <a:chExt cx="3972959" cy="1992437"/>
                    </a:xfrm>
                  </p:grpSpPr>
                  <p:sp>
                    <p:nvSpPr>
                      <p:cNvPr id="326" name="Line 22">
                        <a:extLst>
                          <a:ext uri="{FF2B5EF4-FFF2-40B4-BE49-F238E27FC236}">
                            <a16:creationId xmlns:a16="http://schemas.microsoft.com/office/drawing/2014/main" id="{C32F23A7-4FBD-41FE-9836-FA03C814D15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1064013" y="2847959"/>
                        <a:ext cx="0" cy="1620000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>
                            <a:alpha val="91000"/>
                          </a:srgbClr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327" name="그룹 326">
                        <a:extLst>
                          <a:ext uri="{FF2B5EF4-FFF2-40B4-BE49-F238E27FC236}">
                            <a16:creationId xmlns:a16="http://schemas.microsoft.com/office/drawing/2014/main" id="{A777FD41-326B-43F8-B324-30C91D5E54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68069" y="2769141"/>
                        <a:ext cx="3972959" cy="1992437"/>
                        <a:chOff x="3469241" y="2552700"/>
                        <a:chExt cx="3972959" cy="1992437"/>
                      </a:xfrm>
                    </p:grpSpPr>
                    <p:grpSp>
                      <p:nvGrpSpPr>
                        <p:cNvPr id="328" name="그룹 327">
                          <a:extLst>
                            <a:ext uri="{FF2B5EF4-FFF2-40B4-BE49-F238E27FC236}">
                              <a16:creationId xmlns:a16="http://schemas.microsoft.com/office/drawing/2014/main" id="{2089ED4B-1FD9-4C0C-A6A3-EDB5DB9AADD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827350" y="2604997"/>
                          <a:ext cx="3614850" cy="1940140"/>
                          <a:chOff x="4835022" y="445385"/>
                          <a:chExt cx="3614850" cy="1940140"/>
                        </a:xfrm>
                      </p:grpSpPr>
                      <p:sp>
                        <p:nvSpPr>
                          <p:cNvPr id="341" name="Line 59">
                            <a:extLst>
                              <a:ext uri="{FF2B5EF4-FFF2-40B4-BE49-F238E27FC236}">
                                <a16:creationId xmlns:a16="http://schemas.microsoft.com/office/drawing/2014/main" id="{CE75BBD4-A253-4D2C-9901-1BB5603A867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487312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2" name="Line 60">
                            <a:extLst>
                              <a:ext uri="{FF2B5EF4-FFF2-40B4-BE49-F238E27FC236}">
                                <a16:creationId xmlns:a16="http://schemas.microsoft.com/office/drawing/2014/main" id="{ACD3749C-92AA-4E92-875B-BFD4353F0131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36180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3" name="Line 61">
                            <a:extLst>
                              <a:ext uri="{FF2B5EF4-FFF2-40B4-BE49-F238E27FC236}">
                                <a16:creationId xmlns:a16="http://schemas.microsoft.com/office/drawing/2014/main" id="{22519FFF-5CC3-4A4C-92F8-6D5F848A8537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85235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4" name="Line 62">
                            <a:extLst>
                              <a:ext uri="{FF2B5EF4-FFF2-40B4-BE49-F238E27FC236}">
                                <a16:creationId xmlns:a16="http://schemas.microsoft.com/office/drawing/2014/main" id="{F15E9ACF-B8A1-4F7D-985C-715F9F90F2F9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34104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5" name="Line 63">
                            <a:extLst>
                              <a:ext uri="{FF2B5EF4-FFF2-40B4-BE49-F238E27FC236}">
                                <a16:creationId xmlns:a16="http://schemas.microsoft.com/office/drawing/2014/main" id="{A65D99BF-9F80-4A2A-A859-25B725BF3F67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83159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6" name="Line 64">
                            <a:extLst>
                              <a:ext uri="{FF2B5EF4-FFF2-40B4-BE49-F238E27FC236}">
                                <a16:creationId xmlns:a16="http://schemas.microsoft.com/office/drawing/2014/main" id="{73ACEA3A-419E-4599-B733-5A3C377FD2C9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32027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7" name="Line 65">
                            <a:extLst>
                              <a:ext uri="{FF2B5EF4-FFF2-40B4-BE49-F238E27FC236}">
                                <a16:creationId xmlns:a16="http://schemas.microsoft.com/office/drawing/2014/main" id="{1871AA4D-E2A6-4125-9C05-F83879EA6CD8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81082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8" name="Line 58">
                            <a:extLst>
                              <a:ext uri="{FF2B5EF4-FFF2-40B4-BE49-F238E27FC236}">
                                <a16:creationId xmlns:a16="http://schemas.microsoft.com/office/drawing/2014/main" id="{97C413B4-3903-4FAC-8156-E7BEF739811A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873122" y="2095802"/>
                            <a:ext cx="3426392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chemeClr val="tx1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49" name="Line 65">
                            <a:extLst>
                              <a:ext uri="{FF2B5EF4-FFF2-40B4-BE49-F238E27FC236}">
                                <a16:creationId xmlns:a16="http://schemas.microsoft.com/office/drawing/2014/main" id="{F26453D0-A44D-4757-BCAC-023E606D1157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829951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0" name="Rectangle 67">
                            <a:extLst>
                              <a:ext uri="{FF2B5EF4-FFF2-40B4-BE49-F238E27FC236}">
                                <a16:creationId xmlns:a16="http://schemas.microsoft.com/office/drawing/2014/main" id="{3DEF40A0-3BC2-469F-BC52-DF9934BB9C74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835022" y="2190086"/>
                            <a:ext cx="91372" cy="195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1" name="Rectangle 68">
                            <a:extLst>
                              <a:ext uri="{FF2B5EF4-FFF2-40B4-BE49-F238E27FC236}">
                                <a16:creationId xmlns:a16="http://schemas.microsoft.com/office/drawing/2014/main" id="{1A04F165-88B8-456C-9DE8-33B30281A94F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84539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2" name="Rectangle 69">
                            <a:extLst>
                              <a:ext uri="{FF2B5EF4-FFF2-40B4-BE49-F238E27FC236}">
                                <a16:creationId xmlns:a16="http://schemas.microsoft.com/office/drawing/2014/main" id="{B467AC84-6CCB-429B-A490-8B74429C8A9B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814259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3" name="Rectangle 70">
                            <a:extLst>
                              <a:ext uri="{FF2B5EF4-FFF2-40B4-BE49-F238E27FC236}">
                                <a16:creationId xmlns:a16="http://schemas.microsoft.com/office/drawing/2014/main" id="{628ED916-17C1-4E41-89FE-2CE88B9927E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263774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4" name="Rectangle 71">
                            <a:extLst>
                              <a:ext uri="{FF2B5EF4-FFF2-40B4-BE49-F238E27FC236}">
                                <a16:creationId xmlns:a16="http://schemas.microsoft.com/office/drawing/2014/main" id="{20BBD7D7-121E-47B1-BF96-3220362BDF6D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793494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5" name="Rectangle 72">
                            <a:extLst>
                              <a:ext uri="{FF2B5EF4-FFF2-40B4-BE49-F238E27FC236}">
                                <a16:creationId xmlns:a16="http://schemas.microsoft.com/office/drawing/2014/main" id="{AAC2ABF0-616C-43A7-BF90-75F0EBE09D42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243010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6" name="Rectangle 73">
                            <a:extLst>
                              <a:ext uri="{FF2B5EF4-FFF2-40B4-BE49-F238E27FC236}">
                                <a16:creationId xmlns:a16="http://schemas.microsoft.com/office/drawing/2014/main" id="{498CB991-EB29-4B03-BD41-C06E8CAD6204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772730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57" name="Rectangle 74">
                            <a:extLst>
                              <a:ext uri="{FF2B5EF4-FFF2-40B4-BE49-F238E27FC236}">
                                <a16:creationId xmlns:a16="http://schemas.microsoft.com/office/drawing/2014/main" id="{3CEB4D92-D1F4-45D0-8463-43B9FE1719CB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222246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cxnSp>
                        <p:nvCxnSpPr>
                          <p:cNvPr id="358" name="직선 연결선 357">
                            <a:extLst>
                              <a:ext uri="{FF2B5EF4-FFF2-40B4-BE49-F238E27FC236}">
                                <a16:creationId xmlns:a16="http://schemas.microsoft.com/office/drawing/2014/main" id="{AF2D3BE4-1301-4861-9830-D20380AA37B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353341" y="446052"/>
                            <a:ext cx="4070" cy="1630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59" name="직선 연결선 358">
                            <a:extLst>
                              <a:ext uri="{FF2B5EF4-FFF2-40B4-BE49-F238E27FC236}">
                                <a16:creationId xmlns:a16="http://schemas.microsoft.com/office/drawing/2014/main" id="{DA983D57-C4E2-469D-95AB-C71FFBDC098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7321160" y="445385"/>
                            <a:ext cx="2538" cy="1630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29" name="Line 33">
                          <a:extLst>
                            <a:ext uri="{FF2B5EF4-FFF2-40B4-BE49-F238E27FC236}">
                              <a16:creationId xmlns:a16="http://schemas.microsoft.com/office/drawing/2014/main" id="{DD5A39D2-89A9-47E1-BBEF-362DDE1B00E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3598" y="295645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0" name="Line 33">
                          <a:extLst>
                            <a:ext uri="{FF2B5EF4-FFF2-40B4-BE49-F238E27FC236}">
                              <a16:creationId xmlns:a16="http://schemas.microsoft.com/office/drawing/2014/main" id="{1CC6F912-0AA9-482E-BA30-1FC6CED048D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6788" y="4253635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1" name="Line 33">
                          <a:extLst>
                            <a:ext uri="{FF2B5EF4-FFF2-40B4-BE49-F238E27FC236}">
                              <a16:creationId xmlns:a16="http://schemas.microsoft.com/office/drawing/2014/main" id="{74FF66E6-A006-47CF-9B44-AECEC07F721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60720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2" name="Line 33">
                          <a:extLst>
                            <a:ext uri="{FF2B5EF4-FFF2-40B4-BE49-F238E27FC236}">
                              <a16:creationId xmlns:a16="http://schemas.microsoft.com/office/drawing/2014/main" id="{8793BB49-C9BB-4936-AE24-91F798800BD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92485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3" name="Line 33">
                          <a:extLst>
                            <a:ext uri="{FF2B5EF4-FFF2-40B4-BE49-F238E27FC236}">
                              <a16:creationId xmlns:a16="http://schemas.microsoft.com/office/drawing/2014/main" id="{FAE75F90-7C18-4A97-9FFF-6E46C51DB32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328320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4" name="Line 33">
                          <a:extLst>
                            <a:ext uri="{FF2B5EF4-FFF2-40B4-BE49-F238E27FC236}">
                              <a16:creationId xmlns:a16="http://schemas.microsoft.com/office/drawing/2014/main" id="{CA40113B-CF23-4107-8E33-5232EE16C67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2628850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5" name="Rectangle 92">
                          <a:extLst>
                            <a:ext uri="{FF2B5EF4-FFF2-40B4-BE49-F238E27FC236}">
                              <a16:creationId xmlns:a16="http://schemas.microsoft.com/office/drawing/2014/main" id="{0D59411E-CDB3-4896-A10E-82E39EC85FE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30441" y="2836950"/>
                          <a:ext cx="227626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0.5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6" name="Rectangle 92">
                          <a:extLst>
                            <a:ext uri="{FF2B5EF4-FFF2-40B4-BE49-F238E27FC236}">
                              <a16:creationId xmlns:a16="http://schemas.microsoft.com/office/drawing/2014/main" id="{AE1E211D-BE6C-4F27-8A49-20911365E34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27280" y="2552700"/>
                          <a:ext cx="227626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1.5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7" name="Rectangle 92">
                          <a:extLst>
                            <a:ext uri="{FF2B5EF4-FFF2-40B4-BE49-F238E27FC236}">
                              <a16:creationId xmlns:a16="http://schemas.microsoft.com/office/drawing/2014/main" id="{32C1E254-75DE-475C-AA44-C2C993FA4CC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69241" y="3213905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-0.5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8" name="Rectangle 92">
                          <a:extLst>
                            <a:ext uri="{FF2B5EF4-FFF2-40B4-BE49-F238E27FC236}">
                              <a16:creationId xmlns:a16="http://schemas.microsoft.com/office/drawing/2014/main" id="{6851B505-D13A-47F5-A235-391B2DD45F9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75938" y="3513163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-1.5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39" name="Rectangle 92">
                          <a:extLst>
                            <a:ext uri="{FF2B5EF4-FFF2-40B4-BE49-F238E27FC236}">
                              <a16:creationId xmlns:a16="http://schemas.microsoft.com/office/drawing/2014/main" id="{7EC37060-D4D2-4124-A8A0-CDA0036D6311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69241" y="3847675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-2.5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40" name="Rectangle 92">
                          <a:extLst>
                            <a:ext uri="{FF2B5EF4-FFF2-40B4-BE49-F238E27FC236}">
                              <a16:creationId xmlns:a16="http://schemas.microsoft.com/office/drawing/2014/main" id="{3568307E-8353-4904-B671-0062734A517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482150" y="4153799"/>
                          <a:ext cx="282129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-3.5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19" name="그룹 318">
                      <a:extLst>
                        <a:ext uri="{FF2B5EF4-FFF2-40B4-BE49-F238E27FC236}">
                          <a16:creationId xmlns:a16="http://schemas.microsoft.com/office/drawing/2014/main" id="{D4E670CE-DABB-44F3-B564-0D602A4002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38597" y="2231029"/>
                      <a:ext cx="3554797" cy="592062"/>
                      <a:chOff x="945370" y="2238954"/>
                      <a:chExt cx="3554797" cy="592062"/>
                    </a:xfrm>
                  </p:grpSpPr>
                  <p:sp>
                    <p:nvSpPr>
                      <p:cNvPr id="320" name="오른쪽 중괄호 319">
                        <a:extLst>
                          <a:ext uri="{FF2B5EF4-FFF2-40B4-BE49-F238E27FC236}">
                            <a16:creationId xmlns:a16="http://schemas.microsoft.com/office/drawing/2014/main" id="{240ADB6B-9F8E-4CCD-BFB5-953D9ABC56B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1195794" y="2471566"/>
                        <a:ext cx="242368" cy="476531"/>
                      </a:xfrm>
                      <a:prstGeom prst="rightBrace">
                        <a:avLst>
                          <a:gd name="adj1" fmla="val 23075"/>
                          <a:gd name="adj2" fmla="val 46149"/>
                        </a:avLst>
                      </a:prstGeom>
                      <a:ln w="158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33" dirty="0"/>
                      </a:p>
                    </p:txBody>
                  </p:sp>
                  <p:sp>
                    <p:nvSpPr>
                      <p:cNvPr id="321" name="오른쪽 중괄호 320">
                        <a:extLst>
                          <a:ext uri="{FF2B5EF4-FFF2-40B4-BE49-F238E27FC236}">
                            <a16:creationId xmlns:a16="http://schemas.microsoft.com/office/drawing/2014/main" id="{69348970-FECC-403F-BFC9-806819FA609E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2415199" y="1724718"/>
                        <a:ext cx="242368" cy="1970225"/>
                      </a:xfrm>
                      <a:prstGeom prst="rightBrace">
                        <a:avLst>
                          <a:gd name="adj1" fmla="val 23075"/>
                          <a:gd name="adj2" fmla="val 46149"/>
                        </a:avLst>
                      </a:prstGeom>
                      <a:ln w="158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33" dirty="0"/>
                      </a:p>
                    </p:txBody>
                  </p:sp>
                  <p:sp>
                    <p:nvSpPr>
                      <p:cNvPr id="322" name="오른쪽 중괄호 321">
                        <a:extLst>
                          <a:ext uri="{FF2B5EF4-FFF2-40B4-BE49-F238E27FC236}">
                            <a16:creationId xmlns:a16="http://schemas.microsoft.com/office/drawing/2014/main" id="{3DD74C32-4CF9-4885-92B6-4CE7945CBEC1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888432" y="2219280"/>
                        <a:ext cx="242368" cy="981102"/>
                      </a:xfrm>
                      <a:prstGeom prst="rightBrace">
                        <a:avLst>
                          <a:gd name="adj1" fmla="val 23075"/>
                          <a:gd name="adj2" fmla="val 46149"/>
                        </a:avLst>
                      </a:prstGeom>
                      <a:ln w="158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33" dirty="0"/>
                      </a:p>
                    </p:txBody>
                  </p:sp>
                  <p:sp>
                    <p:nvSpPr>
                      <p:cNvPr id="323" name="TextBox 322">
                        <a:extLst>
                          <a:ext uri="{FF2B5EF4-FFF2-40B4-BE49-F238E27FC236}">
                            <a16:creationId xmlns:a16="http://schemas.microsoft.com/office/drawing/2014/main" id="{1E6646F6-FCA1-4C19-851E-782E1AC4F52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64353" y="2238954"/>
                        <a:ext cx="819135" cy="223459"/>
                      </a:xfrm>
                      <a:prstGeom prst="rect">
                        <a:avLst/>
                      </a:prstGeom>
                      <a:noFill/>
                      <a:scene3d>
                        <a:camera prst="orthographicFront">
                          <a:rot lat="0" lon="0" rev="0"/>
                        </a:camera>
                        <a:lightRig rig="threePt" dir="t"/>
                      </a:scene3d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52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Occlusion</a:t>
                        </a:r>
                      </a:p>
                    </p:txBody>
                  </p:sp>
                  <p:sp>
                    <p:nvSpPr>
                      <p:cNvPr id="324" name="TextBox 323">
                        <a:extLst>
                          <a:ext uri="{FF2B5EF4-FFF2-40B4-BE49-F238E27FC236}">
                            <a16:creationId xmlns:a16="http://schemas.microsoft.com/office/drawing/2014/main" id="{227346D7-4AB6-4161-A05A-9C77CA183AF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90437" y="2238954"/>
                        <a:ext cx="686085" cy="223459"/>
                      </a:xfrm>
                      <a:prstGeom prst="rect">
                        <a:avLst/>
                      </a:prstGeom>
                      <a:noFill/>
                      <a:scene3d>
                        <a:camera prst="orthographicFront">
                          <a:rot lat="0" lon="0" rev="0"/>
                        </a:camera>
                        <a:lightRig rig="threePt" dir="t"/>
                      </a:scene3d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52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Release</a:t>
                        </a:r>
                      </a:p>
                    </p:txBody>
                  </p:sp>
                  <p:sp>
                    <p:nvSpPr>
                      <p:cNvPr id="325" name="TextBox 324">
                        <a:extLst>
                          <a:ext uri="{FF2B5EF4-FFF2-40B4-BE49-F238E27FC236}">
                            <a16:creationId xmlns:a16="http://schemas.microsoft.com/office/drawing/2014/main" id="{F1D962A9-9BA8-40A4-A43A-B57F7D965BE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45370" y="2238954"/>
                        <a:ext cx="716543" cy="223459"/>
                      </a:xfrm>
                      <a:prstGeom prst="rect">
                        <a:avLst/>
                      </a:prstGeom>
                      <a:noFill/>
                      <a:scene3d>
                        <a:camera prst="orthographicFront">
                          <a:rot lat="0" lon="0" rev="0"/>
                        </a:camera>
                        <a:lightRig rig="threePt" dir="t"/>
                      </a:scene3d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1452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Baseline</a:t>
                        </a:r>
                      </a:p>
                    </p:txBody>
                  </p:sp>
                </p:grpSp>
              </p:grpSp>
              <p:sp>
                <p:nvSpPr>
                  <p:cNvPr id="317" name="직사각형 316">
                    <a:extLst>
                      <a:ext uri="{FF2B5EF4-FFF2-40B4-BE49-F238E27FC236}">
                        <a16:creationId xmlns:a16="http://schemas.microsoft.com/office/drawing/2014/main" id="{319B2ADC-7339-4AFD-9B92-86DE12A9F93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19031" y="1503098"/>
                    <a:ext cx="1126912" cy="2231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 defTabSz="829544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l-GR" altLang="ko-KR" sz="14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Δ</a:t>
                    </a:r>
                    <a:r>
                      <a:rPr lang="en-US" altLang="ko-KR" sz="14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Signal [DC]</a:t>
                    </a:r>
                  </a:p>
                </p:txBody>
              </p:sp>
            </p:grpSp>
            <p:grpSp>
              <p:nvGrpSpPr>
                <p:cNvPr id="305" name="그룹 304">
                  <a:extLst>
                    <a:ext uri="{FF2B5EF4-FFF2-40B4-BE49-F238E27FC236}">
                      <a16:creationId xmlns:a16="http://schemas.microsoft.com/office/drawing/2014/main" id="{F10D0F42-64E1-4715-B48D-D8475D7681B0}"/>
                    </a:ext>
                  </a:extLst>
                </p:cNvPr>
                <p:cNvGrpSpPr/>
                <p:nvPr/>
              </p:nvGrpSpPr>
              <p:grpSpPr>
                <a:xfrm>
                  <a:off x="6753333" y="938492"/>
                  <a:ext cx="3458846" cy="1279525"/>
                  <a:chOff x="5876274" y="2943225"/>
                  <a:chExt cx="3458846" cy="1279525"/>
                </a:xfrm>
              </p:grpSpPr>
              <p:grpSp>
                <p:nvGrpSpPr>
                  <p:cNvPr id="306" name="그룹 305">
                    <a:extLst>
                      <a:ext uri="{FF2B5EF4-FFF2-40B4-BE49-F238E27FC236}">
                        <a16:creationId xmlns:a16="http://schemas.microsoft.com/office/drawing/2014/main" id="{569716D6-41B0-4DF3-B06B-5F325F4D1B35}"/>
                      </a:ext>
                    </a:extLst>
                  </p:cNvPr>
                  <p:cNvGrpSpPr/>
                  <p:nvPr/>
                </p:nvGrpSpPr>
                <p:grpSpPr>
                  <a:xfrm>
                    <a:off x="5882307" y="2995612"/>
                    <a:ext cx="3452813" cy="1227138"/>
                    <a:chOff x="8330020" y="1549255"/>
                    <a:chExt cx="3452813" cy="1227138"/>
                  </a:xfrm>
                </p:grpSpPr>
                <p:grpSp>
                  <p:nvGrpSpPr>
                    <p:cNvPr id="310" name="그룹 309">
                      <a:extLst>
                        <a:ext uri="{FF2B5EF4-FFF2-40B4-BE49-F238E27FC236}">
                          <a16:creationId xmlns:a16="http://schemas.microsoft.com/office/drawing/2014/main" id="{AA04EE17-AFFB-4141-98BB-92F89633E7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0020" y="1637476"/>
                      <a:ext cx="3452813" cy="219075"/>
                      <a:chOff x="7425917" y="3619869"/>
                      <a:chExt cx="3452813" cy="219075"/>
                    </a:xfrm>
                  </p:grpSpPr>
                  <p:sp>
                    <p:nvSpPr>
                      <p:cNvPr id="314" name="Freeform 21">
                        <a:extLst>
                          <a:ext uri="{FF2B5EF4-FFF2-40B4-BE49-F238E27FC236}">
                            <a16:creationId xmlns:a16="http://schemas.microsoft.com/office/drawing/2014/main" id="{45FDBAF8-913B-4FEA-A58A-47CDF057AA6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440205" y="3619869"/>
                        <a:ext cx="3438525" cy="219075"/>
                      </a:xfrm>
                      <a:custGeom>
                        <a:avLst/>
                        <a:gdLst>
                          <a:gd name="T0" fmla="*/ 99 w 2166"/>
                          <a:gd name="T1" fmla="*/ 133 h 138"/>
                          <a:gd name="T2" fmla="*/ 169 w 2166"/>
                          <a:gd name="T3" fmla="*/ 134 h 138"/>
                          <a:gd name="T4" fmla="*/ 238 w 2166"/>
                          <a:gd name="T5" fmla="*/ 136 h 138"/>
                          <a:gd name="T6" fmla="*/ 308 w 2166"/>
                          <a:gd name="T7" fmla="*/ 137 h 138"/>
                          <a:gd name="T8" fmla="*/ 378 w 2166"/>
                          <a:gd name="T9" fmla="*/ 137 h 138"/>
                          <a:gd name="T10" fmla="*/ 448 w 2166"/>
                          <a:gd name="T11" fmla="*/ 137 h 138"/>
                          <a:gd name="T12" fmla="*/ 517 w 2166"/>
                          <a:gd name="T13" fmla="*/ 133 h 138"/>
                          <a:gd name="T14" fmla="*/ 587 w 2166"/>
                          <a:gd name="T15" fmla="*/ 126 h 138"/>
                          <a:gd name="T16" fmla="*/ 657 w 2166"/>
                          <a:gd name="T17" fmla="*/ 118 h 138"/>
                          <a:gd name="T18" fmla="*/ 727 w 2166"/>
                          <a:gd name="T19" fmla="*/ 111 h 138"/>
                          <a:gd name="T20" fmla="*/ 797 w 2166"/>
                          <a:gd name="T21" fmla="*/ 104 h 138"/>
                          <a:gd name="T22" fmla="*/ 866 w 2166"/>
                          <a:gd name="T23" fmla="*/ 97 h 138"/>
                          <a:gd name="T24" fmla="*/ 936 w 2166"/>
                          <a:gd name="T25" fmla="*/ 91 h 138"/>
                          <a:gd name="T26" fmla="*/ 1006 w 2166"/>
                          <a:gd name="T27" fmla="*/ 85 h 138"/>
                          <a:gd name="T28" fmla="*/ 1076 w 2166"/>
                          <a:gd name="T29" fmla="*/ 78 h 138"/>
                          <a:gd name="T30" fmla="*/ 1145 w 2166"/>
                          <a:gd name="T31" fmla="*/ 71 h 138"/>
                          <a:gd name="T32" fmla="*/ 1215 w 2166"/>
                          <a:gd name="T33" fmla="*/ 64 h 138"/>
                          <a:gd name="T34" fmla="*/ 1285 w 2166"/>
                          <a:gd name="T35" fmla="*/ 56 h 138"/>
                          <a:gd name="T36" fmla="*/ 1354 w 2166"/>
                          <a:gd name="T37" fmla="*/ 48 h 138"/>
                          <a:gd name="T38" fmla="*/ 1424 w 2166"/>
                          <a:gd name="T39" fmla="*/ 40 h 138"/>
                          <a:gd name="T40" fmla="*/ 1494 w 2166"/>
                          <a:gd name="T41" fmla="*/ 32 h 138"/>
                          <a:gd name="T42" fmla="*/ 1564 w 2166"/>
                          <a:gd name="T43" fmla="*/ 25 h 138"/>
                          <a:gd name="T44" fmla="*/ 1633 w 2166"/>
                          <a:gd name="T45" fmla="*/ 19 h 138"/>
                          <a:gd name="T46" fmla="*/ 1703 w 2166"/>
                          <a:gd name="T47" fmla="*/ 34 h 138"/>
                          <a:gd name="T48" fmla="*/ 1773 w 2166"/>
                          <a:gd name="T49" fmla="*/ 51 h 138"/>
                          <a:gd name="T50" fmla="*/ 1843 w 2166"/>
                          <a:gd name="T51" fmla="*/ 68 h 138"/>
                          <a:gd name="T52" fmla="*/ 1912 w 2166"/>
                          <a:gd name="T53" fmla="*/ 82 h 138"/>
                          <a:gd name="T54" fmla="*/ 1982 w 2166"/>
                          <a:gd name="T55" fmla="*/ 93 h 138"/>
                          <a:gd name="T56" fmla="*/ 2052 w 2166"/>
                          <a:gd name="T57" fmla="*/ 100 h 138"/>
                          <a:gd name="T58" fmla="*/ 2122 w 2166"/>
                          <a:gd name="T59" fmla="*/ 107 h 138"/>
                          <a:gd name="T60" fmla="*/ 2148 w 2166"/>
                          <a:gd name="T61" fmla="*/ 98 h 138"/>
                          <a:gd name="T62" fmla="*/ 2078 w 2166"/>
                          <a:gd name="T63" fmla="*/ 93 h 138"/>
                          <a:gd name="T64" fmla="*/ 2009 w 2166"/>
                          <a:gd name="T65" fmla="*/ 85 h 138"/>
                          <a:gd name="T66" fmla="*/ 1939 w 2166"/>
                          <a:gd name="T67" fmla="*/ 77 h 138"/>
                          <a:gd name="T68" fmla="*/ 1869 w 2166"/>
                          <a:gd name="T69" fmla="*/ 67 h 138"/>
                          <a:gd name="T70" fmla="*/ 1799 w 2166"/>
                          <a:gd name="T71" fmla="*/ 55 h 138"/>
                          <a:gd name="T72" fmla="*/ 1730 w 2166"/>
                          <a:gd name="T73" fmla="*/ 35 h 138"/>
                          <a:gd name="T74" fmla="*/ 1660 w 2166"/>
                          <a:gd name="T75" fmla="*/ 11 h 138"/>
                          <a:gd name="T76" fmla="*/ 1590 w 2166"/>
                          <a:gd name="T77" fmla="*/ 3 h 138"/>
                          <a:gd name="T78" fmla="*/ 1520 w 2166"/>
                          <a:gd name="T79" fmla="*/ 11 h 138"/>
                          <a:gd name="T80" fmla="*/ 1450 w 2166"/>
                          <a:gd name="T81" fmla="*/ 18 h 138"/>
                          <a:gd name="T82" fmla="*/ 1381 w 2166"/>
                          <a:gd name="T83" fmla="*/ 24 h 138"/>
                          <a:gd name="T84" fmla="*/ 1311 w 2166"/>
                          <a:gd name="T85" fmla="*/ 30 h 138"/>
                          <a:gd name="T86" fmla="*/ 1241 w 2166"/>
                          <a:gd name="T87" fmla="*/ 36 h 138"/>
                          <a:gd name="T88" fmla="*/ 1171 w 2166"/>
                          <a:gd name="T89" fmla="*/ 43 h 138"/>
                          <a:gd name="T90" fmla="*/ 1102 w 2166"/>
                          <a:gd name="T91" fmla="*/ 49 h 138"/>
                          <a:gd name="T92" fmla="*/ 1032 w 2166"/>
                          <a:gd name="T93" fmla="*/ 55 h 138"/>
                          <a:gd name="T94" fmla="*/ 962 w 2166"/>
                          <a:gd name="T95" fmla="*/ 62 h 138"/>
                          <a:gd name="T96" fmla="*/ 892 w 2166"/>
                          <a:gd name="T97" fmla="*/ 69 h 138"/>
                          <a:gd name="T98" fmla="*/ 823 w 2166"/>
                          <a:gd name="T99" fmla="*/ 77 h 138"/>
                          <a:gd name="T100" fmla="*/ 753 w 2166"/>
                          <a:gd name="T101" fmla="*/ 85 h 138"/>
                          <a:gd name="T102" fmla="*/ 683 w 2166"/>
                          <a:gd name="T103" fmla="*/ 94 h 138"/>
                          <a:gd name="T104" fmla="*/ 613 w 2166"/>
                          <a:gd name="T105" fmla="*/ 104 h 138"/>
                          <a:gd name="T106" fmla="*/ 544 w 2166"/>
                          <a:gd name="T107" fmla="*/ 113 h 138"/>
                          <a:gd name="T108" fmla="*/ 474 w 2166"/>
                          <a:gd name="T109" fmla="*/ 121 h 138"/>
                          <a:gd name="T110" fmla="*/ 404 w 2166"/>
                          <a:gd name="T111" fmla="*/ 126 h 138"/>
                          <a:gd name="T112" fmla="*/ 335 w 2166"/>
                          <a:gd name="T113" fmla="*/ 127 h 138"/>
                          <a:gd name="T114" fmla="*/ 265 w 2166"/>
                          <a:gd name="T115" fmla="*/ 128 h 138"/>
                          <a:gd name="T116" fmla="*/ 195 w 2166"/>
                          <a:gd name="T117" fmla="*/ 128 h 138"/>
                          <a:gd name="T118" fmla="*/ 125 w 2166"/>
                          <a:gd name="T119" fmla="*/ 128 h 138"/>
                          <a:gd name="T120" fmla="*/ 56 w 2166"/>
                          <a:gd name="T121" fmla="*/ 126 h 138"/>
                          <a:gd name="T122" fmla="*/ 12 w 2166"/>
                          <a:gd name="T123" fmla="*/ 133 h 13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  <a:cxn ang="0">
                            <a:pos x="T122" y="T123"/>
                          </a:cxn>
                        </a:cxnLst>
                        <a:rect l="0" t="0" r="r" b="b"/>
                        <a:pathLst>
                          <a:path w="2166" h="138">
                            <a:moveTo>
                              <a:pt x="32" y="133"/>
                            </a:moveTo>
                            <a:lnTo>
                              <a:pt x="34" y="133"/>
                            </a:lnTo>
                            <a:lnTo>
                              <a:pt x="36" y="133"/>
                            </a:lnTo>
                            <a:lnTo>
                              <a:pt x="39" y="133"/>
                            </a:lnTo>
                            <a:lnTo>
                              <a:pt x="41" y="133"/>
                            </a:lnTo>
                            <a:lnTo>
                              <a:pt x="44" y="133"/>
                            </a:lnTo>
                            <a:lnTo>
                              <a:pt x="46" y="133"/>
                            </a:lnTo>
                            <a:lnTo>
                              <a:pt x="48" y="133"/>
                            </a:lnTo>
                            <a:lnTo>
                              <a:pt x="51" y="133"/>
                            </a:lnTo>
                            <a:lnTo>
                              <a:pt x="53" y="133"/>
                            </a:lnTo>
                            <a:lnTo>
                              <a:pt x="56" y="133"/>
                            </a:lnTo>
                            <a:lnTo>
                              <a:pt x="58" y="133"/>
                            </a:lnTo>
                            <a:lnTo>
                              <a:pt x="60" y="133"/>
                            </a:lnTo>
                            <a:lnTo>
                              <a:pt x="63" y="133"/>
                            </a:lnTo>
                            <a:lnTo>
                              <a:pt x="65" y="133"/>
                            </a:lnTo>
                            <a:lnTo>
                              <a:pt x="68" y="133"/>
                            </a:lnTo>
                            <a:lnTo>
                              <a:pt x="70" y="133"/>
                            </a:lnTo>
                            <a:lnTo>
                              <a:pt x="72" y="133"/>
                            </a:lnTo>
                            <a:lnTo>
                              <a:pt x="75" y="133"/>
                            </a:lnTo>
                            <a:lnTo>
                              <a:pt x="77" y="133"/>
                            </a:lnTo>
                            <a:lnTo>
                              <a:pt x="80" y="133"/>
                            </a:lnTo>
                            <a:lnTo>
                              <a:pt x="82" y="133"/>
                            </a:lnTo>
                            <a:lnTo>
                              <a:pt x="84" y="133"/>
                            </a:lnTo>
                            <a:lnTo>
                              <a:pt x="87" y="133"/>
                            </a:lnTo>
                            <a:lnTo>
                              <a:pt x="89" y="133"/>
                            </a:lnTo>
                            <a:lnTo>
                              <a:pt x="92" y="133"/>
                            </a:lnTo>
                            <a:lnTo>
                              <a:pt x="94" y="133"/>
                            </a:lnTo>
                            <a:lnTo>
                              <a:pt x="96" y="133"/>
                            </a:lnTo>
                            <a:lnTo>
                              <a:pt x="99" y="133"/>
                            </a:lnTo>
                            <a:lnTo>
                              <a:pt x="101" y="133"/>
                            </a:lnTo>
                            <a:lnTo>
                              <a:pt x="104" y="133"/>
                            </a:lnTo>
                            <a:lnTo>
                              <a:pt x="106" y="133"/>
                            </a:lnTo>
                            <a:lnTo>
                              <a:pt x="108" y="133"/>
                            </a:lnTo>
                            <a:lnTo>
                              <a:pt x="111" y="133"/>
                            </a:lnTo>
                            <a:lnTo>
                              <a:pt x="113" y="133"/>
                            </a:lnTo>
                            <a:lnTo>
                              <a:pt x="115" y="133"/>
                            </a:lnTo>
                            <a:lnTo>
                              <a:pt x="118" y="133"/>
                            </a:lnTo>
                            <a:lnTo>
                              <a:pt x="120" y="133"/>
                            </a:lnTo>
                            <a:lnTo>
                              <a:pt x="123" y="133"/>
                            </a:lnTo>
                            <a:lnTo>
                              <a:pt x="125" y="133"/>
                            </a:lnTo>
                            <a:lnTo>
                              <a:pt x="128" y="133"/>
                            </a:lnTo>
                            <a:lnTo>
                              <a:pt x="130" y="133"/>
                            </a:lnTo>
                            <a:lnTo>
                              <a:pt x="132" y="133"/>
                            </a:lnTo>
                            <a:lnTo>
                              <a:pt x="135" y="133"/>
                            </a:lnTo>
                            <a:lnTo>
                              <a:pt x="137" y="134"/>
                            </a:lnTo>
                            <a:lnTo>
                              <a:pt x="140" y="134"/>
                            </a:lnTo>
                            <a:lnTo>
                              <a:pt x="142" y="134"/>
                            </a:lnTo>
                            <a:lnTo>
                              <a:pt x="144" y="134"/>
                            </a:lnTo>
                            <a:lnTo>
                              <a:pt x="147" y="134"/>
                            </a:lnTo>
                            <a:lnTo>
                              <a:pt x="149" y="134"/>
                            </a:lnTo>
                            <a:lnTo>
                              <a:pt x="152" y="134"/>
                            </a:lnTo>
                            <a:lnTo>
                              <a:pt x="154" y="134"/>
                            </a:lnTo>
                            <a:lnTo>
                              <a:pt x="156" y="134"/>
                            </a:lnTo>
                            <a:lnTo>
                              <a:pt x="159" y="134"/>
                            </a:lnTo>
                            <a:lnTo>
                              <a:pt x="161" y="134"/>
                            </a:lnTo>
                            <a:lnTo>
                              <a:pt x="164" y="134"/>
                            </a:lnTo>
                            <a:lnTo>
                              <a:pt x="166" y="134"/>
                            </a:lnTo>
                            <a:lnTo>
                              <a:pt x="169" y="134"/>
                            </a:lnTo>
                            <a:lnTo>
                              <a:pt x="171" y="134"/>
                            </a:lnTo>
                            <a:lnTo>
                              <a:pt x="173" y="134"/>
                            </a:lnTo>
                            <a:lnTo>
                              <a:pt x="176" y="134"/>
                            </a:lnTo>
                            <a:lnTo>
                              <a:pt x="178" y="134"/>
                            </a:lnTo>
                            <a:lnTo>
                              <a:pt x="181" y="134"/>
                            </a:lnTo>
                            <a:lnTo>
                              <a:pt x="183" y="134"/>
                            </a:lnTo>
                            <a:lnTo>
                              <a:pt x="185" y="134"/>
                            </a:lnTo>
                            <a:lnTo>
                              <a:pt x="188" y="135"/>
                            </a:lnTo>
                            <a:lnTo>
                              <a:pt x="190" y="135"/>
                            </a:lnTo>
                            <a:lnTo>
                              <a:pt x="193" y="135"/>
                            </a:lnTo>
                            <a:lnTo>
                              <a:pt x="195" y="135"/>
                            </a:lnTo>
                            <a:lnTo>
                              <a:pt x="197" y="135"/>
                            </a:lnTo>
                            <a:lnTo>
                              <a:pt x="200" y="135"/>
                            </a:lnTo>
                            <a:lnTo>
                              <a:pt x="202" y="135"/>
                            </a:lnTo>
                            <a:lnTo>
                              <a:pt x="205" y="135"/>
                            </a:lnTo>
                            <a:lnTo>
                              <a:pt x="207" y="135"/>
                            </a:lnTo>
                            <a:lnTo>
                              <a:pt x="209" y="135"/>
                            </a:lnTo>
                            <a:lnTo>
                              <a:pt x="212" y="135"/>
                            </a:lnTo>
                            <a:lnTo>
                              <a:pt x="214" y="136"/>
                            </a:lnTo>
                            <a:lnTo>
                              <a:pt x="217" y="136"/>
                            </a:lnTo>
                            <a:lnTo>
                              <a:pt x="219" y="136"/>
                            </a:lnTo>
                            <a:lnTo>
                              <a:pt x="222" y="136"/>
                            </a:lnTo>
                            <a:lnTo>
                              <a:pt x="224" y="136"/>
                            </a:lnTo>
                            <a:lnTo>
                              <a:pt x="226" y="136"/>
                            </a:lnTo>
                            <a:lnTo>
                              <a:pt x="229" y="136"/>
                            </a:lnTo>
                            <a:lnTo>
                              <a:pt x="231" y="136"/>
                            </a:lnTo>
                            <a:lnTo>
                              <a:pt x="234" y="136"/>
                            </a:lnTo>
                            <a:lnTo>
                              <a:pt x="236" y="136"/>
                            </a:lnTo>
                            <a:lnTo>
                              <a:pt x="238" y="136"/>
                            </a:lnTo>
                            <a:lnTo>
                              <a:pt x="241" y="136"/>
                            </a:lnTo>
                            <a:lnTo>
                              <a:pt x="243" y="136"/>
                            </a:lnTo>
                            <a:lnTo>
                              <a:pt x="246" y="136"/>
                            </a:lnTo>
                            <a:lnTo>
                              <a:pt x="248" y="136"/>
                            </a:lnTo>
                            <a:lnTo>
                              <a:pt x="250" y="136"/>
                            </a:lnTo>
                            <a:lnTo>
                              <a:pt x="253" y="136"/>
                            </a:lnTo>
                            <a:lnTo>
                              <a:pt x="255" y="136"/>
                            </a:lnTo>
                            <a:lnTo>
                              <a:pt x="258" y="136"/>
                            </a:lnTo>
                            <a:lnTo>
                              <a:pt x="260" y="136"/>
                            </a:lnTo>
                            <a:lnTo>
                              <a:pt x="263" y="136"/>
                            </a:lnTo>
                            <a:lnTo>
                              <a:pt x="265" y="136"/>
                            </a:lnTo>
                            <a:lnTo>
                              <a:pt x="267" y="136"/>
                            </a:lnTo>
                            <a:lnTo>
                              <a:pt x="270" y="136"/>
                            </a:lnTo>
                            <a:lnTo>
                              <a:pt x="272" y="136"/>
                            </a:lnTo>
                            <a:lnTo>
                              <a:pt x="275" y="136"/>
                            </a:lnTo>
                            <a:lnTo>
                              <a:pt x="277" y="136"/>
                            </a:lnTo>
                            <a:lnTo>
                              <a:pt x="279" y="136"/>
                            </a:lnTo>
                            <a:lnTo>
                              <a:pt x="282" y="136"/>
                            </a:lnTo>
                            <a:lnTo>
                              <a:pt x="284" y="136"/>
                            </a:lnTo>
                            <a:lnTo>
                              <a:pt x="287" y="136"/>
                            </a:lnTo>
                            <a:lnTo>
                              <a:pt x="289" y="136"/>
                            </a:lnTo>
                            <a:lnTo>
                              <a:pt x="291" y="136"/>
                            </a:lnTo>
                            <a:lnTo>
                              <a:pt x="294" y="136"/>
                            </a:lnTo>
                            <a:lnTo>
                              <a:pt x="296" y="136"/>
                            </a:lnTo>
                            <a:lnTo>
                              <a:pt x="299" y="136"/>
                            </a:lnTo>
                            <a:lnTo>
                              <a:pt x="301" y="136"/>
                            </a:lnTo>
                            <a:lnTo>
                              <a:pt x="303" y="136"/>
                            </a:lnTo>
                            <a:lnTo>
                              <a:pt x="306" y="136"/>
                            </a:lnTo>
                            <a:lnTo>
                              <a:pt x="308" y="137"/>
                            </a:lnTo>
                            <a:lnTo>
                              <a:pt x="311" y="136"/>
                            </a:lnTo>
                            <a:lnTo>
                              <a:pt x="313" y="136"/>
                            </a:lnTo>
                            <a:lnTo>
                              <a:pt x="315" y="137"/>
                            </a:lnTo>
                            <a:lnTo>
                              <a:pt x="318" y="136"/>
                            </a:lnTo>
                            <a:lnTo>
                              <a:pt x="320" y="137"/>
                            </a:lnTo>
                            <a:lnTo>
                              <a:pt x="323" y="137"/>
                            </a:lnTo>
                            <a:lnTo>
                              <a:pt x="325" y="137"/>
                            </a:lnTo>
                            <a:lnTo>
                              <a:pt x="327" y="137"/>
                            </a:lnTo>
                            <a:lnTo>
                              <a:pt x="330" y="137"/>
                            </a:lnTo>
                            <a:lnTo>
                              <a:pt x="332" y="137"/>
                            </a:lnTo>
                            <a:lnTo>
                              <a:pt x="335" y="137"/>
                            </a:lnTo>
                            <a:lnTo>
                              <a:pt x="337" y="137"/>
                            </a:lnTo>
                            <a:lnTo>
                              <a:pt x="339" y="137"/>
                            </a:lnTo>
                            <a:lnTo>
                              <a:pt x="342" y="137"/>
                            </a:lnTo>
                            <a:lnTo>
                              <a:pt x="344" y="137"/>
                            </a:lnTo>
                            <a:lnTo>
                              <a:pt x="347" y="137"/>
                            </a:lnTo>
                            <a:lnTo>
                              <a:pt x="349" y="137"/>
                            </a:lnTo>
                            <a:lnTo>
                              <a:pt x="351" y="137"/>
                            </a:lnTo>
                            <a:lnTo>
                              <a:pt x="354" y="137"/>
                            </a:lnTo>
                            <a:lnTo>
                              <a:pt x="356" y="137"/>
                            </a:lnTo>
                            <a:lnTo>
                              <a:pt x="358" y="137"/>
                            </a:lnTo>
                            <a:lnTo>
                              <a:pt x="361" y="137"/>
                            </a:lnTo>
                            <a:lnTo>
                              <a:pt x="363" y="137"/>
                            </a:lnTo>
                            <a:lnTo>
                              <a:pt x="366" y="137"/>
                            </a:lnTo>
                            <a:lnTo>
                              <a:pt x="368" y="137"/>
                            </a:lnTo>
                            <a:lnTo>
                              <a:pt x="370" y="137"/>
                            </a:lnTo>
                            <a:lnTo>
                              <a:pt x="373" y="137"/>
                            </a:lnTo>
                            <a:lnTo>
                              <a:pt x="375" y="137"/>
                            </a:lnTo>
                            <a:lnTo>
                              <a:pt x="378" y="137"/>
                            </a:lnTo>
                            <a:lnTo>
                              <a:pt x="380" y="137"/>
                            </a:lnTo>
                            <a:lnTo>
                              <a:pt x="382" y="137"/>
                            </a:lnTo>
                            <a:lnTo>
                              <a:pt x="385" y="137"/>
                            </a:lnTo>
                            <a:lnTo>
                              <a:pt x="387" y="137"/>
                            </a:lnTo>
                            <a:lnTo>
                              <a:pt x="390" y="137"/>
                            </a:lnTo>
                            <a:lnTo>
                              <a:pt x="392" y="137"/>
                            </a:lnTo>
                            <a:lnTo>
                              <a:pt x="395" y="137"/>
                            </a:lnTo>
                            <a:lnTo>
                              <a:pt x="397" y="137"/>
                            </a:lnTo>
                            <a:lnTo>
                              <a:pt x="399" y="138"/>
                            </a:lnTo>
                            <a:lnTo>
                              <a:pt x="402" y="138"/>
                            </a:lnTo>
                            <a:lnTo>
                              <a:pt x="404" y="138"/>
                            </a:lnTo>
                            <a:lnTo>
                              <a:pt x="407" y="138"/>
                            </a:lnTo>
                            <a:lnTo>
                              <a:pt x="409" y="138"/>
                            </a:lnTo>
                            <a:lnTo>
                              <a:pt x="411" y="138"/>
                            </a:lnTo>
                            <a:lnTo>
                              <a:pt x="414" y="138"/>
                            </a:lnTo>
                            <a:lnTo>
                              <a:pt x="416" y="138"/>
                            </a:lnTo>
                            <a:lnTo>
                              <a:pt x="419" y="138"/>
                            </a:lnTo>
                            <a:lnTo>
                              <a:pt x="421" y="138"/>
                            </a:lnTo>
                            <a:lnTo>
                              <a:pt x="423" y="138"/>
                            </a:lnTo>
                            <a:lnTo>
                              <a:pt x="426" y="138"/>
                            </a:lnTo>
                            <a:lnTo>
                              <a:pt x="428" y="138"/>
                            </a:lnTo>
                            <a:lnTo>
                              <a:pt x="431" y="138"/>
                            </a:lnTo>
                            <a:lnTo>
                              <a:pt x="433" y="138"/>
                            </a:lnTo>
                            <a:lnTo>
                              <a:pt x="436" y="138"/>
                            </a:lnTo>
                            <a:lnTo>
                              <a:pt x="438" y="138"/>
                            </a:lnTo>
                            <a:lnTo>
                              <a:pt x="440" y="137"/>
                            </a:lnTo>
                            <a:lnTo>
                              <a:pt x="443" y="137"/>
                            </a:lnTo>
                            <a:lnTo>
                              <a:pt x="445" y="137"/>
                            </a:lnTo>
                            <a:lnTo>
                              <a:pt x="448" y="137"/>
                            </a:lnTo>
                            <a:lnTo>
                              <a:pt x="450" y="137"/>
                            </a:lnTo>
                            <a:lnTo>
                              <a:pt x="452" y="137"/>
                            </a:lnTo>
                            <a:lnTo>
                              <a:pt x="455" y="137"/>
                            </a:lnTo>
                            <a:lnTo>
                              <a:pt x="457" y="137"/>
                            </a:lnTo>
                            <a:lnTo>
                              <a:pt x="460" y="137"/>
                            </a:lnTo>
                            <a:lnTo>
                              <a:pt x="462" y="137"/>
                            </a:lnTo>
                            <a:lnTo>
                              <a:pt x="464" y="137"/>
                            </a:lnTo>
                            <a:lnTo>
                              <a:pt x="467" y="137"/>
                            </a:lnTo>
                            <a:lnTo>
                              <a:pt x="469" y="136"/>
                            </a:lnTo>
                            <a:lnTo>
                              <a:pt x="472" y="136"/>
                            </a:lnTo>
                            <a:lnTo>
                              <a:pt x="474" y="136"/>
                            </a:lnTo>
                            <a:lnTo>
                              <a:pt x="476" y="136"/>
                            </a:lnTo>
                            <a:lnTo>
                              <a:pt x="479" y="136"/>
                            </a:lnTo>
                            <a:lnTo>
                              <a:pt x="481" y="136"/>
                            </a:lnTo>
                            <a:lnTo>
                              <a:pt x="484" y="136"/>
                            </a:lnTo>
                            <a:lnTo>
                              <a:pt x="486" y="136"/>
                            </a:lnTo>
                            <a:lnTo>
                              <a:pt x="489" y="135"/>
                            </a:lnTo>
                            <a:lnTo>
                              <a:pt x="491" y="135"/>
                            </a:lnTo>
                            <a:lnTo>
                              <a:pt x="493" y="135"/>
                            </a:lnTo>
                            <a:lnTo>
                              <a:pt x="496" y="135"/>
                            </a:lnTo>
                            <a:lnTo>
                              <a:pt x="498" y="134"/>
                            </a:lnTo>
                            <a:lnTo>
                              <a:pt x="501" y="134"/>
                            </a:lnTo>
                            <a:lnTo>
                              <a:pt x="503" y="134"/>
                            </a:lnTo>
                            <a:lnTo>
                              <a:pt x="505" y="134"/>
                            </a:lnTo>
                            <a:lnTo>
                              <a:pt x="508" y="134"/>
                            </a:lnTo>
                            <a:lnTo>
                              <a:pt x="510" y="134"/>
                            </a:lnTo>
                            <a:lnTo>
                              <a:pt x="513" y="133"/>
                            </a:lnTo>
                            <a:lnTo>
                              <a:pt x="515" y="133"/>
                            </a:lnTo>
                            <a:lnTo>
                              <a:pt x="517" y="133"/>
                            </a:lnTo>
                            <a:lnTo>
                              <a:pt x="520" y="133"/>
                            </a:lnTo>
                            <a:lnTo>
                              <a:pt x="522" y="133"/>
                            </a:lnTo>
                            <a:lnTo>
                              <a:pt x="525" y="132"/>
                            </a:lnTo>
                            <a:lnTo>
                              <a:pt x="527" y="132"/>
                            </a:lnTo>
                            <a:lnTo>
                              <a:pt x="530" y="132"/>
                            </a:lnTo>
                            <a:lnTo>
                              <a:pt x="532" y="132"/>
                            </a:lnTo>
                            <a:lnTo>
                              <a:pt x="534" y="131"/>
                            </a:lnTo>
                            <a:lnTo>
                              <a:pt x="537" y="131"/>
                            </a:lnTo>
                            <a:lnTo>
                              <a:pt x="539" y="131"/>
                            </a:lnTo>
                            <a:lnTo>
                              <a:pt x="542" y="131"/>
                            </a:lnTo>
                            <a:lnTo>
                              <a:pt x="544" y="131"/>
                            </a:lnTo>
                            <a:lnTo>
                              <a:pt x="546" y="130"/>
                            </a:lnTo>
                            <a:lnTo>
                              <a:pt x="549" y="130"/>
                            </a:lnTo>
                            <a:lnTo>
                              <a:pt x="551" y="130"/>
                            </a:lnTo>
                            <a:lnTo>
                              <a:pt x="554" y="130"/>
                            </a:lnTo>
                            <a:lnTo>
                              <a:pt x="556" y="129"/>
                            </a:lnTo>
                            <a:lnTo>
                              <a:pt x="558" y="129"/>
                            </a:lnTo>
                            <a:lnTo>
                              <a:pt x="561" y="129"/>
                            </a:lnTo>
                            <a:lnTo>
                              <a:pt x="563" y="128"/>
                            </a:lnTo>
                            <a:lnTo>
                              <a:pt x="566" y="128"/>
                            </a:lnTo>
                            <a:lnTo>
                              <a:pt x="568" y="128"/>
                            </a:lnTo>
                            <a:lnTo>
                              <a:pt x="570" y="128"/>
                            </a:lnTo>
                            <a:lnTo>
                              <a:pt x="573" y="128"/>
                            </a:lnTo>
                            <a:lnTo>
                              <a:pt x="575" y="127"/>
                            </a:lnTo>
                            <a:lnTo>
                              <a:pt x="578" y="127"/>
                            </a:lnTo>
                            <a:lnTo>
                              <a:pt x="580" y="127"/>
                            </a:lnTo>
                            <a:lnTo>
                              <a:pt x="582" y="127"/>
                            </a:lnTo>
                            <a:lnTo>
                              <a:pt x="585" y="126"/>
                            </a:lnTo>
                            <a:lnTo>
                              <a:pt x="587" y="126"/>
                            </a:lnTo>
                            <a:lnTo>
                              <a:pt x="590" y="126"/>
                            </a:lnTo>
                            <a:lnTo>
                              <a:pt x="592" y="125"/>
                            </a:lnTo>
                            <a:lnTo>
                              <a:pt x="594" y="125"/>
                            </a:lnTo>
                            <a:lnTo>
                              <a:pt x="597" y="125"/>
                            </a:lnTo>
                            <a:lnTo>
                              <a:pt x="599" y="125"/>
                            </a:lnTo>
                            <a:lnTo>
                              <a:pt x="601" y="124"/>
                            </a:lnTo>
                            <a:lnTo>
                              <a:pt x="604" y="124"/>
                            </a:lnTo>
                            <a:lnTo>
                              <a:pt x="606" y="124"/>
                            </a:lnTo>
                            <a:lnTo>
                              <a:pt x="609" y="123"/>
                            </a:lnTo>
                            <a:lnTo>
                              <a:pt x="611" y="123"/>
                            </a:lnTo>
                            <a:lnTo>
                              <a:pt x="613" y="123"/>
                            </a:lnTo>
                            <a:lnTo>
                              <a:pt x="616" y="123"/>
                            </a:lnTo>
                            <a:lnTo>
                              <a:pt x="618" y="122"/>
                            </a:lnTo>
                            <a:lnTo>
                              <a:pt x="621" y="122"/>
                            </a:lnTo>
                            <a:lnTo>
                              <a:pt x="623" y="122"/>
                            </a:lnTo>
                            <a:lnTo>
                              <a:pt x="625" y="122"/>
                            </a:lnTo>
                            <a:lnTo>
                              <a:pt x="628" y="122"/>
                            </a:lnTo>
                            <a:lnTo>
                              <a:pt x="630" y="121"/>
                            </a:lnTo>
                            <a:lnTo>
                              <a:pt x="633" y="121"/>
                            </a:lnTo>
                            <a:lnTo>
                              <a:pt x="635" y="121"/>
                            </a:lnTo>
                            <a:lnTo>
                              <a:pt x="637" y="120"/>
                            </a:lnTo>
                            <a:lnTo>
                              <a:pt x="640" y="120"/>
                            </a:lnTo>
                            <a:lnTo>
                              <a:pt x="642" y="120"/>
                            </a:lnTo>
                            <a:lnTo>
                              <a:pt x="645" y="120"/>
                            </a:lnTo>
                            <a:lnTo>
                              <a:pt x="647" y="119"/>
                            </a:lnTo>
                            <a:lnTo>
                              <a:pt x="649" y="119"/>
                            </a:lnTo>
                            <a:lnTo>
                              <a:pt x="652" y="119"/>
                            </a:lnTo>
                            <a:lnTo>
                              <a:pt x="654" y="119"/>
                            </a:lnTo>
                            <a:lnTo>
                              <a:pt x="657" y="118"/>
                            </a:lnTo>
                            <a:lnTo>
                              <a:pt x="659" y="118"/>
                            </a:lnTo>
                            <a:lnTo>
                              <a:pt x="662" y="118"/>
                            </a:lnTo>
                            <a:lnTo>
                              <a:pt x="664" y="117"/>
                            </a:lnTo>
                            <a:lnTo>
                              <a:pt x="666" y="117"/>
                            </a:lnTo>
                            <a:lnTo>
                              <a:pt x="669" y="117"/>
                            </a:lnTo>
                            <a:lnTo>
                              <a:pt x="671" y="117"/>
                            </a:lnTo>
                            <a:lnTo>
                              <a:pt x="674" y="117"/>
                            </a:lnTo>
                            <a:lnTo>
                              <a:pt x="676" y="116"/>
                            </a:lnTo>
                            <a:lnTo>
                              <a:pt x="678" y="116"/>
                            </a:lnTo>
                            <a:lnTo>
                              <a:pt x="681" y="116"/>
                            </a:lnTo>
                            <a:lnTo>
                              <a:pt x="683" y="116"/>
                            </a:lnTo>
                            <a:lnTo>
                              <a:pt x="686" y="115"/>
                            </a:lnTo>
                            <a:lnTo>
                              <a:pt x="688" y="115"/>
                            </a:lnTo>
                            <a:lnTo>
                              <a:pt x="690" y="115"/>
                            </a:lnTo>
                            <a:lnTo>
                              <a:pt x="693" y="114"/>
                            </a:lnTo>
                            <a:lnTo>
                              <a:pt x="695" y="114"/>
                            </a:lnTo>
                            <a:lnTo>
                              <a:pt x="698" y="114"/>
                            </a:lnTo>
                            <a:lnTo>
                              <a:pt x="700" y="114"/>
                            </a:lnTo>
                            <a:lnTo>
                              <a:pt x="703" y="114"/>
                            </a:lnTo>
                            <a:lnTo>
                              <a:pt x="705" y="113"/>
                            </a:lnTo>
                            <a:lnTo>
                              <a:pt x="707" y="113"/>
                            </a:lnTo>
                            <a:lnTo>
                              <a:pt x="710" y="113"/>
                            </a:lnTo>
                            <a:lnTo>
                              <a:pt x="712" y="113"/>
                            </a:lnTo>
                            <a:lnTo>
                              <a:pt x="715" y="112"/>
                            </a:lnTo>
                            <a:lnTo>
                              <a:pt x="717" y="112"/>
                            </a:lnTo>
                            <a:lnTo>
                              <a:pt x="719" y="112"/>
                            </a:lnTo>
                            <a:lnTo>
                              <a:pt x="722" y="111"/>
                            </a:lnTo>
                            <a:lnTo>
                              <a:pt x="724" y="111"/>
                            </a:lnTo>
                            <a:lnTo>
                              <a:pt x="727" y="111"/>
                            </a:lnTo>
                            <a:lnTo>
                              <a:pt x="729" y="111"/>
                            </a:lnTo>
                            <a:lnTo>
                              <a:pt x="731" y="111"/>
                            </a:lnTo>
                            <a:lnTo>
                              <a:pt x="734" y="110"/>
                            </a:lnTo>
                            <a:lnTo>
                              <a:pt x="736" y="110"/>
                            </a:lnTo>
                            <a:lnTo>
                              <a:pt x="739" y="110"/>
                            </a:lnTo>
                            <a:lnTo>
                              <a:pt x="741" y="110"/>
                            </a:lnTo>
                            <a:lnTo>
                              <a:pt x="743" y="110"/>
                            </a:lnTo>
                            <a:lnTo>
                              <a:pt x="746" y="109"/>
                            </a:lnTo>
                            <a:lnTo>
                              <a:pt x="748" y="109"/>
                            </a:lnTo>
                            <a:lnTo>
                              <a:pt x="751" y="109"/>
                            </a:lnTo>
                            <a:lnTo>
                              <a:pt x="753" y="108"/>
                            </a:lnTo>
                            <a:lnTo>
                              <a:pt x="756" y="108"/>
                            </a:lnTo>
                            <a:lnTo>
                              <a:pt x="758" y="108"/>
                            </a:lnTo>
                            <a:lnTo>
                              <a:pt x="760" y="108"/>
                            </a:lnTo>
                            <a:lnTo>
                              <a:pt x="763" y="108"/>
                            </a:lnTo>
                            <a:lnTo>
                              <a:pt x="765" y="107"/>
                            </a:lnTo>
                            <a:lnTo>
                              <a:pt x="768" y="107"/>
                            </a:lnTo>
                            <a:lnTo>
                              <a:pt x="770" y="107"/>
                            </a:lnTo>
                            <a:lnTo>
                              <a:pt x="772" y="107"/>
                            </a:lnTo>
                            <a:lnTo>
                              <a:pt x="775" y="107"/>
                            </a:lnTo>
                            <a:lnTo>
                              <a:pt x="777" y="106"/>
                            </a:lnTo>
                            <a:lnTo>
                              <a:pt x="780" y="106"/>
                            </a:lnTo>
                            <a:lnTo>
                              <a:pt x="782" y="106"/>
                            </a:lnTo>
                            <a:lnTo>
                              <a:pt x="784" y="105"/>
                            </a:lnTo>
                            <a:lnTo>
                              <a:pt x="787" y="105"/>
                            </a:lnTo>
                            <a:lnTo>
                              <a:pt x="789" y="105"/>
                            </a:lnTo>
                            <a:lnTo>
                              <a:pt x="792" y="105"/>
                            </a:lnTo>
                            <a:lnTo>
                              <a:pt x="794" y="105"/>
                            </a:lnTo>
                            <a:lnTo>
                              <a:pt x="797" y="104"/>
                            </a:lnTo>
                            <a:lnTo>
                              <a:pt x="799" y="104"/>
                            </a:lnTo>
                            <a:lnTo>
                              <a:pt x="801" y="104"/>
                            </a:lnTo>
                            <a:lnTo>
                              <a:pt x="804" y="104"/>
                            </a:lnTo>
                            <a:lnTo>
                              <a:pt x="806" y="104"/>
                            </a:lnTo>
                            <a:lnTo>
                              <a:pt x="809" y="103"/>
                            </a:lnTo>
                            <a:lnTo>
                              <a:pt x="811" y="103"/>
                            </a:lnTo>
                            <a:lnTo>
                              <a:pt x="813" y="103"/>
                            </a:lnTo>
                            <a:lnTo>
                              <a:pt x="816" y="102"/>
                            </a:lnTo>
                            <a:lnTo>
                              <a:pt x="818" y="102"/>
                            </a:lnTo>
                            <a:lnTo>
                              <a:pt x="821" y="102"/>
                            </a:lnTo>
                            <a:lnTo>
                              <a:pt x="823" y="102"/>
                            </a:lnTo>
                            <a:lnTo>
                              <a:pt x="825" y="102"/>
                            </a:lnTo>
                            <a:lnTo>
                              <a:pt x="828" y="101"/>
                            </a:lnTo>
                            <a:lnTo>
                              <a:pt x="830" y="101"/>
                            </a:lnTo>
                            <a:lnTo>
                              <a:pt x="833" y="101"/>
                            </a:lnTo>
                            <a:lnTo>
                              <a:pt x="835" y="100"/>
                            </a:lnTo>
                            <a:lnTo>
                              <a:pt x="837" y="100"/>
                            </a:lnTo>
                            <a:lnTo>
                              <a:pt x="840" y="100"/>
                            </a:lnTo>
                            <a:lnTo>
                              <a:pt x="842" y="100"/>
                            </a:lnTo>
                            <a:lnTo>
                              <a:pt x="845" y="100"/>
                            </a:lnTo>
                            <a:lnTo>
                              <a:pt x="847" y="99"/>
                            </a:lnTo>
                            <a:lnTo>
                              <a:pt x="849" y="99"/>
                            </a:lnTo>
                            <a:lnTo>
                              <a:pt x="852" y="99"/>
                            </a:lnTo>
                            <a:lnTo>
                              <a:pt x="854" y="99"/>
                            </a:lnTo>
                            <a:lnTo>
                              <a:pt x="856" y="99"/>
                            </a:lnTo>
                            <a:lnTo>
                              <a:pt x="859" y="98"/>
                            </a:lnTo>
                            <a:lnTo>
                              <a:pt x="861" y="98"/>
                            </a:lnTo>
                            <a:lnTo>
                              <a:pt x="864" y="98"/>
                            </a:lnTo>
                            <a:lnTo>
                              <a:pt x="866" y="97"/>
                            </a:lnTo>
                            <a:lnTo>
                              <a:pt x="868" y="97"/>
                            </a:lnTo>
                            <a:lnTo>
                              <a:pt x="871" y="97"/>
                            </a:lnTo>
                            <a:lnTo>
                              <a:pt x="873" y="97"/>
                            </a:lnTo>
                            <a:lnTo>
                              <a:pt x="876" y="97"/>
                            </a:lnTo>
                            <a:lnTo>
                              <a:pt x="878" y="96"/>
                            </a:lnTo>
                            <a:lnTo>
                              <a:pt x="880" y="96"/>
                            </a:lnTo>
                            <a:lnTo>
                              <a:pt x="883" y="96"/>
                            </a:lnTo>
                            <a:lnTo>
                              <a:pt x="885" y="96"/>
                            </a:lnTo>
                            <a:lnTo>
                              <a:pt x="888" y="96"/>
                            </a:lnTo>
                            <a:lnTo>
                              <a:pt x="890" y="95"/>
                            </a:lnTo>
                            <a:lnTo>
                              <a:pt x="892" y="95"/>
                            </a:lnTo>
                            <a:lnTo>
                              <a:pt x="895" y="95"/>
                            </a:lnTo>
                            <a:lnTo>
                              <a:pt x="897" y="95"/>
                            </a:lnTo>
                            <a:lnTo>
                              <a:pt x="900" y="94"/>
                            </a:lnTo>
                            <a:lnTo>
                              <a:pt x="902" y="94"/>
                            </a:lnTo>
                            <a:lnTo>
                              <a:pt x="904" y="94"/>
                            </a:lnTo>
                            <a:lnTo>
                              <a:pt x="907" y="94"/>
                            </a:lnTo>
                            <a:lnTo>
                              <a:pt x="909" y="94"/>
                            </a:lnTo>
                            <a:lnTo>
                              <a:pt x="912" y="93"/>
                            </a:lnTo>
                            <a:lnTo>
                              <a:pt x="914" y="93"/>
                            </a:lnTo>
                            <a:lnTo>
                              <a:pt x="916" y="93"/>
                            </a:lnTo>
                            <a:lnTo>
                              <a:pt x="919" y="93"/>
                            </a:lnTo>
                            <a:lnTo>
                              <a:pt x="921" y="93"/>
                            </a:lnTo>
                            <a:lnTo>
                              <a:pt x="924" y="92"/>
                            </a:lnTo>
                            <a:lnTo>
                              <a:pt x="926" y="92"/>
                            </a:lnTo>
                            <a:lnTo>
                              <a:pt x="929" y="92"/>
                            </a:lnTo>
                            <a:lnTo>
                              <a:pt x="931" y="91"/>
                            </a:lnTo>
                            <a:lnTo>
                              <a:pt x="933" y="91"/>
                            </a:lnTo>
                            <a:lnTo>
                              <a:pt x="936" y="91"/>
                            </a:lnTo>
                            <a:lnTo>
                              <a:pt x="938" y="91"/>
                            </a:lnTo>
                            <a:lnTo>
                              <a:pt x="941" y="91"/>
                            </a:lnTo>
                            <a:lnTo>
                              <a:pt x="943" y="90"/>
                            </a:lnTo>
                            <a:lnTo>
                              <a:pt x="945" y="90"/>
                            </a:lnTo>
                            <a:lnTo>
                              <a:pt x="948" y="90"/>
                            </a:lnTo>
                            <a:lnTo>
                              <a:pt x="950" y="90"/>
                            </a:lnTo>
                            <a:lnTo>
                              <a:pt x="953" y="90"/>
                            </a:lnTo>
                            <a:lnTo>
                              <a:pt x="955" y="89"/>
                            </a:lnTo>
                            <a:lnTo>
                              <a:pt x="957" y="89"/>
                            </a:lnTo>
                            <a:lnTo>
                              <a:pt x="960" y="89"/>
                            </a:lnTo>
                            <a:lnTo>
                              <a:pt x="962" y="89"/>
                            </a:lnTo>
                            <a:lnTo>
                              <a:pt x="965" y="88"/>
                            </a:lnTo>
                            <a:lnTo>
                              <a:pt x="967" y="88"/>
                            </a:lnTo>
                            <a:lnTo>
                              <a:pt x="970" y="88"/>
                            </a:lnTo>
                            <a:lnTo>
                              <a:pt x="972" y="88"/>
                            </a:lnTo>
                            <a:lnTo>
                              <a:pt x="974" y="88"/>
                            </a:lnTo>
                            <a:lnTo>
                              <a:pt x="977" y="87"/>
                            </a:lnTo>
                            <a:lnTo>
                              <a:pt x="979" y="87"/>
                            </a:lnTo>
                            <a:lnTo>
                              <a:pt x="982" y="87"/>
                            </a:lnTo>
                            <a:lnTo>
                              <a:pt x="984" y="87"/>
                            </a:lnTo>
                            <a:lnTo>
                              <a:pt x="986" y="87"/>
                            </a:lnTo>
                            <a:lnTo>
                              <a:pt x="989" y="86"/>
                            </a:lnTo>
                            <a:lnTo>
                              <a:pt x="991" y="86"/>
                            </a:lnTo>
                            <a:lnTo>
                              <a:pt x="994" y="86"/>
                            </a:lnTo>
                            <a:lnTo>
                              <a:pt x="996" y="85"/>
                            </a:lnTo>
                            <a:lnTo>
                              <a:pt x="998" y="85"/>
                            </a:lnTo>
                            <a:lnTo>
                              <a:pt x="1001" y="85"/>
                            </a:lnTo>
                            <a:lnTo>
                              <a:pt x="1003" y="85"/>
                            </a:lnTo>
                            <a:lnTo>
                              <a:pt x="1006" y="85"/>
                            </a:lnTo>
                            <a:lnTo>
                              <a:pt x="1008" y="84"/>
                            </a:lnTo>
                            <a:lnTo>
                              <a:pt x="1010" y="84"/>
                            </a:lnTo>
                            <a:lnTo>
                              <a:pt x="1013" y="84"/>
                            </a:lnTo>
                            <a:lnTo>
                              <a:pt x="1015" y="84"/>
                            </a:lnTo>
                            <a:lnTo>
                              <a:pt x="1018" y="84"/>
                            </a:lnTo>
                            <a:lnTo>
                              <a:pt x="1020" y="83"/>
                            </a:lnTo>
                            <a:lnTo>
                              <a:pt x="1023" y="83"/>
                            </a:lnTo>
                            <a:lnTo>
                              <a:pt x="1025" y="83"/>
                            </a:lnTo>
                            <a:lnTo>
                              <a:pt x="1027" y="82"/>
                            </a:lnTo>
                            <a:lnTo>
                              <a:pt x="1030" y="82"/>
                            </a:lnTo>
                            <a:lnTo>
                              <a:pt x="1032" y="82"/>
                            </a:lnTo>
                            <a:lnTo>
                              <a:pt x="1035" y="82"/>
                            </a:lnTo>
                            <a:lnTo>
                              <a:pt x="1037" y="82"/>
                            </a:lnTo>
                            <a:lnTo>
                              <a:pt x="1039" y="81"/>
                            </a:lnTo>
                            <a:lnTo>
                              <a:pt x="1042" y="81"/>
                            </a:lnTo>
                            <a:lnTo>
                              <a:pt x="1044" y="81"/>
                            </a:lnTo>
                            <a:lnTo>
                              <a:pt x="1047" y="80"/>
                            </a:lnTo>
                            <a:lnTo>
                              <a:pt x="1049" y="80"/>
                            </a:lnTo>
                            <a:lnTo>
                              <a:pt x="1051" y="80"/>
                            </a:lnTo>
                            <a:lnTo>
                              <a:pt x="1054" y="80"/>
                            </a:lnTo>
                            <a:lnTo>
                              <a:pt x="1056" y="80"/>
                            </a:lnTo>
                            <a:lnTo>
                              <a:pt x="1059" y="79"/>
                            </a:lnTo>
                            <a:lnTo>
                              <a:pt x="1061" y="79"/>
                            </a:lnTo>
                            <a:lnTo>
                              <a:pt x="1064" y="79"/>
                            </a:lnTo>
                            <a:lnTo>
                              <a:pt x="1066" y="79"/>
                            </a:lnTo>
                            <a:lnTo>
                              <a:pt x="1068" y="79"/>
                            </a:lnTo>
                            <a:lnTo>
                              <a:pt x="1071" y="78"/>
                            </a:lnTo>
                            <a:lnTo>
                              <a:pt x="1073" y="78"/>
                            </a:lnTo>
                            <a:lnTo>
                              <a:pt x="1076" y="78"/>
                            </a:lnTo>
                            <a:lnTo>
                              <a:pt x="1078" y="77"/>
                            </a:lnTo>
                            <a:lnTo>
                              <a:pt x="1080" y="77"/>
                            </a:lnTo>
                            <a:lnTo>
                              <a:pt x="1083" y="77"/>
                            </a:lnTo>
                            <a:lnTo>
                              <a:pt x="1085" y="77"/>
                            </a:lnTo>
                            <a:lnTo>
                              <a:pt x="1088" y="77"/>
                            </a:lnTo>
                            <a:lnTo>
                              <a:pt x="1090" y="76"/>
                            </a:lnTo>
                            <a:lnTo>
                              <a:pt x="1092" y="76"/>
                            </a:lnTo>
                            <a:lnTo>
                              <a:pt x="1095" y="76"/>
                            </a:lnTo>
                            <a:lnTo>
                              <a:pt x="1097" y="76"/>
                            </a:lnTo>
                            <a:lnTo>
                              <a:pt x="1099" y="76"/>
                            </a:lnTo>
                            <a:lnTo>
                              <a:pt x="1102" y="75"/>
                            </a:lnTo>
                            <a:lnTo>
                              <a:pt x="1104" y="75"/>
                            </a:lnTo>
                            <a:lnTo>
                              <a:pt x="1107" y="75"/>
                            </a:lnTo>
                            <a:lnTo>
                              <a:pt x="1109" y="74"/>
                            </a:lnTo>
                            <a:lnTo>
                              <a:pt x="1111" y="74"/>
                            </a:lnTo>
                            <a:lnTo>
                              <a:pt x="1114" y="74"/>
                            </a:lnTo>
                            <a:lnTo>
                              <a:pt x="1116" y="74"/>
                            </a:lnTo>
                            <a:lnTo>
                              <a:pt x="1119" y="74"/>
                            </a:lnTo>
                            <a:lnTo>
                              <a:pt x="1121" y="73"/>
                            </a:lnTo>
                            <a:lnTo>
                              <a:pt x="1123" y="73"/>
                            </a:lnTo>
                            <a:lnTo>
                              <a:pt x="1126" y="73"/>
                            </a:lnTo>
                            <a:lnTo>
                              <a:pt x="1128" y="73"/>
                            </a:lnTo>
                            <a:lnTo>
                              <a:pt x="1131" y="73"/>
                            </a:lnTo>
                            <a:lnTo>
                              <a:pt x="1133" y="72"/>
                            </a:lnTo>
                            <a:lnTo>
                              <a:pt x="1135" y="72"/>
                            </a:lnTo>
                            <a:lnTo>
                              <a:pt x="1138" y="72"/>
                            </a:lnTo>
                            <a:lnTo>
                              <a:pt x="1140" y="71"/>
                            </a:lnTo>
                            <a:lnTo>
                              <a:pt x="1143" y="71"/>
                            </a:lnTo>
                            <a:lnTo>
                              <a:pt x="1145" y="71"/>
                            </a:lnTo>
                            <a:lnTo>
                              <a:pt x="1147" y="71"/>
                            </a:lnTo>
                            <a:lnTo>
                              <a:pt x="1150" y="70"/>
                            </a:lnTo>
                            <a:lnTo>
                              <a:pt x="1152" y="70"/>
                            </a:lnTo>
                            <a:lnTo>
                              <a:pt x="1155" y="70"/>
                            </a:lnTo>
                            <a:lnTo>
                              <a:pt x="1157" y="70"/>
                            </a:lnTo>
                            <a:lnTo>
                              <a:pt x="1159" y="70"/>
                            </a:lnTo>
                            <a:lnTo>
                              <a:pt x="1162" y="69"/>
                            </a:lnTo>
                            <a:lnTo>
                              <a:pt x="1164" y="69"/>
                            </a:lnTo>
                            <a:lnTo>
                              <a:pt x="1167" y="69"/>
                            </a:lnTo>
                            <a:lnTo>
                              <a:pt x="1169" y="68"/>
                            </a:lnTo>
                            <a:lnTo>
                              <a:pt x="1171" y="68"/>
                            </a:lnTo>
                            <a:lnTo>
                              <a:pt x="1174" y="68"/>
                            </a:lnTo>
                            <a:lnTo>
                              <a:pt x="1176" y="68"/>
                            </a:lnTo>
                            <a:lnTo>
                              <a:pt x="1179" y="68"/>
                            </a:lnTo>
                            <a:lnTo>
                              <a:pt x="1181" y="67"/>
                            </a:lnTo>
                            <a:lnTo>
                              <a:pt x="1183" y="67"/>
                            </a:lnTo>
                            <a:lnTo>
                              <a:pt x="1186" y="67"/>
                            </a:lnTo>
                            <a:lnTo>
                              <a:pt x="1188" y="67"/>
                            </a:lnTo>
                            <a:lnTo>
                              <a:pt x="1191" y="66"/>
                            </a:lnTo>
                            <a:lnTo>
                              <a:pt x="1193" y="66"/>
                            </a:lnTo>
                            <a:lnTo>
                              <a:pt x="1196" y="66"/>
                            </a:lnTo>
                            <a:lnTo>
                              <a:pt x="1198" y="65"/>
                            </a:lnTo>
                            <a:lnTo>
                              <a:pt x="1200" y="65"/>
                            </a:lnTo>
                            <a:lnTo>
                              <a:pt x="1203" y="65"/>
                            </a:lnTo>
                            <a:lnTo>
                              <a:pt x="1205" y="65"/>
                            </a:lnTo>
                            <a:lnTo>
                              <a:pt x="1208" y="65"/>
                            </a:lnTo>
                            <a:lnTo>
                              <a:pt x="1210" y="64"/>
                            </a:lnTo>
                            <a:lnTo>
                              <a:pt x="1212" y="64"/>
                            </a:lnTo>
                            <a:lnTo>
                              <a:pt x="1215" y="64"/>
                            </a:lnTo>
                            <a:lnTo>
                              <a:pt x="1217" y="64"/>
                            </a:lnTo>
                            <a:lnTo>
                              <a:pt x="1220" y="63"/>
                            </a:lnTo>
                            <a:lnTo>
                              <a:pt x="1222" y="63"/>
                            </a:lnTo>
                            <a:lnTo>
                              <a:pt x="1224" y="63"/>
                            </a:lnTo>
                            <a:lnTo>
                              <a:pt x="1227" y="62"/>
                            </a:lnTo>
                            <a:lnTo>
                              <a:pt x="1229" y="62"/>
                            </a:lnTo>
                            <a:lnTo>
                              <a:pt x="1232" y="62"/>
                            </a:lnTo>
                            <a:lnTo>
                              <a:pt x="1234" y="62"/>
                            </a:lnTo>
                            <a:lnTo>
                              <a:pt x="1237" y="62"/>
                            </a:lnTo>
                            <a:lnTo>
                              <a:pt x="1239" y="61"/>
                            </a:lnTo>
                            <a:lnTo>
                              <a:pt x="1241" y="61"/>
                            </a:lnTo>
                            <a:lnTo>
                              <a:pt x="1244" y="61"/>
                            </a:lnTo>
                            <a:lnTo>
                              <a:pt x="1246" y="60"/>
                            </a:lnTo>
                            <a:lnTo>
                              <a:pt x="1249" y="60"/>
                            </a:lnTo>
                            <a:lnTo>
                              <a:pt x="1251" y="60"/>
                            </a:lnTo>
                            <a:lnTo>
                              <a:pt x="1253" y="60"/>
                            </a:lnTo>
                            <a:lnTo>
                              <a:pt x="1256" y="59"/>
                            </a:lnTo>
                            <a:lnTo>
                              <a:pt x="1258" y="59"/>
                            </a:lnTo>
                            <a:lnTo>
                              <a:pt x="1261" y="59"/>
                            </a:lnTo>
                            <a:lnTo>
                              <a:pt x="1263" y="59"/>
                            </a:lnTo>
                            <a:lnTo>
                              <a:pt x="1265" y="58"/>
                            </a:lnTo>
                            <a:lnTo>
                              <a:pt x="1268" y="58"/>
                            </a:lnTo>
                            <a:lnTo>
                              <a:pt x="1270" y="58"/>
                            </a:lnTo>
                            <a:lnTo>
                              <a:pt x="1273" y="57"/>
                            </a:lnTo>
                            <a:lnTo>
                              <a:pt x="1275" y="57"/>
                            </a:lnTo>
                            <a:lnTo>
                              <a:pt x="1277" y="57"/>
                            </a:lnTo>
                            <a:lnTo>
                              <a:pt x="1280" y="57"/>
                            </a:lnTo>
                            <a:lnTo>
                              <a:pt x="1282" y="57"/>
                            </a:lnTo>
                            <a:lnTo>
                              <a:pt x="1285" y="56"/>
                            </a:lnTo>
                            <a:lnTo>
                              <a:pt x="1287" y="56"/>
                            </a:lnTo>
                            <a:lnTo>
                              <a:pt x="1290" y="56"/>
                            </a:lnTo>
                            <a:lnTo>
                              <a:pt x="1292" y="56"/>
                            </a:lnTo>
                            <a:lnTo>
                              <a:pt x="1294" y="55"/>
                            </a:lnTo>
                            <a:lnTo>
                              <a:pt x="1297" y="55"/>
                            </a:lnTo>
                            <a:lnTo>
                              <a:pt x="1299" y="55"/>
                            </a:lnTo>
                            <a:lnTo>
                              <a:pt x="1302" y="54"/>
                            </a:lnTo>
                            <a:lnTo>
                              <a:pt x="1304" y="54"/>
                            </a:lnTo>
                            <a:lnTo>
                              <a:pt x="1306" y="54"/>
                            </a:lnTo>
                            <a:lnTo>
                              <a:pt x="1309" y="54"/>
                            </a:lnTo>
                            <a:lnTo>
                              <a:pt x="1311" y="53"/>
                            </a:lnTo>
                            <a:lnTo>
                              <a:pt x="1314" y="53"/>
                            </a:lnTo>
                            <a:lnTo>
                              <a:pt x="1316" y="53"/>
                            </a:lnTo>
                            <a:lnTo>
                              <a:pt x="1318" y="53"/>
                            </a:lnTo>
                            <a:lnTo>
                              <a:pt x="1321" y="52"/>
                            </a:lnTo>
                            <a:lnTo>
                              <a:pt x="1323" y="52"/>
                            </a:lnTo>
                            <a:lnTo>
                              <a:pt x="1326" y="51"/>
                            </a:lnTo>
                            <a:lnTo>
                              <a:pt x="1328" y="51"/>
                            </a:lnTo>
                            <a:lnTo>
                              <a:pt x="1331" y="51"/>
                            </a:lnTo>
                            <a:lnTo>
                              <a:pt x="1333" y="51"/>
                            </a:lnTo>
                            <a:lnTo>
                              <a:pt x="1335" y="50"/>
                            </a:lnTo>
                            <a:lnTo>
                              <a:pt x="1338" y="50"/>
                            </a:lnTo>
                            <a:lnTo>
                              <a:pt x="1340" y="50"/>
                            </a:lnTo>
                            <a:lnTo>
                              <a:pt x="1342" y="50"/>
                            </a:lnTo>
                            <a:lnTo>
                              <a:pt x="1345" y="50"/>
                            </a:lnTo>
                            <a:lnTo>
                              <a:pt x="1347" y="49"/>
                            </a:lnTo>
                            <a:lnTo>
                              <a:pt x="1350" y="49"/>
                            </a:lnTo>
                            <a:lnTo>
                              <a:pt x="1352" y="48"/>
                            </a:lnTo>
                            <a:lnTo>
                              <a:pt x="1354" y="48"/>
                            </a:lnTo>
                            <a:lnTo>
                              <a:pt x="1357" y="48"/>
                            </a:lnTo>
                            <a:lnTo>
                              <a:pt x="1359" y="48"/>
                            </a:lnTo>
                            <a:lnTo>
                              <a:pt x="1362" y="47"/>
                            </a:lnTo>
                            <a:lnTo>
                              <a:pt x="1364" y="47"/>
                            </a:lnTo>
                            <a:lnTo>
                              <a:pt x="1366" y="47"/>
                            </a:lnTo>
                            <a:lnTo>
                              <a:pt x="1369" y="47"/>
                            </a:lnTo>
                            <a:lnTo>
                              <a:pt x="1371" y="46"/>
                            </a:lnTo>
                            <a:lnTo>
                              <a:pt x="1374" y="46"/>
                            </a:lnTo>
                            <a:lnTo>
                              <a:pt x="1376" y="46"/>
                            </a:lnTo>
                            <a:lnTo>
                              <a:pt x="1378" y="45"/>
                            </a:lnTo>
                            <a:lnTo>
                              <a:pt x="1381" y="45"/>
                            </a:lnTo>
                            <a:lnTo>
                              <a:pt x="1383" y="45"/>
                            </a:lnTo>
                            <a:lnTo>
                              <a:pt x="1386" y="45"/>
                            </a:lnTo>
                            <a:lnTo>
                              <a:pt x="1388" y="44"/>
                            </a:lnTo>
                            <a:lnTo>
                              <a:pt x="1390" y="44"/>
                            </a:lnTo>
                            <a:lnTo>
                              <a:pt x="1393" y="44"/>
                            </a:lnTo>
                            <a:lnTo>
                              <a:pt x="1395" y="44"/>
                            </a:lnTo>
                            <a:lnTo>
                              <a:pt x="1398" y="43"/>
                            </a:lnTo>
                            <a:lnTo>
                              <a:pt x="1400" y="43"/>
                            </a:lnTo>
                            <a:lnTo>
                              <a:pt x="1402" y="42"/>
                            </a:lnTo>
                            <a:lnTo>
                              <a:pt x="1405" y="42"/>
                            </a:lnTo>
                            <a:lnTo>
                              <a:pt x="1407" y="42"/>
                            </a:lnTo>
                            <a:lnTo>
                              <a:pt x="1410" y="42"/>
                            </a:lnTo>
                            <a:lnTo>
                              <a:pt x="1412" y="42"/>
                            </a:lnTo>
                            <a:lnTo>
                              <a:pt x="1414" y="41"/>
                            </a:lnTo>
                            <a:lnTo>
                              <a:pt x="1417" y="41"/>
                            </a:lnTo>
                            <a:lnTo>
                              <a:pt x="1419" y="41"/>
                            </a:lnTo>
                            <a:lnTo>
                              <a:pt x="1422" y="41"/>
                            </a:lnTo>
                            <a:lnTo>
                              <a:pt x="1424" y="40"/>
                            </a:lnTo>
                            <a:lnTo>
                              <a:pt x="1426" y="40"/>
                            </a:lnTo>
                            <a:lnTo>
                              <a:pt x="1429" y="39"/>
                            </a:lnTo>
                            <a:lnTo>
                              <a:pt x="1431" y="39"/>
                            </a:lnTo>
                            <a:lnTo>
                              <a:pt x="1434" y="39"/>
                            </a:lnTo>
                            <a:lnTo>
                              <a:pt x="1436" y="39"/>
                            </a:lnTo>
                            <a:lnTo>
                              <a:pt x="1438" y="38"/>
                            </a:lnTo>
                            <a:lnTo>
                              <a:pt x="1441" y="38"/>
                            </a:lnTo>
                            <a:lnTo>
                              <a:pt x="1443" y="38"/>
                            </a:lnTo>
                            <a:lnTo>
                              <a:pt x="1446" y="37"/>
                            </a:lnTo>
                            <a:lnTo>
                              <a:pt x="1448" y="37"/>
                            </a:lnTo>
                            <a:lnTo>
                              <a:pt x="1450" y="37"/>
                            </a:lnTo>
                            <a:lnTo>
                              <a:pt x="1453" y="37"/>
                            </a:lnTo>
                            <a:lnTo>
                              <a:pt x="1455" y="36"/>
                            </a:lnTo>
                            <a:lnTo>
                              <a:pt x="1458" y="36"/>
                            </a:lnTo>
                            <a:lnTo>
                              <a:pt x="1460" y="36"/>
                            </a:lnTo>
                            <a:lnTo>
                              <a:pt x="1463" y="36"/>
                            </a:lnTo>
                            <a:lnTo>
                              <a:pt x="1465" y="36"/>
                            </a:lnTo>
                            <a:lnTo>
                              <a:pt x="1467" y="35"/>
                            </a:lnTo>
                            <a:lnTo>
                              <a:pt x="1470" y="35"/>
                            </a:lnTo>
                            <a:lnTo>
                              <a:pt x="1472" y="34"/>
                            </a:lnTo>
                            <a:lnTo>
                              <a:pt x="1475" y="34"/>
                            </a:lnTo>
                            <a:lnTo>
                              <a:pt x="1477" y="34"/>
                            </a:lnTo>
                            <a:lnTo>
                              <a:pt x="1479" y="34"/>
                            </a:lnTo>
                            <a:lnTo>
                              <a:pt x="1482" y="34"/>
                            </a:lnTo>
                            <a:lnTo>
                              <a:pt x="1484" y="33"/>
                            </a:lnTo>
                            <a:lnTo>
                              <a:pt x="1487" y="33"/>
                            </a:lnTo>
                            <a:lnTo>
                              <a:pt x="1489" y="33"/>
                            </a:lnTo>
                            <a:lnTo>
                              <a:pt x="1491" y="33"/>
                            </a:lnTo>
                            <a:lnTo>
                              <a:pt x="1494" y="32"/>
                            </a:lnTo>
                            <a:lnTo>
                              <a:pt x="1496" y="32"/>
                            </a:lnTo>
                            <a:lnTo>
                              <a:pt x="1499" y="32"/>
                            </a:lnTo>
                            <a:lnTo>
                              <a:pt x="1501" y="31"/>
                            </a:lnTo>
                            <a:lnTo>
                              <a:pt x="1504" y="31"/>
                            </a:lnTo>
                            <a:lnTo>
                              <a:pt x="1506" y="31"/>
                            </a:lnTo>
                            <a:lnTo>
                              <a:pt x="1508" y="31"/>
                            </a:lnTo>
                            <a:lnTo>
                              <a:pt x="1511" y="30"/>
                            </a:lnTo>
                            <a:lnTo>
                              <a:pt x="1513" y="30"/>
                            </a:lnTo>
                            <a:lnTo>
                              <a:pt x="1516" y="30"/>
                            </a:lnTo>
                            <a:lnTo>
                              <a:pt x="1518" y="30"/>
                            </a:lnTo>
                            <a:lnTo>
                              <a:pt x="1520" y="30"/>
                            </a:lnTo>
                            <a:lnTo>
                              <a:pt x="1523" y="29"/>
                            </a:lnTo>
                            <a:lnTo>
                              <a:pt x="1525" y="29"/>
                            </a:lnTo>
                            <a:lnTo>
                              <a:pt x="1528" y="29"/>
                            </a:lnTo>
                            <a:lnTo>
                              <a:pt x="1530" y="28"/>
                            </a:lnTo>
                            <a:lnTo>
                              <a:pt x="1532" y="28"/>
                            </a:lnTo>
                            <a:lnTo>
                              <a:pt x="1535" y="28"/>
                            </a:lnTo>
                            <a:lnTo>
                              <a:pt x="1537" y="28"/>
                            </a:lnTo>
                            <a:lnTo>
                              <a:pt x="1540" y="27"/>
                            </a:lnTo>
                            <a:lnTo>
                              <a:pt x="1542" y="27"/>
                            </a:lnTo>
                            <a:lnTo>
                              <a:pt x="1544" y="27"/>
                            </a:lnTo>
                            <a:lnTo>
                              <a:pt x="1547" y="27"/>
                            </a:lnTo>
                            <a:lnTo>
                              <a:pt x="1549" y="27"/>
                            </a:lnTo>
                            <a:lnTo>
                              <a:pt x="1552" y="26"/>
                            </a:lnTo>
                            <a:lnTo>
                              <a:pt x="1554" y="26"/>
                            </a:lnTo>
                            <a:lnTo>
                              <a:pt x="1557" y="26"/>
                            </a:lnTo>
                            <a:lnTo>
                              <a:pt x="1559" y="25"/>
                            </a:lnTo>
                            <a:lnTo>
                              <a:pt x="1561" y="25"/>
                            </a:lnTo>
                            <a:lnTo>
                              <a:pt x="1564" y="25"/>
                            </a:lnTo>
                            <a:lnTo>
                              <a:pt x="1566" y="25"/>
                            </a:lnTo>
                            <a:lnTo>
                              <a:pt x="1569" y="25"/>
                            </a:lnTo>
                            <a:lnTo>
                              <a:pt x="1571" y="24"/>
                            </a:lnTo>
                            <a:lnTo>
                              <a:pt x="1573" y="24"/>
                            </a:lnTo>
                            <a:lnTo>
                              <a:pt x="1576" y="24"/>
                            </a:lnTo>
                            <a:lnTo>
                              <a:pt x="1578" y="24"/>
                            </a:lnTo>
                            <a:lnTo>
                              <a:pt x="1581" y="23"/>
                            </a:lnTo>
                            <a:lnTo>
                              <a:pt x="1583" y="22"/>
                            </a:lnTo>
                            <a:lnTo>
                              <a:pt x="1585" y="22"/>
                            </a:lnTo>
                            <a:lnTo>
                              <a:pt x="1588" y="21"/>
                            </a:lnTo>
                            <a:lnTo>
                              <a:pt x="1590" y="20"/>
                            </a:lnTo>
                            <a:lnTo>
                              <a:pt x="1593" y="20"/>
                            </a:lnTo>
                            <a:lnTo>
                              <a:pt x="1595" y="19"/>
                            </a:lnTo>
                            <a:lnTo>
                              <a:pt x="1597" y="19"/>
                            </a:lnTo>
                            <a:lnTo>
                              <a:pt x="1600" y="18"/>
                            </a:lnTo>
                            <a:lnTo>
                              <a:pt x="1602" y="18"/>
                            </a:lnTo>
                            <a:lnTo>
                              <a:pt x="1605" y="18"/>
                            </a:lnTo>
                            <a:lnTo>
                              <a:pt x="1607" y="18"/>
                            </a:lnTo>
                            <a:lnTo>
                              <a:pt x="1609" y="17"/>
                            </a:lnTo>
                            <a:lnTo>
                              <a:pt x="1612" y="17"/>
                            </a:lnTo>
                            <a:lnTo>
                              <a:pt x="1614" y="17"/>
                            </a:lnTo>
                            <a:lnTo>
                              <a:pt x="1617" y="18"/>
                            </a:lnTo>
                            <a:lnTo>
                              <a:pt x="1619" y="18"/>
                            </a:lnTo>
                            <a:lnTo>
                              <a:pt x="1621" y="18"/>
                            </a:lnTo>
                            <a:lnTo>
                              <a:pt x="1624" y="18"/>
                            </a:lnTo>
                            <a:lnTo>
                              <a:pt x="1626" y="19"/>
                            </a:lnTo>
                            <a:lnTo>
                              <a:pt x="1629" y="19"/>
                            </a:lnTo>
                            <a:lnTo>
                              <a:pt x="1631" y="19"/>
                            </a:lnTo>
                            <a:lnTo>
                              <a:pt x="1633" y="19"/>
                            </a:lnTo>
                            <a:lnTo>
                              <a:pt x="1636" y="20"/>
                            </a:lnTo>
                            <a:lnTo>
                              <a:pt x="1638" y="20"/>
                            </a:lnTo>
                            <a:lnTo>
                              <a:pt x="1641" y="21"/>
                            </a:lnTo>
                            <a:lnTo>
                              <a:pt x="1643" y="21"/>
                            </a:lnTo>
                            <a:lnTo>
                              <a:pt x="1645" y="22"/>
                            </a:lnTo>
                            <a:lnTo>
                              <a:pt x="1648" y="22"/>
                            </a:lnTo>
                            <a:lnTo>
                              <a:pt x="1650" y="22"/>
                            </a:lnTo>
                            <a:lnTo>
                              <a:pt x="1653" y="23"/>
                            </a:lnTo>
                            <a:lnTo>
                              <a:pt x="1655" y="24"/>
                            </a:lnTo>
                            <a:lnTo>
                              <a:pt x="1657" y="24"/>
                            </a:lnTo>
                            <a:lnTo>
                              <a:pt x="1660" y="24"/>
                            </a:lnTo>
                            <a:lnTo>
                              <a:pt x="1662" y="25"/>
                            </a:lnTo>
                            <a:lnTo>
                              <a:pt x="1665" y="25"/>
                            </a:lnTo>
                            <a:lnTo>
                              <a:pt x="1667" y="26"/>
                            </a:lnTo>
                            <a:lnTo>
                              <a:pt x="1669" y="27"/>
                            </a:lnTo>
                            <a:lnTo>
                              <a:pt x="1672" y="27"/>
                            </a:lnTo>
                            <a:lnTo>
                              <a:pt x="1674" y="28"/>
                            </a:lnTo>
                            <a:lnTo>
                              <a:pt x="1677" y="28"/>
                            </a:lnTo>
                            <a:lnTo>
                              <a:pt x="1679" y="28"/>
                            </a:lnTo>
                            <a:lnTo>
                              <a:pt x="1681" y="29"/>
                            </a:lnTo>
                            <a:lnTo>
                              <a:pt x="1684" y="30"/>
                            </a:lnTo>
                            <a:lnTo>
                              <a:pt x="1686" y="30"/>
                            </a:lnTo>
                            <a:lnTo>
                              <a:pt x="1689" y="31"/>
                            </a:lnTo>
                            <a:lnTo>
                              <a:pt x="1691" y="31"/>
                            </a:lnTo>
                            <a:lnTo>
                              <a:pt x="1693" y="32"/>
                            </a:lnTo>
                            <a:lnTo>
                              <a:pt x="1696" y="33"/>
                            </a:lnTo>
                            <a:lnTo>
                              <a:pt x="1698" y="33"/>
                            </a:lnTo>
                            <a:lnTo>
                              <a:pt x="1701" y="34"/>
                            </a:lnTo>
                            <a:lnTo>
                              <a:pt x="1703" y="34"/>
                            </a:lnTo>
                            <a:lnTo>
                              <a:pt x="1705" y="35"/>
                            </a:lnTo>
                            <a:lnTo>
                              <a:pt x="1708" y="36"/>
                            </a:lnTo>
                            <a:lnTo>
                              <a:pt x="1710" y="36"/>
                            </a:lnTo>
                            <a:lnTo>
                              <a:pt x="1713" y="37"/>
                            </a:lnTo>
                            <a:lnTo>
                              <a:pt x="1715" y="37"/>
                            </a:lnTo>
                            <a:lnTo>
                              <a:pt x="1717" y="38"/>
                            </a:lnTo>
                            <a:lnTo>
                              <a:pt x="1720" y="39"/>
                            </a:lnTo>
                            <a:lnTo>
                              <a:pt x="1722" y="39"/>
                            </a:lnTo>
                            <a:lnTo>
                              <a:pt x="1725" y="40"/>
                            </a:lnTo>
                            <a:lnTo>
                              <a:pt x="1727" y="41"/>
                            </a:lnTo>
                            <a:lnTo>
                              <a:pt x="1730" y="41"/>
                            </a:lnTo>
                            <a:lnTo>
                              <a:pt x="1732" y="42"/>
                            </a:lnTo>
                            <a:lnTo>
                              <a:pt x="1734" y="42"/>
                            </a:lnTo>
                            <a:lnTo>
                              <a:pt x="1737" y="43"/>
                            </a:lnTo>
                            <a:lnTo>
                              <a:pt x="1739" y="43"/>
                            </a:lnTo>
                            <a:lnTo>
                              <a:pt x="1742" y="44"/>
                            </a:lnTo>
                            <a:lnTo>
                              <a:pt x="1744" y="44"/>
                            </a:lnTo>
                            <a:lnTo>
                              <a:pt x="1746" y="45"/>
                            </a:lnTo>
                            <a:lnTo>
                              <a:pt x="1749" y="45"/>
                            </a:lnTo>
                            <a:lnTo>
                              <a:pt x="1751" y="46"/>
                            </a:lnTo>
                            <a:lnTo>
                              <a:pt x="1754" y="47"/>
                            </a:lnTo>
                            <a:lnTo>
                              <a:pt x="1756" y="47"/>
                            </a:lnTo>
                            <a:lnTo>
                              <a:pt x="1758" y="48"/>
                            </a:lnTo>
                            <a:lnTo>
                              <a:pt x="1761" y="48"/>
                            </a:lnTo>
                            <a:lnTo>
                              <a:pt x="1763" y="49"/>
                            </a:lnTo>
                            <a:lnTo>
                              <a:pt x="1766" y="49"/>
                            </a:lnTo>
                            <a:lnTo>
                              <a:pt x="1768" y="50"/>
                            </a:lnTo>
                            <a:lnTo>
                              <a:pt x="1771" y="50"/>
                            </a:lnTo>
                            <a:lnTo>
                              <a:pt x="1773" y="51"/>
                            </a:lnTo>
                            <a:lnTo>
                              <a:pt x="1775" y="51"/>
                            </a:lnTo>
                            <a:lnTo>
                              <a:pt x="1778" y="52"/>
                            </a:lnTo>
                            <a:lnTo>
                              <a:pt x="1780" y="53"/>
                            </a:lnTo>
                            <a:lnTo>
                              <a:pt x="1783" y="53"/>
                            </a:lnTo>
                            <a:lnTo>
                              <a:pt x="1785" y="54"/>
                            </a:lnTo>
                            <a:lnTo>
                              <a:pt x="1787" y="54"/>
                            </a:lnTo>
                            <a:lnTo>
                              <a:pt x="1790" y="55"/>
                            </a:lnTo>
                            <a:lnTo>
                              <a:pt x="1792" y="56"/>
                            </a:lnTo>
                            <a:lnTo>
                              <a:pt x="1795" y="56"/>
                            </a:lnTo>
                            <a:lnTo>
                              <a:pt x="1797" y="57"/>
                            </a:lnTo>
                            <a:lnTo>
                              <a:pt x="1799" y="57"/>
                            </a:lnTo>
                            <a:lnTo>
                              <a:pt x="1802" y="58"/>
                            </a:lnTo>
                            <a:lnTo>
                              <a:pt x="1804" y="59"/>
                            </a:lnTo>
                            <a:lnTo>
                              <a:pt x="1807" y="59"/>
                            </a:lnTo>
                            <a:lnTo>
                              <a:pt x="1809" y="60"/>
                            </a:lnTo>
                            <a:lnTo>
                              <a:pt x="1811" y="60"/>
                            </a:lnTo>
                            <a:lnTo>
                              <a:pt x="1814" y="61"/>
                            </a:lnTo>
                            <a:lnTo>
                              <a:pt x="1816" y="62"/>
                            </a:lnTo>
                            <a:lnTo>
                              <a:pt x="1819" y="62"/>
                            </a:lnTo>
                            <a:lnTo>
                              <a:pt x="1821" y="63"/>
                            </a:lnTo>
                            <a:lnTo>
                              <a:pt x="1824" y="64"/>
                            </a:lnTo>
                            <a:lnTo>
                              <a:pt x="1826" y="64"/>
                            </a:lnTo>
                            <a:lnTo>
                              <a:pt x="1828" y="65"/>
                            </a:lnTo>
                            <a:lnTo>
                              <a:pt x="1831" y="65"/>
                            </a:lnTo>
                            <a:lnTo>
                              <a:pt x="1833" y="66"/>
                            </a:lnTo>
                            <a:lnTo>
                              <a:pt x="1836" y="66"/>
                            </a:lnTo>
                            <a:lnTo>
                              <a:pt x="1838" y="67"/>
                            </a:lnTo>
                            <a:lnTo>
                              <a:pt x="1840" y="67"/>
                            </a:lnTo>
                            <a:lnTo>
                              <a:pt x="1843" y="68"/>
                            </a:lnTo>
                            <a:lnTo>
                              <a:pt x="1845" y="68"/>
                            </a:lnTo>
                            <a:lnTo>
                              <a:pt x="1848" y="69"/>
                            </a:lnTo>
                            <a:lnTo>
                              <a:pt x="1850" y="70"/>
                            </a:lnTo>
                            <a:lnTo>
                              <a:pt x="1852" y="70"/>
                            </a:lnTo>
                            <a:lnTo>
                              <a:pt x="1855" y="71"/>
                            </a:lnTo>
                            <a:lnTo>
                              <a:pt x="1857" y="71"/>
                            </a:lnTo>
                            <a:lnTo>
                              <a:pt x="1860" y="72"/>
                            </a:lnTo>
                            <a:lnTo>
                              <a:pt x="1862" y="72"/>
                            </a:lnTo>
                            <a:lnTo>
                              <a:pt x="1864" y="73"/>
                            </a:lnTo>
                            <a:lnTo>
                              <a:pt x="1867" y="73"/>
                            </a:lnTo>
                            <a:lnTo>
                              <a:pt x="1869" y="74"/>
                            </a:lnTo>
                            <a:lnTo>
                              <a:pt x="1872" y="74"/>
                            </a:lnTo>
                            <a:lnTo>
                              <a:pt x="1874" y="75"/>
                            </a:lnTo>
                            <a:lnTo>
                              <a:pt x="1876" y="75"/>
                            </a:lnTo>
                            <a:lnTo>
                              <a:pt x="1879" y="76"/>
                            </a:lnTo>
                            <a:lnTo>
                              <a:pt x="1881" y="76"/>
                            </a:lnTo>
                            <a:lnTo>
                              <a:pt x="1884" y="77"/>
                            </a:lnTo>
                            <a:lnTo>
                              <a:pt x="1886" y="77"/>
                            </a:lnTo>
                            <a:lnTo>
                              <a:pt x="1888" y="78"/>
                            </a:lnTo>
                            <a:lnTo>
                              <a:pt x="1891" y="78"/>
                            </a:lnTo>
                            <a:lnTo>
                              <a:pt x="1893" y="79"/>
                            </a:lnTo>
                            <a:lnTo>
                              <a:pt x="1896" y="79"/>
                            </a:lnTo>
                            <a:lnTo>
                              <a:pt x="1898" y="80"/>
                            </a:lnTo>
                            <a:lnTo>
                              <a:pt x="1900" y="80"/>
                            </a:lnTo>
                            <a:lnTo>
                              <a:pt x="1903" y="80"/>
                            </a:lnTo>
                            <a:lnTo>
                              <a:pt x="1905" y="81"/>
                            </a:lnTo>
                            <a:lnTo>
                              <a:pt x="1908" y="81"/>
                            </a:lnTo>
                            <a:lnTo>
                              <a:pt x="1910" y="82"/>
                            </a:lnTo>
                            <a:lnTo>
                              <a:pt x="1912" y="82"/>
                            </a:lnTo>
                            <a:lnTo>
                              <a:pt x="1915" y="82"/>
                            </a:lnTo>
                            <a:lnTo>
                              <a:pt x="1917" y="83"/>
                            </a:lnTo>
                            <a:lnTo>
                              <a:pt x="1920" y="84"/>
                            </a:lnTo>
                            <a:lnTo>
                              <a:pt x="1922" y="84"/>
                            </a:lnTo>
                            <a:lnTo>
                              <a:pt x="1924" y="84"/>
                            </a:lnTo>
                            <a:lnTo>
                              <a:pt x="1927" y="85"/>
                            </a:lnTo>
                            <a:lnTo>
                              <a:pt x="1929" y="85"/>
                            </a:lnTo>
                            <a:lnTo>
                              <a:pt x="1932" y="85"/>
                            </a:lnTo>
                            <a:lnTo>
                              <a:pt x="1934" y="86"/>
                            </a:lnTo>
                            <a:lnTo>
                              <a:pt x="1936" y="86"/>
                            </a:lnTo>
                            <a:lnTo>
                              <a:pt x="1939" y="87"/>
                            </a:lnTo>
                            <a:lnTo>
                              <a:pt x="1941" y="87"/>
                            </a:lnTo>
                            <a:lnTo>
                              <a:pt x="1944" y="87"/>
                            </a:lnTo>
                            <a:lnTo>
                              <a:pt x="1946" y="88"/>
                            </a:lnTo>
                            <a:lnTo>
                              <a:pt x="1948" y="88"/>
                            </a:lnTo>
                            <a:lnTo>
                              <a:pt x="1951" y="88"/>
                            </a:lnTo>
                            <a:lnTo>
                              <a:pt x="1953" y="89"/>
                            </a:lnTo>
                            <a:lnTo>
                              <a:pt x="1956" y="89"/>
                            </a:lnTo>
                            <a:lnTo>
                              <a:pt x="1958" y="90"/>
                            </a:lnTo>
                            <a:lnTo>
                              <a:pt x="1960" y="90"/>
                            </a:lnTo>
                            <a:lnTo>
                              <a:pt x="1963" y="90"/>
                            </a:lnTo>
                            <a:lnTo>
                              <a:pt x="1965" y="90"/>
                            </a:lnTo>
                            <a:lnTo>
                              <a:pt x="1968" y="91"/>
                            </a:lnTo>
                            <a:lnTo>
                              <a:pt x="1970" y="91"/>
                            </a:lnTo>
                            <a:lnTo>
                              <a:pt x="1972" y="91"/>
                            </a:lnTo>
                            <a:lnTo>
                              <a:pt x="1975" y="92"/>
                            </a:lnTo>
                            <a:lnTo>
                              <a:pt x="1977" y="92"/>
                            </a:lnTo>
                            <a:lnTo>
                              <a:pt x="1980" y="93"/>
                            </a:lnTo>
                            <a:lnTo>
                              <a:pt x="1982" y="93"/>
                            </a:lnTo>
                            <a:lnTo>
                              <a:pt x="1984" y="93"/>
                            </a:lnTo>
                            <a:lnTo>
                              <a:pt x="1987" y="93"/>
                            </a:lnTo>
                            <a:lnTo>
                              <a:pt x="1989" y="94"/>
                            </a:lnTo>
                            <a:lnTo>
                              <a:pt x="1992" y="94"/>
                            </a:lnTo>
                            <a:lnTo>
                              <a:pt x="1994" y="94"/>
                            </a:lnTo>
                            <a:lnTo>
                              <a:pt x="1997" y="94"/>
                            </a:lnTo>
                            <a:lnTo>
                              <a:pt x="1999" y="95"/>
                            </a:lnTo>
                            <a:lnTo>
                              <a:pt x="2001" y="95"/>
                            </a:lnTo>
                            <a:lnTo>
                              <a:pt x="2004" y="95"/>
                            </a:lnTo>
                            <a:lnTo>
                              <a:pt x="2006" y="96"/>
                            </a:lnTo>
                            <a:lnTo>
                              <a:pt x="2009" y="96"/>
                            </a:lnTo>
                            <a:lnTo>
                              <a:pt x="2011" y="96"/>
                            </a:lnTo>
                            <a:lnTo>
                              <a:pt x="2013" y="96"/>
                            </a:lnTo>
                            <a:lnTo>
                              <a:pt x="2016" y="97"/>
                            </a:lnTo>
                            <a:lnTo>
                              <a:pt x="2018" y="97"/>
                            </a:lnTo>
                            <a:lnTo>
                              <a:pt x="2021" y="97"/>
                            </a:lnTo>
                            <a:lnTo>
                              <a:pt x="2023" y="97"/>
                            </a:lnTo>
                            <a:lnTo>
                              <a:pt x="2025" y="97"/>
                            </a:lnTo>
                            <a:lnTo>
                              <a:pt x="2028" y="98"/>
                            </a:lnTo>
                            <a:lnTo>
                              <a:pt x="2030" y="98"/>
                            </a:lnTo>
                            <a:lnTo>
                              <a:pt x="2033" y="98"/>
                            </a:lnTo>
                            <a:lnTo>
                              <a:pt x="2035" y="99"/>
                            </a:lnTo>
                            <a:lnTo>
                              <a:pt x="2038" y="99"/>
                            </a:lnTo>
                            <a:lnTo>
                              <a:pt x="2040" y="99"/>
                            </a:lnTo>
                            <a:lnTo>
                              <a:pt x="2042" y="99"/>
                            </a:lnTo>
                            <a:lnTo>
                              <a:pt x="2045" y="99"/>
                            </a:lnTo>
                            <a:lnTo>
                              <a:pt x="2047" y="100"/>
                            </a:lnTo>
                            <a:lnTo>
                              <a:pt x="2050" y="100"/>
                            </a:lnTo>
                            <a:lnTo>
                              <a:pt x="2052" y="100"/>
                            </a:lnTo>
                            <a:lnTo>
                              <a:pt x="2054" y="100"/>
                            </a:lnTo>
                            <a:lnTo>
                              <a:pt x="2057" y="100"/>
                            </a:lnTo>
                            <a:lnTo>
                              <a:pt x="2059" y="101"/>
                            </a:lnTo>
                            <a:lnTo>
                              <a:pt x="2062" y="101"/>
                            </a:lnTo>
                            <a:lnTo>
                              <a:pt x="2064" y="101"/>
                            </a:lnTo>
                            <a:lnTo>
                              <a:pt x="2066" y="102"/>
                            </a:lnTo>
                            <a:lnTo>
                              <a:pt x="2069" y="102"/>
                            </a:lnTo>
                            <a:lnTo>
                              <a:pt x="2071" y="102"/>
                            </a:lnTo>
                            <a:lnTo>
                              <a:pt x="2074" y="102"/>
                            </a:lnTo>
                            <a:lnTo>
                              <a:pt x="2076" y="102"/>
                            </a:lnTo>
                            <a:lnTo>
                              <a:pt x="2078" y="103"/>
                            </a:lnTo>
                            <a:lnTo>
                              <a:pt x="2081" y="103"/>
                            </a:lnTo>
                            <a:lnTo>
                              <a:pt x="2083" y="103"/>
                            </a:lnTo>
                            <a:lnTo>
                              <a:pt x="2086" y="103"/>
                            </a:lnTo>
                            <a:lnTo>
                              <a:pt x="2088" y="104"/>
                            </a:lnTo>
                            <a:lnTo>
                              <a:pt x="2091" y="104"/>
                            </a:lnTo>
                            <a:lnTo>
                              <a:pt x="2093" y="104"/>
                            </a:lnTo>
                            <a:lnTo>
                              <a:pt x="2095" y="104"/>
                            </a:lnTo>
                            <a:lnTo>
                              <a:pt x="2098" y="104"/>
                            </a:lnTo>
                            <a:lnTo>
                              <a:pt x="2100" y="105"/>
                            </a:lnTo>
                            <a:lnTo>
                              <a:pt x="2103" y="105"/>
                            </a:lnTo>
                            <a:lnTo>
                              <a:pt x="2105" y="105"/>
                            </a:lnTo>
                            <a:lnTo>
                              <a:pt x="2107" y="105"/>
                            </a:lnTo>
                            <a:lnTo>
                              <a:pt x="2110" y="105"/>
                            </a:lnTo>
                            <a:lnTo>
                              <a:pt x="2112" y="105"/>
                            </a:lnTo>
                            <a:lnTo>
                              <a:pt x="2115" y="106"/>
                            </a:lnTo>
                            <a:lnTo>
                              <a:pt x="2117" y="106"/>
                            </a:lnTo>
                            <a:lnTo>
                              <a:pt x="2119" y="106"/>
                            </a:lnTo>
                            <a:lnTo>
                              <a:pt x="2122" y="107"/>
                            </a:lnTo>
                            <a:lnTo>
                              <a:pt x="2124" y="107"/>
                            </a:lnTo>
                            <a:lnTo>
                              <a:pt x="2127" y="107"/>
                            </a:lnTo>
                            <a:lnTo>
                              <a:pt x="2129" y="107"/>
                            </a:lnTo>
                            <a:lnTo>
                              <a:pt x="2131" y="107"/>
                            </a:lnTo>
                            <a:lnTo>
                              <a:pt x="2134" y="107"/>
                            </a:lnTo>
                            <a:lnTo>
                              <a:pt x="2136" y="108"/>
                            </a:lnTo>
                            <a:lnTo>
                              <a:pt x="2139" y="108"/>
                            </a:lnTo>
                            <a:lnTo>
                              <a:pt x="2141" y="108"/>
                            </a:lnTo>
                            <a:lnTo>
                              <a:pt x="2143" y="108"/>
                            </a:lnTo>
                            <a:lnTo>
                              <a:pt x="2146" y="108"/>
                            </a:lnTo>
                            <a:lnTo>
                              <a:pt x="2148" y="108"/>
                            </a:lnTo>
                            <a:lnTo>
                              <a:pt x="2151" y="109"/>
                            </a:lnTo>
                            <a:lnTo>
                              <a:pt x="2153" y="109"/>
                            </a:lnTo>
                            <a:lnTo>
                              <a:pt x="2155" y="109"/>
                            </a:lnTo>
                            <a:lnTo>
                              <a:pt x="2158" y="109"/>
                            </a:lnTo>
                            <a:lnTo>
                              <a:pt x="2160" y="110"/>
                            </a:lnTo>
                            <a:lnTo>
                              <a:pt x="2163" y="110"/>
                            </a:lnTo>
                            <a:lnTo>
                              <a:pt x="2165" y="110"/>
                            </a:lnTo>
                            <a:lnTo>
                              <a:pt x="2166" y="110"/>
                            </a:lnTo>
                            <a:lnTo>
                              <a:pt x="2166" y="104"/>
                            </a:lnTo>
                            <a:lnTo>
                              <a:pt x="2166" y="99"/>
                            </a:lnTo>
                            <a:lnTo>
                              <a:pt x="2165" y="99"/>
                            </a:lnTo>
                            <a:lnTo>
                              <a:pt x="2163" y="99"/>
                            </a:lnTo>
                            <a:lnTo>
                              <a:pt x="2160" y="99"/>
                            </a:lnTo>
                            <a:lnTo>
                              <a:pt x="2158" y="99"/>
                            </a:lnTo>
                            <a:lnTo>
                              <a:pt x="2155" y="99"/>
                            </a:lnTo>
                            <a:lnTo>
                              <a:pt x="2153" y="98"/>
                            </a:lnTo>
                            <a:lnTo>
                              <a:pt x="2151" y="98"/>
                            </a:lnTo>
                            <a:lnTo>
                              <a:pt x="2148" y="98"/>
                            </a:lnTo>
                            <a:lnTo>
                              <a:pt x="2146" y="98"/>
                            </a:lnTo>
                            <a:lnTo>
                              <a:pt x="2143" y="97"/>
                            </a:lnTo>
                            <a:lnTo>
                              <a:pt x="2141" y="97"/>
                            </a:lnTo>
                            <a:lnTo>
                              <a:pt x="2139" y="97"/>
                            </a:lnTo>
                            <a:lnTo>
                              <a:pt x="2136" y="97"/>
                            </a:lnTo>
                            <a:lnTo>
                              <a:pt x="2134" y="97"/>
                            </a:lnTo>
                            <a:lnTo>
                              <a:pt x="2131" y="97"/>
                            </a:lnTo>
                            <a:lnTo>
                              <a:pt x="2129" y="97"/>
                            </a:lnTo>
                            <a:lnTo>
                              <a:pt x="2127" y="96"/>
                            </a:lnTo>
                            <a:lnTo>
                              <a:pt x="2124" y="96"/>
                            </a:lnTo>
                            <a:lnTo>
                              <a:pt x="2122" y="96"/>
                            </a:lnTo>
                            <a:lnTo>
                              <a:pt x="2119" y="96"/>
                            </a:lnTo>
                            <a:lnTo>
                              <a:pt x="2117" y="96"/>
                            </a:lnTo>
                            <a:lnTo>
                              <a:pt x="2115" y="96"/>
                            </a:lnTo>
                            <a:lnTo>
                              <a:pt x="2112" y="95"/>
                            </a:lnTo>
                            <a:lnTo>
                              <a:pt x="2110" y="95"/>
                            </a:lnTo>
                            <a:lnTo>
                              <a:pt x="2107" y="95"/>
                            </a:lnTo>
                            <a:lnTo>
                              <a:pt x="2105" y="95"/>
                            </a:lnTo>
                            <a:lnTo>
                              <a:pt x="2103" y="94"/>
                            </a:lnTo>
                            <a:lnTo>
                              <a:pt x="2100" y="94"/>
                            </a:lnTo>
                            <a:lnTo>
                              <a:pt x="2098" y="94"/>
                            </a:lnTo>
                            <a:lnTo>
                              <a:pt x="2095" y="94"/>
                            </a:lnTo>
                            <a:lnTo>
                              <a:pt x="2093" y="94"/>
                            </a:lnTo>
                            <a:lnTo>
                              <a:pt x="2091" y="94"/>
                            </a:lnTo>
                            <a:lnTo>
                              <a:pt x="2088" y="93"/>
                            </a:lnTo>
                            <a:lnTo>
                              <a:pt x="2086" y="93"/>
                            </a:lnTo>
                            <a:lnTo>
                              <a:pt x="2083" y="93"/>
                            </a:lnTo>
                            <a:lnTo>
                              <a:pt x="2081" y="93"/>
                            </a:lnTo>
                            <a:lnTo>
                              <a:pt x="2078" y="93"/>
                            </a:lnTo>
                            <a:lnTo>
                              <a:pt x="2076" y="92"/>
                            </a:lnTo>
                            <a:lnTo>
                              <a:pt x="2074" y="92"/>
                            </a:lnTo>
                            <a:lnTo>
                              <a:pt x="2071" y="92"/>
                            </a:lnTo>
                            <a:lnTo>
                              <a:pt x="2069" y="91"/>
                            </a:lnTo>
                            <a:lnTo>
                              <a:pt x="2066" y="91"/>
                            </a:lnTo>
                            <a:lnTo>
                              <a:pt x="2064" y="91"/>
                            </a:lnTo>
                            <a:lnTo>
                              <a:pt x="2062" y="91"/>
                            </a:lnTo>
                            <a:lnTo>
                              <a:pt x="2059" y="91"/>
                            </a:lnTo>
                            <a:lnTo>
                              <a:pt x="2057" y="90"/>
                            </a:lnTo>
                            <a:lnTo>
                              <a:pt x="2054" y="90"/>
                            </a:lnTo>
                            <a:lnTo>
                              <a:pt x="2052" y="90"/>
                            </a:lnTo>
                            <a:lnTo>
                              <a:pt x="2050" y="90"/>
                            </a:lnTo>
                            <a:lnTo>
                              <a:pt x="2047" y="89"/>
                            </a:lnTo>
                            <a:lnTo>
                              <a:pt x="2045" y="89"/>
                            </a:lnTo>
                            <a:lnTo>
                              <a:pt x="2042" y="89"/>
                            </a:lnTo>
                            <a:lnTo>
                              <a:pt x="2040" y="88"/>
                            </a:lnTo>
                            <a:lnTo>
                              <a:pt x="2038" y="88"/>
                            </a:lnTo>
                            <a:lnTo>
                              <a:pt x="2035" y="88"/>
                            </a:lnTo>
                            <a:lnTo>
                              <a:pt x="2033" y="88"/>
                            </a:lnTo>
                            <a:lnTo>
                              <a:pt x="2030" y="88"/>
                            </a:lnTo>
                            <a:lnTo>
                              <a:pt x="2028" y="87"/>
                            </a:lnTo>
                            <a:lnTo>
                              <a:pt x="2025" y="87"/>
                            </a:lnTo>
                            <a:lnTo>
                              <a:pt x="2023" y="87"/>
                            </a:lnTo>
                            <a:lnTo>
                              <a:pt x="2021" y="87"/>
                            </a:lnTo>
                            <a:lnTo>
                              <a:pt x="2018" y="86"/>
                            </a:lnTo>
                            <a:lnTo>
                              <a:pt x="2016" y="86"/>
                            </a:lnTo>
                            <a:lnTo>
                              <a:pt x="2013" y="86"/>
                            </a:lnTo>
                            <a:lnTo>
                              <a:pt x="2011" y="85"/>
                            </a:lnTo>
                            <a:lnTo>
                              <a:pt x="2009" y="85"/>
                            </a:lnTo>
                            <a:lnTo>
                              <a:pt x="2006" y="85"/>
                            </a:lnTo>
                            <a:lnTo>
                              <a:pt x="2004" y="85"/>
                            </a:lnTo>
                            <a:lnTo>
                              <a:pt x="2001" y="84"/>
                            </a:lnTo>
                            <a:lnTo>
                              <a:pt x="1999" y="84"/>
                            </a:lnTo>
                            <a:lnTo>
                              <a:pt x="1997" y="84"/>
                            </a:lnTo>
                            <a:lnTo>
                              <a:pt x="1994" y="84"/>
                            </a:lnTo>
                            <a:lnTo>
                              <a:pt x="1992" y="84"/>
                            </a:lnTo>
                            <a:lnTo>
                              <a:pt x="1989" y="83"/>
                            </a:lnTo>
                            <a:lnTo>
                              <a:pt x="1987" y="83"/>
                            </a:lnTo>
                            <a:lnTo>
                              <a:pt x="1984" y="83"/>
                            </a:lnTo>
                            <a:lnTo>
                              <a:pt x="1982" y="82"/>
                            </a:lnTo>
                            <a:lnTo>
                              <a:pt x="1980" y="82"/>
                            </a:lnTo>
                            <a:lnTo>
                              <a:pt x="1977" y="82"/>
                            </a:lnTo>
                            <a:lnTo>
                              <a:pt x="1975" y="82"/>
                            </a:lnTo>
                            <a:lnTo>
                              <a:pt x="1972" y="81"/>
                            </a:lnTo>
                            <a:lnTo>
                              <a:pt x="1970" y="81"/>
                            </a:lnTo>
                            <a:lnTo>
                              <a:pt x="1968" y="80"/>
                            </a:lnTo>
                            <a:lnTo>
                              <a:pt x="1965" y="80"/>
                            </a:lnTo>
                            <a:lnTo>
                              <a:pt x="1963" y="80"/>
                            </a:lnTo>
                            <a:lnTo>
                              <a:pt x="1960" y="80"/>
                            </a:lnTo>
                            <a:lnTo>
                              <a:pt x="1958" y="79"/>
                            </a:lnTo>
                            <a:lnTo>
                              <a:pt x="1956" y="79"/>
                            </a:lnTo>
                            <a:lnTo>
                              <a:pt x="1953" y="79"/>
                            </a:lnTo>
                            <a:lnTo>
                              <a:pt x="1951" y="79"/>
                            </a:lnTo>
                            <a:lnTo>
                              <a:pt x="1948" y="78"/>
                            </a:lnTo>
                            <a:lnTo>
                              <a:pt x="1946" y="78"/>
                            </a:lnTo>
                            <a:lnTo>
                              <a:pt x="1944" y="78"/>
                            </a:lnTo>
                            <a:lnTo>
                              <a:pt x="1941" y="77"/>
                            </a:lnTo>
                            <a:lnTo>
                              <a:pt x="1939" y="77"/>
                            </a:lnTo>
                            <a:lnTo>
                              <a:pt x="1936" y="77"/>
                            </a:lnTo>
                            <a:lnTo>
                              <a:pt x="1934" y="76"/>
                            </a:lnTo>
                            <a:lnTo>
                              <a:pt x="1932" y="76"/>
                            </a:lnTo>
                            <a:lnTo>
                              <a:pt x="1929" y="76"/>
                            </a:lnTo>
                            <a:lnTo>
                              <a:pt x="1927" y="76"/>
                            </a:lnTo>
                            <a:lnTo>
                              <a:pt x="1924" y="75"/>
                            </a:lnTo>
                            <a:lnTo>
                              <a:pt x="1922" y="75"/>
                            </a:lnTo>
                            <a:lnTo>
                              <a:pt x="1920" y="75"/>
                            </a:lnTo>
                            <a:lnTo>
                              <a:pt x="1917" y="74"/>
                            </a:lnTo>
                            <a:lnTo>
                              <a:pt x="1915" y="74"/>
                            </a:lnTo>
                            <a:lnTo>
                              <a:pt x="1912" y="74"/>
                            </a:lnTo>
                            <a:lnTo>
                              <a:pt x="1910" y="73"/>
                            </a:lnTo>
                            <a:lnTo>
                              <a:pt x="1908" y="73"/>
                            </a:lnTo>
                            <a:lnTo>
                              <a:pt x="1905" y="73"/>
                            </a:lnTo>
                            <a:lnTo>
                              <a:pt x="1903" y="73"/>
                            </a:lnTo>
                            <a:lnTo>
                              <a:pt x="1900" y="72"/>
                            </a:lnTo>
                            <a:lnTo>
                              <a:pt x="1898" y="72"/>
                            </a:lnTo>
                            <a:lnTo>
                              <a:pt x="1896" y="71"/>
                            </a:lnTo>
                            <a:lnTo>
                              <a:pt x="1893" y="71"/>
                            </a:lnTo>
                            <a:lnTo>
                              <a:pt x="1891" y="71"/>
                            </a:lnTo>
                            <a:lnTo>
                              <a:pt x="1888" y="70"/>
                            </a:lnTo>
                            <a:lnTo>
                              <a:pt x="1886" y="70"/>
                            </a:lnTo>
                            <a:lnTo>
                              <a:pt x="1884" y="70"/>
                            </a:lnTo>
                            <a:lnTo>
                              <a:pt x="1881" y="69"/>
                            </a:lnTo>
                            <a:lnTo>
                              <a:pt x="1879" y="69"/>
                            </a:lnTo>
                            <a:lnTo>
                              <a:pt x="1876" y="68"/>
                            </a:lnTo>
                            <a:lnTo>
                              <a:pt x="1874" y="68"/>
                            </a:lnTo>
                            <a:lnTo>
                              <a:pt x="1872" y="68"/>
                            </a:lnTo>
                            <a:lnTo>
                              <a:pt x="1869" y="67"/>
                            </a:lnTo>
                            <a:lnTo>
                              <a:pt x="1867" y="67"/>
                            </a:lnTo>
                            <a:lnTo>
                              <a:pt x="1864" y="67"/>
                            </a:lnTo>
                            <a:lnTo>
                              <a:pt x="1862" y="66"/>
                            </a:lnTo>
                            <a:lnTo>
                              <a:pt x="1860" y="66"/>
                            </a:lnTo>
                            <a:lnTo>
                              <a:pt x="1857" y="65"/>
                            </a:lnTo>
                            <a:lnTo>
                              <a:pt x="1855" y="65"/>
                            </a:lnTo>
                            <a:lnTo>
                              <a:pt x="1852" y="65"/>
                            </a:lnTo>
                            <a:lnTo>
                              <a:pt x="1850" y="64"/>
                            </a:lnTo>
                            <a:lnTo>
                              <a:pt x="1848" y="64"/>
                            </a:lnTo>
                            <a:lnTo>
                              <a:pt x="1845" y="63"/>
                            </a:lnTo>
                            <a:lnTo>
                              <a:pt x="1843" y="63"/>
                            </a:lnTo>
                            <a:lnTo>
                              <a:pt x="1840" y="62"/>
                            </a:lnTo>
                            <a:lnTo>
                              <a:pt x="1838" y="62"/>
                            </a:lnTo>
                            <a:lnTo>
                              <a:pt x="1836" y="62"/>
                            </a:lnTo>
                            <a:lnTo>
                              <a:pt x="1833" y="61"/>
                            </a:lnTo>
                            <a:lnTo>
                              <a:pt x="1831" y="61"/>
                            </a:lnTo>
                            <a:lnTo>
                              <a:pt x="1828" y="60"/>
                            </a:lnTo>
                            <a:lnTo>
                              <a:pt x="1826" y="60"/>
                            </a:lnTo>
                            <a:lnTo>
                              <a:pt x="1824" y="59"/>
                            </a:lnTo>
                            <a:lnTo>
                              <a:pt x="1821" y="59"/>
                            </a:lnTo>
                            <a:lnTo>
                              <a:pt x="1819" y="59"/>
                            </a:lnTo>
                            <a:lnTo>
                              <a:pt x="1816" y="58"/>
                            </a:lnTo>
                            <a:lnTo>
                              <a:pt x="1814" y="58"/>
                            </a:lnTo>
                            <a:lnTo>
                              <a:pt x="1811" y="57"/>
                            </a:lnTo>
                            <a:lnTo>
                              <a:pt x="1809" y="57"/>
                            </a:lnTo>
                            <a:lnTo>
                              <a:pt x="1807" y="56"/>
                            </a:lnTo>
                            <a:lnTo>
                              <a:pt x="1804" y="56"/>
                            </a:lnTo>
                            <a:lnTo>
                              <a:pt x="1802" y="55"/>
                            </a:lnTo>
                            <a:lnTo>
                              <a:pt x="1799" y="55"/>
                            </a:lnTo>
                            <a:lnTo>
                              <a:pt x="1797" y="54"/>
                            </a:lnTo>
                            <a:lnTo>
                              <a:pt x="1795" y="54"/>
                            </a:lnTo>
                            <a:lnTo>
                              <a:pt x="1792" y="53"/>
                            </a:lnTo>
                            <a:lnTo>
                              <a:pt x="1790" y="53"/>
                            </a:lnTo>
                            <a:lnTo>
                              <a:pt x="1787" y="52"/>
                            </a:lnTo>
                            <a:lnTo>
                              <a:pt x="1785" y="51"/>
                            </a:lnTo>
                            <a:lnTo>
                              <a:pt x="1783" y="51"/>
                            </a:lnTo>
                            <a:lnTo>
                              <a:pt x="1780" y="50"/>
                            </a:lnTo>
                            <a:lnTo>
                              <a:pt x="1778" y="50"/>
                            </a:lnTo>
                            <a:lnTo>
                              <a:pt x="1775" y="49"/>
                            </a:lnTo>
                            <a:lnTo>
                              <a:pt x="1773" y="48"/>
                            </a:lnTo>
                            <a:lnTo>
                              <a:pt x="1771" y="48"/>
                            </a:lnTo>
                            <a:lnTo>
                              <a:pt x="1768" y="47"/>
                            </a:lnTo>
                            <a:lnTo>
                              <a:pt x="1766" y="47"/>
                            </a:lnTo>
                            <a:lnTo>
                              <a:pt x="1763" y="46"/>
                            </a:lnTo>
                            <a:lnTo>
                              <a:pt x="1761" y="45"/>
                            </a:lnTo>
                            <a:lnTo>
                              <a:pt x="1758" y="44"/>
                            </a:lnTo>
                            <a:lnTo>
                              <a:pt x="1756" y="44"/>
                            </a:lnTo>
                            <a:lnTo>
                              <a:pt x="1754" y="43"/>
                            </a:lnTo>
                            <a:lnTo>
                              <a:pt x="1751" y="42"/>
                            </a:lnTo>
                            <a:lnTo>
                              <a:pt x="1749" y="41"/>
                            </a:lnTo>
                            <a:lnTo>
                              <a:pt x="1746" y="41"/>
                            </a:lnTo>
                            <a:lnTo>
                              <a:pt x="1744" y="40"/>
                            </a:lnTo>
                            <a:lnTo>
                              <a:pt x="1742" y="39"/>
                            </a:lnTo>
                            <a:lnTo>
                              <a:pt x="1739" y="38"/>
                            </a:lnTo>
                            <a:lnTo>
                              <a:pt x="1737" y="37"/>
                            </a:lnTo>
                            <a:lnTo>
                              <a:pt x="1734" y="37"/>
                            </a:lnTo>
                            <a:lnTo>
                              <a:pt x="1732" y="36"/>
                            </a:lnTo>
                            <a:lnTo>
                              <a:pt x="1730" y="35"/>
                            </a:lnTo>
                            <a:lnTo>
                              <a:pt x="1727" y="34"/>
                            </a:lnTo>
                            <a:lnTo>
                              <a:pt x="1725" y="33"/>
                            </a:lnTo>
                            <a:lnTo>
                              <a:pt x="1722" y="33"/>
                            </a:lnTo>
                            <a:lnTo>
                              <a:pt x="1720" y="32"/>
                            </a:lnTo>
                            <a:lnTo>
                              <a:pt x="1717" y="31"/>
                            </a:lnTo>
                            <a:lnTo>
                              <a:pt x="1715" y="30"/>
                            </a:lnTo>
                            <a:lnTo>
                              <a:pt x="1713" y="29"/>
                            </a:lnTo>
                            <a:lnTo>
                              <a:pt x="1710" y="28"/>
                            </a:lnTo>
                            <a:lnTo>
                              <a:pt x="1708" y="28"/>
                            </a:lnTo>
                            <a:lnTo>
                              <a:pt x="1705" y="27"/>
                            </a:lnTo>
                            <a:lnTo>
                              <a:pt x="1703" y="26"/>
                            </a:lnTo>
                            <a:lnTo>
                              <a:pt x="1701" y="25"/>
                            </a:lnTo>
                            <a:lnTo>
                              <a:pt x="1698" y="24"/>
                            </a:lnTo>
                            <a:lnTo>
                              <a:pt x="1696" y="24"/>
                            </a:lnTo>
                            <a:lnTo>
                              <a:pt x="1693" y="23"/>
                            </a:lnTo>
                            <a:lnTo>
                              <a:pt x="1691" y="22"/>
                            </a:lnTo>
                            <a:lnTo>
                              <a:pt x="1689" y="21"/>
                            </a:lnTo>
                            <a:lnTo>
                              <a:pt x="1686" y="20"/>
                            </a:lnTo>
                            <a:lnTo>
                              <a:pt x="1684" y="19"/>
                            </a:lnTo>
                            <a:lnTo>
                              <a:pt x="1681" y="19"/>
                            </a:lnTo>
                            <a:lnTo>
                              <a:pt x="1679" y="18"/>
                            </a:lnTo>
                            <a:lnTo>
                              <a:pt x="1677" y="17"/>
                            </a:lnTo>
                            <a:lnTo>
                              <a:pt x="1674" y="16"/>
                            </a:lnTo>
                            <a:lnTo>
                              <a:pt x="1672" y="15"/>
                            </a:lnTo>
                            <a:lnTo>
                              <a:pt x="1669" y="14"/>
                            </a:lnTo>
                            <a:lnTo>
                              <a:pt x="1667" y="14"/>
                            </a:lnTo>
                            <a:lnTo>
                              <a:pt x="1665" y="13"/>
                            </a:lnTo>
                            <a:lnTo>
                              <a:pt x="1662" y="12"/>
                            </a:lnTo>
                            <a:lnTo>
                              <a:pt x="1660" y="11"/>
                            </a:lnTo>
                            <a:lnTo>
                              <a:pt x="1657" y="11"/>
                            </a:lnTo>
                            <a:lnTo>
                              <a:pt x="1655" y="10"/>
                            </a:lnTo>
                            <a:lnTo>
                              <a:pt x="1653" y="9"/>
                            </a:lnTo>
                            <a:lnTo>
                              <a:pt x="1650" y="8"/>
                            </a:lnTo>
                            <a:lnTo>
                              <a:pt x="1648" y="8"/>
                            </a:lnTo>
                            <a:lnTo>
                              <a:pt x="1645" y="7"/>
                            </a:lnTo>
                            <a:lnTo>
                              <a:pt x="1643" y="6"/>
                            </a:lnTo>
                            <a:lnTo>
                              <a:pt x="1641" y="5"/>
                            </a:lnTo>
                            <a:lnTo>
                              <a:pt x="1638" y="5"/>
                            </a:lnTo>
                            <a:lnTo>
                              <a:pt x="1636" y="4"/>
                            </a:lnTo>
                            <a:lnTo>
                              <a:pt x="1633" y="4"/>
                            </a:lnTo>
                            <a:lnTo>
                              <a:pt x="1631" y="3"/>
                            </a:lnTo>
                            <a:lnTo>
                              <a:pt x="1629" y="3"/>
                            </a:lnTo>
                            <a:lnTo>
                              <a:pt x="1626" y="2"/>
                            </a:lnTo>
                            <a:lnTo>
                              <a:pt x="1624" y="2"/>
                            </a:lnTo>
                            <a:lnTo>
                              <a:pt x="1621" y="1"/>
                            </a:lnTo>
                            <a:lnTo>
                              <a:pt x="1619" y="1"/>
                            </a:lnTo>
                            <a:lnTo>
                              <a:pt x="1617" y="1"/>
                            </a:lnTo>
                            <a:lnTo>
                              <a:pt x="1614" y="0"/>
                            </a:lnTo>
                            <a:lnTo>
                              <a:pt x="1612" y="0"/>
                            </a:lnTo>
                            <a:lnTo>
                              <a:pt x="1609" y="0"/>
                            </a:lnTo>
                            <a:lnTo>
                              <a:pt x="1607" y="0"/>
                            </a:lnTo>
                            <a:lnTo>
                              <a:pt x="1605" y="0"/>
                            </a:lnTo>
                            <a:lnTo>
                              <a:pt x="1602" y="0"/>
                            </a:lnTo>
                            <a:lnTo>
                              <a:pt x="1600" y="1"/>
                            </a:lnTo>
                            <a:lnTo>
                              <a:pt x="1597" y="1"/>
                            </a:lnTo>
                            <a:lnTo>
                              <a:pt x="1595" y="1"/>
                            </a:lnTo>
                            <a:lnTo>
                              <a:pt x="1593" y="2"/>
                            </a:lnTo>
                            <a:lnTo>
                              <a:pt x="1590" y="3"/>
                            </a:lnTo>
                            <a:lnTo>
                              <a:pt x="1588" y="4"/>
                            </a:lnTo>
                            <a:lnTo>
                              <a:pt x="1585" y="5"/>
                            </a:lnTo>
                            <a:lnTo>
                              <a:pt x="1583" y="5"/>
                            </a:lnTo>
                            <a:lnTo>
                              <a:pt x="1581" y="6"/>
                            </a:lnTo>
                            <a:lnTo>
                              <a:pt x="1578" y="6"/>
                            </a:lnTo>
                            <a:lnTo>
                              <a:pt x="1576" y="7"/>
                            </a:lnTo>
                            <a:lnTo>
                              <a:pt x="1573" y="7"/>
                            </a:lnTo>
                            <a:lnTo>
                              <a:pt x="1571" y="7"/>
                            </a:lnTo>
                            <a:lnTo>
                              <a:pt x="1569" y="7"/>
                            </a:lnTo>
                            <a:lnTo>
                              <a:pt x="1566" y="7"/>
                            </a:lnTo>
                            <a:lnTo>
                              <a:pt x="1564" y="8"/>
                            </a:lnTo>
                            <a:lnTo>
                              <a:pt x="1561" y="8"/>
                            </a:lnTo>
                            <a:lnTo>
                              <a:pt x="1559" y="8"/>
                            </a:lnTo>
                            <a:lnTo>
                              <a:pt x="1557" y="8"/>
                            </a:lnTo>
                            <a:lnTo>
                              <a:pt x="1554" y="8"/>
                            </a:lnTo>
                            <a:lnTo>
                              <a:pt x="1552" y="9"/>
                            </a:lnTo>
                            <a:lnTo>
                              <a:pt x="1549" y="9"/>
                            </a:lnTo>
                            <a:lnTo>
                              <a:pt x="1547" y="9"/>
                            </a:lnTo>
                            <a:lnTo>
                              <a:pt x="1544" y="10"/>
                            </a:lnTo>
                            <a:lnTo>
                              <a:pt x="1542" y="10"/>
                            </a:lnTo>
                            <a:lnTo>
                              <a:pt x="1540" y="10"/>
                            </a:lnTo>
                            <a:lnTo>
                              <a:pt x="1537" y="10"/>
                            </a:lnTo>
                            <a:lnTo>
                              <a:pt x="1535" y="10"/>
                            </a:lnTo>
                            <a:lnTo>
                              <a:pt x="1532" y="11"/>
                            </a:lnTo>
                            <a:lnTo>
                              <a:pt x="1530" y="11"/>
                            </a:lnTo>
                            <a:lnTo>
                              <a:pt x="1528" y="11"/>
                            </a:lnTo>
                            <a:lnTo>
                              <a:pt x="1525" y="11"/>
                            </a:lnTo>
                            <a:lnTo>
                              <a:pt x="1523" y="11"/>
                            </a:lnTo>
                            <a:lnTo>
                              <a:pt x="1520" y="11"/>
                            </a:lnTo>
                            <a:lnTo>
                              <a:pt x="1518" y="12"/>
                            </a:lnTo>
                            <a:lnTo>
                              <a:pt x="1516" y="12"/>
                            </a:lnTo>
                            <a:lnTo>
                              <a:pt x="1513" y="12"/>
                            </a:lnTo>
                            <a:lnTo>
                              <a:pt x="1511" y="13"/>
                            </a:lnTo>
                            <a:lnTo>
                              <a:pt x="1508" y="13"/>
                            </a:lnTo>
                            <a:lnTo>
                              <a:pt x="1506" y="13"/>
                            </a:lnTo>
                            <a:lnTo>
                              <a:pt x="1504" y="13"/>
                            </a:lnTo>
                            <a:lnTo>
                              <a:pt x="1501" y="13"/>
                            </a:lnTo>
                            <a:lnTo>
                              <a:pt x="1499" y="14"/>
                            </a:lnTo>
                            <a:lnTo>
                              <a:pt x="1496" y="14"/>
                            </a:lnTo>
                            <a:lnTo>
                              <a:pt x="1494" y="14"/>
                            </a:lnTo>
                            <a:lnTo>
                              <a:pt x="1491" y="14"/>
                            </a:lnTo>
                            <a:lnTo>
                              <a:pt x="1489" y="14"/>
                            </a:lnTo>
                            <a:lnTo>
                              <a:pt x="1487" y="15"/>
                            </a:lnTo>
                            <a:lnTo>
                              <a:pt x="1484" y="15"/>
                            </a:lnTo>
                            <a:lnTo>
                              <a:pt x="1482" y="15"/>
                            </a:lnTo>
                            <a:lnTo>
                              <a:pt x="1479" y="16"/>
                            </a:lnTo>
                            <a:lnTo>
                              <a:pt x="1477" y="16"/>
                            </a:lnTo>
                            <a:lnTo>
                              <a:pt x="1475" y="16"/>
                            </a:lnTo>
                            <a:lnTo>
                              <a:pt x="1472" y="16"/>
                            </a:lnTo>
                            <a:lnTo>
                              <a:pt x="1470" y="16"/>
                            </a:lnTo>
                            <a:lnTo>
                              <a:pt x="1467" y="16"/>
                            </a:lnTo>
                            <a:lnTo>
                              <a:pt x="1465" y="17"/>
                            </a:lnTo>
                            <a:lnTo>
                              <a:pt x="1463" y="17"/>
                            </a:lnTo>
                            <a:lnTo>
                              <a:pt x="1460" y="17"/>
                            </a:lnTo>
                            <a:lnTo>
                              <a:pt x="1458" y="17"/>
                            </a:lnTo>
                            <a:lnTo>
                              <a:pt x="1455" y="17"/>
                            </a:lnTo>
                            <a:lnTo>
                              <a:pt x="1453" y="18"/>
                            </a:lnTo>
                            <a:lnTo>
                              <a:pt x="1450" y="18"/>
                            </a:lnTo>
                            <a:lnTo>
                              <a:pt x="1448" y="18"/>
                            </a:lnTo>
                            <a:lnTo>
                              <a:pt x="1446" y="19"/>
                            </a:lnTo>
                            <a:lnTo>
                              <a:pt x="1443" y="19"/>
                            </a:lnTo>
                            <a:lnTo>
                              <a:pt x="1441" y="19"/>
                            </a:lnTo>
                            <a:lnTo>
                              <a:pt x="1438" y="19"/>
                            </a:lnTo>
                            <a:lnTo>
                              <a:pt x="1436" y="19"/>
                            </a:lnTo>
                            <a:lnTo>
                              <a:pt x="1434" y="19"/>
                            </a:lnTo>
                            <a:lnTo>
                              <a:pt x="1431" y="20"/>
                            </a:lnTo>
                            <a:lnTo>
                              <a:pt x="1429" y="20"/>
                            </a:lnTo>
                            <a:lnTo>
                              <a:pt x="1426" y="20"/>
                            </a:lnTo>
                            <a:lnTo>
                              <a:pt x="1424" y="21"/>
                            </a:lnTo>
                            <a:lnTo>
                              <a:pt x="1422" y="21"/>
                            </a:lnTo>
                            <a:lnTo>
                              <a:pt x="1419" y="21"/>
                            </a:lnTo>
                            <a:lnTo>
                              <a:pt x="1417" y="21"/>
                            </a:lnTo>
                            <a:lnTo>
                              <a:pt x="1414" y="21"/>
                            </a:lnTo>
                            <a:lnTo>
                              <a:pt x="1412" y="21"/>
                            </a:lnTo>
                            <a:lnTo>
                              <a:pt x="1410" y="22"/>
                            </a:lnTo>
                            <a:lnTo>
                              <a:pt x="1407" y="22"/>
                            </a:lnTo>
                            <a:lnTo>
                              <a:pt x="1405" y="22"/>
                            </a:lnTo>
                            <a:lnTo>
                              <a:pt x="1402" y="22"/>
                            </a:lnTo>
                            <a:lnTo>
                              <a:pt x="1400" y="22"/>
                            </a:lnTo>
                            <a:lnTo>
                              <a:pt x="1398" y="22"/>
                            </a:lnTo>
                            <a:lnTo>
                              <a:pt x="1395" y="23"/>
                            </a:lnTo>
                            <a:lnTo>
                              <a:pt x="1393" y="23"/>
                            </a:lnTo>
                            <a:lnTo>
                              <a:pt x="1390" y="23"/>
                            </a:lnTo>
                            <a:lnTo>
                              <a:pt x="1388" y="24"/>
                            </a:lnTo>
                            <a:lnTo>
                              <a:pt x="1386" y="24"/>
                            </a:lnTo>
                            <a:lnTo>
                              <a:pt x="1383" y="24"/>
                            </a:lnTo>
                            <a:lnTo>
                              <a:pt x="1381" y="24"/>
                            </a:lnTo>
                            <a:lnTo>
                              <a:pt x="1378" y="24"/>
                            </a:lnTo>
                            <a:lnTo>
                              <a:pt x="1376" y="24"/>
                            </a:lnTo>
                            <a:lnTo>
                              <a:pt x="1374" y="25"/>
                            </a:lnTo>
                            <a:lnTo>
                              <a:pt x="1371" y="25"/>
                            </a:lnTo>
                            <a:lnTo>
                              <a:pt x="1369" y="25"/>
                            </a:lnTo>
                            <a:lnTo>
                              <a:pt x="1366" y="25"/>
                            </a:lnTo>
                            <a:lnTo>
                              <a:pt x="1364" y="25"/>
                            </a:lnTo>
                            <a:lnTo>
                              <a:pt x="1362" y="26"/>
                            </a:lnTo>
                            <a:lnTo>
                              <a:pt x="1359" y="26"/>
                            </a:lnTo>
                            <a:lnTo>
                              <a:pt x="1357" y="26"/>
                            </a:lnTo>
                            <a:lnTo>
                              <a:pt x="1354" y="26"/>
                            </a:lnTo>
                            <a:lnTo>
                              <a:pt x="1352" y="27"/>
                            </a:lnTo>
                            <a:lnTo>
                              <a:pt x="1350" y="27"/>
                            </a:lnTo>
                            <a:lnTo>
                              <a:pt x="1347" y="27"/>
                            </a:lnTo>
                            <a:lnTo>
                              <a:pt x="1345" y="27"/>
                            </a:lnTo>
                            <a:lnTo>
                              <a:pt x="1342" y="27"/>
                            </a:lnTo>
                            <a:lnTo>
                              <a:pt x="1340" y="27"/>
                            </a:lnTo>
                            <a:lnTo>
                              <a:pt x="1338" y="28"/>
                            </a:lnTo>
                            <a:lnTo>
                              <a:pt x="1335" y="28"/>
                            </a:lnTo>
                            <a:lnTo>
                              <a:pt x="1333" y="28"/>
                            </a:lnTo>
                            <a:lnTo>
                              <a:pt x="1331" y="28"/>
                            </a:lnTo>
                            <a:lnTo>
                              <a:pt x="1328" y="28"/>
                            </a:lnTo>
                            <a:lnTo>
                              <a:pt x="1326" y="29"/>
                            </a:lnTo>
                            <a:lnTo>
                              <a:pt x="1323" y="29"/>
                            </a:lnTo>
                            <a:lnTo>
                              <a:pt x="1321" y="29"/>
                            </a:lnTo>
                            <a:lnTo>
                              <a:pt x="1318" y="29"/>
                            </a:lnTo>
                            <a:lnTo>
                              <a:pt x="1316" y="30"/>
                            </a:lnTo>
                            <a:lnTo>
                              <a:pt x="1314" y="30"/>
                            </a:lnTo>
                            <a:lnTo>
                              <a:pt x="1311" y="30"/>
                            </a:lnTo>
                            <a:lnTo>
                              <a:pt x="1309" y="30"/>
                            </a:lnTo>
                            <a:lnTo>
                              <a:pt x="1306" y="30"/>
                            </a:lnTo>
                            <a:lnTo>
                              <a:pt x="1304" y="31"/>
                            </a:lnTo>
                            <a:lnTo>
                              <a:pt x="1302" y="31"/>
                            </a:lnTo>
                            <a:lnTo>
                              <a:pt x="1299" y="31"/>
                            </a:lnTo>
                            <a:lnTo>
                              <a:pt x="1297" y="31"/>
                            </a:lnTo>
                            <a:lnTo>
                              <a:pt x="1294" y="31"/>
                            </a:lnTo>
                            <a:lnTo>
                              <a:pt x="1292" y="32"/>
                            </a:lnTo>
                            <a:lnTo>
                              <a:pt x="1290" y="32"/>
                            </a:lnTo>
                            <a:lnTo>
                              <a:pt x="1287" y="32"/>
                            </a:lnTo>
                            <a:lnTo>
                              <a:pt x="1285" y="32"/>
                            </a:lnTo>
                            <a:lnTo>
                              <a:pt x="1282" y="33"/>
                            </a:lnTo>
                            <a:lnTo>
                              <a:pt x="1280" y="33"/>
                            </a:lnTo>
                            <a:lnTo>
                              <a:pt x="1277" y="33"/>
                            </a:lnTo>
                            <a:lnTo>
                              <a:pt x="1275" y="33"/>
                            </a:lnTo>
                            <a:lnTo>
                              <a:pt x="1273" y="33"/>
                            </a:lnTo>
                            <a:lnTo>
                              <a:pt x="1270" y="34"/>
                            </a:lnTo>
                            <a:lnTo>
                              <a:pt x="1268" y="34"/>
                            </a:lnTo>
                            <a:lnTo>
                              <a:pt x="1265" y="34"/>
                            </a:lnTo>
                            <a:lnTo>
                              <a:pt x="1263" y="34"/>
                            </a:lnTo>
                            <a:lnTo>
                              <a:pt x="1261" y="34"/>
                            </a:lnTo>
                            <a:lnTo>
                              <a:pt x="1258" y="35"/>
                            </a:lnTo>
                            <a:lnTo>
                              <a:pt x="1256" y="35"/>
                            </a:lnTo>
                            <a:lnTo>
                              <a:pt x="1253" y="35"/>
                            </a:lnTo>
                            <a:lnTo>
                              <a:pt x="1251" y="35"/>
                            </a:lnTo>
                            <a:lnTo>
                              <a:pt x="1249" y="36"/>
                            </a:lnTo>
                            <a:lnTo>
                              <a:pt x="1246" y="36"/>
                            </a:lnTo>
                            <a:lnTo>
                              <a:pt x="1244" y="36"/>
                            </a:lnTo>
                            <a:lnTo>
                              <a:pt x="1241" y="36"/>
                            </a:lnTo>
                            <a:lnTo>
                              <a:pt x="1239" y="36"/>
                            </a:lnTo>
                            <a:lnTo>
                              <a:pt x="1237" y="37"/>
                            </a:lnTo>
                            <a:lnTo>
                              <a:pt x="1234" y="37"/>
                            </a:lnTo>
                            <a:lnTo>
                              <a:pt x="1232" y="37"/>
                            </a:lnTo>
                            <a:lnTo>
                              <a:pt x="1229" y="37"/>
                            </a:lnTo>
                            <a:lnTo>
                              <a:pt x="1227" y="37"/>
                            </a:lnTo>
                            <a:lnTo>
                              <a:pt x="1224" y="38"/>
                            </a:lnTo>
                            <a:lnTo>
                              <a:pt x="1222" y="38"/>
                            </a:lnTo>
                            <a:lnTo>
                              <a:pt x="1220" y="38"/>
                            </a:lnTo>
                            <a:lnTo>
                              <a:pt x="1217" y="39"/>
                            </a:lnTo>
                            <a:lnTo>
                              <a:pt x="1215" y="39"/>
                            </a:lnTo>
                            <a:lnTo>
                              <a:pt x="1212" y="39"/>
                            </a:lnTo>
                            <a:lnTo>
                              <a:pt x="1210" y="39"/>
                            </a:lnTo>
                            <a:lnTo>
                              <a:pt x="1208" y="39"/>
                            </a:lnTo>
                            <a:lnTo>
                              <a:pt x="1205" y="40"/>
                            </a:lnTo>
                            <a:lnTo>
                              <a:pt x="1203" y="40"/>
                            </a:lnTo>
                            <a:lnTo>
                              <a:pt x="1200" y="40"/>
                            </a:lnTo>
                            <a:lnTo>
                              <a:pt x="1198" y="40"/>
                            </a:lnTo>
                            <a:lnTo>
                              <a:pt x="1196" y="41"/>
                            </a:lnTo>
                            <a:lnTo>
                              <a:pt x="1193" y="41"/>
                            </a:lnTo>
                            <a:lnTo>
                              <a:pt x="1191" y="41"/>
                            </a:lnTo>
                            <a:lnTo>
                              <a:pt x="1188" y="41"/>
                            </a:lnTo>
                            <a:lnTo>
                              <a:pt x="1186" y="41"/>
                            </a:lnTo>
                            <a:lnTo>
                              <a:pt x="1183" y="42"/>
                            </a:lnTo>
                            <a:lnTo>
                              <a:pt x="1181" y="42"/>
                            </a:lnTo>
                            <a:lnTo>
                              <a:pt x="1179" y="42"/>
                            </a:lnTo>
                            <a:lnTo>
                              <a:pt x="1176" y="42"/>
                            </a:lnTo>
                            <a:lnTo>
                              <a:pt x="1174" y="42"/>
                            </a:lnTo>
                            <a:lnTo>
                              <a:pt x="1171" y="43"/>
                            </a:lnTo>
                            <a:lnTo>
                              <a:pt x="1169" y="43"/>
                            </a:lnTo>
                            <a:lnTo>
                              <a:pt x="1167" y="43"/>
                            </a:lnTo>
                            <a:lnTo>
                              <a:pt x="1164" y="43"/>
                            </a:lnTo>
                            <a:lnTo>
                              <a:pt x="1162" y="44"/>
                            </a:lnTo>
                            <a:lnTo>
                              <a:pt x="1159" y="44"/>
                            </a:lnTo>
                            <a:lnTo>
                              <a:pt x="1157" y="44"/>
                            </a:lnTo>
                            <a:lnTo>
                              <a:pt x="1155" y="44"/>
                            </a:lnTo>
                            <a:lnTo>
                              <a:pt x="1152" y="44"/>
                            </a:lnTo>
                            <a:lnTo>
                              <a:pt x="1150" y="45"/>
                            </a:lnTo>
                            <a:lnTo>
                              <a:pt x="1147" y="45"/>
                            </a:lnTo>
                            <a:lnTo>
                              <a:pt x="1145" y="45"/>
                            </a:lnTo>
                            <a:lnTo>
                              <a:pt x="1143" y="45"/>
                            </a:lnTo>
                            <a:lnTo>
                              <a:pt x="1140" y="45"/>
                            </a:lnTo>
                            <a:lnTo>
                              <a:pt x="1138" y="46"/>
                            </a:lnTo>
                            <a:lnTo>
                              <a:pt x="1135" y="46"/>
                            </a:lnTo>
                            <a:lnTo>
                              <a:pt x="1133" y="46"/>
                            </a:lnTo>
                            <a:lnTo>
                              <a:pt x="1131" y="46"/>
                            </a:lnTo>
                            <a:lnTo>
                              <a:pt x="1128" y="47"/>
                            </a:lnTo>
                            <a:lnTo>
                              <a:pt x="1126" y="47"/>
                            </a:lnTo>
                            <a:lnTo>
                              <a:pt x="1123" y="47"/>
                            </a:lnTo>
                            <a:lnTo>
                              <a:pt x="1121" y="47"/>
                            </a:lnTo>
                            <a:lnTo>
                              <a:pt x="1119" y="47"/>
                            </a:lnTo>
                            <a:lnTo>
                              <a:pt x="1116" y="48"/>
                            </a:lnTo>
                            <a:lnTo>
                              <a:pt x="1114" y="48"/>
                            </a:lnTo>
                            <a:lnTo>
                              <a:pt x="1111" y="48"/>
                            </a:lnTo>
                            <a:lnTo>
                              <a:pt x="1109" y="48"/>
                            </a:lnTo>
                            <a:lnTo>
                              <a:pt x="1107" y="48"/>
                            </a:lnTo>
                            <a:lnTo>
                              <a:pt x="1104" y="49"/>
                            </a:lnTo>
                            <a:lnTo>
                              <a:pt x="1102" y="49"/>
                            </a:lnTo>
                            <a:lnTo>
                              <a:pt x="1099" y="49"/>
                            </a:lnTo>
                            <a:lnTo>
                              <a:pt x="1097" y="50"/>
                            </a:lnTo>
                            <a:lnTo>
                              <a:pt x="1095" y="50"/>
                            </a:lnTo>
                            <a:lnTo>
                              <a:pt x="1092" y="50"/>
                            </a:lnTo>
                            <a:lnTo>
                              <a:pt x="1090" y="50"/>
                            </a:lnTo>
                            <a:lnTo>
                              <a:pt x="1088" y="50"/>
                            </a:lnTo>
                            <a:lnTo>
                              <a:pt x="1085" y="50"/>
                            </a:lnTo>
                            <a:lnTo>
                              <a:pt x="1083" y="51"/>
                            </a:lnTo>
                            <a:lnTo>
                              <a:pt x="1080" y="51"/>
                            </a:lnTo>
                            <a:lnTo>
                              <a:pt x="1078" y="51"/>
                            </a:lnTo>
                            <a:lnTo>
                              <a:pt x="1076" y="51"/>
                            </a:lnTo>
                            <a:lnTo>
                              <a:pt x="1073" y="51"/>
                            </a:lnTo>
                            <a:lnTo>
                              <a:pt x="1071" y="52"/>
                            </a:lnTo>
                            <a:lnTo>
                              <a:pt x="1068" y="52"/>
                            </a:lnTo>
                            <a:lnTo>
                              <a:pt x="1066" y="52"/>
                            </a:lnTo>
                            <a:lnTo>
                              <a:pt x="1064" y="53"/>
                            </a:lnTo>
                            <a:lnTo>
                              <a:pt x="1061" y="53"/>
                            </a:lnTo>
                            <a:lnTo>
                              <a:pt x="1059" y="53"/>
                            </a:lnTo>
                            <a:lnTo>
                              <a:pt x="1056" y="53"/>
                            </a:lnTo>
                            <a:lnTo>
                              <a:pt x="1054" y="53"/>
                            </a:lnTo>
                            <a:lnTo>
                              <a:pt x="1051" y="53"/>
                            </a:lnTo>
                            <a:lnTo>
                              <a:pt x="1049" y="54"/>
                            </a:lnTo>
                            <a:lnTo>
                              <a:pt x="1047" y="54"/>
                            </a:lnTo>
                            <a:lnTo>
                              <a:pt x="1044" y="54"/>
                            </a:lnTo>
                            <a:lnTo>
                              <a:pt x="1042" y="54"/>
                            </a:lnTo>
                            <a:lnTo>
                              <a:pt x="1039" y="54"/>
                            </a:lnTo>
                            <a:lnTo>
                              <a:pt x="1037" y="55"/>
                            </a:lnTo>
                            <a:lnTo>
                              <a:pt x="1035" y="55"/>
                            </a:lnTo>
                            <a:lnTo>
                              <a:pt x="1032" y="55"/>
                            </a:lnTo>
                            <a:lnTo>
                              <a:pt x="1030" y="56"/>
                            </a:lnTo>
                            <a:lnTo>
                              <a:pt x="1027" y="56"/>
                            </a:lnTo>
                            <a:lnTo>
                              <a:pt x="1025" y="56"/>
                            </a:lnTo>
                            <a:lnTo>
                              <a:pt x="1023" y="56"/>
                            </a:lnTo>
                            <a:lnTo>
                              <a:pt x="1020" y="56"/>
                            </a:lnTo>
                            <a:lnTo>
                              <a:pt x="1018" y="56"/>
                            </a:lnTo>
                            <a:lnTo>
                              <a:pt x="1015" y="57"/>
                            </a:lnTo>
                            <a:lnTo>
                              <a:pt x="1013" y="57"/>
                            </a:lnTo>
                            <a:lnTo>
                              <a:pt x="1010" y="57"/>
                            </a:lnTo>
                            <a:lnTo>
                              <a:pt x="1008" y="57"/>
                            </a:lnTo>
                            <a:lnTo>
                              <a:pt x="1006" y="57"/>
                            </a:lnTo>
                            <a:lnTo>
                              <a:pt x="1003" y="58"/>
                            </a:lnTo>
                            <a:lnTo>
                              <a:pt x="1001" y="58"/>
                            </a:lnTo>
                            <a:lnTo>
                              <a:pt x="998" y="58"/>
                            </a:lnTo>
                            <a:lnTo>
                              <a:pt x="996" y="59"/>
                            </a:lnTo>
                            <a:lnTo>
                              <a:pt x="994" y="59"/>
                            </a:lnTo>
                            <a:lnTo>
                              <a:pt x="991" y="59"/>
                            </a:lnTo>
                            <a:lnTo>
                              <a:pt x="989" y="59"/>
                            </a:lnTo>
                            <a:lnTo>
                              <a:pt x="986" y="59"/>
                            </a:lnTo>
                            <a:lnTo>
                              <a:pt x="984" y="60"/>
                            </a:lnTo>
                            <a:lnTo>
                              <a:pt x="982" y="60"/>
                            </a:lnTo>
                            <a:lnTo>
                              <a:pt x="979" y="60"/>
                            </a:lnTo>
                            <a:lnTo>
                              <a:pt x="977" y="60"/>
                            </a:lnTo>
                            <a:lnTo>
                              <a:pt x="974" y="60"/>
                            </a:lnTo>
                            <a:lnTo>
                              <a:pt x="972" y="61"/>
                            </a:lnTo>
                            <a:lnTo>
                              <a:pt x="970" y="61"/>
                            </a:lnTo>
                            <a:lnTo>
                              <a:pt x="967" y="61"/>
                            </a:lnTo>
                            <a:lnTo>
                              <a:pt x="965" y="62"/>
                            </a:lnTo>
                            <a:lnTo>
                              <a:pt x="962" y="62"/>
                            </a:lnTo>
                            <a:lnTo>
                              <a:pt x="960" y="62"/>
                            </a:lnTo>
                            <a:lnTo>
                              <a:pt x="957" y="62"/>
                            </a:lnTo>
                            <a:lnTo>
                              <a:pt x="955" y="62"/>
                            </a:lnTo>
                            <a:lnTo>
                              <a:pt x="953" y="63"/>
                            </a:lnTo>
                            <a:lnTo>
                              <a:pt x="950" y="63"/>
                            </a:lnTo>
                            <a:lnTo>
                              <a:pt x="948" y="63"/>
                            </a:lnTo>
                            <a:lnTo>
                              <a:pt x="945" y="64"/>
                            </a:lnTo>
                            <a:lnTo>
                              <a:pt x="943" y="64"/>
                            </a:lnTo>
                            <a:lnTo>
                              <a:pt x="941" y="64"/>
                            </a:lnTo>
                            <a:lnTo>
                              <a:pt x="938" y="64"/>
                            </a:lnTo>
                            <a:lnTo>
                              <a:pt x="936" y="64"/>
                            </a:lnTo>
                            <a:lnTo>
                              <a:pt x="933" y="65"/>
                            </a:lnTo>
                            <a:lnTo>
                              <a:pt x="931" y="65"/>
                            </a:lnTo>
                            <a:lnTo>
                              <a:pt x="929" y="65"/>
                            </a:lnTo>
                            <a:lnTo>
                              <a:pt x="926" y="65"/>
                            </a:lnTo>
                            <a:lnTo>
                              <a:pt x="924" y="66"/>
                            </a:lnTo>
                            <a:lnTo>
                              <a:pt x="921" y="66"/>
                            </a:lnTo>
                            <a:lnTo>
                              <a:pt x="919" y="66"/>
                            </a:lnTo>
                            <a:lnTo>
                              <a:pt x="916" y="67"/>
                            </a:lnTo>
                            <a:lnTo>
                              <a:pt x="914" y="67"/>
                            </a:lnTo>
                            <a:lnTo>
                              <a:pt x="912" y="67"/>
                            </a:lnTo>
                            <a:lnTo>
                              <a:pt x="909" y="67"/>
                            </a:lnTo>
                            <a:lnTo>
                              <a:pt x="907" y="67"/>
                            </a:lnTo>
                            <a:lnTo>
                              <a:pt x="904" y="68"/>
                            </a:lnTo>
                            <a:lnTo>
                              <a:pt x="902" y="68"/>
                            </a:lnTo>
                            <a:lnTo>
                              <a:pt x="900" y="68"/>
                            </a:lnTo>
                            <a:lnTo>
                              <a:pt x="897" y="68"/>
                            </a:lnTo>
                            <a:lnTo>
                              <a:pt x="895" y="69"/>
                            </a:lnTo>
                            <a:lnTo>
                              <a:pt x="892" y="69"/>
                            </a:lnTo>
                            <a:lnTo>
                              <a:pt x="890" y="69"/>
                            </a:lnTo>
                            <a:lnTo>
                              <a:pt x="888" y="70"/>
                            </a:lnTo>
                            <a:lnTo>
                              <a:pt x="885" y="70"/>
                            </a:lnTo>
                            <a:lnTo>
                              <a:pt x="883" y="70"/>
                            </a:lnTo>
                            <a:lnTo>
                              <a:pt x="880" y="70"/>
                            </a:lnTo>
                            <a:lnTo>
                              <a:pt x="878" y="71"/>
                            </a:lnTo>
                            <a:lnTo>
                              <a:pt x="876" y="71"/>
                            </a:lnTo>
                            <a:lnTo>
                              <a:pt x="873" y="71"/>
                            </a:lnTo>
                            <a:lnTo>
                              <a:pt x="871" y="71"/>
                            </a:lnTo>
                            <a:lnTo>
                              <a:pt x="868" y="71"/>
                            </a:lnTo>
                            <a:lnTo>
                              <a:pt x="866" y="72"/>
                            </a:lnTo>
                            <a:lnTo>
                              <a:pt x="864" y="72"/>
                            </a:lnTo>
                            <a:lnTo>
                              <a:pt x="861" y="72"/>
                            </a:lnTo>
                            <a:lnTo>
                              <a:pt x="859" y="73"/>
                            </a:lnTo>
                            <a:lnTo>
                              <a:pt x="856" y="73"/>
                            </a:lnTo>
                            <a:lnTo>
                              <a:pt x="854" y="73"/>
                            </a:lnTo>
                            <a:lnTo>
                              <a:pt x="852" y="73"/>
                            </a:lnTo>
                            <a:lnTo>
                              <a:pt x="849" y="74"/>
                            </a:lnTo>
                            <a:lnTo>
                              <a:pt x="847" y="74"/>
                            </a:lnTo>
                            <a:lnTo>
                              <a:pt x="845" y="74"/>
                            </a:lnTo>
                            <a:lnTo>
                              <a:pt x="842" y="74"/>
                            </a:lnTo>
                            <a:lnTo>
                              <a:pt x="840" y="75"/>
                            </a:lnTo>
                            <a:lnTo>
                              <a:pt x="837" y="75"/>
                            </a:lnTo>
                            <a:lnTo>
                              <a:pt x="835" y="76"/>
                            </a:lnTo>
                            <a:lnTo>
                              <a:pt x="833" y="76"/>
                            </a:lnTo>
                            <a:lnTo>
                              <a:pt x="830" y="76"/>
                            </a:lnTo>
                            <a:lnTo>
                              <a:pt x="828" y="76"/>
                            </a:lnTo>
                            <a:lnTo>
                              <a:pt x="825" y="77"/>
                            </a:lnTo>
                            <a:lnTo>
                              <a:pt x="823" y="77"/>
                            </a:lnTo>
                            <a:lnTo>
                              <a:pt x="821" y="77"/>
                            </a:lnTo>
                            <a:lnTo>
                              <a:pt x="818" y="77"/>
                            </a:lnTo>
                            <a:lnTo>
                              <a:pt x="816" y="78"/>
                            </a:lnTo>
                            <a:lnTo>
                              <a:pt x="813" y="78"/>
                            </a:lnTo>
                            <a:lnTo>
                              <a:pt x="811" y="78"/>
                            </a:lnTo>
                            <a:lnTo>
                              <a:pt x="809" y="79"/>
                            </a:lnTo>
                            <a:lnTo>
                              <a:pt x="806" y="79"/>
                            </a:lnTo>
                            <a:lnTo>
                              <a:pt x="804" y="79"/>
                            </a:lnTo>
                            <a:lnTo>
                              <a:pt x="801" y="79"/>
                            </a:lnTo>
                            <a:lnTo>
                              <a:pt x="799" y="80"/>
                            </a:lnTo>
                            <a:lnTo>
                              <a:pt x="797" y="80"/>
                            </a:lnTo>
                            <a:lnTo>
                              <a:pt x="794" y="80"/>
                            </a:lnTo>
                            <a:lnTo>
                              <a:pt x="792" y="80"/>
                            </a:lnTo>
                            <a:lnTo>
                              <a:pt x="789" y="81"/>
                            </a:lnTo>
                            <a:lnTo>
                              <a:pt x="787" y="81"/>
                            </a:lnTo>
                            <a:lnTo>
                              <a:pt x="784" y="82"/>
                            </a:lnTo>
                            <a:lnTo>
                              <a:pt x="782" y="82"/>
                            </a:lnTo>
                            <a:lnTo>
                              <a:pt x="780" y="82"/>
                            </a:lnTo>
                            <a:lnTo>
                              <a:pt x="777" y="82"/>
                            </a:lnTo>
                            <a:lnTo>
                              <a:pt x="775" y="83"/>
                            </a:lnTo>
                            <a:lnTo>
                              <a:pt x="772" y="83"/>
                            </a:lnTo>
                            <a:lnTo>
                              <a:pt x="770" y="84"/>
                            </a:lnTo>
                            <a:lnTo>
                              <a:pt x="768" y="84"/>
                            </a:lnTo>
                            <a:lnTo>
                              <a:pt x="765" y="84"/>
                            </a:lnTo>
                            <a:lnTo>
                              <a:pt x="763" y="84"/>
                            </a:lnTo>
                            <a:lnTo>
                              <a:pt x="760" y="85"/>
                            </a:lnTo>
                            <a:lnTo>
                              <a:pt x="758" y="85"/>
                            </a:lnTo>
                            <a:lnTo>
                              <a:pt x="756" y="85"/>
                            </a:lnTo>
                            <a:lnTo>
                              <a:pt x="753" y="85"/>
                            </a:lnTo>
                            <a:lnTo>
                              <a:pt x="751" y="86"/>
                            </a:lnTo>
                            <a:lnTo>
                              <a:pt x="748" y="86"/>
                            </a:lnTo>
                            <a:lnTo>
                              <a:pt x="746" y="87"/>
                            </a:lnTo>
                            <a:lnTo>
                              <a:pt x="743" y="87"/>
                            </a:lnTo>
                            <a:lnTo>
                              <a:pt x="741" y="87"/>
                            </a:lnTo>
                            <a:lnTo>
                              <a:pt x="739" y="87"/>
                            </a:lnTo>
                            <a:lnTo>
                              <a:pt x="736" y="88"/>
                            </a:lnTo>
                            <a:lnTo>
                              <a:pt x="734" y="88"/>
                            </a:lnTo>
                            <a:lnTo>
                              <a:pt x="731" y="88"/>
                            </a:lnTo>
                            <a:lnTo>
                              <a:pt x="729" y="88"/>
                            </a:lnTo>
                            <a:lnTo>
                              <a:pt x="727" y="89"/>
                            </a:lnTo>
                            <a:lnTo>
                              <a:pt x="724" y="89"/>
                            </a:lnTo>
                            <a:lnTo>
                              <a:pt x="722" y="90"/>
                            </a:lnTo>
                            <a:lnTo>
                              <a:pt x="719" y="90"/>
                            </a:lnTo>
                            <a:lnTo>
                              <a:pt x="717" y="90"/>
                            </a:lnTo>
                            <a:lnTo>
                              <a:pt x="715" y="90"/>
                            </a:lnTo>
                            <a:lnTo>
                              <a:pt x="712" y="91"/>
                            </a:lnTo>
                            <a:lnTo>
                              <a:pt x="710" y="91"/>
                            </a:lnTo>
                            <a:lnTo>
                              <a:pt x="707" y="91"/>
                            </a:lnTo>
                            <a:lnTo>
                              <a:pt x="705" y="92"/>
                            </a:lnTo>
                            <a:lnTo>
                              <a:pt x="703" y="92"/>
                            </a:lnTo>
                            <a:lnTo>
                              <a:pt x="700" y="92"/>
                            </a:lnTo>
                            <a:lnTo>
                              <a:pt x="698" y="93"/>
                            </a:lnTo>
                            <a:lnTo>
                              <a:pt x="695" y="93"/>
                            </a:lnTo>
                            <a:lnTo>
                              <a:pt x="693" y="93"/>
                            </a:lnTo>
                            <a:lnTo>
                              <a:pt x="690" y="94"/>
                            </a:lnTo>
                            <a:lnTo>
                              <a:pt x="688" y="94"/>
                            </a:lnTo>
                            <a:lnTo>
                              <a:pt x="686" y="94"/>
                            </a:lnTo>
                            <a:lnTo>
                              <a:pt x="683" y="94"/>
                            </a:lnTo>
                            <a:lnTo>
                              <a:pt x="681" y="95"/>
                            </a:lnTo>
                            <a:lnTo>
                              <a:pt x="678" y="95"/>
                            </a:lnTo>
                            <a:lnTo>
                              <a:pt x="676" y="96"/>
                            </a:lnTo>
                            <a:lnTo>
                              <a:pt x="674" y="96"/>
                            </a:lnTo>
                            <a:lnTo>
                              <a:pt x="671" y="96"/>
                            </a:lnTo>
                            <a:lnTo>
                              <a:pt x="669" y="96"/>
                            </a:lnTo>
                            <a:lnTo>
                              <a:pt x="666" y="97"/>
                            </a:lnTo>
                            <a:lnTo>
                              <a:pt x="664" y="97"/>
                            </a:lnTo>
                            <a:lnTo>
                              <a:pt x="662" y="97"/>
                            </a:lnTo>
                            <a:lnTo>
                              <a:pt x="659" y="97"/>
                            </a:lnTo>
                            <a:lnTo>
                              <a:pt x="657" y="98"/>
                            </a:lnTo>
                            <a:lnTo>
                              <a:pt x="654" y="98"/>
                            </a:lnTo>
                            <a:lnTo>
                              <a:pt x="652" y="99"/>
                            </a:lnTo>
                            <a:lnTo>
                              <a:pt x="649" y="99"/>
                            </a:lnTo>
                            <a:lnTo>
                              <a:pt x="647" y="99"/>
                            </a:lnTo>
                            <a:lnTo>
                              <a:pt x="645" y="99"/>
                            </a:lnTo>
                            <a:lnTo>
                              <a:pt x="642" y="100"/>
                            </a:lnTo>
                            <a:lnTo>
                              <a:pt x="640" y="100"/>
                            </a:lnTo>
                            <a:lnTo>
                              <a:pt x="637" y="100"/>
                            </a:lnTo>
                            <a:lnTo>
                              <a:pt x="635" y="100"/>
                            </a:lnTo>
                            <a:lnTo>
                              <a:pt x="633" y="101"/>
                            </a:lnTo>
                            <a:lnTo>
                              <a:pt x="630" y="101"/>
                            </a:lnTo>
                            <a:lnTo>
                              <a:pt x="628" y="102"/>
                            </a:lnTo>
                            <a:lnTo>
                              <a:pt x="625" y="102"/>
                            </a:lnTo>
                            <a:lnTo>
                              <a:pt x="623" y="102"/>
                            </a:lnTo>
                            <a:lnTo>
                              <a:pt x="621" y="102"/>
                            </a:lnTo>
                            <a:lnTo>
                              <a:pt x="618" y="103"/>
                            </a:lnTo>
                            <a:lnTo>
                              <a:pt x="616" y="103"/>
                            </a:lnTo>
                            <a:lnTo>
                              <a:pt x="613" y="104"/>
                            </a:lnTo>
                            <a:lnTo>
                              <a:pt x="611" y="104"/>
                            </a:lnTo>
                            <a:lnTo>
                              <a:pt x="609" y="104"/>
                            </a:lnTo>
                            <a:lnTo>
                              <a:pt x="606" y="104"/>
                            </a:lnTo>
                            <a:lnTo>
                              <a:pt x="604" y="105"/>
                            </a:lnTo>
                            <a:lnTo>
                              <a:pt x="601" y="105"/>
                            </a:lnTo>
                            <a:lnTo>
                              <a:pt x="599" y="105"/>
                            </a:lnTo>
                            <a:lnTo>
                              <a:pt x="597" y="106"/>
                            </a:lnTo>
                            <a:lnTo>
                              <a:pt x="594" y="106"/>
                            </a:lnTo>
                            <a:lnTo>
                              <a:pt x="592" y="106"/>
                            </a:lnTo>
                            <a:lnTo>
                              <a:pt x="590" y="107"/>
                            </a:lnTo>
                            <a:lnTo>
                              <a:pt x="587" y="107"/>
                            </a:lnTo>
                            <a:lnTo>
                              <a:pt x="585" y="107"/>
                            </a:lnTo>
                            <a:lnTo>
                              <a:pt x="582" y="108"/>
                            </a:lnTo>
                            <a:lnTo>
                              <a:pt x="580" y="108"/>
                            </a:lnTo>
                            <a:lnTo>
                              <a:pt x="578" y="108"/>
                            </a:lnTo>
                            <a:lnTo>
                              <a:pt x="575" y="108"/>
                            </a:lnTo>
                            <a:lnTo>
                              <a:pt x="573" y="109"/>
                            </a:lnTo>
                            <a:lnTo>
                              <a:pt x="570" y="109"/>
                            </a:lnTo>
                            <a:lnTo>
                              <a:pt x="568" y="110"/>
                            </a:lnTo>
                            <a:lnTo>
                              <a:pt x="566" y="110"/>
                            </a:lnTo>
                            <a:lnTo>
                              <a:pt x="563" y="110"/>
                            </a:lnTo>
                            <a:lnTo>
                              <a:pt x="561" y="110"/>
                            </a:lnTo>
                            <a:lnTo>
                              <a:pt x="558" y="111"/>
                            </a:lnTo>
                            <a:lnTo>
                              <a:pt x="556" y="111"/>
                            </a:lnTo>
                            <a:lnTo>
                              <a:pt x="554" y="111"/>
                            </a:lnTo>
                            <a:lnTo>
                              <a:pt x="551" y="112"/>
                            </a:lnTo>
                            <a:lnTo>
                              <a:pt x="549" y="112"/>
                            </a:lnTo>
                            <a:lnTo>
                              <a:pt x="546" y="113"/>
                            </a:lnTo>
                            <a:lnTo>
                              <a:pt x="544" y="113"/>
                            </a:lnTo>
                            <a:lnTo>
                              <a:pt x="542" y="113"/>
                            </a:lnTo>
                            <a:lnTo>
                              <a:pt x="539" y="113"/>
                            </a:lnTo>
                            <a:lnTo>
                              <a:pt x="537" y="114"/>
                            </a:lnTo>
                            <a:lnTo>
                              <a:pt x="534" y="114"/>
                            </a:lnTo>
                            <a:lnTo>
                              <a:pt x="532" y="114"/>
                            </a:lnTo>
                            <a:lnTo>
                              <a:pt x="530" y="115"/>
                            </a:lnTo>
                            <a:lnTo>
                              <a:pt x="527" y="115"/>
                            </a:lnTo>
                            <a:lnTo>
                              <a:pt x="525" y="115"/>
                            </a:lnTo>
                            <a:lnTo>
                              <a:pt x="522" y="116"/>
                            </a:lnTo>
                            <a:lnTo>
                              <a:pt x="520" y="116"/>
                            </a:lnTo>
                            <a:lnTo>
                              <a:pt x="517" y="116"/>
                            </a:lnTo>
                            <a:lnTo>
                              <a:pt x="515" y="116"/>
                            </a:lnTo>
                            <a:lnTo>
                              <a:pt x="513" y="117"/>
                            </a:lnTo>
                            <a:lnTo>
                              <a:pt x="510" y="117"/>
                            </a:lnTo>
                            <a:lnTo>
                              <a:pt x="508" y="117"/>
                            </a:lnTo>
                            <a:lnTo>
                              <a:pt x="505" y="118"/>
                            </a:lnTo>
                            <a:lnTo>
                              <a:pt x="503" y="118"/>
                            </a:lnTo>
                            <a:lnTo>
                              <a:pt x="501" y="118"/>
                            </a:lnTo>
                            <a:lnTo>
                              <a:pt x="498" y="119"/>
                            </a:lnTo>
                            <a:lnTo>
                              <a:pt x="496" y="119"/>
                            </a:lnTo>
                            <a:lnTo>
                              <a:pt x="493" y="119"/>
                            </a:lnTo>
                            <a:lnTo>
                              <a:pt x="491" y="119"/>
                            </a:lnTo>
                            <a:lnTo>
                              <a:pt x="489" y="120"/>
                            </a:lnTo>
                            <a:lnTo>
                              <a:pt x="486" y="120"/>
                            </a:lnTo>
                            <a:lnTo>
                              <a:pt x="484" y="120"/>
                            </a:lnTo>
                            <a:lnTo>
                              <a:pt x="481" y="120"/>
                            </a:lnTo>
                            <a:lnTo>
                              <a:pt x="479" y="121"/>
                            </a:lnTo>
                            <a:lnTo>
                              <a:pt x="476" y="121"/>
                            </a:lnTo>
                            <a:lnTo>
                              <a:pt x="474" y="121"/>
                            </a:lnTo>
                            <a:lnTo>
                              <a:pt x="472" y="122"/>
                            </a:lnTo>
                            <a:lnTo>
                              <a:pt x="469" y="122"/>
                            </a:lnTo>
                            <a:lnTo>
                              <a:pt x="467" y="122"/>
                            </a:lnTo>
                            <a:lnTo>
                              <a:pt x="464" y="122"/>
                            </a:lnTo>
                            <a:lnTo>
                              <a:pt x="462" y="122"/>
                            </a:lnTo>
                            <a:lnTo>
                              <a:pt x="460" y="123"/>
                            </a:lnTo>
                            <a:lnTo>
                              <a:pt x="457" y="123"/>
                            </a:lnTo>
                            <a:lnTo>
                              <a:pt x="455" y="123"/>
                            </a:lnTo>
                            <a:lnTo>
                              <a:pt x="452" y="123"/>
                            </a:lnTo>
                            <a:lnTo>
                              <a:pt x="450" y="123"/>
                            </a:lnTo>
                            <a:lnTo>
                              <a:pt x="448" y="124"/>
                            </a:lnTo>
                            <a:lnTo>
                              <a:pt x="445" y="124"/>
                            </a:lnTo>
                            <a:lnTo>
                              <a:pt x="443" y="124"/>
                            </a:lnTo>
                            <a:lnTo>
                              <a:pt x="440" y="125"/>
                            </a:lnTo>
                            <a:lnTo>
                              <a:pt x="438" y="125"/>
                            </a:lnTo>
                            <a:lnTo>
                              <a:pt x="436" y="125"/>
                            </a:lnTo>
                            <a:lnTo>
                              <a:pt x="433" y="125"/>
                            </a:lnTo>
                            <a:lnTo>
                              <a:pt x="431" y="125"/>
                            </a:lnTo>
                            <a:lnTo>
                              <a:pt x="428" y="125"/>
                            </a:lnTo>
                            <a:lnTo>
                              <a:pt x="426" y="125"/>
                            </a:lnTo>
                            <a:lnTo>
                              <a:pt x="423" y="125"/>
                            </a:lnTo>
                            <a:lnTo>
                              <a:pt x="421" y="126"/>
                            </a:lnTo>
                            <a:lnTo>
                              <a:pt x="419" y="126"/>
                            </a:lnTo>
                            <a:lnTo>
                              <a:pt x="416" y="126"/>
                            </a:lnTo>
                            <a:lnTo>
                              <a:pt x="414" y="126"/>
                            </a:lnTo>
                            <a:lnTo>
                              <a:pt x="411" y="126"/>
                            </a:lnTo>
                            <a:lnTo>
                              <a:pt x="409" y="126"/>
                            </a:lnTo>
                            <a:lnTo>
                              <a:pt x="407" y="126"/>
                            </a:lnTo>
                            <a:lnTo>
                              <a:pt x="404" y="126"/>
                            </a:lnTo>
                            <a:lnTo>
                              <a:pt x="402" y="126"/>
                            </a:lnTo>
                            <a:lnTo>
                              <a:pt x="399" y="127"/>
                            </a:lnTo>
                            <a:lnTo>
                              <a:pt x="397" y="127"/>
                            </a:lnTo>
                            <a:lnTo>
                              <a:pt x="395" y="127"/>
                            </a:lnTo>
                            <a:lnTo>
                              <a:pt x="392" y="127"/>
                            </a:lnTo>
                            <a:lnTo>
                              <a:pt x="390" y="127"/>
                            </a:lnTo>
                            <a:lnTo>
                              <a:pt x="387" y="127"/>
                            </a:lnTo>
                            <a:lnTo>
                              <a:pt x="385" y="126"/>
                            </a:lnTo>
                            <a:lnTo>
                              <a:pt x="382" y="126"/>
                            </a:lnTo>
                            <a:lnTo>
                              <a:pt x="380" y="126"/>
                            </a:lnTo>
                            <a:lnTo>
                              <a:pt x="378" y="126"/>
                            </a:lnTo>
                            <a:lnTo>
                              <a:pt x="375" y="126"/>
                            </a:lnTo>
                            <a:lnTo>
                              <a:pt x="373" y="126"/>
                            </a:lnTo>
                            <a:lnTo>
                              <a:pt x="370" y="126"/>
                            </a:lnTo>
                            <a:lnTo>
                              <a:pt x="368" y="126"/>
                            </a:lnTo>
                            <a:lnTo>
                              <a:pt x="366" y="126"/>
                            </a:lnTo>
                            <a:lnTo>
                              <a:pt x="363" y="126"/>
                            </a:lnTo>
                            <a:lnTo>
                              <a:pt x="361" y="126"/>
                            </a:lnTo>
                            <a:lnTo>
                              <a:pt x="358" y="127"/>
                            </a:lnTo>
                            <a:lnTo>
                              <a:pt x="356" y="127"/>
                            </a:lnTo>
                            <a:lnTo>
                              <a:pt x="354" y="127"/>
                            </a:lnTo>
                            <a:lnTo>
                              <a:pt x="351" y="127"/>
                            </a:lnTo>
                            <a:lnTo>
                              <a:pt x="349" y="127"/>
                            </a:lnTo>
                            <a:lnTo>
                              <a:pt x="347" y="127"/>
                            </a:lnTo>
                            <a:lnTo>
                              <a:pt x="344" y="127"/>
                            </a:lnTo>
                            <a:lnTo>
                              <a:pt x="342" y="127"/>
                            </a:lnTo>
                            <a:lnTo>
                              <a:pt x="339" y="127"/>
                            </a:lnTo>
                            <a:lnTo>
                              <a:pt x="337" y="127"/>
                            </a:lnTo>
                            <a:lnTo>
                              <a:pt x="335" y="127"/>
                            </a:lnTo>
                            <a:lnTo>
                              <a:pt x="332" y="127"/>
                            </a:lnTo>
                            <a:lnTo>
                              <a:pt x="330" y="127"/>
                            </a:lnTo>
                            <a:lnTo>
                              <a:pt x="327" y="127"/>
                            </a:lnTo>
                            <a:lnTo>
                              <a:pt x="325" y="127"/>
                            </a:lnTo>
                            <a:lnTo>
                              <a:pt x="323" y="127"/>
                            </a:lnTo>
                            <a:lnTo>
                              <a:pt x="320" y="127"/>
                            </a:lnTo>
                            <a:lnTo>
                              <a:pt x="318" y="127"/>
                            </a:lnTo>
                            <a:lnTo>
                              <a:pt x="315" y="127"/>
                            </a:lnTo>
                            <a:lnTo>
                              <a:pt x="313" y="127"/>
                            </a:lnTo>
                            <a:lnTo>
                              <a:pt x="311" y="127"/>
                            </a:lnTo>
                            <a:lnTo>
                              <a:pt x="308" y="128"/>
                            </a:lnTo>
                            <a:lnTo>
                              <a:pt x="306" y="128"/>
                            </a:lnTo>
                            <a:lnTo>
                              <a:pt x="303" y="128"/>
                            </a:lnTo>
                            <a:lnTo>
                              <a:pt x="301" y="128"/>
                            </a:lnTo>
                            <a:lnTo>
                              <a:pt x="299" y="128"/>
                            </a:lnTo>
                            <a:lnTo>
                              <a:pt x="296" y="128"/>
                            </a:lnTo>
                            <a:lnTo>
                              <a:pt x="294" y="128"/>
                            </a:lnTo>
                            <a:lnTo>
                              <a:pt x="291" y="128"/>
                            </a:lnTo>
                            <a:lnTo>
                              <a:pt x="289" y="128"/>
                            </a:lnTo>
                            <a:lnTo>
                              <a:pt x="287" y="128"/>
                            </a:lnTo>
                            <a:lnTo>
                              <a:pt x="284" y="128"/>
                            </a:lnTo>
                            <a:lnTo>
                              <a:pt x="282" y="128"/>
                            </a:lnTo>
                            <a:lnTo>
                              <a:pt x="279" y="128"/>
                            </a:lnTo>
                            <a:lnTo>
                              <a:pt x="277" y="128"/>
                            </a:lnTo>
                            <a:lnTo>
                              <a:pt x="275" y="128"/>
                            </a:lnTo>
                            <a:lnTo>
                              <a:pt x="272" y="128"/>
                            </a:lnTo>
                            <a:lnTo>
                              <a:pt x="270" y="128"/>
                            </a:lnTo>
                            <a:lnTo>
                              <a:pt x="267" y="128"/>
                            </a:lnTo>
                            <a:lnTo>
                              <a:pt x="265" y="128"/>
                            </a:lnTo>
                            <a:lnTo>
                              <a:pt x="263" y="129"/>
                            </a:lnTo>
                            <a:lnTo>
                              <a:pt x="260" y="129"/>
                            </a:lnTo>
                            <a:lnTo>
                              <a:pt x="258" y="129"/>
                            </a:lnTo>
                            <a:lnTo>
                              <a:pt x="255" y="129"/>
                            </a:lnTo>
                            <a:lnTo>
                              <a:pt x="253" y="129"/>
                            </a:lnTo>
                            <a:lnTo>
                              <a:pt x="250" y="129"/>
                            </a:lnTo>
                            <a:lnTo>
                              <a:pt x="248" y="128"/>
                            </a:lnTo>
                            <a:lnTo>
                              <a:pt x="246" y="128"/>
                            </a:lnTo>
                            <a:lnTo>
                              <a:pt x="243" y="128"/>
                            </a:lnTo>
                            <a:lnTo>
                              <a:pt x="241" y="128"/>
                            </a:lnTo>
                            <a:lnTo>
                              <a:pt x="238" y="128"/>
                            </a:lnTo>
                            <a:lnTo>
                              <a:pt x="236" y="128"/>
                            </a:lnTo>
                            <a:lnTo>
                              <a:pt x="234" y="128"/>
                            </a:lnTo>
                            <a:lnTo>
                              <a:pt x="231" y="128"/>
                            </a:lnTo>
                            <a:lnTo>
                              <a:pt x="229" y="128"/>
                            </a:lnTo>
                            <a:lnTo>
                              <a:pt x="226" y="128"/>
                            </a:lnTo>
                            <a:lnTo>
                              <a:pt x="224" y="128"/>
                            </a:lnTo>
                            <a:lnTo>
                              <a:pt x="222" y="128"/>
                            </a:lnTo>
                            <a:lnTo>
                              <a:pt x="219" y="128"/>
                            </a:lnTo>
                            <a:lnTo>
                              <a:pt x="217" y="128"/>
                            </a:lnTo>
                            <a:lnTo>
                              <a:pt x="214" y="128"/>
                            </a:lnTo>
                            <a:lnTo>
                              <a:pt x="212" y="128"/>
                            </a:lnTo>
                            <a:lnTo>
                              <a:pt x="209" y="128"/>
                            </a:lnTo>
                            <a:lnTo>
                              <a:pt x="207" y="128"/>
                            </a:lnTo>
                            <a:lnTo>
                              <a:pt x="205" y="128"/>
                            </a:lnTo>
                            <a:lnTo>
                              <a:pt x="202" y="128"/>
                            </a:lnTo>
                            <a:lnTo>
                              <a:pt x="200" y="128"/>
                            </a:lnTo>
                            <a:lnTo>
                              <a:pt x="197" y="128"/>
                            </a:lnTo>
                            <a:lnTo>
                              <a:pt x="195" y="128"/>
                            </a:lnTo>
                            <a:lnTo>
                              <a:pt x="193" y="128"/>
                            </a:lnTo>
                            <a:lnTo>
                              <a:pt x="190" y="128"/>
                            </a:lnTo>
                            <a:lnTo>
                              <a:pt x="188" y="128"/>
                            </a:lnTo>
                            <a:lnTo>
                              <a:pt x="185" y="128"/>
                            </a:lnTo>
                            <a:lnTo>
                              <a:pt x="183" y="128"/>
                            </a:lnTo>
                            <a:lnTo>
                              <a:pt x="181" y="128"/>
                            </a:lnTo>
                            <a:lnTo>
                              <a:pt x="178" y="128"/>
                            </a:lnTo>
                            <a:lnTo>
                              <a:pt x="176" y="128"/>
                            </a:lnTo>
                            <a:lnTo>
                              <a:pt x="173" y="128"/>
                            </a:lnTo>
                            <a:lnTo>
                              <a:pt x="171" y="128"/>
                            </a:lnTo>
                            <a:lnTo>
                              <a:pt x="169" y="128"/>
                            </a:lnTo>
                            <a:lnTo>
                              <a:pt x="166" y="128"/>
                            </a:lnTo>
                            <a:lnTo>
                              <a:pt x="164" y="128"/>
                            </a:lnTo>
                            <a:lnTo>
                              <a:pt x="161" y="128"/>
                            </a:lnTo>
                            <a:lnTo>
                              <a:pt x="159" y="128"/>
                            </a:lnTo>
                            <a:lnTo>
                              <a:pt x="156" y="128"/>
                            </a:lnTo>
                            <a:lnTo>
                              <a:pt x="154" y="128"/>
                            </a:lnTo>
                            <a:lnTo>
                              <a:pt x="152" y="128"/>
                            </a:lnTo>
                            <a:lnTo>
                              <a:pt x="149" y="128"/>
                            </a:lnTo>
                            <a:lnTo>
                              <a:pt x="147" y="128"/>
                            </a:lnTo>
                            <a:lnTo>
                              <a:pt x="144" y="128"/>
                            </a:lnTo>
                            <a:lnTo>
                              <a:pt x="142" y="128"/>
                            </a:lnTo>
                            <a:lnTo>
                              <a:pt x="140" y="128"/>
                            </a:lnTo>
                            <a:lnTo>
                              <a:pt x="137" y="128"/>
                            </a:lnTo>
                            <a:lnTo>
                              <a:pt x="135" y="128"/>
                            </a:lnTo>
                            <a:lnTo>
                              <a:pt x="132" y="128"/>
                            </a:lnTo>
                            <a:lnTo>
                              <a:pt x="130" y="128"/>
                            </a:lnTo>
                            <a:lnTo>
                              <a:pt x="128" y="128"/>
                            </a:lnTo>
                            <a:lnTo>
                              <a:pt x="125" y="128"/>
                            </a:lnTo>
                            <a:lnTo>
                              <a:pt x="123" y="128"/>
                            </a:lnTo>
                            <a:lnTo>
                              <a:pt x="120" y="128"/>
                            </a:lnTo>
                            <a:lnTo>
                              <a:pt x="118" y="128"/>
                            </a:lnTo>
                            <a:lnTo>
                              <a:pt x="115" y="128"/>
                            </a:lnTo>
                            <a:lnTo>
                              <a:pt x="113" y="128"/>
                            </a:lnTo>
                            <a:lnTo>
                              <a:pt x="111" y="128"/>
                            </a:lnTo>
                            <a:lnTo>
                              <a:pt x="108" y="128"/>
                            </a:lnTo>
                            <a:lnTo>
                              <a:pt x="106" y="128"/>
                            </a:lnTo>
                            <a:lnTo>
                              <a:pt x="104" y="128"/>
                            </a:lnTo>
                            <a:lnTo>
                              <a:pt x="101" y="128"/>
                            </a:lnTo>
                            <a:lnTo>
                              <a:pt x="99" y="128"/>
                            </a:lnTo>
                            <a:lnTo>
                              <a:pt x="96" y="128"/>
                            </a:lnTo>
                            <a:lnTo>
                              <a:pt x="94" y="128"/>
                            </a:lnTo>
                            <a:lnTo>
                              <a:pt x="92" y="128"/>
                            </a:lnTo>
                            <a:lnTo>
                              <a:pt x="89" y="127"/>
                            </a:lnTo>
                            <a:lnTo>
                              <a:pt x="87" y="127"/>
                            </a:lnTo>
                            <a:lnTo>
                              <a:pt x="84" y="127"/>
                            </a:lnTo>
                            <a:lnTo>
                              <a:pt x="82" y="127"/>
                            </a:lnTo>
                            <a:lnTo>
                              <a:pt x="80" y="127"/>
                            </a:lnTo>
                            <a:lnTo>
                              <a:pt x="77" y="127"/>
                            </a:lnTo>
                            <a:lnTo>
                              <a:pt x="75" y="127"/>
                            </a:lnTo>
                            <a:lnTo>
                              <a:pt x="72" y="127"/>
                            </a:lnTo>
                            <a:lnTo>
                              <a:pt x="70" y="127"/>
                            </a:lnTo>
                            <a:lnTo>
                              <a:pt x="68" y="127"/>
                            </a:lnTo>
                            <a:lnTo>
                              <a:pt x="65" y="127"/>
                            </a:lnTo>
                            <a:lnTo>
                              <a:pt x="63" y="127"/>
                            </a:lnTo>
                            <a:lnTo>
                              <a:pt x="60" y="127"/>
                            </a:lnTo>
                            <a:lnTo>
                              <a:pt x="58" y="127"/>
                            </a:lnTo>
                            <a:lnTo>
                              <a:pt x="56" y="126"/>
                            </a:lnTo>
                            <a:lnTo>
                              <a:pt x="53" y="126"/>
                            </a:lnTo>
                            <a:lnTo>
                              <a:pt x="51" y="126"/>
                            </a:lnTo>
                            <a:lnTo>
                              <a:pt x="48" y="126"/>
                            </a:lnTo>
                            <a:lnTo>
                              <a:pt x="46" y="126"/>
                            </a:lnTo>
                            <a:lnTo>
                              <a:pt x="44" y="126"/>
                            </a:lnTo>
                            <a:lnTo>
                              <a:pt x="41" y="126"/>
                            </a:lnTo>
                            <a:lnTo>
                              <a:pt x="39" y="125"/>
                            </a:lnTo>
                            <a:lnTo>
                              <a:pt x="36" y="125"/>
                            </a:lnTo>
                            <a:lnTo>
                              <a:pt x="34" y="125"/>
                            </a:lnTo>
                            <a:lnTo>
                              <a:pt x="32" y="125"/>
                            </a:lnTo>
                            <a:lnTo>
                              <a:pt x="29" y="125"/>
                            </a:lnTo>
                            <a:lnTo>
                              <a:pt x="27" y="125"/>
                            </a:lnTo>
                            <a:lnTo>
                              <a:pt x="24" y="125"/>
                            </a:lnTo>
                            <a:lnTo>
                              <a:pt x="22" y="125"/>
                            </a:lnTo>
                            <a:lnTo>
                              <a:pt x="20" y="125"/>
                            </a:lnTo>
                            <a:lnTo>
                              <a:pt x="17" y="125"/>
                            </a:lnTo>
                            <a:lnTo>
                              <a:pt x="15" y="125"/>
                            </a:lnTo>
                            <a:lnTo>
                              <a:pt x="12" y="125"/>
                            </a:lnTo>
                            <a:lnTo>
                              <a:pt x="10" y="124"/>
                            </a:lnTo>
                            <a:lnTo>
                              <a:pt x="8" y="124"/>
                            </a:lnTo>
                            <a:lnTo>
                              <a:pt x="5" y="124"/>
                            </a:lnTo>
                            <a:lnTo>
                              <a:pt x="3" y="124"/>
                            </a:lnTo>
                            <a:lnTo>
                              <a:pt x="0" y="124"/>
                            </a:lnTo>
                            <a:lnTo>
                              <a:pt x="0" y="133"/>
                            </a:lnTo>
                            <a:lnTo>
                              <a:pt x="3" y="133"/>
                            </a:lnTo>
                            <a:lnTo>
                              <a:pt x="5" y="133"/>
                            </a:lnTo>
                            <a:lnTo>
                              <a:pt x="8" y="133"/>
                            </a:lnTo>
                            <a:lnTo>
                              <a:pt x="10" y="133"/>
                            </a:lnTo>
                            <a:lnTo>
                              <a:pt x="12" y="133"/>
                            </a:lnTo>
                            <a:lnTo>
                              <a:pt x="15" y="133"/>
                            </a:lnTo>
                            <a:lnTo>
                              <a:pt x="17" y="133"/>
                            </a:lnTo>
                            <a:lnTo>
                              <a:pt x="20" y="133"/>
                            </a:lnTo>
                            <a:lnTo>
                              <a:pt x="22" y="133"/>
                            </a:lnTo>
                            <a:lnTo>
                              <a:pt x="24" y="133"/>
                            </a:lnTo>
                            <a:lnTo>
                              <a:pt x="27" y="133"/>
                            </a:lnTo>
                            <a:lnTo>
                              <a:pt x="29" y="133"/>
                            </a:lnTo>
                            <a:lnTo>
                              <a:pt x="32" y="133"/>
                            </a:lnTo>
                            <a:close/>
                          </a:path>
                        </a:pathLst>
                      </a:custGeom>
                      <a:solidFill>
                        <a:srgbClr val="0000FF">
                          <a:alpha val="2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dirty="0"/>
                      </a:p>
                    </p:txBody>
                  </p:sp>
                  <p:sp>
                    <p:nvSpPr>
                      <p:cNvPr id="315" name="Freeform 26">
                        <a:extLst>
                          <a:ext uri="{FF2B5EF4-FFF2-40B4-BE49-F238E27FC236}">
                            <a16:creationId xmlns:a16="http://schemas.microsoft.com/office/drawing/2014/main" id="{EE326291-98E5-4DFF-ACF1-B613807C1DC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7425917" y="3635109"/>
                        <a:ext cx="3438525" cy="196850"/>
                      </a:xfrm>
                      <a:custGeom>
                        <a:avLst/>
                        <a:gdLst>
                          <a:gd name="T0" fmla="*/ 34 w 2166"/>
                          <a:gd name="T1" fmla="*/ 120 h 124"/>
                          <a:gd name="T2" fmla="*/ 70 w 2166"/>
                          <a:gd name="T3" fmla="*/ 121 h 124"/>
                          <a:gd name="T4" fmla="*/ 106 w 2166"/>
                          <a:gd name="T5" fmla="*/ 121 h 124"/>
                          <a:gd name="T6" fmla="*/ 142 w 2166"/>
                          <a:gd name="T7" fmla="*/ 122 h 124"/>
                          <a:gd name="T8" fmla="*/ 178 w 2166"/>
                          <a:gd name="T9" fmla="*/ 122 h 124"/>
                          <a:gd name="T10" fmla="*/ 214 w 2166"/>
                          <a:gd name="T11" fmla="*/ 123 h 124"/>
                          <a:gd name="T12" fmla="*/ 250 w 2166"/>
                          <a:gd name="T13" fmla="*/ 123 h 124"/>
                          <a:gd name="T14" fmla="*/ 287 w 2166"/>
                          <a:gd name="T15" fmla="*/ 123 h 124"/>
                          <a:gd name="T16" fmla="*/ 323 w 2166"/>
                          <a:gd name="T17" fmla="*/ 123 h 124"/>
                          <a:gd name="T18" fmla="*/ 358 w 2166"/>
                          <a:gd name="T19" fmla="*/ 122 h 124"/>
                          <a:gd name="T20" fmla="*/ 395 w 2166"/>
                          <a:gd name="T21" fmla="*/ 123 h 124"/>
                          <a:gd name="T22" fmla="*/ 431 w 2166"/>
                          <a:gd name="T23" fmla="*/ 122 h 124"/>
                          <a:gd name="T24" fmla="*/ 467 w 2166"/>
                          <a:gd name="T25" fmla="*/ 120 h 124"/>
                          <a:gd name="T26" fmla="*/ 503 w 2166"/>
                          <a:gd name="T27" fmla="*/ 117 h 124"/>
                          <a:gd name="T28" fmla="*/ 539 w 2166"/>
                          <a:gd name="T29" fmla="*/ 113 h 124"/>
                          <a:gd name="T30" fmla="*/ 575 w 2166"/>
                          <a:gd name="T31" fmla="*/ 109 h 124"/>
                          <a:gd name="T32" fmla="*/ 611 w 2166"/>
                          <a:gd name="T33" fmla="*/ 105 h 124"/>
                          <a:gd name="T34" fmla="*/ 647 w 2166"/>
                          <a:gd name="T35" fmla="*/ 100 h 124"/>
                          <a:gd name="T36" fmla="*/ 683 w 2166"/>
                          <a:gd name="T37" fmla="*/ 96 h 124"/>
                          <a:gd name="T38" fmla="*/ 719 w 2166"/>
                          <a:gd name="T39" fmla="*/ 92 h 124"/>
                          <a:gd name="T40" fmla="*/ 756 w 2166"/>
                          <a:gd name="T41" fmla="*/ 88 h 124"/>
                          <a:gd name="T42" fmla="*/ 792 w 2166"/>
                          <a:gd name="T43" fmla="*/ 84 h 124"/>
                          <a:gd name="T44" fmla="*/ 828 w 2166"/>
                          <a:gd name="T45" fmla="*/ 80 h 124"/>
                          <a:gd name="T46" fmla="*/ 864 w 2166"/>
                          <a:gd name="T47" fmla="*/ 76 h 124"/>
                          <a:gd name="T48" fmla="*/ 900 w 2166"/>
                          <a:gd name="T49" fmla="*/ 72 h 124"/>
                          <a:gd name="T50" fmla="*/ 936 w 2166"/>
                          <a:gd name="T51" fmla="*/ 69 h 124"/>
                          <a:gd name="T52" fmla="*/ 972 w 2166"/>
                          <a:gd name="T53" fmla="*/ 65 h 124"/>
                          <a:gd name="T54" fmla="*/ 1008 w 2166"/>
                          <a:gd name="T55" fmla="*/ 62 h 124"/>
                          <a:gd name="T56" fmla="*/ 1044 w 2166"/>
                          <a:gd name="T57" fmla="*/ 59 h 124"/>
                          <a:gd name="T58" fmla="*/ 1080 w 2166"/>
                          <a:gd name="T59" fmla="*/ 55 h 124"/>
                          <a:gd name="T60" fmla="*/ 1116 w 2166"/>
                          <a:gd name="T61" fmla="*/ 52 h 124"/>
                          <a:gd name="T62" fmla="*/ 1152 w 2166"/>
                          <a:gd name="T63" fmla="*/ 48 h 124"/>
                          <a:gd name="T64" fmla="*/ 1188 w 2166"/>
                          <a:gd name="T65" fmla="*/ 45 h 124"/>
                          <a:gd name="T66" fmla="*/ 1224 w 2166"/>
                          <a:gd name="T67" fmla="*/ 41 h 124"/>
                          <a:gd name="T68" fmla="*/ 1261 w 2166"/>
                          <a:gd name="T69" fmla="*/ 38 h 124"/>
                          <a:gd name="T70" fmla="*/ 1297 w 2166"/>
                          <a:gd name="T71" fmla="*/ 34 h 124"/>
                          <a:gd name="T72" fmla="*/ 1333 w 2166"/>
                          <a:gd name="T73" fmla="*/ 30 h 124"/>
                          <a:gd name="T74" fmla="*/ 1369 w 2166"/>
                          <a:gd name="T75" fmla="*/ 27 h 124"/>
                          <a:gd name="T76" fmla="*/ 1405 w 2166"/>
                          <a:gd name="T77" fmla="*/ 23 h 124"/>
                          <a:gd name="T78" fmla="*/ 1441 w 2166"/>
                          <a:gd name="T79" fmla="*/ 19 h 124"/>
                          <a:gd name="T80" fmla="*/ 1477 w 2166"/>
                          <a:gd name="T81" fmla="*/ 16 h 124"/>
                          <a:gd name="T82" fmla="*/ 1513 w 2166"/>
                          <a:gd name="T83" fmla="*/ 12 h 124"/>
                          <a:gd name="T84" fmla="*/ 1549 w 2166"/>
                          <a:gd name="T85" fmla="*/ 9 h 124"/>
                          <a:gd name="T86" fmla="*/ 1585 w 2166"/>
                          <a:gd name="T87" fmla="*/ 4 h 124"/>
                          <a:gd name="T88" fmla="*/ 1621 w 2166"/>
                          <a:gd name="T89" fmla="*/ 1 h 124"/>
                          <a:gd name="T90" fmla="*/ 1657 w 2166"/>
                          <a:gd name="T91" fmla="*/ 8 h 124"/>
                          <a:gd name="T92" fmla="*/ 1693 w 2166"/>
                          <a:gd name="T93" fmla="*/ 18 h 124"/>
                          <a:gd name="T94" fmla="*/ 1730 w 2166"/>
                          <a:gd name="T95" fmla="*/ 29 h 124"/>
                          <a:gd name="T96" fmla="*/ 1766 w 2166"/>
                          <a:gd name="T97" fmla="*/ 39 h 124"/>
                          <a:gd name="T98" fmla="*/ 1802 w 2166"/>
                          <a:gd name="T99" fmla="*/ 48 h 124"/>
                          <a:gd name="T100" fmla="*/ 1838 w 2166"/>
                          <a:gd name="T101" fmla="*/ 56 h 124"/>
                          <a:gd name="T102" fmla="*/ 1874 w 2166"/>
                          <a:gd name="T103" fmla="*/ 62 h 124"/>
                          <a:gd name="T104" fmla="*/ 1910 w 2166"/>
                          <a:gd name="T105" fmla="*/ 68 h 124"/>
                          <a:gd name="T106" fmla="*/ 1946 w 2166"/>
                          <a:gd name="T107" fmla="*/ 74 h 124"/>
                          <a:gd name="T108" fmla="*/ 1982 w 2166"/>
                          <a:gd name="T109" fmla="*/ 79 h 124"/>
                          <a:gd name="T110" fmla="*/ 2018 w 2166"/>
                          <a:gd name="T111" fmla="*/ 82 h 124"/>
                          <a:gd name="T112" fmla="*/ 2054 w 2166"/>
                          <a:gd name="T113" fmla="*/ 86 h 124"/>
                          <a:gd name="T114" fmla="*/ 2091 w 2166"/>
                          <a:gd name="T115" fmla="*/ 90 h 124"/>
                          <a:gd name="T116" fmla="*/ 2127 w 2166"/>
                          <a:gd name="T117" fmla="*/ 93 h 124"/>
                          <a:gd name="T118" fmla="*/ 2163 w 2166"/>
                          <a:gd name="T119" fmla="*/ 95 h 1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</a:cxnLst>
                        <a:rect l="0" t="0" r="r" b="b"/>
                        <a:pathLst>
                          <a:path w="2166" h="124">
                            <a:moveTo>
                              <a:pt x="0" y="119"/>
                            </a:moveTo>
                            <a:lnTo>
                              <a:pt x="3" y="119"/>
                            </a:lnTo>
                            <a:lnTo>
                              <a:pt x="5" y="120"/>
                            </a:lnTo>
                            <a:lnTo>
                              <a:pt x="8" y="120"/>
                            </a:lnTo>
                            <a:lnTo>
                              <a:pt x="10" y="120"/>
                            </a:lnTo>
                            <a:lnTo>
                              <a:pt x="12" y="120"/>
                            </a:lnTo>
                            <a:lnTo>
                              <a:pt x="15" y="120"/>
                            </a:lnTo>
                            <a:lnTo>
                              <a:pt x="17" y="120"/>
                            </a:lnTo>
                            <a:lnTo>
                              <a:pt x="20" y="120"/>
                            </a:lnTo>
                            <a:lnTo>
                              <a:pt x="22" y="120"/>
                            </a:lnTo>
                            <a:lnTo>
                              <a:pt x="24" y="120"/>
                            </a:lnTo>
                            <a:lnTo>
                              <a:pt x="27" y="120"/>
                            </a:lnTo>
                            <a:lnTo>
                              <a:pt x="29" y="120"/>
                            </a:lnTo>
                            <a:lnTo>
                              <a:pt x="32" y="120"/>
                            </a:lnTo>
                            <a:lnTo>
                              <a:pt x="34" y="120"/>
                            </a:lnTo>
                            <a:lnTo>
                              <a:pt x="36" y="120"/>
                            </a:lnTo>
                            <a:lnTo>
                              <a:pt x="39" y="120"/>
                            </a:lnTo>
                            <a:lnTo>
                              <a:pt x="41" y="121"/>
                            </a:lnTo>
                            <a:lnTo>
                              <a:pt x="44" y="121"/>
                            </a:lnTo>
                            <a:lnTo>
                              <a:pt x="46" y="121"/>
                            </a:lnTo>
                            <a:lnTo>
                              <a:pt x="48" y="121"/>
                            </a:lnTo>
                            <a:lnTo>
                              <a:pt x="51" y="121"/>
                            </a:lnTo>
                            <a:lnTo>
                              <a:pt x="53" y="121"/>
                            </a:lnTo>
                            <a:lnTo>
                              <a:pt x="56" y="121"/>
                            </a:lnTo>
                            <a:lnTo>
                              <a:pt x="58" y="121"/>
                            </a:lnTo>
                            <a:lnTo>
                              <a:pt x="60" y="121"/>
                            </a:lnTo>
                            <a:lnTo>
                              <a:pt x="63" y="121"/>
                            </a:lnTo>
                            <a:lnTo>
                              <a:pt x="65" y="121"/>
                            </a:lnTo>
                            <a:lnTo>
                              <a:pt x="68" y="121"/>
                            </a:lnTo>
                            <a:lnTo>
                              <a:pt x="70" y="121"/>
                            </a:lnTo>
                            <a:lnTo>
                              <a:pt x="72" y="121"/>
                            </a:lnTo>
                            <a:lnTo>
                              <a:pt x="75" y="121"/>
                            </a:lnTo>
                            <a:lnTo>
                              <a:pt x="77" y="121"/>
                            </a:lnTo>
                            <a:lnTo>
                              <a:pt x="80" y="121"/>
                            </a:lnTo>
                            <a:lnTo>
                              <a:pt x="82" y="121"/>
                            </a:lnTo>
                            <a:lnTo>
                              <a:pt x="84" y="121"/>
                            </a:lnTo>
                            <a:lnTo>
                              <a:pt x="87" y="121"/>
                            </a:lnTo>
                            <a:lnTo>
                              <a:pt x="89" y="121"/>
                            </a:lnTo>
                            <a:lnTo>
                              <a:pt x="92" y="121"/>
                            </a:lnTo>
                            <a:lnTo>
                              <a:pt x="94" y="121"/>
                            </a:lnTo>
                            <a:lnTo>
                              <a:pt x="96" y="121"/>
                            </a:lnTo>
                            <a:lnTo>
                              <a:pt x="99" y="121"/>
                            </a:lnTo>
                            <a:lnTo>
                              <a:pt x="101" y="121"/>
                            </a:lnTo>
                            <a:lnTo>
                              <a:pt x="104" y="121"/>
                            </a:lnTo>
                            <a:lnTo>
                              <a:pt x="106" y="121"/>
                            </a:lnTo>
                            <a:lnTo>
                              <a:pt x="108" y="121"/>
                            </a:lnTo>
                            <a:lnTo>
                              <a:pt x="111" y="122"/>
                            </a:lnTo>
                            <a:lnTo>
                              <a:pt x="113" y="122"/>
                            </a:lnTo>
                            <a:lnTo>
                              <a:pt x="115" y="122"/>
                            </a:lnTo>
                            <a:lnTo>
                              <a:pt x="118" y="122"/>
                            </a:lnTo>
                            <a:lnTo>
                              <a:pt x="120" y="122"/>
                            </a:lnTo>
                            <a:lnTo>
                              <a:pt x="123" y="122"/>
                            </a:lnTo>
                            <a:lnTo>
                              <a:pt x="125" y="122"/>
                            </a:lnTo>
                            <a:lnTo>
                              <a:pt x="128" y="122"/>
                            </a:lnTo>
                            <a:lnTo>
                              <a:pt x="130" y="122"/>
                            </a:lnTo>
                            <a:lnTo>
                              <a:pt x="132" y="122"/>
                            </a:lnTo>
                            <a:lnTo>
                              <a:pt x="135" y="122"/>
                            </a:lnTo>
                            <a:lnTo>
                              <a:pt x="137" y="122"/>
                            </a:lnTo>
                            <a:lnTo>
                              <a:pt x="140" y="122"/>
                            </a:lnTo>
                            <a:lnTo>
                              <a:pt x="142" y="122"/>
                            </a:lnTo>
                            <a:lnTo>
                              <a:pt x="144" y="122"/>
                            </a:lnTo>
                            <a:lnTo>
                              <a:pt x="147" y="122"/>
                            </a:lnTo>
                            <a:lnTo>
                              <a:pt x="149" y="122"/>
                            </a:lnTo>
                            <a:lnTo>
                              <a:pt x="152" y="122"/>
                            </a:lnTo>
                            <a:lnTo>
                              <a:pt x="154" y="122"/>
                            </a:lnTo>
                            <a:lnTo>
                              <a:pt x="156" y="122"/>
                            </a:lnTo>
                            <a:lnTo>
                              <a:pt x="159" y="122"/>
                            </a:lnTo>
                            <a:lnTo>
                              <a:pt x="161" y="122"/>
                            </a:lnTo>
                            <a:lnTo>
                              <a:pt x="164" y="122"/>
                            </a:lnTo>
                            <a:lnTo>
                              <a:pt x="166" y="122"/>
                            </a:lnTo>
                            <a:lnTo>
                              <a:pt x="169" y="122"/>
                            </a:lnTo>
                            <a:lnTo>
                              <a:pt x="171" y="122"/>
                            </a:lnTo>
                            <a:lnTo>
                              <a:pt x="173" y="122"/>
                            </a:lnTo>
                            <a:lnTo>
                              <a:pt x="176" y="122"/>
                            </a:lnTo>
                            <a:lnTo>
                              <a:pt x="178" y="122"/>
                            </a:lnTo>
                            <a:lnTo>
                              <a:pt x="181" y="122"/>
                            </a:lnTo>
                            <a:lnTo>
                              <a:pt x="183" y="122"/>
                            </a:lnTo>
                            <a:lnTo>
                              <a:pt x="185" y="122"/>
                            </a:lnTo>
                            <a:lnTo>
                              <a:pt x="188" y="122"/>
                            </a:lnTo>
                            <a:lnTo>
                              <a:pt x="190" y="122"/>
                            </a:lnTo>
                            <a:lnTo>
                              <a:pt x="193" y="122"/>
                            </a:lnTo>
                            <a:lnTo>
                              <a:pt x="195" y="122"/>
                            </a:lnTo>
                            <a:lnTo>
                              <a:pt x="197" y="122"/>
                            </a:lnTo>
                            <a:lnTo>
                              <a:pt x="200" y="123"/>
                            </a:lnTo>
                            <a:lnTo>
                              <a:pt x="202" y="123"/>
                            </a:lnTo>
                            <a:lnTo>
                              <a:pt x="205" y="123"/>
                            </a:lnTo>
                            <a:lnTo>
                              <a:pt x="207" y="123"/>
                            </a:lnTo>
                            <a:lnTo>
                              <a:pt x="209" y="123"/>
                            </a:lnTo>
                            <a:lnTo>
                              <a:pt x="212" y="123"/>
                            </a:lnTo>
                            <a:lnTo>
                              <a:pt x="214" y="123"/>
                            </a:lnTo>
                            <a:lnTo>
                              <a:pt x="217" y="123"/>
                            </a:lnTo>
                            <a:lnTo>
                              <a:pt x="219" y="123"/>
                            </a:lnTo>
                            <a:lnTo>
                              <a:pt x="222" y="123"/>
                            </a:lnTo>
                            <a:lnTo>
                              <a:pt x="224" y="123"/>
                            </a:lnTo>
                            <a:lnTo>
                              <a:pt x="226" y="123"/>
                            </a:lnTo>
                            <a:lnTo>
                              <a:pt x="229" y="123"/>
                            </a:lnTo>
                            <a:lnTo>
                              <a:pt x="231" y="123"/>
                            </a:lnTo>
                            <a:lnTo>
                              <a:pt x="234" y="123"/>
                            </a:lnTo>
                            <a:lnTo>
                              <a:pt x="236" y="123"/>
                            </a:lnTo>
                            <a:lnTo>
                              <a:pt x="238" y="123"/>
                            </a:lnTo>
                            <a:lnTo>
                              <a:pt x="241" y="123"/>
                            </a:lnTo>
                            <a:lnTo>
                              <a:pt x="243" y="123"/>
                            </a:lnTo>
                            <a:lnTo>
                              <a:pt x="246" y="123"/>
                            </a:lnTo>
                            <a:lnTo>
                              <a:pt x="248" y="123"/>
                            </a:lnTo>
                            <a:lnTo>
                              <a:pt x="250" y="123"/>
                            </a:lnTo>
                            <a:lnTo>
                              <a:pt x="253" y="123"/>
                            </a:lnTo>
                            <a:lnTo>
                              <a:pt x="255" y="123"/>
                            </a:lnTo>
                            <a:lnTo>
                              <a:pt x="258" y="124"/>
                            </a:lnTo>
                            <a:lnTo>
                              <a:pt x="260" y="124"/>
                            </a:lnTo>
                            <a:lnTo>
                              <a:pt x="263" y="124"/>
                            </a:lnTo>
                            <a:lnTo>
                              <a:pt x="265" y="124"/>
                            </a:lnTo>
                            <a:lnTo>
                              <a:pt x="267" y="124"/>
                            </a:lnTo>
                            <a:lnTo>
                              <a:pt x="270" y="123"/>
                            </a:lnTo>
                            <a:lnTo>
                              <a:pt x="272" y="124"/>
                            </a:lnTo>
                            <a:lnTo>
                              <a:pt x="275" y="123"/>
                            </a:lnTo>
                            <a:lnTo>
                              <a:pt x="277" y="123"/>
                            </a:lnTo>
                            <a:lnTo>
                              <a:pt x="279" y="123"/>
                            </a:lnTo>
                            <a:lnTo>
                              <a:pt x="282" y="123"/>
                            </a:lnTo>
                            <a:lnTo>
                              <a:pt x="284" y="123"/>
                            </a:lnTo>
                            <a:lnTo>
                              <a:pt x="287" y="123"/>
                            </a:lnTo>
                            <a:lnTo>
                              <a:pt x="289" y="123"/>
                            </a:lnTo>
                            <a:lnTo>
                              <a:pt x="291" y="123"/>
                            </a:lnTo>
                            <a:lnTo>
                              <a:pt x="294" y="123"/>
                            </a:lnTo>
                            <a:lnTo>
                              <a:pt x="296" y="123"/>
                            </a:lnTo>
                            <a:lnTo>
                              <a:pt x="299" y="123"/>
                            </a:lnTo>
                            <a:lnTo>
                              <a:pt x="301" y="123"/>
                            </a:lnTo>
                            <a:lnTo>
                              <a:pt x="303" y="123"/>
                            </a:lnTo>
                            <a:lnTo>
                              <a:pt x="306" y="123"/>
                            </a:lnTo>
                            <a:lnTo>
                              <a:pt x="308" y="123"/>
                            </a:lnTo>
                            <a:lnTo>
                              <a:pt x="311" y="123"/>
                            </a:lnTo>
                            <a:lnTo>
                              <a:pt x="313" y="123"/>
                            </a:lnTo>
                            <a:lnTo>
                              <a:pt x="315" y="123"/>
                            </a:lnTo>
                            <a:lnTo>
                              <a:pt x="318" y="123"/>
                            </a:lnTo>
                            <a:lnTo>
                              <a:pt x="320" y="123"/>
                            </a:lnTo>
                            <a:lnTo>
                              <a:pt x="323" y="123"/>
                            </a:lnTo>
                            <a:lnTo>
                              <a:pt x="325" y="123"/>
                            </a:lnTo>
                            <a:lnTo>
                              <a:pt x="327" y="123"/>
                            </a:lnTo>
                            <a:lnTo>
                              <a:pt x="330" y="123"/>
                            </a:lnTo>
                            <a:lnTo>
                              <a:pt x="332" y="123"/>
                            </a:lnTo>
                            <a:lnTo>
                              <a:pt x="335" y="123"/>
                            </a:lnTo>
                            <a:lnTo>
                              <a:pt x="337" y="123"/>
                            </a:lnTo>
                            <a:lnTo>
                              <a:pt x="339" y="123"/>
                            </a:lnTo>
                            <a:lnTo>
                              <a:pt x="342" y="123"/>
                            </a:lnTo>
                            <a:lnTo>
                              <a:pt x="344" y="123"/>
                            </a:lnTo>
                            <a:lnTo>
                              <a:pt x="347" y="123"/>
                            </a:lnTo>
                            <a:lnTo>
                              <a:pt x="349" y="123"/>
                            </a:lnTo>
                            <a:lnTo>
                              <a:pt x="351" y="123"/>
                            </a:lnTo>
                            <a:lnTo>
                              <a:pt x="354" y="123"/>
                            </a:lnTo>
                            <a:lnTo>
                              <a:pt x="356" y="122"/>
                            </a:lnTo>
                            <a:lnTo>
                              <a:pt x="358" y="122"/>
                            </a:lnTo>
                            <a:lnTo>
                              <a:pt x="361" y="122"/>
                            </a:lnTo>
                            <a:lnTo>
                              <a:pt x="363" y="122"/>
                            </a:lnTo>
                            <a:lnTo>
                              <a:pt x="366" y="122"/>
                            </a:lnTo>
                            <a:lnTo>
                              <a:pt x="368" y="122"/>
                            </a:lnTo>
                            <a:lnTo>
                              <a:pt x="370" y="122"/>
                            </a:lnTo>
                            <a:lnTo>
                              <a:pt x="373" y="122"/>
                            </a:lnTo>
                            <a:lnTo>
                              <a:pt x="375" y="123"/>
                            </a:lnTo>
                            <a:lnTo>
                              <a:pt x="378" y="123"/>
                            </a:lnTo>
                            <a:lnTo>
                              <a:pt x="380" y="123"/>
                            </a:lnTo>
                            <a:lnTo>
                              <a:pt x="382" y="123"/>
                            </a:lnTo>
                            <a:lnTo>
                              <a:pt x="385" y="123"/>
                            </a:lnTo>
                            <a:lnTo>
                              <a:pt x="387" y="123"/>
                            </a:lnTo>
                            <a:lnTo>
                              <a:pt x="390" y="123"/>
                            </a:lnTo>
                            <a:lnTo>
                              <a:pt x="392" y="123"/>
                            </a:lnTo>
                            <a:lnTo>
                              <a:pt x="395" y="123"/>
                            </a:lnTo>
                            <a:lnTo>
                              <a:pt x="397" y="123"/>
                            </a:lnTo>
                            <a:lnTo>
                              <a:pt x="399" y="123"/>
                            </a:lnTo>
                            <a:lnTo>
                              <a:pt x="402" y="123"/>
                            </a:lnTo>
                            <a:lnTo>
                              <a:pt x="404" y="123"/>
                            </a:lnTo>
                            <a:lnTo>
                              <a:pt x="407" y="123"/>
                            </a:lnTo>
                            <a:lnTo>
                              <a:pt x="409" y="123"/>
                            </a:lnTo>
                            <a:lnTo>
                              <a:pt x="411" y="123"/>
                            </a:lnTo>
                            <a:lnTo>
                              <a:pt x="414" y="123"/>
                            </a:lnTo>
                            <a:lnTo>
                              <a:pt x="416" y="123"/>
                            </a:lnTo>
                            <a:lnTo>
                              <a:pt x="419" y="123"/>
                            </a:lnTo>
                            <a:lnTo>
                              <a:pt x="421" y="123"/>
                            </a:lnTo>
                            <a:lnTo>
                              <a:pt x="423" y="123"/>
                            </a:lnTo>
                            <a:lnTo>
                              <a:pt x="426" y="123"/>
                            </a:lnTo>
                            <a:lnTo>
                              <a:pt x="428" y="122"/>
                            </a:lnTo>
                            <a:lnTo>
                              <a:pt x="431" y="122"/>
                            </a:lnTo>
                            <a:lnTo>
                              <a:pt x="433" y="122"/>
                            </a:lnTo>
                            <a:lnTo>
                              <a:pt x="436" y="122"/>
                            </a:lnTo>
                            <a:lnTo>
                              <a:pt x="438" y="122"/>
                            </a:lnTo>
                            <a:lnTo>
                              <a:pt x="440" y="122"/>
                            </a:lnTo>
                            <a:lnTo>
                              <a:pt x="443" y="122"/>
                            </a:lnTo>
                            <a:lnTo>
                              <a:pt x="445" y="122"/>
                            </a:lnTo>
                            <a:lnTo>
                              <a:pt x="448" y="122"/>
                            </a:lnTo>
                            <a:lnTo>
                              <a:pt x="450" y="122"/>
                            </a:lnTo>
                            <a:lnTo>
                              <a:pt x="452" y="121"/>
                            </a:lnTo>
                            <a:lnTo>
                              <a:pt x="455" y="121"/>
                            </a:lnTo>
                            <a:lnTo>
                              <a:pt x="457" y="121"/>
                            </a:lnTo>
                            <a:lnTo>
                              <a:pt x="460" y="121"/>
                            </a:lnTo>
                            <a:lnTo>
                              <a:pt x="462" y="121"/>
                            </a:lnTo>
                            <a:lnTo>
                              <a:pt x="464" y="121"/>
                            </a:lnTo>
                            <a:lnTo>
                              <a:pt x="467" y="120"/>
                            </a:lnTo>
                            <a:lnTo>
                              <a:pt x="469" y="120"/>
                            </a:lnTo>
                            <a:lnTo>
                              <a:pt x="472" y="120"/>
                            </a:lnTo>
                            <a:lnTo>
                              <a:pt x="474" y="120"/>
                            </a:lnTo>
                            <a:lnTo>
                              <a:pt x="476" y="119"/>
                            </a:lnTo>
                            <a:lnTo>
                              <a:pt x="479" y="119"/>
                            </a:lnTo>
                            <a:lnTo>
                              <a:pt x="481" y="119"/>
                            </a:lnTo>
                            <a:lnTo>
                              <a:pt x="484" y="119"/>
                            </a:lnTo>
                            <a:lnTo>
                              <a:pt x="486" y="119"/>
                            </a:lnTo>
                            <a:lnTo>
                              <a:pt x="489" y="119"/>
                            </a:lnTo>
                            <a:lnTo>
                              <a:pt x="491" y="118"/>
                            </a:lnTo>
                            <a:lnTo>
                              <a:pt x="493" y="118"/>
                            </a:lnTo>
                            <a:lnTo>
                              <a:pt x="496" y="118"/>
                            </a:lnTo>
                            <a:lnTo>
                              <a:pt x="498" y="118"/>
                            </a:lnTo>
                            <a:lnTo>
                              <a:pt x="501" y="118"/>
                            </a:lnTo>
                            <a:lnTo>
                              <a:pt x="503" y="117"/>
                            </a:lnTo>
                            <a:lnTo>
                              <a:pt x="505" y="117"/>
                            </a:lnTo>
                            <a:lnTo>
                              <a:pt x="508" y="117"/>
                            </a:lnTo>
                            <a:lnTo>
                              <a:pt x="510" y="116"/>
                            </a:lnTo>
                            <a:lnTo>
                              <a:pt x="513" y="116"/>
                            </a:lnTo>
                            <a:lnTo>
                              <a:pt x="515" y="116"/>
                            </a:lnTo>
                            <a:lnTo>
                              <a:pt x="517" y="116"/>
                            </a:lnTo>
                            <a:lnTo>
                              <a:pt x="520" y="115"/>
                            </a:lnTo>
                            <a:lnTo>
                              <a:pt x="522" y="115"/>
                            </a:lnTo>
                            <a:lnTo>
                              <a:pt x="525" y="115"/>
                            </a:lnTo>
                            <a:lnTo>
                              <a:pt x="527" y="114"/>
                            </a:lnTo>
                            <a:lnTo>
                              <a:pt x="530" y="114"/>
                            </a:lnTo>
                            <a:lnTo>
                              <a:pt x="532" y="114"/>
                            </a:lnTo>
                            <a:lnTo>
                              <a:pt x="534" y="114"/>
                            </a:lnTo>
                            <a:lnTo>
                              <a:pt x="537" y="113"/>
                            </a:lnTo>
                            <a:lnTo>
                              <a:pt x="539" y="113"/>
                            </a:lnTo>
                            <a:lnTo>
                              <a:pt x="542" y="113"/>
                            </a:lnTo>
                            <a:lnTo>
                              <a:pt x="544" y="113"/>
                            </a:lnTo>
                            <a:lnTo>
                              <a:pt x="546" y="112"/>
                            </a:lnTo>
                            <a:lnTo>
                              <a:pt x="549" y="112"/>
                            </a:lnTo>
                            <a:lnTo>
                              <a:pt x="551" y="112"/>
                            </a:lnTo>
                            <a:lnTo>
                              <a:pt x="554" y="111"/>
                            </a:lnTo>
                            <a:lnTo>
                              <a:pt x="556" y="111"/>
                            </a:lnTo>
                            <a:lnTo>
                              <a:pt x="558" y="111"/>
                            </a:lnTo>
                            <a:lnTo>
                              <a:pt x="561" y="111"/>
                            </a:lnTo>
                            <a:lnTo>
                              <a:pt x="563" y="110"/>
                            </a:lnTo>
                            <a:lnTo>
                              <a:pt x="566" y="110"/>
                            </a:lnTo>
                            <a:lnTo>
                              <a:pt x="568" y="110"/>
                            </a:lnTo>
                            <a:lnTo>
                              <a:pt x="570" y="110"/>
                            </a:lnTo>
                            <a:lnTo>
                              <a:pt x="573" y="109"/>
                            </a:lnTo>
                            <a:lnTo>
                              <a:pt x="575" y="109"/>
                            </a:lnTo>
                            <a:lnTo>
                              <a:pt x="578" y="108"/>
                            </a:lnTo>
                            <a:lnTo>
                              <a:pt x="580" y="108"/>
                            </a:lnTo>
                            <a:lnTo>
                              <a:pt x="582" y="108"/>
                            </a:lnTo>
                            <a:lnTo>
                              <a:pt x="585" y="108"/>
                            </a:lnTo>
                            <a:lnTo>
                              <a:pt x="587" y="107"/>
                            </a:lnTo>
                            <a:lnTo>
                              <a:pt x="590" y="107"/>
                            </a:lnTo>
                            <a:lnTo>
                              <a:pt x="592" y="107"/>
                            </a:lnTo>
                            <a:lnTo>
                              <a:pt x="594" y="107"/>
                            </a:lnTo>
                            <a:lnTo>
                              <a:pt x="597" y="106"/>
                            </a:lnTo>
                            <a:lnTo>
                              <a:pt x="599" y="106"/>
                            </a:lnTo>
                            <a:lnTo>
                              <a:pt x="601" y="106"/>
                            </a:lnTo>
                            <a:lnTo>
                              <a:pt x="604" y="105"/>
                            </a:lnTo>
                            <a:lnTo>
                              <a:pt x="606" y="105"/>
                            </a:lnTo>
                            <a:lnTo>
                              <a:pt x="609" y="105"/>
                            </a:lnTo>
                            <a:lnTo>
                              <a:pt x="611" y="105"/>
                            </a:lnTo>
                            <a:lnTo>
                              <a:pt x="613" y="104"/>
                            </a:lnTo>
                            <a:lnTo>
                              <a:pt x="616" y="104"/>
                            </a:lnTo>
                            <a:lnTo>
                              <a:pt x="618" y="104"/>
                            </a:lnTo>
                            <a:lnTo>
                              <a:pt x="621" y="104"/>
                            </a:lnTo>
                            <a:lnTo>
                              <a:pt x="623" y="103"/>
                            </a:lnTo>
                            <a:lnTo>
                              <a:pt x="625" y="103"/>
                            </a:lnTo>
                            <a:lnTo>
                              <a:pt x="628" y="102"/>
                            </a:lnTo>
                            <a:lnTo>
                              <a:pt x="630" y="102"/>
                            </a:lnTo>
                            <a:lnTo>
                              <a:pt x="633" y="102"/>
                            </a:lnTo>
                            <a:lnTo>
                              <a:pt x="635" y="102"/>
                            </a:lnTo>
                            <a:lnTo>
                              <a:pt x="637" y="101"/>
                            </a:lnTo>
                            <a:lnTo>
                              <a:pt x="640" y="101"/>
                            </a:lnTo>
                            <a:lnTo>
                              <a:pt x="642" y="101"/>
                            </a:lnTo>
                            <a:lnTo>
                              <a:pt x="645" y="101"/>
                            </a:lnTo>
                            <a:lnTo>
                              <a:pt x="647" y="100"/>
                            </a:lnTo>
                            <a:lnTo>
                              <a:pt x="649" y="100"/>
                            </a:lnTo>
                            <a:lnTo>
                              <a:pt x="652" y="100"/>
                            </a:lnTo>
                            <a:lnTo>
                              <a:pt x="654" y="99"/>
                            </a:lnTo>
                            <a:lnTo>
                              <a:pt x="657" y="99"/>
                            </a:lnTo>
                            <a:lnTo>
                              <a:pt x="659" y="99"/>
                            </a:lnTo>
                            <a:lnTo>
                              <a:pt x="662" y="99"/>
                            </a:lnTo>
                            <a:lnTo>
                              <a:pt x="664" y="98"/>
                            </a:lnTo>
                            <a:lnTo>
                              <a:pt x="666" y="98"/>
                            </a:lnTo>
                            <a:lnTo>
                              <a:pt x="669" y="98"/>
                            </a:lnTo>
                            <a:lnTo>
                              <a:pt x="671" y="98"/>
                            </a:lnTo>
                            <a:lnTo>
                              <a:pt x="674" y="97"/>
                            </a:lnTo>
                            <a:lnTo>
                              <a:pt x="676" y="97"/>
                            </a:lnTo>
                            <a:lnTo>
                              <a:pt x="678" y="96"/>
                            </a:lnTo>
                            <a:lnTo>
                              <a:pt x="681" y="96"/>
                            </a:lnTo>
                            <a:lnTo>
                              <a:pt x="683" y="96"/>
                            </a:lnTo>
                            <a:lnTo>
                              <a:pt x="686" y="96"/>
                            </a:lnTo>
                            <a:lnTo>
                              <a:pt x="688" y="95"/>
                            </a:lnTo>
                            <a:lnTo>
                              <a:pt x="690" y="95"/>
                            </a:lnTo>
                            <a:lnTo>
                              <a:pt x="693" y="95"/>
                            </a:lnTo>
                            <a:lnTo>
                              <a:pt x="695" y="95"/>
                            </a:lnTo>
                            <a:lnTo>
                              <a:pt x="698" y="94"/>
                            </a:lnTo>
                            <a:lnTo>
                              <a:pt x="700" y="94"/>
                            </a:lnTo>
                            <a:lnTo>
                              <a:pt x="703" y="94"/>
                            </a:lnTo>
                            <a:lnTo>
                              <a:pt x="705" y="93"/>
                            </a:lnTo>
                            <a:lnTo>
                              <a:pt x="707" y="93"/>
                            </a:lnTo>
                            <a:lnTo>
                              <a:pt x="710" y="93"/>
                            </a:lnTo>
                            <a:lnTo>
                              <a:pt x="712" y="93"/>
                            </a:lnTo>
                            <a:lnTo>
                              <a:pt x="715" y="92"/>
                            </a:lnTo>
                            <a:lnTo>
                              <a:pt x="717" y="92"/>
                            </a:lnTo>
                            <a:lnTo>
                              <a:pt x="719" y="92"/>
                            </a:lnTo>
                            <a:lnTo>
                              <a:pt x="722" y="91"/>
                            </a:lnTo>
                            <a:lnTo>
                              <a:pt x="724" y="91"/>
                            </a:lnTo>
                            <a:lnTo>
                              <a:pt x="727" y="91"/>
                            </a:lnTo>
                            <a:lnTo>
                              <a:pt x="729" y="91"/>
                            </a:lnTo>
                            <a:lnTo>
                              <a:pt x="731" y="90"/>
                            </a:lnTo>
                            <a:lnTo>
                              <a:pt x="734" y="90"/>
                            </a:lnTo>
                            <a:lnTo>
                              <a:pt x="736" y="90"/>
                            </a:lnTo>
                            <a:lnTo>
                              <a:pt x="739" y="90"/>
                            </a:lnTo>
                            <a:lnTo>
                              <a:pt x="741" y="89"/>
                            </a:lnTo>
                            <a:lnTo>
                              <a:pt x="743" y="89"/>
                            </a:lnTo>
                            <a:lnTo>
                              <a:pt x="746" y="89"/>
                            </a:lnTo>
                            <a:lnTo>
                              <a:pt x="748" y="88"/>
                            </a:lnTo>
                            <a:lnTo>
                              <a:pt x="751" y="88"/>
                            </a:lnTo>
                            <a:lnTo>
                              <a:pt x="753" y="88"/>
                            </a:lnTo>
                            <a:lnTo>
                              <a:pt x="756" y="88"/>
                            </a:lnTo>
                            <a:lnTo>
                              <a:pt x="758" y="87"/>
                            </a:lnTo>
                            <a:lnTo>
                              <a:pt x="760" y="87"/>
                            </a:lnTo>
                            <a:lnTo>
                              <a:pt x="763" y="87"/>
                            </a:lnTo>
                            <a:lnTo>
                              <a:pt x="765" y="87"/>
                            </a:lnTo>
                            <a:lnTo>
                              <a:pt x="768" y="86"/>
                            </a:lnTo>
                            <a:lnTo>
                              <a:pt x="770" y="86"/>
                            </a:lnTo>
                            <a:lnTo>
                              <a:pt x="772" y="86"/>
                            </a:lnTo>
                            <a:lnTo>
                              <a:pt x="775" y="85"/>
                            </a:lnTo>
                            <a:lnTo>
                              <a:pt x="777" y="85"/>
                            </a:lnTo>
                            <a:lnTo>
                              <a:pt x="780" y="85"/>
                            </a:lnTo>
                            <a:lnTo>
                              <a:pt x="782" y="85"/>
                            </a:lnTo>
                            <a:lnTo>
                              <a:pt x="784" y="85"/>
                            </a:lnTo>
                            <a:lnTo>
                              <a:pt x="787" y="84"/>
                            </a:lnTo>
                            <a:lnTo>
                              <a:pt x="789" y="84"/>
                            </a:lnTo>
                            <a:lnTo>
                              <a:pt x="792" y="84"/>
                            </a:lnTo>
                            <a:lnTo>
                              <a:pt x="794" y="84"/>
                            </a:lnTo>
                            <a:lnTo>
                              <a:pt x="797" y="83"/>
                            </a:lnTo>
                            <a:lnTo>
                              <a:pt x="799" y="83"/>
                            </a:lnTo>
                            <a:lnTo>
                              <a:pt x="801" y="83"/>
                            </a:lnTo>
                            <a:lnTo>
                              <a:pt x="804" y="82"/>
                            </a:lnTo>
                            <a:lnTo>
                              <a:pt x="806" y="82"/>
                            </a:lnTo>
                            <a:lnTo>
                              <a:pt x="809" y="82"/>
                            </a:lnTo>
                            <a:lnTo>
                              <a:pt x="811" y="82"/>
                            </a:lnTo>
                            <a:lnTo>
                              <a:pt x="813" y="81"/>
                            </a:lnTo>
                            <a:lnTo>
                              <a:pt x="816" y="81"/>
                            </a:lnTo>
                            <a:lnTo>
                              <a:pt x="818" y="81"/>
                            </a:lnTo>
                            <a:lnTo>
                              <a:pt x="821" y="81"/>
                            </a:lnTo>
                            <a:lnTo>
                              <a:pt x="823" y="80"/>
                            </a:lnTo>
                            <a:lnTo>
                              <a:pt x="825" y="80"/>
                            </a:lnTo>
                            <a:lnTo>
                              <a:pt x="828" y="80"/>
                            </a:lnTo>
                            <a:lnTo>
                              <a:pt x="830" y="79"/>
                            </a:lnTo>
                            <a:lnTo>
                              <a:pt x="833" y="79"/>
                            </a:lnTo>
                            <a:lnTo>
                              <a:pt x="835" y="79"/>
                            </a:lnTo>
                            <a:lnTo>
                              <a:pt x="837" y="79"/>
                            </a:lnTo>
                            <a:lnTo>
                              <a:pt x="840" y="79"/>
                            </a:lnTo>
                            <a:lnTo>
                              <a:pt x="842" y="78"/>
                            </a:lnTo>
                            <a:lnTo>
                              <a:pt x="845" y="78"/>
                            </a:lnTo>
                            <a:lnTo>
                              <a:pt x="847" y="78"/>
                            </a:lnTo>
                            <a:lnTo>
                              <a:pt x="849" y="78"/>
                            </a:lnTo>
                            <a:lnTo>
                              <a:pt x="852" y="77"/>
                            </a:lnTo>
                            <a:lnTo>
                              <a:pt x="854" y="77"/>
                            </a:lnTo>
                            <a:lnTo>
                              <a:pt x="856" y="77"/>
                            </a:lnTo>
                            <a:lnTo>
                              <a:pt x="859" y="76"/>
                            </a:lnTo>
                            <a:lnTo>
                              <a:pt x="861" y="76"/>
                            </a:lnTo>
                            <a:lnTo>
                              <a:pt x="864" y="76"/>
                            </a:lnTo>
                            <a:lnTo>
                              <a:pt x="866" y="76"/>
                            </a:lnTo>
                            <a:lnTo>
                              <a:pt x="868" y="76"/>
                            </a:lnTo>
                            <a:lnTo>
                              <a:pt x="871" y="75"/>
                            </a:lnTo>
                            <a:lnTo>
                              <a:pt x="873" y="75"/>
                            </a:lnTo>
                            <a:lnTo>
                              <a:pt x="876" y="75"/>
                            </a:lnTo>
                            <a:lnTo>
                              <a:pt x="878" y="75"/>
                            </a:lnTo>
                            <a:lnTo>
                              <a:pt x="880" y="74"/>
                            </a:lnTo>
                            <a:lnTo>
                              <a:pt x="883" y="74"/>
                            </a:lnTo>
                            <a:lnTo>
                              <a:pt x="885" y="74"/>
                            </a:lnTo>
                            <a:lnTo>
                              <a:pt x="888" y="73"/>
                            </a:lnTo>
                            <a:lnTo>
                              <a:pt x="890" y="73"/>
                            </a:lnTo>
                            <a:lnTo>
                              <a:pt x="892" y="73"/>
                            </a:lnTo>
                            <a:lnTo>
                              <a:pt x="895" y="73"/>
                            </a:lnTo>
                            <a:lnTo>
                              <a:pt x="897" y="73"/>
                            </a:lnTo>
                            <a:lnTo>
                              <a:pt x="900" y="72"/>
                            </a:lnTo>
                            <a:lnTo>
                              <a:pt x="902" y="72"/>
                            </a:lnTo>
                            <a:lnTo>
                              <a:pt x="904" y="72"/>
                            </a:lnTo>
                            <a:lnTo>
                              <a:pt x="907" y="71"/>
                            </a:lnTo>
                            <a:lnTo>
                              <a:pt x="909" y="71"/>
                            </a:lnTo>
                            <a:lnTo>
                              <a:pt x="912" y="71"/>
                            </a:lnTo>
                            <a:lnTo>
                              <a:pt x="914" y="71"/>
                            </a:lnTo>
                            <a:lnTo>
                              <a:pt x="916" y="71"/>
                            </a:lnTo>
                            <a:lnTo>
                              <a:pt x="919" y="70"/>
                            </a:lnTo>
                            <a:lnTo>
                              <a:pt x="921" y="70"/>
                            </a:lnTo>
                            <a:lnTo>
                              <a:pt x="924" y="70"/>
                            </a:lnTo>
                            <a:lnTo>
                              <a:pt x="926" y="70"/>
                            </a:lnTo>
                            <a:lnTo>
                              <a:pt x="929" y="70"/>
                            </a:lnTo>
                            <a:lnTo>
                              <a:pt x="931" y="69"/>
                            </a:lnTo>
                            <a:lnTo>
                              <a:pt x="933" y="69"/>
                            </a:lnTo>
                            <a:lnTo>
                              <a:pt x="936" y="69"/>
                            </a:lnTo>
                            <a:lnTo>
                              <a:pt x="938" y="68"/>
                            </a:lnTo>
                            <a:lnTo>
                              <a:pt x="941" y="68"/>
                            </a:lnTo>
                            <a:lnTo>
                              <a:pt x="943" y="68"/>
                            </a:lnTo>
                            <a:lnTo>
                              <a:pt x="945" y="68"/>
                            </a:lnTo>
                            <a:lnTo>
                              <a:pt x="948" y="68"/>
                            </a:lnTo>
                            <a:lnTo>
                              <a:pt x="950" y="67"/>
                            </a:lnTo>
                            <a:lnTo>
                              <a:pt x="953" y="67"/>
                            </a:lnTo>
                            <a:lnTo>
                              <a:pt x="955" y="67"/>
                            </a:lnTo>
                            <a:lnTo>
                              <a:pt x="957" y="67"/>
                            </a:lnTo>
                            <a:lnTo>
                              <a:pt x="960" y="67"/>
                            </a:lnTo>
                            <a:lnTo>
                              <a:pt x="962" y="66"/>
                            </a:lnTo>
                            <a:lnTo>
                              <a:pt x="965" y="66"/>
                            </a:lnTo>
                            <a:lnTo>
                              <a:pt x="967" y="66"/>
                            </a:lnTo>
                            <a:lnTo>
                              <a:pt x="970" y="65"/>
                            </a:lnTo>
                            <a:lnTo>
                              <a:pt x="972" y="65"/>
                            </a:lnTo>
                            <a:lnTo>
                              <a:pt x="974" y="65"/>
                            </a:lnTo>
                            <a:lnTo>
                              <a:pt x="977" y="65"/>
                            </a:lnTo>
                            <a:lnTo>
                              <a:pt x="979" y="65"/>
                            </a:lnTo>
                            <a:lnTo>
                              <a:pt x="982" y="64"/>
                            </a:lnTo>
                            <a:lnTo>
                              <a:pt x="984" y="64"/>
                            </a:lnTo>
                            <a:lnTo>
                              <a:pt x="986" y="64"/>
                            </a:lnTo>
                            <a:lnTo>
                              <a:pt x="989" y="64"/>
                            </a:lnTo>
                            <a:lnTo>
                              <a:pt x="991" y="64"/>
                            </a:lnTo>
                            <a:lnTo>
                              <a:pt x="994" y="63"/>
                            </a:lnTo>
                            <a:lnTo>
                              <a:pt x="996" y="63"/>
                            </a:lnTo>
                            <a:lnTo>
                              <a:pt x="998" y="63"/>
                            </a:lnTo>
                            <a:lnTo>
                              <a:pt x="1001" y="62"/>
                            </a:lnTo>
                            <a:lnTo>
                              <a:pt x="1003" y="62"/>
                            </a:lnTo>
                            <a:lnTo>
                              <a:pt x="1006" y="62"/>
                            </a:lnTo>
                            <a:lnTo>
                              <a:pt x="1008" y="62"/>
                            </a:lnTo>
                            <a:lnTo>
                              <a:pt x="1010" y="62"/>
                            </a:lnTo>
                            <a:lnTo>
                              <a:pt x="1013" y="61"/>
                            </a:lnTo>
                            <a:lnTo>
                              <a:pt x="1015" y="61"/>
                            </a:lnTo>
                            <a:lnTo>
                              <a:pt x="1018" y="61"/>
                            </a:lnTo>
                            <a:lnTo>
                              <a:pt x="1020" y="61"/>
                            </a:lnTo>
                            <a:lnTo>
                              <a:pt x="1023" y="61"/>
                            </a:lnTo>
                            <a:lnTo>
                              <a:pt x="1025" y="60"/>
                            </a:lnTo>
                            <a:lnTo>
                              <a:pt x="1027" y="60"/>
                            </a:lnTo>
                            <a:lnTo>
                              <a:pt x="1030" y="60"/>
                            </a:lnTo>
                            <a:lnTo>
                              <a:pt x="1032" y="60"/>
                            </a:lnTo>
                            <a:lnTo>
                              <a:pt x="1035" y="59"/>
                            </a:lnTo>
                            <a:lnTo>
                              <a:pt x="1037" y="59"/>
                            </a:lnTo>
                            <a:lnTo>
                              <a:pt x="1039" y="59"/>
                            </a:lnTo>
                            <a:lnTo>
                              <a:pt x="1042" y="59"/>
                            </a:lnTo>
                            <a:lnTo>
                              <a:pt x="1044" y="59"/>
                            </a:lnTo>
                            <a:lnTo>
                              <a:pt x="1047" y="58"/>
                            </a:lnTo>
                            <a:lnTo>
                              <a:pt x="1049" y="58"/>
                            </a:lnTo>
                            <a:lnTo>
                              <a:pt x="1051" y="58"/>
                            </a:lnTo>
                            <a:lnTo>
                              <a:pt x="1054" y="58"/>
                            </a:lnTo>
                            <a:lnTo>
                              <a:pt x="1056" y="58"/>
                            </a:lnTo>
                            <a:lnTo>
                              <a:pt x="1059" y="57"/>
                            </a:lnTo>
                            <a:lnTo>
                              <a:pt x="1061" y="57"/>
                            </a:lnTo>
                            <a:lnTo>
                              <a:pt x="1064" y="57"/>
                            </a:lnTo>
                            <a:lnTo>
                              <a:pt x="1066" y="56"/>
                            </a:lnTo>
                            <a:lnTo>
                              <a:pt x="1068" y="56"/>
                            </a:lnTo>
                            <a:lnTo>
                              <a:pt x="1071" y="56"/>
                            </a:lnTo>
                            <a:lnTo>
                              <a:pt x="1073" y="56"/>
                            </a:lnTo>
                            <a:lnTo>
                              <a:pt x="1076" y="56"/>
                            </a:lnTo>
                            <a:lnTo>
                              <a:pt x="1078" y="55"/>
                            </a:lnTo>
                            <a:lnTo>
                              <a:pt x="1080" y="55"/>
                            </a:lnTo>
                            <a:lnTo>
                              <a:pt x="1083" y="55"/>
                            </a:lnTo>
                            <a:lnTo>
                              <a:pt x="1085" y="55"/>
                            </a:lnTo>
                            <a:lnTo>
                              <a:pt x="1088" y="55"/>
                            </a:lnTo>
                            <a:lnTo>
                              <a:pt x="1090" y="54"/>
                            </a:lnTo>
                            <a:lnTo>
                              <a:pt x="1092" y="54"/>
                            </a:lnTo>
                            <a:lnTo>
                              <a:pt x="1095" y="54"/>
                            </a:lnTo>
                            <a:lnTo>
                              <a:pt x="1097" y="54"/>
                            </a:lnTo>
                            <a:lnTo>
                              <a:pt x="1099" y="53"/>
                            </a:lnTo>
                            <a:lnTo>
                              <a:pt x="1102" y="53"/>
                            </a:lnTo>
                            <a:lnTo>
                              <a:pt x="1104" y="53"/>
                            </a:lnTo>
                            <a:lnTo>
                              <a:pt x="1107" y="53"/>
                            </a:lnTo>
                            <a:lnTo>
                              <a:pt x="1109" y="53"/>
                            </a:lnTo>
                            <a:lnTo>
                              <a:pt x="1111" y="52"/>
                            </a:lnTo>
                            <a:lnTo>
                              <a:pt x="1114" y="52"/>
                            </a:lnTo>
                            <a:lnTo>
                              <a:pt x="1116" y="52"/>
                            </a:lnTo>
                            <a:lnTo>
                              <a:pt x="1119" y="51"/>
                            </a:lnTo>
                            <a:lnTo>
                              <a:pt x="1121" y="51"/>
                            </a:lnTo>
                            <a:lnTo>
                              <a:pt x="1123" y="51"/>
                            </a:lnTo>
                            <a:lnTo>
                              <a:pt x="1126" y="51"/>
                            </a:lnTo>
                            <a:lnTo>
                              <a:pt x="1128" y="51"/>
                            </a:lnTo>
                            <a:lnTo>
                              <a:pt x="1131" y="50"/>
                            </a:lnTo>
                            <a:lnTo>
                              <a:pt x="1133" y="50"/>
                            </a:lnTo>
                            <a:lnTo>
                              <a:pt x="1135" y="50"/>
                            </a:lnTo>
                            <a:lnTo>
                              <a:pt x="1138" y="50"/>
                            </a:lnTo>
                            <a:lnTo>
                              <a:pt x="1140" y="50"/>
                            </a:lnTo>
                            <a:lnTo>
                              <a:pt x="1143" y="49"/>
                            </a:lnTo>
                            <a:lnTo>
                              <a:pt x="1145" y="49"/>
                            </a:lnTo>
                            <a:lnTo>
                              <a:pt x="1147" y="49"/>
                            </a:lnTo>
                            <a:lnTo>
                              <a:pt x="1150" y="48"/>
                            </a:lnTo>
                            <a:lnTo>
                              <a:pt x="1152" y="48"/>
                            </a:lnTo>
                            <a:lnTo>
                              <a:pt x="1155" y="48"/>
                            </a:lnTo>
                            <a:lnTo>
                              <a:pt x="1157" y="48"/>
                            </a:lnTo>
                            <a:lnTo>
                              <a:pt x="1159" y="48"/>
                            </a:lnTo>
                            <a:lnTo>
                              <a:pt x="1162" y="47"/>
                            </a:lnTo>
                            <a:lnTo>
                              <a:pt x="1164" y="47"/>
                            </a:lnTo>
                            <a:lnTo>
                              <a:pt x="1167" y="47"/>
                            </a:lnTo>
                            <a:lnTo>
                              <a:pt x="1169" y="47"/>
                            </a:lnTo>
                            <a:lnTo>
                              <a:pt x="1171" y="47"/>
                            </a:lnTo>
                            <a:lnTo>
                              <a:pt x="1174" y="46"/>
                            </a:lnTo>
                            <a:lnTo>
                              <a:pt x="1176" y="46"/>
                            </a:lnTo>
                            <a:lnTo>
                              <a:pt x="1179" y="46"/>
                            </a:lnTo>
                            <a:lnTo>
                              <a:pt x="1181" y="45"/>
                            </a:lnTo>
                            <a:lnTo>
                              <a:pt x="1183" y="45"/>
                            </a:lnTo>
                            <a:lnTo>
                              <a:pt x="1186" y="45"/>
                            </a:lnTo>
                            <a:lnTo>
                              <a:pt x="1188" y="45"/>
                            </a:lnTo>
                            <a:lnTo>
                              <a:pt x="1191" y="45"/>
                            </a:lnTo>
                            <a:lnTo>
                              <a:pt x="1193" y="44"/>
                            </a:lnTo>
                            <a:lnTo>
                              <a:pt x="1196" y="44"/>
                            </a:lnTo>
                            <a:lnTo>
                              <a:pt x="1198" y="44"/>
                            </a:lnTo>
                            <a:lnTo>
                              <a:pt x="1200" y="44"/>
                            </a:lnTo>
                            <a:lnTo>
                              <a:pt x="1203" y="44"/>
                            </a:lnTo>
                            <a:lnTo>
                              <a:pt x="1205" y="43"/>
                            </a:lnTo>
                            <a:lnTo>
                              <a:pt x="1208" y="43"/>
                            </a:lnTo>
                            <a:lnTo>
                              <a:pt x="1210" y="43"/>
                            </a:lnTo>
                            <a:lnTo>
                              <a:pt x="1212" y="42"/>
                            </a:lnTo>
                            <a:lnTo>
                              <a:pt x="1215" y="42"/>
                            </a:lnTo>
                            <a:lnTo>
                              <a:pt x="1217" y="42"/>
                            </a:lnTo>
                            <a:lnTo>
                              <a:pt x="1220" y="42"/>
                            </a:lnTo>
                            <a:lnTo>
                              <a:pt x="1222" y="42"/>
                            </a:lnTo>
                            <a:lnTo>
                              <a:pt x="1224" y="41"/>
                            </a:lnTo>
                            <a:lnTo>
                              <a:pt x="1227" y="41"/>
                            </a:lnTo>
                            <a:lnTo>
                              <a:pt x="1229" y="41"/>
                            </a:lnTo>
                            <a:lnTo>
                              <a:pt x="1232" y="41"/>
                            </a:lnTo>
                            <a:lnTo>
                              <a:pt x="1234" y="40"/>
                            </a:lnTo>
                            <a:lnTo>
                              <a:pt x="1237" y="40"/>
                            </a:lnTo>
                            <a:lnTo>
                              <a:pt x="1239" y="40"/>
                            </a:lnTo>
                            <a:lnTo>
                              <a:pt x="1241" y="40"/>
                            </a:lnTo>
                            <a:lnTo>
                              <a:pt x="1244" y="39"/>
                            </a:lnTo>
                            <a:lnTo>
                              <a:pt x="1246" y="39"/>
                            </a:lnTo>
                            <a:lnTo>
                              <a:pt x="1249" y="39"/>
                            </a:lnTo>
                            <a:lnTo>
                              <a:pt x="1251" y="39"/>
                            </a:lnTo>
                            <a:lnTo>
                              <a:pt x="1253" y="38"/>
                            </a:lnTo>
                            <a:lnTo>
                              <a:pt x="1256" y="38"/>
                            </a:lnTo>
                            <a:lnTo>
                              <a:pt x="1258" y="38"/>
                            </a:lnTo>
                            <a:lnTo>
                              <a:pt x="1261" y="38"/>
                            </a:lnTo>
                            <a:lnTo>
                              <a:pt x="1263" y="38"/>
                            </a:lnTo>
                            <a:lnTo>
                              <a:pt x="1265" y="37"/>
                            </a:lnTo>
                            <a:lnTo>
                              <a:pt x="1268" y="37"/>
                            </a:lnTo>
                            <a:lnTo>
                              <a:pt x="1270" y="37"/>
                            </a:lnTo>
                            <a:lnTo>
                              <a:pt x="1273" y="36"/>
                            </a:lnTo>
                            <a:lnTo>
                              <a:pt x="1275" y="36"/>
                            </a:lnTo>
                            <a:lnTo>
                              <a:pt x="1277" y="36"/>
                            </a:lnTo>
                            <a:lnTo>
                              <a:pt x="1280" y="36"/>
                            </a:lnTo>
                            <a:lnTo>
                              <a:pt x="1282" y="36"/>
                            </a:lnTo>
                            <a:lnTo>
                              <a:pt x="1285" y="35"/>
                            </a:lnTo>
                            <a:lnTo>
                              <a:pt x="1287" y="35"/>
                            </a:lnTo>
                            <a:lnTo>
                              <a:pt x="1290" y="35"/>
                            </a:lnTo>
                            <a:lnTo>
                              <a:pt x="1292" y="35"/>
                            </a:lnTo>
                            <a:lnTo>
                              <a:pt x="1294" y="35"/>
                            </a:lnTo>
                            <a:lnTo>
                              <a:pt x="1297" y="34"/>
                            </a:lnTo>
                            <a:lnTo>
                              <a:pt x="1299" y="34"/>
                            </a:lnTo>
                            <a:lnTo>
                              <a:pt x="1302" y="34"/>
                            </a:lnTo>
                            <a:lnTo>
                              <a:pt x="1304" y="33"/>
                            </a:lnTo>
                            <a:lnTo>
                              <a:pt x="1306" y="33"/>
                            </a:lnTo>
                            <a:lnTo>
                              <a:pt x="1309" y="33"/>
                            </a:lnTo>
                            <a:lnTo>
                              <a:pt x="1311" y="33"/>
                            </a:lnTo>
                            <a:lnTo>
                              <a:pt x="1314" y="32"/>
                            </a:lnTo>
                            <a:lnTo>
                              <a:pt x="1316" y="32"/>
                            </a:lnTo>
                            <a:lnTo>
                              <a:pt x="1318" y="32"/>
                            </a:lnTo>
                            <a:lnTo>
                              <a:pt x="1321" y="32"/>
                            </a:lnTo>
                            <a:lnTo>
                              <a:pt x="1323" y="32"/>
                            </a:lnTo>
                            <a:lnTo>
                              <a:pt x="1326" y="31"/>
                            </a:lnTo>
                            <a:lnTo>
                              <a:pt x="1328" y="31"/>
                            </a:lnTo>
                            <a:lnTo>
                              <a:pt x="1331" y="31"/>
                            </a:lnTo>
                            <a:lnTo>
                              <a:pt x="1333" y="30"/>
                            </a:lnTo>
                            <a:lnTo>
                              <a:pt x="1335" y="30"/>
                            </a:lnTo>
                            <a:lnTo>
                              <a:pt x="1338" y="30"/>
                            </a:lnTo>
                            <a:lnTo>
                              <a:pt x="1340" y="30"/>
                            </a:lnTo>
                            <a:lnTo>
                              <a:pt x="1342" y="30"/>
                            </a:lnTo>
                            <a:lnTo>
                              <a:pt x="1345" y="29"/>
                            </a:lnTo>
                            <a:lnTo>
                              <a:pt x="1347" y="29"/>
                            </a:lnTo>
                            <a:lnTo>
                              <a:pt x="1350" y="29"/>
                            </a:lnTo>
                            <a:lnTo>
                              <a:pt x="1352" y="28"/>
                            </a:lnTo>
                            <a:lnTo>
                              <a:pt x="1354" y="28"/>
                            </a:lnTo>
                            <a:lnTo>
                              <a:pt x="1357" y="28"/>
                            </a:lnTo>
                            <a:lnTo>
                              <a:pt x="1359" y="28"/>
                            </a:lnTo>
                            <a:lnTo>
                              <a:pt x="1362" y="27"/>
                            </a:lnTo>
                            <a:lnTo>
                              <a:pt x="1364" y="27"/>
                            </a:lnTo>
                            <a:lnTo>
                              <a:pt x="1366" y="27"/>
                            </a:lnTo>
                            <a:lnTo>
                              <a:pt x="1369" y="27"/>
                            </a:lnTo>
                            <a:lnTo>
                              <a:pt x="1371" y="27"/>
                            </a:lnTo>
                            <a:lnTo>
                              <a:pt x="1374" y="26"/>
                            </a:lnTo>
                            <a:lnTo>
                              <a:pt x="1376" y="26"/>
                            </a:lnTo>
                            <a:lnTo>
                              <a:pt x="1378" y="26"/>
                            </a:lnTo>
                            <a:lnTo>
                              <a:pt x="1381" y="25"/>
                            </a:lnTo>
                            <a:lnTo>
                              <a:pt x="1383" y="25"/>
                            </a:lnTo>
                            <a:lnTo>
                              <a:pt x="1386" y="25"/>
                            </a:lnTo>
                            <a:lnTo>
                              <a:pt x="1388" y="25"/>
                            </a:lnTo>
                            <a:lnTo>
                              <a:pt x="1390" y="25"/>
                            </a:lnTo>
                            <a:lnTo>
                              <a:pt x="1393" y="24"/>
                            </a:lnTo>
                            <a:lnTo>
                              <a:pt x="1395" y="24"/>
                            </a:lnTo>
                            <a:lnTo>
                              <a:pt x="1398" y="24"/>
                            </a:lnTo>
                            <a:lnTo>
                              <a:pt x="1400" y="24"/>
                            </a:lnTo>
                            <a:lnTo>
                              <a:pt x="1402" y="23"/>
                            </a:lnTo>
                            <a:lnTo>
                              <a:pt x="1405" y="23"/>
                            </a:lnTo>
                            <a:lnTo>
                              <a:pt x="1407" y="23"/>
                            </a:lnTo>
                            <a:lnTo>
                              <a:pt x="1410" y="23"/>
                            </a:lnTo>
                            <a:lnTo>
                              <a:pt x="1412" y="22"/>
                            </a:lnTo>
                            <a:lnTo>
                              <a:pt x="1414" y="22"/>
                            </a:lnTo>
                            <a:lnTo>
                              <a:pt x="1417" y="22"/>
                            </a:lnTo>
                            <a:lnTo>
                              <a:pt x="1419" y="22"/>
                            </a:lnTo>
                            <a:lnTo>
                              <a:pt x="1422" y="21"/>
                            </a:lnTo>
                            <a:lnTo>
                              <a:pt x="1424" y="21"/>
                            </a:lnTo>
                            <a:lnTo>
                              <a:pt x="1426" y="21"/>
                            </a:lnTo>
                            <a:lnTo>
                              <a:pt x="1429" y="21"/>
                            </a:lnTo>
                            <a:lnTo>
                              <a:pt x="1431" y="21"/>
                            </a:lnTo>
                            <a:lnTo>
                              <a:pt x="1434" y="20"/>
                            </a:lnTo>
                            <a:lnTo>
                              <a:pt x="1436" y="20"/>
                            </a:lnTo>
                            <a:lnTo>
                              <a:pt x="1438" y="20"/>
                            </a:lnTo>
                            <a:lnTo>
                              <a:pt x="1441" y="19"/>
                            </a:lnTo>
                            <a:lnTo>
                              <a:pt x="1443" y="19"/>
                            </a:lnTo>
                            <a:lnTo>
                              <a:pt x="1446" y="19"/>
                            </a:lnTo>
                            <a:lnTo>
                              <a:pt x="1448" y="19"/>
                            </a:lnTo>
                            <a:lnTo>
                              <a:pt x="1450" y="19"/>
                            </a:lnTo>
                            <a:lnTo>
                              <a:pt x="1453" y="18"/>
                            </a:lnTo>
                            <a:lnTo>
                              <a:pt x="1455" y="18"/>
                            </a:lnTo>
                            <a:lnTo>
                              <a:pt x="1458" y="18"/>
                            </a:lnTo>
                            <a:lnTo>
                              <a:pt x="1460" y="18"/>
                            </a:lnTo>
                            <a:lnTo>
                              <a:pt x="1463" y="17"/>
                            </a:lnTo>
                            <a:lnTo>
                              <a:pt x="1465" y="17"/>
                            </a:lnTo>
                            <a:lnTo>
                              <a:pt x="1467" y="17"/>
                            </a:lnTo>
                            <a:lnTo>
                              <a:pt x="1470" y="17"/>
                            </a:lnTo>
                            <a:lnTo>
                              <a:pt x="1472" y="16"/>
                            </a:lnTo>
                            <a:lnTo>
                              <a:pt x="1475" y="16"/>
                            </a:lnTo>
                            <a:lnTo>
                              <a:pt x="1477" y="16"/>
                            </a:lnTo>
                            <a:lnTo>
                              <a:pt x="1479" y="16"/>
                            </a:lnTo>
                            <a:lnTo>
                              <a:pt x="1482" y="15"/>
                            </a:lnTo>
                            <a:lnTo>
                              <a:pt x="1484" y="15"/>
                            </a:lnTo>
                            <a:lnTo>
                              <a:pt x="1487" y="15"/>
                            </a:lnTo>
                            <a:lnTo>
                              <a:pt x="1489" y="15"/>
                            </a:lnTo>
                            <a:lnTo>
                              <a:pt x="1491" y="15"/>
                            </a:lnTo>
                            <a:lnTo>
                              <a:pt x="1494" y="14"/>
                            </a:lnTo>
                            <a:lnTo>
                              <a:pt x="1496" y="14"/>
                            </a:lnTo>
                            <a:lnTo>
                              <a:pt x="1499" y="14"/>
                            </a:lnTo>
                            <a:lnTo>
                              <a:pt x="1501" y="13"/>
                            </a:lnTo>
                            <a:lnTo>
                              <a:pt x="1504" y="13"/>
                            </a:lnTo>
                            <a:lnTo>
                              <a:pt x="1506" y="13"/>
                            </a:lnTo>
                            <a:lnTo>
                              <a:pt x="1508" y="13"/>
                            </a:lnTo>
                            <a:lnTo>
                              <a:pt x="1511" y="13"/>
                            </a:lnTo>
                            <a:lnTo>
                              <a:pt x="1513" y="12"/>
                            </a:lnTo>
                            <a:lnTo>
                              <a:pt x="1516" y="12"/>
                            </a:lnTo>
                            <a:lnTo>
                              <a:pt x="1518" y="12"/>
                            </a:lnTo>
                            <a:lnTo>
                              <a:pt x="1520" y="12"/>
                            </a:lnTo>
                            <a:lnTo>
                              <a:pt x="1523" y="11"/>
                            </a:lnTo>
                            <a:lnTo>
                              <a:pt x="1525" y="11"/>
                            </a:lnTo>
                            <a:lnTo>
                              <a:pt x="1528" y="11"/>
                            </a:lnTo>
                            <a:lnTo>
                              <a:pt x="1530" y="11"/>
                            </a:lnTo>
                            <a:lnTo>
                              <a:pt x="1532" y="10"/>
                            </a:lnTo>
                            <a:lnTo>
                              <a:pt x="1535" y="10"/>
                            </a:lnTo>
                            <a:lnTo>
                              <a:pt x="1537" y="10"/>
                            </a:lnTo>
                            <a:lnTo>
                              <a:pt x="1540" y="10"/>
                            </a:lnTo>
                            <a:lnTo>
                              <a:pt x="1542" y="9"/>
                            </a:lnTo>
                            <a:lnTo>
                              <a:pt x="1544" y="9"/>
                            </a:lnTo>
                            <a:lnTo>
                              <a:pt x="1547" y="9"/>
                            </a:lnTo>
                            <a:lnTo>
                              <a:pt x="1549" y="9"/>
                            </a:lnTo>
                            <a:lnTo>
                              <a:pt x="1552" y="8"/>
                            </a:lnTo>
                            <a:lnTo>
                              <a:pt x="1554" y="8"/>
                            </a:lnTo>
                            <a:lnTo>
                              <a:pt x="1557" y="8"/>
                            </a:lnTo>
                            <a:lnTo>
                              <a:pt x="1559" y="8"/>
                            </a:lnTo>
                            <a:lnTo>
                              <a:pt x="1561" y="8"/>
                            </a:lnTo>
                            <a:lnTo>
                              <a:pt x="1564" y="7"/>
                            </a:lnTo>
                            <a:lnTo>
                              <a:pt x="1566" y="7"/>
                            </a:lnTo>
                            <a:lnTo>
                              <a:pt x="1569" y="7"/>
                            </a:lnTo>
                            <a:lnTo>
                              <a:pt x="1571" y="7"/>
                            </a:lnTo>
                            <a:lnTo>
                              <a:pt x="1573" y="6"/>
                            </a:lnTo>
                            <a:lnTo>
                              <a:pt x="1576" y="6"/>
                            </a:lnTo>
                            <a:lnTo>
                              <a:pt x="1578" y="6"/>
                            </a:lnTo>
                            <a:lnTo>
                              <a:pt x="1581" y="5"/>
                            </a:lnTo>
                            <a:lnTo>
                              <a:pt x="1583" y="5"/>
                            </a:lnTo>
                            <a:lnTo>
                              <a:pt x="1585" y="4"/>
                            </a:lnTo>
                            <a:lnTo>
                              <a:pt x="1588" y="3"/>
                            </a:lnTo>
                            <a:lnTo>
                              <a:pt x="1590" y="2"/>
                            </a:lnTo>
                            <a:lnTo>
                              <a:pt x="1593" y="2"/>
                            </a:lnTo>
                            <a:lnTo>
                              <a:pt x="1595" y="1"/>
                            </a:lnTo>
                            <a:lnTo>
                              <a:pt x="1597" y="1"/>
                            </a:lnTo>
                            <a:lnTo>
                              <a:pt x="1600" y="0"/>
                            </a:lnTo>
                            <a:lnTo>
                              <a:pt x="1602" y="0"/>
                            </a:lnTo>
                            <a:lnTo>
                              <a:pt x="1605" y="0"/>
                            </a:lnTo>
                            <a:lnTo>
                              <a:pt x="1607" y="0"/>
                            </a:lnTo>
                            <a:lnTo>
                              <a:pt x="1609" y="0"/>
                            </a:lnTo>
                            <a:lnTo>
                              <a:pt x="1612" y="0"/>
                            </a:lnTo>
                            <a:lnTo>
                              <a:pt x="1614" y="0"/>
                            </a:lnTo>
                            <a:lnTo>
                              <a:pt x="1617" y="0"/>
                            </a:lnTo>
                            <a:lnTo>
                              <a:pt x="1619" y="0"/>
                            </a:lnTo>
                            <a:lnTo>
                              <a:pt x="1621" y="1"/>
                            </a:lnTo>
                            <a:lnTo>
                              <a:pt x="1624" y="1"/>
                            </a:lnTo>
                            <a:lnTo>
                              <a:pt x="1626" y="1"/>
                            </a:lnTo>
                            <a:lnTo>
                              <a:pt x="1629" y="2"/>
                            </a:lnTo>
                            <a:lnTo>
                              <a:pt x="1631" y="2"/>
                            </a:lnTo>
                            <a:lnTo>
                              <a:pt x="1633" y="2"/>
                            </a:lnTo>
                            <a:lnTo>
                              <a:pt x="1636" y="3"/>
                            </a:lnTo>
                            <a:lnTo>
                              <a:pt x="1638" y="4"/>
                            </a:lnTo>
                            <a:lnTo>
                              <a:pt x="1641" y="4"/>
                            </a:lnTo>
                            <a:lnTo>
                              <a:pt x="1643" y="5"/>
                            </a:lnTo>
                            <a:lnTo>
                              <a:pt x="1645" y="5"/>
                            </a:lnTo>
                            <a:lnTo>
                              <a:pt x="1648" y="6"/>
                            </a:lnTo>
                            <a:lnTo>
                              <a:pt x="1650" y="6"/>
                            </a:lnTo>
                            <a:lnTo>
                              <a:pt x="1653" y="7"/>
                            </a:lnTo>
                            <a:lnTo>
                              <a:pt x="1655" y="8"/>
                            </a:lnTo>
                            <a:lnTo>
                              <a:pt x="1657" y="8"/>
                            </a:lnTo>
                            <a:lnTo>
                              <a:pt x="1660" y="9"/>
                            </a:lnTo>
                            <a:lnTo>
                              <a:pt x="1662" y="10"/>
                            </a:lnTo>
                            <a:lnTo>
                              <a:pt x="1665" y="10"/>
                            </a:lnTo>
                            <a:lnTo>
                              <a:pt x="1667" y="11"/>
                            </a:lnTo>
                            <a:lnTo>
                              <a:pt x="1669" y="12"/>
                            </a:lnTo>
                            <a:lnTo>
                              <a:pt x="1672" y="12"/>
                            </a:lnTo>
                            <a:lnTo>
                              <a:pt x="1674" y="13"/>
                            </a:lnTo>
                            <a:lnTo>
                              <a:pt x="1677" y="13"/>
                            </a:lnTo>
                            <a:lnTo>
                              <a:pt x="1679" y="14"/>
                            </a:lnTo>
                            <a:lnTo>
                              <a:pt x="1681" y="15"/>
                            </a:lnTo>
                            <a:lnTo>
                              <a:pt x="1684" y="16"/>
                            </a:lnTo>
                            <a:lnTo>
                              <a:pt x="1686" y="16"/>
                            </a:lnTo>
                            <a:lnTo>
                              <a:pt x="1689" y="17"/>
                            </a:lnTo>
                            <a:lnTo>
                              <a:pt x="1691" y="18"/>
                            </a:lnTo>
                            <a:lnTo>
                              <a:pt x="1693" y="18"/>
                            </a:lnTo>
                            <a:lnTo>
                              <a:pt x="1696" y="19"/>
                            </a:lnTo>
                            <a:lnTo>
                              <a:pt x="1698" y="20"/>
                            </a:lnTo>
                            <a:lnTo>
                              <a:pt x="1701" y="21"/>
                            </a:lnTo>
                            <a:lnTo>
                              <a:pt x="1703" y="21"/>
                            </a:lnTo>
                            <a:lnTo>
                              <a:pt x="1705" y="22"/>
                            </a:lnTo>
                            <a:lnTo>
                              <a:pt x="1708" y="23"/>
                            </a:lnTo>
                            <a:lnTo>
                              <a:pt x="1710" y="23"/>
                            </a:lnTo>
                            <a:lnTo>
                              <a:pt x="1713" y="24"/>
                            </a:lnTo>
                            <a:lnTo>
                              <a:pt x="1715" y="25"/>
                            </a:lnTo>
                            <a:lnTo>
                              <a:pt x="1717" y="25"/>
                            </a:lnTo>
                            <a:lnTo>
                              <a:pt x="1720" y="26"/>
                            </a:lnTo>
                            <a:lnTo>
                              <a:pt x="1722" y="27"/>
                            </a:lnTo>
                            <a:lnTo>
                              <a:pt x="1725" y="28"/>
                            </a:lnTo>
                            <a:lnTo>
                              <a:pt x="1727" y="28"/>
                            </a:lnTo>
                            <a:lnTo>
                              <a:pt x="1730" y="29"/>
                            </a:lnTo>
                            <a:lnTo>
                              <a:pt x="1732" y="30"/>
                            </a:lnTo>
                            <a:lnTo>
                              <a:pt x="1734" y="30"/>
                            </a:lnTo>
                            <a:lnTo>
                              <a:pt x="1737" y="31"/>
                            </a:lnTo>
                            <a:lnTo>
                              <a:pt x="1739" y="32"/>
                            </a:lnTo>
                            <a:lnTo>
                              <a:pt x="1742" y="32"/>
                            </a:lnTo>
                            <a:lnTo>
                              <a:pt x="1744" y="33"/>
                            </a:lnTo>
                            <a:lnTo>
                              <a:pt x="1746" y="34"/>
                            </a:lnTo>
                            <a:lnTo>
                              <a:pt x="1749" y="35"/>
                            </a:lnTo>
                            <a:lnTo>
                              <a:pt x="1751" y="35"/>
                            </a:lnTo>
                            <a:lnTo>
                              <a:pt x="1754" y="36"/>
                            </a:lnTo>
                            <a:lnTo>
                              <a:pt x="1756" y="36"/>
                            </a:lnTo>
                            <a:lnTo>
                              <a:pt x="1758" y="37"/>
                            </a:lnTo>
                            <a:lnTo>
                              <a:pt x="1761" y="38"/>
                            </a:lnTo>
                            <a:lnTo>
                              <a:pt x="1763" y="38"/>
                            </a:lnTo>
                            <a:lnTo>
                              <a:pt x="1766" y="39"/>
                            </a:lnTo>
                            <a:lnTo>
                              <a:pt x="1768" y="39"/>
                            </a:lnTo>
                            <a:lnTo>
                              <a:pt x="1771" y="40"/>
                            </a:lnTo>
                            <a:lnTo>
                              <a:pt x="1773" y="41"/>
                            </a:lnTo>
                            <a:lnTo>
                              <a:pt x="1775" y="41"/>
                            </a:lnTo>
                            <a:lnTo>
                              <a:pt x="1778" y="42"/>
                            </a:lnTo>
                            <a:lnTo>
                              <a:pt x="1780" y="42"/>
                            </a:lnTo>
                            <a:lnTo>
                              <a:pt x="1783" y="43"/>
                            </a:lnTo>
                            <a:lnTo>
                              <a:pt x="1785" y="44"/>
                            </a:lnTo>
                            <a:lnTo>
                              <a:pt x="1787" y="44"/>
                            </a:lnTo>
                            <a:lnTo>
                              <a:pt x="1790" y="45"/>
                            </a:lnTo>
                            <a:lnTo>
                              <a:pt x="1792" y="45"/>
                            </a:lnTo>
                            <a:lnTo>
                              <a:pt x="1795" y="46"/>
                            </a:lnTo>
                            <a:lnTo>
                              <a:pt x="1797" y="47"/>
                            </a:lnTo>
                            <a:lnTo>
                              <a:pt x="1799" y="47"/>
                            </a:lnTo>
                            <a:lnTo>
                              <a:pt x="1802" y="48"/>
                            </a:lnTo>
                            <a:lnTo>
                              <a:pt x="1804" y="48"/>
                            </a:lnTo>
                            <a:lnTo>
                              <a:pt x="1807" y="49"/>
                            </a:lnTo>
                            <a:lnTo>
                              <a:pt x="1809" y="49"/>
                            </a:lnTo>
                            <a:lnTo>
                              <a:pt x="1811" y="50"/>
                            </a:lnTo>
                            <a:lnTo>
                              <a:pt x="1814" y="50"/>
                            </a:lnTo>
                            <a:lnTo>
                              <a:pt x="1816" y="51"/>
                            </a:lnTo>
                            <a:lnTo>
                              <a:pt x="1819" y="51"/>
                            </a:lnTo>
                            <a:lnTo>
                              <a:pt x="1821" y="52"/>
                            </a:lnTo>
                            <a:lnTo>
                              <a:pt x="1824" y="52"/>
                            </a:lnTo>
                            <a:lnTo>
                              <a:pt x="1826" y="53"/>
                            </a:lnTo>
                            <a:lnTo>
                              <a:pt x="1828" y="53"/>
                            </a:lnTo>
                            <a:lnTo>
                              <a:pt x="1831" y="54"/>
                            </a:lnTo>
                            <a:lnTo>
                              <a:pt x="1833" y="55"/>
                            </a:lnTo>
                            <a:lnTo>
                              <a:pt x="1836" y="55"/>
                            </a:lnTo>
                            <a:lnTo>
                              <a:pt x="1838" y="56"/>
                            </a:lnTo>
                            <a:lnTo>
                              <a:pt x="1840" y="56"/>
                            </a:lnTo>
                            <a:lnTo>
                              <a:pt x="1843" y="56"/>
                            </a:lnTo>
                            <a:lnTo>
                              <a:pt x="1845" y="57"/>
                            </a:lnTo>
                            <a:lnTo>
                              <a:pt x="1848" y="58"/>
                            </a:lnTo>
                            <a:lnTo>
                              <a:pt x="1850" y="58"/>
                            </a:lnTo>
                            <a:lnTo>
                              <a:pt x="1852" y="58"/>
                            </a:lnTo>
                            <a:lnTo>
                              <a:pt x="1855" y="59"/>
                            </a:lnTo>
                            <a:lnTo>
                              <a:pt x="1857" y="59"/>
                            </a:lnTo>
                            <a:lnTo>
                              <a:pt x="1860" y="60"/>
                            </a:lnTo>
                            <a:lnTo>
                              <a:pt x="1862" y="60"/>
                            </a:lnTo>
                            <a:lnTo>
                              <a:pt x="1864" y="61"/>
                            </a:lnTo>
                            <a:lnTo>
                              <a:pt x="1867" y="61"/>
                            </a:lnTo>
                            <a:lnTo>
                              <a:pt x="1869" y="62"/>
                            </a:lnTo>
                            <a:lnTo>
                              <a:pt x="1872" y="62"/>
                            </a:lnTo>
                            <a:lnTo>
                              <a:pt x="1874" y="62"/>
                            </a:lnTo>
                            <a:lnTo>
                              <a:pt x="1876" y="63"/>
                            </a:lnTo>
                            <a:lnTo>
                              <a:pt x="1879" y="63"/>
                            </a:lnTo>
                            <a:lnTo>
                              <a:pt x="1881" y="64"/>
                            </a:lnTo>
                            <a:lnTo>
                              <a:pt x="1884" y="64"/>
                            </a:lnTo>
                            <a:lnTo>
                              <a:pt x="1886" y="65"/>
                            </a:lnTo>
                            <a:lnTo>
                              <a:pt x="1888" y="65"/>
                            </a:lnTo>
                            <a:lnTo>
                              <a:pt x="1891" y="65"/>
                            </a:lnTo>
                            <a:lnTo>
                              <a:pt x="1893" y="66"/>
                            </a:lnTo>
                            <a:lnTo>
                              <a:pt x="1896" y="66"/>
                            </a:lnTo>
                            <a:lnTo>
                              <a:pt x="1898" y="67"/>
                            </a:lnTo>
                            <a:lnTo>
                              <a:pt x="1900" y="67"/>
                            </a:lnTo>
                            <a:lnTo>
                              <a:pt x="1903" y="67"/>
                            </a:lnTo>
                            <a:lnTo>
                              <a:pt x="1905" y="68"/>
                            </a:lnTo>
                            <a:lnTo>
                              <a:pt x="1908" y="68"/>
                            </a:lnTo>
                            <a:lnTo>
                              <a:pt x="1910" y="68"/>
                            </a:lnTo>
                            <a:lnTo>
                              <a:pt x="1912" y="69"/>
                            </a:lnTo>
                            <a:lnTo>
                              <a:pt x="1915" y="69"/>
                            </a:lnTo>
                            <a:lnTo>
                              <a:pt x="1917" y="70"/>
                            </a:lnTo>
                            <a:lnTo>
                              <a:pt x="1920" y="70"/>
                            </a:lnTo>
                            <a:lnTo>
                              <a:pt x="1922" y="70"/>
                            </a:lnTo>
                            <a:lnTo>
                              <a:pt x="1924" y="71"/>
                            </a:lnTo>
                            <a:lnTo>
                              <a:pt x="1927" y="71"/>
                            </a:lnTo>
                            <a:lnTo>
                              <a:pt x="1929" y="71"/>
                            </a:lnTo>
                            <a:lnTo>
                              <a:pt x="1932" y="72"/>
                            </a:lnTo>
                            <a:lnTo>
                              <a:pt x="1934" y="72"/>
                            </a:lnTo>
                            <a:lnTo>
                              <a:pt x="1936" y="73"/>
                            </a:lnTo>
                            <a:lnTo>
                              <a:pt x="1939" y="73"/>
                            </a:lnTo>
                            <a:lnTo>
                              <a:pt x="1941" y="73"/>
                            </a:lnTo>
                            <a:lnTo>
                              <a:pt x="1944" y="73"/>
                            </a:lnTo>
                            <a:lnTo>
                              <a:pt x="1946" y="74"/>
                            </a:lnTo>
                            <a:lnTo>
                              <a:pt x="1948" y="74"/>
                            </a:lnTo>
                            <a:lnTo>
                              <a:pt x="1951" y="75"/>
                            </a:lnTo>
                            <a:lnTo>
                              <a:pt x="1953" y="75"/>
                            </a:lnTo>
                            <a:lnTo>
                              <a:pt x="1956" y="75"/>
                            </a:lnTo>
                            <a:lnTo>
                              <a:pt x="1958" y="75"/>
                            </a:lnTo>
                            <a:lnTo>
                              <a:pt x="1960" y="76"/>
                            </a:lnTo>
                            <a:lnTo>
                              <a:pt x="1963" y="76"/>
                            </a:lnTo>
                            <a:lnTo>
                              <a:pt x="1965" y="76"/>
                            </a:lnTo>
                            <a:lnTo>
                              <a:pt x="1968" y="77"/>
                            </a:lnTo>
                            <a:lnTo>
                              <a:pt x="1970" y="77"/>
                            </a:lnTo>
                            <a:lnTo>
                              <a:pt x="1972" y="77"/>
                            </a:lnTo>
                            <a:lnTo>
                              <a:pt x="1975" y="78"/>
                            </a:lnTo>
                            <a:lnTo>
                              <a:pt x="1977" y="78"/>
                            </a:lnTo>
                            <a:lnTo>
                              <a:pt x="1980" y="78"/>
                            </a:lnTo>
                            <a:lnTo>
                              <a:pt x="1982" y="79"/>
                            </a:lnTo>
                            <a:lnTo>
                              <a:pt x="1984" y="79"/>
                            </a:lnTo>
                            <a:lnTo>
                              <a:pt x="1987" y="79"/>
                            </a:lnTo>
                            <a:lnTo>
                              <a:pt x="1989" y="79"/>
                            </a:lnTo>
                            <a:lnTo>
                              <a:pt x="1992" y="80"/>
                            </a:lnTo>
                            <a:lnTo>
                              <a:pt x="1994" y="80"/>
                            </a:lnTo>
                            <a:lnTo>
                              <a:pt x="1997" y="80"/>
                            </a:lnTo>
                            <a:lnTo>
                              <a:pt x="1999" y="81"/>
                            </a:lnTo>
                            <a:lnTo>
                              <a:pt x="2001" y="81"/>
                            </a:lnTo>
                            <a:lnTo>
                              <a:pt x="2004" y="81"/>
                            </a:lnTo>
                            <a:lnTo>
                              <a:pt x="2006" y="81"/>
                            </a:lnTo>
                            <a:lnTo>
                              <a:pt x="2009" y="82"/>
                            </a:lnTo>
                            <a:lnTo>
                              <a:pt x="2011" y="82"/>
                            </a:lnTo>
                            <a:lnTo>
                              <a:pt x="2013" y="82"/>
                            </a:lnTo>
                            <a:lnTo>
                              <a:pt x="2016" y="82"/>
                            </a:lnTo>
                            <a:lnTo>
                              <a:pt x="2018" y="82"/>
                            </a:lnTo>
                            <a:lnTo>
                              <a:pt x="2021" y="83"/>
                            </a:lnTo>
                            <a:lnTo>
                              <a:pt x="2023" y="83"/>
                            </a:lnTo>
                            <a:lnTo>
                              <a:pt x="2025" y="83"/>
                            </a:lnTo>
                            <a:lnTo>
                              <a:pt x="2028" y="84"/>
                            </a:lnTo>
                            <a:lnTo>
                              <a:pt x="2030" y="84"/>
                            </a:lnTo>
                            <a:lnTo>
                              <a:pt x="2033" y="84"/>
                            </a:lnTo>
                            <a:lnTo>
                              <a:pt x="2035" y="84"/>
                            </a:lnTo>
                            <a:lnTo>
                              <a:pt x="2038" y="85"/>
                            </a:lnTo>
                            <a:lnTo>
                              <a:pt x="2040" y="85"/>
                            </a:lnTo>
                            <a:lnTo>
                              <a:pt x="2042" y="85"/>
                            </a:lnTo>
                            <a:lnTo>
                              <a:pt x="2045" y="85"/>
                            </a:lnTo>
                            <a:lnTo>
                              <a:pt x="2047" y="85"/>
                            </a:lnTo>
                            <a:lnTo>
                              <a:pt x="2050" y="86"/>
                            </a:lnTo>
                            <a:lnTo>
                              <a:pt x="2052" y="86"/>
                            </a:lnTo>
                            <a:lnTo>
                              <a:pt x="2054" y="86"/>
                            </a:lnTo>
                            <a:lnTo>
                              <a:pt x="2057" y="87"/>
                            </a:lnTo>
                            <a:lnTo>
                              <a:pt x="2059" y="87"/>
                            </a:lnTo>
                            <a:lnTo>
                              <a:pt x="2062" y="87"/>
                            </a:lnTo>
                            <a:lnTo>
                              <a:pt x="2064" y="87"/>
                            </a:lnTo>
                            <a:lnTo>
                              <a:pt x="2066" y="87"/>
                            </a:lnTo>
                            <a:lnTo>
                              <a:pt x="2069" y="88"/>
                            </a:lnTo>
                            <a:lnTo>
                              <a:pt x="2071" y="88"/>
                            </a:lnTo>
                            <a:lnTo>
                              <a:pt x="2074" y="88"/>
                            </a:lnTo>
                            <a:lnTo>
                              <a:pt x="2076" y="88"/>
                            </a:lnTo>
                            <a:lnTo>
                              <a:pt x="2078" y="88"/>
                            </a:lnTo>
                            <a:lnTo>
                              <a:pt x="2081" y="89"/>
                            </a:lnTo>
                            <a:lnTo>
                              <a:pt x="2083" y="89"/>
                            </a:lnTo>
                            <a:lnTo>
                              <a:pt x="2086" y="89"/>
                            </a:lnTo>
                            <a:lnTo>
                              <a:pt x="2088" y="89"/>
                            </a:lnTo>
                            <a:lnTo>
                              <a:pt x="2091" y="90"/>
                            </a:lnTo>
                            <a:lnTo>
                              <a:pt x="2093" y="90"/>
                            </a:lnTo>
                            <a:lnTo>
                              <a:pt x="2095" y="90"/>
                            </a:lnTo>
                            <a:lnTo>
                              <a:pt x="2098" y="90"/>
                            </a:lnTo>
                            <a:lnTo>
                              <a:pt x="2100" y="90"/>
                            </a:lnTo>
                            <a:lnTo>
                              <a:pt x="2103" y="91"/>
                            </a:lnTo>
                            <a:lnTo>
                              <a:pt x="2105" y="91"/>
                            </a:lnTo>
                            <a:lnTo>
                              <a:pt x="2107" y="91"/>
                            </a:lnTo>
                            <a:lnTo>
                              <a:pt x="2110" y="91"/>
                            </a:lnTo>
                            <a:lnTo>
                              <a:pt x="2112" y="91"/>
                            </a:lnTo>
                            <a:lnTo>
                              <a:pt x="2115" y="91"/>
                            </a:lnTo>
                            <a:lnTo>
                              <a:pt x="2117" y="92"/>
                            </a:lnTo>
                            <a:lnTo>
                              <a:pt x="2119" y="92"/>
                            </a:lnTo>
                            <a:lnTo>
                              <a:pt x="2122" y="92"/>
                            </a:lnTo>
                            <a:lnTo>
                              <a:pt x="2124" y="92"/>
                            </a:lnTo>
                            <a:lnTo>
                              <a:pt x="2127" y="93"/>
                            </a:lnTo>
                            <a:lnTo>
                              <a:pt x="2129" y="93"/>
                            </a:lnTo>
                            <a:lnTo>
                              <a:pt x="2131" y="93"/>
                            </a:lnTo>
                            <a:lnTo>
                              <a:pt x="2134" y="93"/>
                            </a:lnTo>
                            <a:lnTo>
                              <a:pt x="2136" y="93"/>
                            </a:lnTo>
                            <a:lnTo>
                              <a:pt x="2139" y="93"/>
                            </a:lnTo>
                            <a:lnTo>
                              <a:pt x="2141" y="94"/>
                            </a:lnTo>
                            <a:lnTo>
                              <a:pt x="2143" y="94"/>
                            </a:lnTo>
                            <a:lnTo>
                              <a:pt x="2146" y="94"/>
                            </a:lnTo>
                            <a:lnTo>
                              <a:pt x="2148" y="94"/>
                            </a:lnTo>
                            <a:lnTo>
                              <a:pt x="2151" y="95"/>
                            </a:lnTo>
                            <a:lnTo>
                              <a:pt x="2153" y="95"/>
                            </a:lnTo>
                            <a:lnTo>
                              <a:pt x="2155" y="95"/>
                            </a:lnTo>
                            <a:lnTo>
                              <a:pt x="2158" y="95"/>
                            </a:lnTo>
                            <a:lnTo>
                              <a:pt x="2160" y="95"/>
                            </a:lnTo>
                            <a:lnTo>
                              <a:pt x="2163" y="95"/>
                            </a:lnTo>
                            <a:lnTo>
                              <a:pt x="2165" y="96"/>
                            </a:lnTo>
                            <a:lnTo>
                              <a:pt x="2166" y="96"/>
                            </a:lnTo>
                          </a:path>
                        </a:pathLst>
                      </a:custGeom>
                      <a:noFill/>
                      <a:ln w="17526" cap="flat">
                        <a:solidFill>
                          <a:srgbClr val="0000FF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/>
                      </a:p>
                    </p:txBody>
                  </p:sp>
                </p:grpSp>
                <p:grpSp>
                  <p:nvGrpSpPr>
                    <p:cNvPr id="311" name="그룹 310">
                      <a:extLst>
                        <a:ext uri="{FF2B5EF4-FFF2-40B4-BE49-F238E27FC236}">
                          <a16:creationId xmlns:a16="http://schemas.microsoft.com/office/drawing/2014/main" id="{D7018C85-5964-4143-A303-A9950C55FD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31925" y="1549255"/>
                      <a:ext cx="3442970" cy="1227138"/>
                      <a:chOff x="6586945" y="1549255"/>
                      <a:chExt cx="3442970" cy="1227138"/>
                    </a:xfrm>
                  </p:grpSpPr>
                  <p:sp>
                    <p:nvSpPr>
                      <p:cNvPr id="312" name="Freeform 22">
                        <a:extLst>
                          <a:ext uri="{FF2B5EF4-FFF2-40B4-BE49-F238E27FC236}">
                            <a16:creationId xmlns:a16="http://schemas.microsoft.com/office/drawing/2014/main" id="{5E69D344-E953-4461-BFD1-6CA9DE7B0F6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586945" y="1549255"/>
                        <a:ext cx="3438525" cy="1227138"/>
                      </a:xfrm>
                      <a:custGeom>
                        <a:avLst/>
                        <a:gdLst>
                          <a:gd name="T0" fmla="*/ 1131 w 2166"/>
                          <a:gd name="T1" fmla="*/ 557 h 773"/>
                          <a:gd name="T2" fmla="*/ 1061 w 2166"/>
                          <a:gd name="T3" fmla="*/ 536 h 773"/>
                          <a:gd name="T4" fmla="*/ 991 w 2166"/>
                          <a:gd name="T5" fmla="*/ 510 h 773"/>
                          <a:gd name="T6" fmla="*/ 921 w 2166"/>
                          <a:gd name="T7" fmla="*/ 483 h 773"/>
                          <a:gd name="T8" fmla="*/ 852 w 2166"/>
                          <a:gd name="T9" fmla="*/ 455 h 773"/>
                          <a:gd name="T10" fmla="*/ 782 w 2166"/>
                          <a:gd name="T11" fmla="*/ 428 h 773"/>
                          <a:gd name="T12" fmla="*/ 712 w 2166"/>
                          <a:gd name="T13" fmla="*/ 399 h 773"/>
                          <a:gd name="T14" fmla="*/ 642 w 2166"/>
                          <a:gd name="T15" fmla="*/ 369 h 773"/>
                          <a:gd name="T16" fmla="*/ 573 w 2166"/>
                          <a:gd name="T17" fmla="*/ 333 h 773"/>
                          <a:gd name="T18" fmla="*/ 503 w 2166"/>
                          <a:gd name="T19" fmla="*/ 286 h 773"/>
                          <a:gd name="T20" fmla="*/ 433 w 2166"/>
                          <a:gd name="T21" fmla="*/ 225 h 773"/>
                          <a:gd name="T22" fmla="*/ 363 w 2166"/>
                          <a:gd name="T23" fmla="*/ 177 h 773"/>
                          <a:gd name="T24" fmla="*/ 294 w 2166"/>
                          <a:gd name="T25" fmla="*/ 184 h 773"/>
                          <a:gd name="T26" fmla="*/ 224 w 2166"/>
                          <a:gd name="T27" fmla="*/ 186 h 773"/>
                          <a:gd name="T28" fmla="*/ 154 w 2166"/>
                          <a:gd name="T29" fmla="*/ 174 h 773"/>
                          <a:gd name="T30" fmla="*/ 84 w 2166"/>
                          <a:gd name="T31" fmla="*/ 159 h 773"/>
                          <a:gd name="T32" fmla="*/ 15 w 2166"/>
                          <a:gd name="T33" fmla="*/ 149 h 773"/>
                          <a:gd name="T34" fmla="*/ 53 w 2166"/>
                          <a:gd name="T35" fmla="*/ 272 h 773"/>
                          <a:gd name="T36" fmla="*/ 123 w 2166"/>
                          <a:gd name="T37" fmla="*/ 273 h 773"/>
                          <a:gd name="T38" fmla="*/ 193 w 2166"/>
                          <a:gd name="T39" fmla="*/ 263 h 773"/>
                          <a:gd name="T40" fmla="*/ 263 w 2166"/>
                          <a:gd name="T41" fmla="*/ 264 h 773"/>
                          <a:gd name="T42" fmla="*/ 332 w 2166"/>
                          <a:gd name="T43" fmla="*/ 266 h 773"/>
                          <a:gd name="T44" fmla="*/ 402 w 2166"/>
                          <a:gd name="T45" fmla="*/ 301 h 773"/>
                          <a:gd name="T46" fmla="*/ 472 w 2166"/>
                          <a:gd name="T47" fmla="*/ 361 h 773"/>
                          <a:gd name="T48" fmla="*/ 542 w 2166"/>
                          <a:gd name="T49" fmla="*/ 413 h 773"/>
                          <a:gd name="T50" fmla="*/ 611 w 2166"/>
                          <a:gd name="T51" fmla="*/ 459 h 773"/>
                          <a:gd name="T52" fmla="*/ 681 w 2166"/>
                          <a:gd name="T53" fmla="*/ 498 h 773"/>
                          <a:gd name="T54" fmla="*/ 751 w 2166"/>
                          <a:gd name="T55" fmla="*/ 530 h 773"/>
                          <a:gd name="T56" fmla="*/ 821 w 2166"/>
                          <a:gd name="T57" fmla="*/ 558 h 773"/>
                          <a:gd name="T58" fmla="*/ 890 w 2166"/>
                          <a:gd name="T59" fmla="*/ 583 h 773"/>
                          <a:gd name="T60" fmla="*/ 960 w 2166"/>
                          <a:gd name="T61" fmla="*/ 608 h 773"/>
                          <a:gd name="T62" fmla="*/ 1030 w 2166"/>
                          <a:gd name="T63" fmla="*/ 632 h 773"/>
                          <a:gd name="T64" fmla="*/ 1099 w 2166"/>
                          <a:gd name="T65" fmla="*/ 655 h 773"/>
                          <a:gd name="T66" fmla="*/ 1169 w 2166"/>
                          <a:gd name="T67" fmla="*/ 677 h 773"/>
                          <a:gd name="T68" fmla="*/ 1239 w 2166"/>
                          <a:gd name="T69" fmla="*/ 697 h 773"/>
                          <a:gd name="T70" fmla="*/ 1309 w 2166"/>
                          <a:gd name="T71" fmla="*/ 715 h 773"/>
                          <a:gd name="T72" fmla="*/ 1378 w 2166"/>
                          <a:gd name="T73" fmla="*/ 730 h 773"/>
                          <a:gd name="T74" fmla="*/ 1448 w 2166"/>
                          <a:gd name="T75" fmla="*/ 748 h 773"/>
                          <a:gd name="T76" fmla="*/ 1518 w 2166"/>
                          <a:gd name="T77" fmla="*/ 762 h 773"/>
                          <a:gd name="T78" fmla="*/ 1588 w 2166"/>
                          <a:gd name="T79" fmla="*/ 769 h 773"/>
                          <a:gd name="T80" fmla="*/ 1657 w 2166"/>
                          <a:gd name="T81" fmla="*/ 645 h 773"/>
                          <a:gd name="T82" fmla="*/ 1727 w 2166"/>
                          <a:gd name="T83" fmla="*/ 484 h 773"/>
                          <a:gd name="T84" fmla="*/ 1797 w 2166"/>
                          <a:gd name="T85" fmla="*/ 345 h 773"/>
                          <a:gd name="T86" fmla="*/ 1867 w 2166"/>
                          <a:gd name="T87" fmla="*/ 234 h 773"/>
                          <a:gd name="T88" fmla="*/ 1936 w 2166"/>
                          <a:gd name="T89" fmla="*/ 153 h 773"/>
                          <a:gd name="T90" fmla="*/ 2006 w 2166"/>
                          <a:gd name="T91" fmla="*/ 105 h 773"/>
                          <a:gd name="T92" fmla="*/ 2076 w 2166"/>
                          <a:gd name="T93" fmla="*/ 72 h 773"/>
                          <a:gd name="T94" fmla="*/ 2146 w 2166"/>
                          <a:gd name="T95" fmla="*/ 53 h 773"/>
                          <a:gd name="T96" fmla="*/ 2124 w 2166"/>
                          <a:gd name="T97" fmla="*/ 3 h 773"/>
                          <a:gd name="T98" fmla="*/ 2054 w 2166"/>
                          <a:gd name="T99" fmla="*/ 5 h 773"/>
                          <a:gd name="T100" fmla="*/ 1984 w 2166"/>
                          <a:gd name="T101" fmla="*/ 26 h 773"/>
                          <a:gd name="T102" fmla="*/ 1915 w 2166"/>
                          <a:gd name="T103" fmla="*/ 67 h 773"/>
                          <a:gd name="T104" fmla="*/ 1845 w 2166"/>
                          <a:gd name="T105" fmla="*/ 123 h 773"/>
                          <a:gd name="T106" fmla="*/ 1775 w 2166"/>
                          <a:gd name="T107" fmla="*/ 217 h 773"/>
                          <a:gd name="T108" fmla="*/ 1705 w 2166"/>
                          <a:gd name="T109" fmla="*/ 360 h 773"/>
                          <a:gd name="T110" fmla="*/ 1636 w 2166"/>
                          <a:gd name="T111" fmla="*/ 530 h 773"/>
                          <a:gd name="T112" fmla="*/ 1566 w 2166"/>
                          <a:gd name="T113" fmla="*/ 631 h 773"/>
                          <a:gd name="T114" fmla="*/ 1496 w 2166"/>
                          <a:gd name="T115" fmla="*/ 624 h 773"/>
                          <a:gd name="T116" fmla="*/ 1426 w 2166"/>
                          <a:gd name="T117" fmla="*/ 618 h 773"/>
                          <a:gd name="T118" fmla="*/ 1357 w 2166"/>
                          <a:gd name="T119" fmla="*/ 608 h 773"/>
                          <a:gd name="T120" fmla="*/ 1287 w 2166"/>
                          <a:gd name="T121" fmla="*/ 595 h 773"/>
                          <a:gd name="T122" fmla="*/ 1217 w 2166"/>
                          <a:gd name="T123" fmla="*/ 580 h 77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  <a:cxn ang="0">
                            <a:pos x="T122" y="T123"/>
                          </a:cxn>
                        </a:cxnLst>
                        <a:rect l="0" t="0" r="r" b="b"/>
                        <a:pathLst>
                          <a:path w="2166" h="773">
                            <a:moveTo>
                              <a:pt x="1198" y="575"/>
                            </a:moveTo>
                            <a:lnTo>
                              <a:pt x="1196" y="575"/>
                            </a:lnTo>
                            <a:lnTo>
                              <a:pt x="1193" y="574"/>
                            </a:lnTo>
                            <a:lnTo>
                              <a:pt x="1191" y="574"/>
                            </a:lnTo>
                            <a:lnTo>
                              <a:pt x="1188" y="573"/>
                            </a:lnTo>
                            <a:lnTo>
                              <a:pt x="1186" y="572"/>
                            </a:lnTo>
                            <a:lnTo>
                              <a:pt x="1183" y="572"/>
                            </a:lnTo>
                            <a:lnTo>
                              <a:pt x="1181" y="571"/>
                            </a:lnTo>
                            <a:lnTo>
                              <a:pt x="1179" y="570"/>
                            </a:lnTo>
                            <a:lnTo>
                              <a:pt x="1176" y="570"/>
                            </a:lnTo>
                            <a:lnTo>
                              <a:pt x="1174" y="569"/>
                            </a:lnTo>
                            <a:lnTo>
                              <a:pt x="1171" y="568"/>
                            </a:lnTo>
                            <a:lnTo>
                              <a:pt x="1169" y="568"/>
                            </a:lnTo>
                            <a:lnTo>
                              <a:pt x="1167" y="567"/>
                            </a:lnTo>
                            <a:lnTo>
                              <a:pt x="1164" y="566"/>
                            </a:lnTo>
                            <a:lnTo>
                              <a:pt x="1162" y="566"/>
                            </a:lnTo>
                            <a:lnTo>
                              <a:pt x="1159" y="565"/>
                            </a:lnTo>
                            <a:lnTo>
                              <a:pt x="1157" y="564"/>
                            </a:lnTo>
                            <a:lnTo>
                              <a:pt x="1155" y="564"/>
                            </a:lnTo>
                            <a:lnTo>
                              <a:pt x="1152" y="563"/>
                            </a:lnTo>
                            <a:lnTo>
                              <a:pt x="1150" y="563"/>
                            </a:lnTo>
                            <a:lnTo>
                              <a:pt x="1147" y="562"/>
                            </a:lnTo>
                            <a:lnTo>
                              <a:pt x="1145" y="561"/>
                            </a:lnTo>
                            <a:lnTo>
                              <a:pt x="1143" y="561"/>
                            </a:lnTo>
                            <a:lnTo>
                              <a:pt x="1140" y="560"/>
                            </a:lnTo>
                            <a:lnTo>
                              <a:pt x="1138" y="560"/>
                            </a:lnTo>
                            <a:lnTo>
                              <a:pt x="1135" y="559"/>
                            </a:lnTo>
                            <a:lnTo>
                              <a:pt x="1133" y="558"/>
                            </a:lnTo>
                            <a:lnTo>
                              <a:pt x="1131" y="557"/>
                            </a:lnTo>
                            <a:lnTo>
                              <a:pt x="1128" y="557"/>
                            </a:lnTo>
                            <a:lnTo>
                              <a:pt x="1126" y="556"/>
                            </a:lnTo>
                            <a:lnTo>
                              <a:pt x="1123" y="555"/>
                            </a:lnTo>
                            <a:lnTo>
                              <a:pt x="1121" y="555"/>
                            </a:lnTo>
                            <a:lnTo>
                              <a:pt x="1119" y="554"/>
                            </a:lnTo>
                            <a:lnTo>
                              <a:pt x="1116" y="554"/>
                            </a:lnTo>
                            <a:lnTo>
                              <a:pt x="1114" y="553"/>
                            </a:lnTo>
                            <a:lnTo>
                              <a:pt x="1111" y="552"/>
                            </a:lnTo>
                            <a:lnTo>
                              <a:pt x="1109" y="551"/>
                            </a:lnTo>
                            <a:lnTo>
                              <a:pt x="1107" y="550"/>
                            </a:lnTo>
                            <a:lnTo>
                              <a:pt x="1104" y="550"/>
                            </a:lnTo>
                            <a:lnTo>
                              <a:pt x="1102" y="549"/>
                            </a:lnTo>
                            <a:lnTo>
                              <a:pt x="1099" y="548"/>
                            </a:lnTo>
                            <a:lnTo>
                              <a:pt x="1097" y="547"/>
                            </a:lnTo>
                            <a:lnTo>
                              <a:pt x="1095" y="547"/>
                            </a:lnTo>
                            <a:lnTo>
                              <a:pt x="1092" y="546"/>
                            </a:lnTo>
                            <a:lnTo>
                              <a:pt x="1090" y="545"/>
                            </a:lnTo>
                            <a:lnTo>
                              <a:pt x="1088" y="544"/>
                            </a:lnTo>
                            <a:lnTo>
                              <a:pt x="1085" y="544"/>
                            </a:lnTo>
                            <a:lnTo>
                              <a:pt x="1083" y="543"/>
                            </a:lnTo>
                            <a:lnTo>
                              <a:pt x="1080" y="542"/>
                            </a:lnTo>
                            <a:lnTo>
                              <a:pt x="1078" y="541"/>
                            </a:lnTo>
                            <a:lnTo>
                              <a:pt x="1076" y="540"/>
                            </a:lnTo>
                            <a:lnTo>
                              <a:pt x="1073" y="540"/>
                            </a:lnTo>
                            <a:lnTo>
                              <a:pt x="1071" y="539"/>
                            </a:lnTo>
                            <a:lnTo>
                              <a:pt x="1068" y="538"/>
                            </a:lnTo>
                            <a:lnTo>
                              <a:pt x="1066" y="537"/>
                            </a:lnTo>
                            <a:lnTo>
                              <a:pt x="1064" y="537"/>
                            </a:lnTo>
                            <a:lnTo>
                              <a:pt x="1061" y="536"/>
                            </a:lnTo>
                            <a:lnTo>
                              <a:pt x="1059" y="535"/>
                            </a:lnTo>
                            <a:lnTo>
                              <a:pt x="1056" y="534"/>
                            </a:lnTo>
                            <a:lnTo>
                              <a:pt x="1054" y="533"/>
                            </a:lnTo>
                            <a:lnTo>
                              <a:pt x="1051" y="532"/>
                            </a:lnTo>
                            <a:lnTo>
                              <a:pt x="1049" y="531"/>
                            </a:lnTo>
                            <a:lnTo>
                              <a:pt x="1047" y="531"/>
                            </a:lnTo>
                            <a:lnTo>
                              <a:pt x="1044" y="530"/>
                            </a:lnTo>
                            <a:lnTo>
                              <a:pt x="1042" y="529"/>
                            </a:lnTo>
                            <a:lnTo>
                              <a:pt x="1039" y="528"/>
                            </a:lnTo>
                            <a:lnTo>
                              <a:pt x="1037" y="527"/>
                            </a:lnTo>
                            <a:lnTo>
                              <a:pt x="1035" y="526"/>
                            </a:lnTo>
                            <a:lnTo>
                              <a:pt x="1032" y="525"/>
                            </a:lnTo>
                            <a:lnTo>
                              <a:pt x="1030" y="524"/>
                            </a:lnTo>
                            <a:lnTo>
                              <a:pt x="1027" y="524"/>
                            </a:lnTo>
                            <a:lnTo>
                              <a:pt x="1025" y="523"/>
                            </a:lnTo>
                            <a:lnTo>
                              <a:pt x="1023" y="522"/>
                            </a:lnTo>
                            <a:lnTo>
                              <a:pt x="1020" y="521"/>
                            </a:lnTo>
                            <a:lnTo>
                              <a:pt x="1018" y="520"/>
                            </a:lnTo>
                            <a:lnTo>
                              <a:pt x="1015" y="519"/>
                            </a:lnTo>
                            <a:lnTo>
                              <a:pt x="1013" y="518"/>
                            </a:lnTo>
                            <a:lnTo>
                              <a:pt x="1010" y="517"/>
                            </a:lnTo>
                            <a:lnTo>
                              <a:pt x="1008" y="517"/>
                            </a:lnTo>
                            <a:lnTo>
                              <a:pt x="1006" y="515"/>
                            </a:lnTo>
                            <a:lnTo>
                              <a:pt x="1003" y="515"/>
                            </a:lnTo>
                            <a:lnTo>
                              <a:pt x="1001" y="514"/>
                            </a:lnTo>
                            <a:lnTo>
                              <a:pt x="998" y="513"/>
                            </a:lnTo>
                            <a:lnTo>
                              <a:pt x="996" y="512"/>
                            </a:lnTo>
                            <a:lnTo>
                              <a:pt x="994" y="511"/>
                            </a:lnTo>
                            <a:lnTo>
                              <a:pt x="991" y="510"/>
                            </a:lnTo>
                            <a:lnTo>
                              <a:pt x="989" y="509"/>
                            </a:lnTo>
                            <a:lnTo>
                              <a:pt x="986" y="508"/>
                            </a:lnTo>
                            <a:lnTo>
                              <a:pt x="984" y="507"/>
                            </a:lnTo>
                            <a:lnTo>
                              <a:pt x="982" y="506"/>
                            </a:lnTo>
                            <a:lnTo>
                              <a:pt x="979" y="506"/>
                            </a:lnTo>
                            <a:lnTo>
                              <a:pt x="977" y="504"/>
                            </a:lnTo>
                            <a:lnTo>
                              <a:pt x="974" y="504"/>
                            </a:lnTo>
                            <a:lnTo>
                              <a:pt x="972" y="503"/>
                            </a:lnTo>
                            <a:lnTo>
                              <a:pt x="970" y="502"/>
                            </a:lnTo>
                            <a:lnTo>
                              <a:pt x="967" y="501"/>
                            </a:lnTo>
                            <a:lnTo>
                              <a:pt x="965" y="500"/>
                            </a:lnTo>
                            <a:lnTo>
                              <a:pt x="962" y="499"/>
                            </a:lnTo>
                            <a:lnTo>
                              <a:pt x="960" y="498"/>
                            </a:lnTo>
                            <a:lnTo>
                              <a:pt x="957" y="497"/>
                            </a:lnTo>
                            <a:lnTo>
                              <a:pt x="955" y="497"/>
                            </a:lnTo>
                            <a:lnTo>
                              <a:pt x="953" y="495"/>
                            </a:lnTo>
                            <a:lnTo>
                              <a:pt x="950" y="495"/>
                            </a:lnTo>
                            <a:lnTo>
                              <a:pt x="948" y="494"/>
                            </a:lnTo>
                            <a:lnTo>
                              <a:pt x="945" y="493"/>
                            </a:lnTo>
                            <a:lnTo>
                              <a:pt x="943" y="492"/>
                            </a:lnTo>
                            <a:lnTo>
                              <a:pt x="941" y="491"/>
                            </a:lnTo>
                            <a:lnTo>
                              <a:pt x="938" y="490"/>
                            </a:lnTo>
                            <a:lnTo>
                              <a:pt x="936" y="489"/>
                            </a:lnTo>
                            <a:lnTo>
                              <a:pt x="933" y="488"/>
                            </a:lnTo>
                            <a:lnTo>
                              <a:pt x="931" y="487"/>
                            </a:lnTo>
                            <a:lnTo>
                              <a:pt x="929" y="486"/>
                            </a:lnTo>
                            <a:lnTo>
                              <a:pt x="926" y="485"/>
                            </a:lnTo>
                            <a:lnTo>
                              <a:pt x="924" y="484"/>
                            </a:lnTo>
                            <a:lnTo>
                              <a:pt x="921" y="483"/>
                            </a:lnTo>
                            <a:lnTo>
                              <a:pt x="919" y="482"/>
                            </a:lnTo>
                            <a:lnTo>
                              <a:pt x="916" y="481"/>
                            </a:lnTo>
                            <a:lnTo>
                              <a:pt x="914" y="480"/>
                            </a:lnTo>
                            <a:lnTo>
                              <a:pt x="912" y="480"/>
                            </a:lnTo>
                            <a:lnTo>
                              <a:pt x="909" y="478"/>
                            </a:lnTo>
                            <a:lnTo>
                              <a:pt x="907" y="478"/>
                            </a:lnTo>
                            <a:lnTo>
                              <a:pt x="904" y="477"/>
                            </a:lnTo>
                            <a:lnTo>
                              <a:pt x="902" y="475"/>
                            </a:lnTo>
                            <a:lnTo>
                              <a:pt x="900" y="475"/>
                            </a:lnTo>
                            <a:lnTo>
                              <a:pt x="897" y="474"/>
                            </a:lnTo>
                            <a:lnTo>
                              <a:pt x="895" y="473"/>
                            </a:lnTo>
                            <a:lnTo>
                              <a:pt x="892" y="472"/>
                            </a:lnTo>
                            <a:lnTo>
                              <a:pt x="890" y="471"/>
                            </a:lnTo>
                            <a:lnTo>
                              <a:pt x="888" y="470"/>
                            </a:lnTo>
                            <a:lnTo>
                              <a:pt x="885" y="469"/>
                            </a:lnTo>
                            <a:lnTo>
                              <a:pt x="883" y="468"/>
                            </a:lnTo>
                            <a:lnTo>
                              <a:pt x="880" y="467"/>
                            </a:lnTo>
                            <a:lnTo>
                              <a:pt x="878" y="466"/>
                            </a:lnTo>
                            <a:lnTo>
                              <a:pt x="876" y="465"/>
                            </a:lnTo>
                            <a:lnTo>
                              <a:pt x="873" y="464"/>
                            </a:lnTo>
                            <a:lnTo>
                              <a:pt x="871" y="463"/>
                            </a:lnTo>
                            <a:lnTo>
                              <a:pt x="868" y="462"/>
                            </a:lnTo>
                            <a:lnTo>
                              <a:pt x="866" y="461"/>
                            </a:lnTo>
                            <a:lnTo>
                              <a:pt x="864" y="460"/>
                            </a:lnTo>
                            <a:lnTo>
                              <a:pt x="861" y="459"/>
                            </a:lnTo>
                            <a:lnTo>
                              <a:pt x="859" y="458"/>
                            </a:lnTo>
                            <a:lnTo>
                              <a:pt x="856" y="457"/>
                            </a:lnTo>
                            <a:lnTo>
                              <a:pt x="854" y="457"/>
                            </a:lnTo>
                            <a:lnTo>
                              <a:pt x="852" y="455"/>
                            </a:lnTo>
                            <a:lnTo>
                              <a:pt x="849" y="455"/>
                            </a:lnTo>
                            <a:lnTo>
                              <a:pt x="847" y="454"/>
                            </a:lnTo>
                            <a:lnTo>
                              <a:pt x="845" y="453"/>
                            </a:lnTo>
                            <a:lnTo>
                              <a:pt x="842" y="452"/>
                            </a:lnTo>
                            <a:lnTo>
                              <a:pt x="840" y="451"/>
                            </a:lnTo>
                            <a:lnTo>
                              <a:pt x="837" y="450"/>
                            </a:lnTo>
                            <a:lnTo>
                              <a:pt x="835" y="449"/>
                            </a:lnTo>
                            <a:lnTo>
                              <a:pt x="833" y="448"/>
                            </a:lnTo>
                            <a:lnTo>
                              <a:pt x="830" y="447"/>
                            </a:lnTo>
                            <a:lnTo>
                              <a:pt x="828" y="446"/>
                            </a:lnTo>
                            <a:lnTo>
                              <a:pt x="825" y="445"/>
                            </a:lnTo>
                            <a:lnTo>
                              <a:pt x="823" y="444"/>
                            </a:lnTo>
                            <a:lnTo>
                              <a:pt x="821" y="443"/>
                            </a:lnTo>
                            <a:lnTo>
                              <a:pt x="818" y="442"/>
                            </a:lnTo>
                            <a:lnTo>
                              <a:pt x="816" y="441"/>
                            </a:lnTo>
                            <a:lnTo>
                              <a:pt x="813" y="440"/>
                            </a:lnTo>
                            <a:lnTo>
                              <a:pt x="811" y="439"/>
                            </a:lnTo>
                            <a:lnTo>
                              <a:pt x="809" y="438"/>
                            </a:lnTo>
                            <a:lnTo>
                              <a:pt x="806" y="437"/>
                            </a:lnTo>
                            <a:lnTo>
                              <a:pt x="804" y="436"/>
                            </a:lnTo>
                            <a:lnTo>
                              <a:pt x="801" y="435"/>
                            </a:lnTo>
                            <a:lnTo>
                              <a:pt x="799" y="434"/>
                            </a:lnTo>
                            <a:lnTo>
                              <a:pt x="797" y="433"/>
                            </a:lnTo>
                            <a:lnTo>
                              <a:pt x="794" y="432"/>
                            </a:lnTo>
                            <a:lnTo>
                              <a:pt x="792" y="431"/>
                            </a:lnTo>
                            <a:lnTo>
                              <a:pt x="789" y="430"/>
                            </a:lnTo>
                            <a:lnTo>
                              <a:pt x="787" y="429"/>
                            </a:lnTo>
                            <a:lnTo>
                              <a:pt x="784" y="428"/>
                            </a:lnTo>
                            <a:lnTo>
                              <a:pt x="782" y="428"/>
                            </a:lnTo>
                            <a:lnTo>
                              <a:pt x="780" y="426"/>
                            </a:lnTo>
                            <a:lnTo>
                              <a:pt x="777" y="426"/>
                            </a:lnTo>
                            <a:lnTo>
                              <a:pt x="775" y="425"/>
                            </a:lnTo>
                            <a:lnTo>
                              <a:pt x="772" y="423"/>
                            </a:lnTo>
                            <a:lnTo>
                              <a:pt x="770" y="423"/>
                            </a:lnTo>
                            <a:lnTo>
                              <a:pt x="768" y="421"/>
                            </a:lnTo>
                            <a:lnTo>
                              <a:pt x="765" y="421"/>
                            </a:lnTo>
                            <a:lnTo>
                              <a:pt x="763" y="420"/>
                            </a:lnTo>
                            <a:lnTo>
                              <a:pt x="760" y="419"/>
                            </a:lnTo>
                            <a:lnTo>
                              <a:pt x="758" y="418"/>
                            </a:lnTo>
                            <a:lnTo>
                              <a:pt x="756" y="417"/>
                            </a:lnTo>
                            <a:lnTo>
                              <a:pt x="753" y="416"/>
                            </a:lnTo>
                            <a:lnTo>
                              <a:pt x="751" y="415"/>
                            </a:lnTo>
                            <a:lnTo>
                              <a:pt x="748" y="414"/>
                            </a:lnTo>
                            <a:lnTo>
                              <a:pt x="746" y="413"/>
                            </a:lnTo>
                            <a:lnTo>
                              <a:pt x="743" y="412"/>
                            </a:lnTo>
                            <a:lnTo>
                              <a:pt x="741" y="411"/>
                            </a:lnTo>
                            <a:lnTo>
                              <a:pt x="739" y="410"/>
                            </a:lnTo>
                            <a:lnTo>
                              <a:pt x="736" y="409"/>
                            </a:lnTo>
                            <a:lnTo>
                              <a:pt x="734" y="408"/>
                            </a:lnTo>
                            <a:lnTo>
                              <a:pt x="731" y="407"/>
                            </a:lnTo>
                            <a:lnTo>
                              <a:pt x="729" y="406"/>
                            </a:lnTo>
                            <a:lnTo>
                              <a:pt x="727" y="405"/>
                            </a:lnTo>
                            <a:lnTo>
                              <a:pt x="724" y="404"/>
                            </a:lnTo>
                            <a:lnTo>
                              <a:pt x="722" y="403"/>
                            </a:lnTo>
                            <a:lnTo>
                              <a:pt x="719" y="402"/>
                            </a:lnTo>
                            <a:lnTo>
                              <a:pt x="717" y="401"/>
                            </a:lnTo>
                            <a:lnTo>
                              <a:pt x="715" y="400"/>
                            </a:lnTo>
                            <a:lnTo>
                              <a:pt x="712" y="399"/>
                            </a:lnTo>
                            <a:lnTo>
                              <a:pt x="710" y="398"/>
                            </a:lnTo>
                            <a:lnTo>
                              <a:pt x="707" y="397"/>
                            </a:lnTo>
                            <a:lnTo>
                              <a:pt x="705" y="396"/>
                            </a:lnTo>
                            <a:lnTo>
                              <a:pt x="703" y="395"/>
                            </a:lnTo>
                            <a:lnTo>
                              <a:pt x="700" y="394"/>
                            </a:lnTo>
                            <a:lnTo>
                              <a:pt x="698" y="393"/>
                            </a:lnTo>
                            <a:lnTo>
                              <a:pt x="695" y="392"/>
                            </a:lnTo>
                            <a:lnTo>
                              <a:pt x="693" y="391"/>
                            </a:lnTo>
                            <a:lnTo>
                              <a:pt x="690" y="390"/>
                            </a:lnTo>
                            <a:lnTo>
                              <a:pt x="688" y="389"/>
                            </a:lnTo>
                            <a:lnTo>
                              <a:pt x="686" y="388"/>
                            </a:lnTo>
                            <a:lnTo>
                              <a:pt x="683" y="387"/>
                            </a:lnTo>
                            <a:lnTo>
                              <a:pt x="681" y="386"/>
                            </a:lnTo>
                            <a:lnTo>
                              <a:pt x="678" y="385"/>
                            </a:lnTo>
                            <a:lnTo>
                              <a:pt x="676" y="384"/>
                            </a:lnTo>
                            <a:lnTo>
                              <a:pt x="674" y="383"/>
                            </a:lnTo>
                            <a:lnTo>
                              <a:pt x="671" y="382"/>
                            </a:lnTo>
                            <a:lnTo>
                              <a:pt x="669" y="381"/>
                            </a:lnTo>
                            <a:lnTo>
                              <a:pt x="666" y="380"/>
                            </a:lnTo>
                            <a:lnTo>
                              <a:pt x="664" y="378"/>
                            </a:lnTo>
                            <a:lnTo>
                              <a:pt x="662" y="377"/>
                            </a:lnTo>
                            <a:lnTo>
                              <a:pt x="659" y="376"/>
                            </a:lnTo>
                            <a:lnTo>
                              <a:pt x="657" y="375"/>
                            </a:lnTo>
                            <a:lnTo>
                              <a:pt x="654" y="374"/>
                            </a:lnTo>
                            <a:lnTo>
                              <a:pt x="652" y="373"/>
                            </a:lnTo>
                            <a:lnTo>
                              <a:pt x="649" y="372"/>
                            </a:lnTo>
                            <a:lnTo>
                              <a:pt x="647" y="371"/>
                            </a:lnTo>
                            <a:lnTo>
                              <a:pt x="645" y="370"/>
                            </a:lnTo>
                            <a:lnTo>
                              <a:pt x="642" y="369"/>
                            </a:lnTo>
                            <a:lnTo>
                              <a:pt x="640" y="368"/>
                            </a:lnTo>
                            <a:lnTo>
                              <a:pt x="637" y="366"/>
                            </a:lnTo>
                            <a:lnTo>
                              <a:pt x="635" y="365"/>
                            </a:lnTo>
                            <a:lnTo>
                              <a:pt x="633" y="364"/>
                            </a:lnTo>
                            <a:lnTo>
                              <a:pt x="630" y="363"/>
                            </a:lnTo>
                            <a:lnTo>
                              <a:pt x="628" y="362"/>
                            </a:lnTo>
                            <a:lnTo>
                              <a:pt x="625" y="361"/>
                            </a:lnTo>
                            <a:lnTo>
                              <a:pt x="623" y="360"/>
                            </a:lnTo>
                            <a:lnTo>
                              <a:pt x="621" y="359"/>
                            </a:lnTo>
                            <a:lnTo>
                              <a:pt x="618" y="357"/>
                            </a:lnTo>
                            <a:lnTo>
                              <a:pt x="616" y="356"/>
                            </a:lnTo>
                            <a:lnTo>
                              <a:pt x="613" y="355"/>
                            </a:lnTo>
                            <a:lnTo>
                              <a:pt x="611" y="354"/>
                            </a:lnTo>
                            <a:lnTo>
                              <a:pt x="609" y="352"/>
                            </a:lnTo>
                            <a:lnTo>
                              <a:pt x="606" y="351"/>
                            </a:lnTo>
                            <a:lnTo>
                              <a:pt x="604" y="350"/>
                            </a:lnTo>
                            <a:lnTo>
                              <a:pt x="601" y="349"/>
                            </a:lnTo>
                            <a:lnTo>
                              <a:pt x="599" y="348"/>
                            </a:lnTo>
                            <a:lnTo>
                              <a:pt x="597" y="346"/>
                            </a:lnTo>
                            <a:lnTo>
                              <a:pt x="594" y="345"/>
                            </a:lnTo>
                            <a:lnTo>
                              <a:pt x="592" y="344"/>
                            </a:lnTo>
                            <a:lnTo>
                              <a:pt x="590" y="342"/>
                            </a:lnTo>
                            <a:lnTo>
                              <a:pt x="587" y="341"/>
                            </a:lnTo>
                            <a:lnTo>
                              <a:pt x="585" y="340"/>
                            </a:lnTo>
                            <a:lnTo>
                              <a:pt x="582" y="339"/>
                            </a:lnTo>
                            <a:lnTo>
                              <a:pt x="580" y="337"/>
                            </a:lnTo>
                            <a:lnTo>
                              <a:pt x="578" y="336"/>
                            </a:lnTo>
                            <a:lnTo>
                              <a:pt x="575" y="334"/>
                            </a:lnTo>
                            <a:lnTo>
                              <a:pt x="573" y="333"/>
                            </a:lnTo>
                            <a:lnTo>
                              <a:pt x="570" y="332"/>
                            </a:lnTo>
                            <a:lnTo>
                              <a:pt x="568" y="330"/>
                            </a:lnTo>
                            <a:lnTo>
                              <a:pt x="566" y="329"/>
                            </a:lnTo>
                            <a:lnTo>
                              <a:pt x="563" y="327"/>
                            </a:lnTo>
                            <a:lnTo>
                              <a:pt x="561" y="326"/>
                            </a:lnTo>
                            <a:lnTo>
                              <a:pt x="558" y="324"/>
                            </a:lnTo>
                            <a:lnTo>
                              <a:pt x="556" y="323"/>
                            </a:lnTo>
                            <a:lnTo>
                              <a:pt x="554" y="321"/>
                            </a:lnTo>
                            <a:lnTo>
                              <a:pt x="551" y="320"/>
                            </a:lnTo>
                            <a:lnTo>
                              <a:pt x="549" y="318"/>
                            </a:lnTo>
                            <a:lnTo>
                              <a:pt x="546" y="317"/>
                            </a:lnTo>
                            <a:lnTo>
                              <a:pt x="544" y="315"/>
                            </a:lnTo>
                            <a:lnTo>
                              <a:pt x="542" y="314"/>
                            </a:lnTo>
                            <a:lnTo>
                              <a:pt x="539" y="312"/>
                            </a:lnTo>
                            <a:lnTo>
                              <a:pt x="537" y="311"/>
                            </a:lnTo>
                            <a:lnTo>
                              <a:pt x="534" y="309"/>
                            </a:lnTo>
                            <a:lnTo>
                              <a:pt x="532" y="307"/>
                            </a:lnTo>
                            <a:lnTo>
                              <a:pt x="530" y="306"/>
                            </a:lnTo>
                            <a:lnTo>
                              <a:pt x="527" y="304"/>
                            </a:lnTo>
                            <a:lnTo>
                              <a:pt x="525" y="302"/>
                            </a:lnTo>
                            <a:lnTo>
                              <a:pt x="522" y="301"/>
                            </a:lnTo>
                            <a:lnTo>
                              <a:pt x="520" y="299"/>
                            </a:lnTo>
                            <a:lnTo>
                              <a:pt x="517" y="297"/>
                            </a:lnTo>
                            <a:lnTo>
                              <a:pt x="515" y="295"/>
                            </a:lnTo>
                            <a:lnTo>
                              <a:pt x="513" y="294"/>
                            </a:lnTo>
                            <a:lnTo>
                              <a:pt x="510" y="292"/>
                            </a:lnTo>
                            <a:lnTo>
                              <a:pt x="508" y="290"/>
                            </a:lnTo>
                            <a:lnTo>
                              <a:pt x="505" y="288"/>
                            </a:lnTo>
                            <a:lnTo>
                              <a:pt x="503" y="286"/>
                            </a:lnTo>
                            <a:lnTo>
                              <a:pt x="501" y="284"/>
                            </a:lnTo>
                            <a:lnTo>
                              <a:pt x="498" y="282"/>
                            </a:lnTo>
                            <a:lnTo>
                              <a:pt x="496" y="280"/>
                            </a:lnTo>
                            <a:lnTo>
                              <a:pt x="493" y="279"/>
                            </a:lnTo>
                            <a:lnTo>
                              <a:pt x="491" y="277"/>
                            </a:lnTo>
                            <a:lnTo>
                              <a:pt x="489" y="275"/>
                            </a:lnTo>
                            <a:lnTo>
                              <a:pt x="486" y="273"/>
                            </a:lnTo>
                            <a:lnTo>
                              <a:pt x="484" y="271"/>
                            </a:lnTo>
                            <a:lnTo>
                              <a:pt x="481" y="269"/>
                            </a:lnTo>
                            <a:lnTo>
                              <a:pt x="479" y="267"/>
                            </a:lnTo>
                            <a:lnTo>
                              <a:pt x="476" y="265"/>
                            </a:lnTo>
                            <a:lnTo>
                              <a:pt x="474" y="263"/>
                            </a:lnTo>
                            <a:lnTo>
                              <a:pt x="472" y="261"/>
                            </a:lnTo>
                            <a:lnTo>
                              <a:pt x="469" y="259"/>
                            </a:lnTo>
                            <a:lnTo>
                              <a:pt x="467" y="256"/>
                            </a:lnTo>
                            <a:lnTo>
                              <a:pt x="464" y="254"/>
                            </a:lnTo>
                            <a:lnTo>
                              <a:pt x="462" y="252"/>
                            </a:lnTo>
                            <a:lnTo>
                              <a:pt x="460" y="250"/>
                            </a:lnTo>
                            <a:lnTo>
                              <a:pt x="457" y="248"/>
                            </a:lnTo>
                            <a:lnTo>
                              <a:pt x="455" y="245"/>
                            </a:lnTo>
                            <a:lnTo>
                              <a:pt x="452" y="243"/>
                            </a:lnTo>
                            <a:lnTo>
                              <a:pt x="450" y="241"/>
                            </a:lnTo>
                            <a:lnTo>
                              <a:pt x="448" y="239"/>
                            </a:lnTo>
                            <a:lnTo>
                              <a:pt x="445" y="237"/>
                            </a:lnTo>
                            <a:lnTo>
                              <a:pt x="443" y="234"/>
                            </a:lnTo>
                            <a:lnTo>
                              <a:pt x="440" y="232"/>
                            </a:lnTo>
                            <a:lnTo>
                              <a:pt x="438" y="230"/>
                            </a:lnTo>
                            <a:lnTo>
                              <a:pt x="436" y="228"/>
                            </a:lnTo>
                            <a:lnTo>
                              <a:pt x="433" y="225"/>
                            </a:lnTo>
                            <a:lnTo>
                              <a:pt x="431" y="223"/>
                            </a:lnTo>
                            <a:lnTo>
                              <a:pt x="428" y="221"/>
                            </a:lnTo>
                            <a:lnTo>
                              <a:pt x="426" y="219"/>
                            </a:lnTo>
                            <a:lnTo>
                              <a:pt x="423" y="216"/>
                            </a:lnTo>
                            <a:lnTo>
                              <a:pt x="421" y="214"/>
                            </a:lnTo>
                            <a:lnTo>
                              <a:pt x="419" y="212"/>
                            </a:lnTo>
                            <a:lnTo>
                              <a:pt x="416" y="210"/>
                            </a:lnTo>
                            <a:lnTo>
                              <a:pt x="414" y="207"/>
                            </a:lnTo>
                            <a:lnTo>
                              <a:pt x="411" y="205"/>
                            </a:lnTo>
                            <a:lnTo>
                              <a:pt x="409" y="203"/>
                            </a:lnTo>
                            <a:lnTo>
                              <a:pt x="407" y="201"/>
                            </a:lnTo>
                            <a:lnTo>
                              <a:pt x="404" y="199"/>
                            </a:lnTo>
                            <a:lnTo>
                              <a:pt x="402" y="197"/>
                            </a:lnTo>
                            <a:lnTo>
                              <a:pt x="399" y="195"/>
                            </a:lnTo>
                            <a:lnTo>
                              <a:pt x="397" y="193"/>
                            </a:lnTo>
                            <a:lnTo>
                              <a:pt x="395" y="191"/>
                            </a:lnTo>
                            <a:lnTo>
                              <a:pt x="392" y="189"/>
                            </a:lnTo>
                            <a:lnTo>
                              <a:pt x="390" y="187"/>
                            </a:lnTo>
                            <a:lnTo>
                              <a:pt x="387" y="185"/>
                            </a:lnTo>
                            <a:lnTo>
                              <a:pt x="385" y="183"/>
                            </a:lnTo>
                            <a:lnTo>
                              <a:pt x="382" y="182"/>
                            </a:lnTo>
                            <a:lnTo>
                              <a:pt x="380" y="181"/>
                            </a:lnTo>
                            <a:lnTo>
                              <a:pt x="378" y="180"/>
                            </a:lnTo>
                            <a:lnTo>
                              <a:pt x="375" y="179"/>
                            </a:lnTo>
                            <a:lnTo>
                              <a:pt x="373" y="178"/>
                            </a:lnTo>
                            <a:lnTo>
                              <a:pt x="370" y="177"/>
                            </a:lnTo>
                            <a:lnTo>
                              <a:pt x="368" y="177"/>
                            </a:lnTo>
                            <a:lnTo>
                              <a:pt x="366" y="177"/>
                            </a:lnTo>
                            <a:lnTo>
                              <a:pt x="363" y="177"/>
                            </a:lnTo>
                            <a:lnTo>
                              <a:pt x="361" y="177"/>
                            </a:lnTo>
                            <a:lnTo>
                              <a:pt x="358" y="177"/>
                            </a:lnTo>
                            <a:lnTo>
                              <a:pt x="356" y="178"/>
                            </a:lnTo>
                            <a:lnTo>
                              <a:pt x="354" y="177"/>
                            </a:lnTo>
                            <a:lnTo>
                              <a:pt x="351" y="177"/>
                            </a:lnTo>
                            <a:lnTo>
                              <a:pt x="349" y="178"/>
                            </a:lnTo>
                            <a:lnTo>
                              <a:pt x="347" y="177"/>
                            </a:lnTo>
                            <a:lnTo>
                              <a:pt x="344" y="177"/>
                            </a:lnTo>
                            <a:lnTo>
                              <a:pt x="342" y="177"/>
                            </a:lnTo>
                            <a:lnTo>
                              <a:pt x="339" y="177"/>
                            </a:lnTo>
                            <a:lnTo>
                              <a:pt x="337" y="177"/>
                            </a:lnTo>
                            <a:lnTo>
                              <a:pt x="335" y="177"/>
                            </a:lnTo>
                            <a:lnTo>
                              <a:pt x="332" y="176"/>
                            </a:lnTo>
                            <a:lnTo>
                              <a:pt x="330" y="176"/>
                            </a:lnTo>
                            <a:lnTo>
                              <a:pt x="327" y="177"/>
                            </a:lnTo>
                            <a:lnTo>
                              <a:pt x="325" y="177"/>
                            </a:lnTo>
                            <a:lnTo>
                              <a:pt x="323" y="177"/>
                            </a:lnTo>
                            <a:lnTo>
                              <a:pt x="320" y="177"/>
                            </a:lnTo>
                            <a:lnTo>
                              <a:pt x="318" y="178"/>
                            </a:lnTo>
                            <a:lnTo>
                              <a:pt x="315" y="179"/>
                            </a:lnTo>
                            <a:lnTo>
                              <a:pt x="313" y="179"/>
                            </a:lnTo>
                            <a:lnTo>
                              <a:pt x="311" y="179"/>
                            </a:lnTo>
                            <a:lnTo>
                              <a:pt x="308" y="180"/>
                            </a:lnTo>
                            <a:lnTo>
                              <a:pt x="306" y="181"/>
                            </a:lnTo>
                            <a:lnTo>
                              <a:pt x="303" y="181"/>
                            </a:lnTo>
                            <a:lnTo>
                              <a:pt x="301" y="182"/>
                            </a:lnTo>
                            <a:lnTo>
                              <a:pt x="299" y="183"/>
                            </a:lnTo>
                            <a:lnTo>
                              <a:pt x="296" y="183"/>
                            </a:lnTo>
                            <a:lnTo>
                              <a:pt x="294" y="184"/>
                            </a:lnTo>
                            <a:lnTo>
                              <a:pt x="291" y="184"/>
                            </a:lnTo>
                            <a:lnTo>
                              <a:pt x="289" y="184"/>
                            </a:lnTo>
                            <a:lnTo>
                              <a:pt x="287" y="185"/>
                            </a:lnTo>
                            <a:lnTo>
                              <a:pt x="284" y="185"/>
                            </a:lnTo>
                            <a:lnTo>
                              <a:pt x="282" y="185"/>
                            </a:lnTo>
                            <a:lnTo>
                              <a:pt x="279" y="185"/>
                            </a:lnTo>
                            <a:lnTo>
                              <a:pt x="277" y="185"/>
                            </a:lnTo>
                            <a:lnTo>
                              <a:pt x="275" y="185"/>
                            </a:lnTo>
                            <a:lnTo>
                              <a:pt x="272" y="186"/>
                            </a:lnTo>
                            <a:lnTo>
                              <a:pt x="270" y="185"/>
                            </a:lnTo>
                            <a:lnTo>
                              <a:pt x="267" y="185"/>
                            </a:lnTo>
                            <a:lnTo>
                              <a:pt x="265" y="185"/>
                            </a:lnTo>
                            <a:lnTo>
                              <a:pt x="263" y="186"/>
                            </a:lnTo>
                            <a:lnTo>
                              <a:pt x="260" y="186"/>
                            </a:lnTo>
                            <a:lnTo>
                              <a:pt x="258" y="186"/>
                            </a:lnTo>
                            <a:lnTo>
                              <a:pt x="255" y="187"/>
                            </a:lnTo>
                            <a:lnTo>
                              <a:pt x="253" y="187"/>
                            </a:lnTo>
                            <a:lnTo>
                              <a:pt x="250" y="187"/>
                            </a:lnTo>
                            <a:lnTo>
                              <a:pt x="248" y="188"/>
                            </a:lnTo>
                            <a:lnTo>
                              <a:pt x="246" y="188"/>
                            </a:lnTo>
                            <a:lnTo>
                              <a:pt x="243" y="188"/>
                            </a:lnTo>
                            <a:lnTo>
                              <a:pt x="241" y="188"/>
                            </a:lnTo>
                            <a:lnTo>
                              <a:pt x="238" y="188"/>
                            </a:lnTo>
                            <a:lnTo>
                              <a:pt x="236" y="187"/>
                            </a:lnTo>
                            <a:lnTo>
                              <a:pt x="234" y="187"/>
                            </a:lnTo>
                            <a:lnTo>
                              <a:pt x="231" y="187"/>
                            </a:lnTo>
                            <a:lnTo>
                              <a:pt x="229" y="187"/>
                            </a:lnTo>
                            <a:lnTo>
                              <a:pt x="226" y="186"/>
                            </a:lnTo>
                            <a:lnTo>
                              <a:pt x="224" y="186"/>
                            </a:lnTo>
                            <a:lnTo>
                              <a:pt x="222" y="185"/>
                            </a:lnTo>
                            <a:lnTo>
                              <a:pt x="219" y="185"/>
                            </a:lnTo>
                            <a:lnTo>
                              <a:pt x="217" y="184"/>
                            </a:lnTo>
                            <a:lnTo>
                              <a:pt x="214" y="183"/>
                            </a:lnTo>
                            <a:lnTo>
                              <a:pt x="212" y="183"/>
                            </a:lnTo>
                            <a:lnTo>
                              <a:pt x="209" y="182"/>
                            </a:lnTo>
                            <a:lnTo>
                              <a:pt x="207" y="182"/>
                            </a:lnTo>
                            <a:lnTo>
                              <a:pt x="205" y="181"/>
                            </a:lnTo>
                            <a:lnTo>
                              <a:pt x="202" y="181"/>
                            </a:lnTo>
                            <a:lnTo>
                              <a:pt x="200" y="180"/>
                            </a:lnTo>
                            <a:lnTo>
                              <a:pt x="197" y="179"/>
                            </a:lnTo>
                            <a:lnTo>
                              <a:pt x="195" y="179"/>
                            </a:lnTo>
                            <a:lnTo>
                              <a:pt x="193" y="178"/>
                            </a:lnTo>
                            <a:lnTo>
                              <a:pt x="190" y="178"/>
                            </a:lnTo>
                            <a:lnTo>
                              <a:pt x="188" y="178"/>
                            </a:lnTo>
                            <a:lnTo>
                              <a:pt x="185" y="177"/>
                            </a:lnTo>
                            <a:lnTo>
                              <a:pt x="183" y="177"/>
                            </a:lnTo>
                            <a:lnTo>
                              <a:pt x="181" y="177"/>
                            </a:lnTo>
                            <a:lnTo>
                              <a:pt x="178" y="176"/>
                            </a:lnTo>
                            <a:lnTo>
                              <a:pt x="176" y="176"/>
                            </a:lnTo>
                            <a:lnTo>
                              <a:pt x="173" y="176"/>
                            </a:lnTo>
                            <a:lnTo>
                              <a:pt x="171" y="175"/>
                            </a:lnTo>
                            <a:lnTo>
                              <a:pt x="169" y="175"/>
                            </a:lnTo>
                            <a:lnTo>
                              <a:pt x="166" y="174"/>
                            </a:lnTo>
                            <a:lnTo>
                              <a:pt x="164" y="174"/>
                            </a:lnTo>
                            <a:lnTo>
                              <a:pt x="161" y="174"/>
                            </a:lnTo>
                            <a:lnTo>
                              <a:pt x="159" y="174"/>
                            </a:lnTo>
                            <a:lnTo>
                              <a:pt x="156" y="174"/>
                            </a:lnTo>
                            <a:lnTo>
                              <a:pt x="154" y="174"/>
                            </a:lnTo>
                            <a:lnTo>
                              <a:pt x="152" y="173"/>
                            </a:lnTo>
                            <a:lnTo>
                              <a:pt x="149" y="173"/>
                            </a:lnTo>
                            <a:lnTo>
                              <a:pt x="147" y="174"/>
                            </a:lnTo>
                            <a:lnTo>
                              <a:pt x="144" y="173"/>
                            </a:lnTo>
                            <a:lnTo>
                              <a:pt x="142" y="173"/>
                            </a:lnTo>
                            <a:lnTo>
                              <a:pt x="140" y="173"/>
                            </a:lnTo>
                            <a:lnTo>
                              <a:pt x="137" y="173"/>
                            </a:lnTo>
                            <a:lnTo>
                              <a:pt x="135" y="173"/>
                            </a:lnTo>
                            <a:lnTo>
                              <a:pt x="132" y="173"/>
                            </a:lnTo>
                            <a:lnTo>
                              <a:pt x="130" y="172"/>
                            </a:lnTo>
                            <a:lnTo>
                              <a:pt x="128" y="172"/>
                            </a:lnTo>
                            <a:lnTo>
                              <a:pt x="125" y="172"/>
                            </a:lnTo>
                            <a:lnTo>
                              <a:pt x="123" y="171"/>
                            </a:lnTo>
                            <a:lnTo>
                              <a:pt x="120" y="171"/>
                            </a:lnTo>
                            <a:lnTo>
                              <a:pt x="118" y="170"/>
                            </a:lnTo>
                            <a:lnTo>
                              <a:pt x="115" y="169"/>
                            </a:lnTo>
                            <a:lnTo>
                              <a:pt x="113" y="168"/>
                            </a:lnTo>
                            <a:lnTo>
                              <a:pt x="111" y="168"/>
                            </a:lnTo>
                            <a:lnTo>
                              <a:pt x="108" y="167"/>
                            </a:lnTo>
                            <a:lnTo>
                              <a:pt x="106" y="166"/>
                            </a:lnTo>
                            <a:lnTo>
                              <a:pt x="104" y="165"/>
                            </a:lnTo>
                            <a:lnTo>
                              <a:pt x="101" y="164"/>
                            </a:lnTo>
                            <a:lnTo>
                              <a:pt x="99" y="163"/>
                            </a:lnTo>
                            <a:lnTo>
                              <a:pt x="96" y="163"/>
                            </a:lnTo>
                            <a:lnTo>
                              <a:pt x="94" y="162"/>
                            </a:lnTo>
                            <a:lnTo>
                              <a:pt x="92" y="161"/>
                            </a:lnTo>
                            <a:lnTo>
                              <a:pt x="89" y="160"/>
                            </a:lnTo>
                            <a:lnTo>
                              <a:pt x="87" y="160"/>
                            </a:lnTo>
                            <a:lnTo>
                              <a:pt x="84" y="159"/>
                            </a:lnTo>
                            <a:lnTo>
                              <a:pt x="82" y="158"/>
                            </a:lnTo>
                            <a:lnTo>
                              <a:pt x="80" y="157"/>
                            </a:lnTo>
                            <a:lnTo>
                              <a:pt x="77" y="157"/>
                            </a:lnTo>
                            <a:lnTo>
                              <a:pt x="75" y="156"/>
                            </a:lnTo>
                            <a:lnTo>
                              <a:pt x="72" y="156"/>
                            </a:lnTo>
                            <a:lnTo>
                              <a:pt x="70" y="156"/>
                            </a:lnTo>
                            <a:lnTo>
                              <a:pt x="68" y="155"/>
                            </a:lnTo>
                            <a:lnTo>
                              <a:pt x="65" y="155"/>
                            </a:lnTo>
                            <a:lnTo>
                              <a:pt x="63" y="155"/>
                            </a:lnTo>
                            <a:lnTo>
                              <a:pt x="60" y="154"/>
                            </a:lnTo>
                            <a:lnTo>
                              <a:pt x="58" y="154"/>
                            </a:lnTo>
                            <a:lnTo>
                              <a:pt x="56" y="154"/>
                            </a:lnTo>
                            <a:lnTo>
                              <a:pt x="53" y="154"/>
                            </a:lnTo>
                            <a:lnTo>
                              <a:pt x="51" y="154"/>
                            </a:lnTo>
                            <a:lnTo>
                              <a:pt x="48" y="153"/>
                            </a:lnTo>
                            <a:lnTo>
                              <a:pt x="46" y="153"/>
                            </a:lnTo>
                            <a:lnTo>
                              <a:pt x="44" y="153"/>
                            </a:lnTo>
                            <a:lnTo>
                              <a:pt x="41" y="153"/>
                            </a:lnTo>
                            <a:lnTo>
                              <a:pt x="39" y="153"/>
                            </a:lnTo>
                            <a:lnTo>
                              <a:pt x="36" y="153"/>
                            </a:lnTo>
                            <a:lnTo>
                              <a:pt x="34" y="152"/>
                            </a:lnTo>
                            <a:lnTo>
                              <a:pt x="32" y="152"/>
                            </a:lnTo>
                            <a:lnTo>
                              <a:pt x="29" y="152"/>
                            </a:lnTo>
                            <a:lnTo>
                              <a:pt x="27" y="151"/>
                            </a:lnTo>
                            <a:lnTo>
                              <a:pt x="24" y="151"/>
                            </a:lnTo>
                            <a:lnTo>
                              <a:pt x="22" y="151"/>
                            </a:lnTo>
                            <a:lnTo>
                              <a:pt x="20" y="150"/>
                            </a:lnTo>
                            <a:lnTo>
                              <a:pt x="17" y="149"/>
                            </a:lnTo>
                            <a:lnTo>
                              <a:pt x="15" y="149"/>
                            </a:lnTo>
                            <a:lnTo>
                              <a:pt x="12" y="148"/>
                            </a:lnTo>
                            <a:lnTo>
                              <a:pt x="10" y="147"/>
                            </a:lnTo>
                            <a:lnTo>
                              <a:pt x="8" y="146"/>
                            </a:lnTo>
                            <a:lnTo>
                              <a:pt x="5" y="145"/>
                            </a:lnTo>
                            <a:lnTo>
                              <a:pt x="3" y="144"/>
                            </a:lnTo>
                            <a:lnTo>
                              <a:pt x="0" y="142"/>
                            </a:lnTo>
                            <a:lnTo>
                              <a:pt x="0" y="278"/>
                            </a:lnTo>
                            <a:lnTo>
                              <a:pt x="3" y="277"/>
                            </a:lnTo>
                            <a:lnTo>
                              <a:pt x="5" y="277"/>
                            </a:lnTo>
                            <a:lnTo>
                              <a:pt x="8" y="276"/>
                            </a:lnTo>
                            <a:lnTo>
                              <a:pt x="10" y="275"/>
                            </a:lnTo>
                            <a:lnTo>
                              <a:pt x="12" y="274"/>
                            </a:lnTo>
                            <a:lnTo>
                              <a:pt x="15" y="274"/>
                            </a:lnTo>
                            <a:lnTo>
                              <a:pt x="17" y="274"/>
                            </a:lnTo>
                            <a:lnTo>
                              <a:pt x="20" y="273"/>
                            </a:lnTo>
                            <a:lnTo>
                              <a:pt x="22" y="273"/>
                            </a:lnTo>
                            <a:lnTo>
                              <a:pt x="24" y="273"/>
                            </a:lnTo>
                            <a:lnTo>
                              <a:pt x="27" y="273"/>
                            </a:lnTo>
                            <a:lnTo>
                              <a:pt x="29" y="272"/>
                            </a:lnTo>
                            <a:lnTo>
                              <a:pt x="32" y="272"/>
                            </a:lnTo>
                            <a:lnTo>
                              <a:pt x="34" y="272"/>
                            </a:lnTo>
                            <a:lnTo>
                              <a:pt x="36" y="272"/>
                            </a:lnTo>
                            <a:lnTo>
                              <a:pt x="39" y="272"/>
                            </a:lnTo>
                            <a:lnTo>
                              <a:pt x="41" y="272"/>
                            </a:lnTo>
                            <a:lnTo>
                              <a:pt x="44" y="272"/>
                            </a:lnTo>
                            <a:lnTo>
                              <a:pt x="46" y="272"/>
                            </a:lnTo>
                            <a:lnTo>
                              <a:pt x="48" y="272"/>
                            </a:lnTo>
                            <a:lnTo>
                              <a:pt x="51" y="272"/>
                            </a:lnTo>
                            <a:lnTo>
                              <a:pt x="53" y="272"/>
                            </a:lnTo>
                            <a:lnTo>
                              <a:pt x="56" y="272"/>
                            </a:lnTo>
                            <a:lnTo>
                              <a:pt x="58" y="272"/>
                            </a:lnTo>
                            <a:lnTo>
                              <a:pt x="60" y="272"/>
                            </a:lnTo>
                            <a:lnTo>
                              <a:pt x="63" y="272"/>
                            </a:lnTo>
                            <a:lnTo>
                              <a:pt x="65" y="272"/>
                            </a:lnTo>
                            <a:lnTo>
                              <a:pt x="68" y="272"/>
                            </a:lnTo>
                            <a:lnTo>
                              <a:pt x="70" y="272"/>
                            </a:lnTo>
                            <a:lnTo>
                              <a:pt x="72" y="272"/>
                            </a:lnTo>
                            <a:lnTo>
                              <a:pt x="75" y="272"/>
                            </a:lnTo>
                            <a:lnTo>
                              <a:pt x="77" y="272"/>
                            </a:lnTo>
                            <a:lnTo>
                              <a:pt x="80" y="272"/>
                            </a:lnTo>
                            <a:lnTo>
                              <a:pt x="82" y="272"/>
                            </a:lnTo>
                            <a:lnTo>
                              <a:pt x="84" y="272"/>
                            </a:lnTo>
                            <a:lnTo>
                              <a:pt x="87" y="272"/>
                            </a:lnTo>
                            <a:lnTo>
                              <a:pt x="89" y="273"/>
                            </a:lnTo>
                            <a:lnTo>
                              <a:pt x="92" y="273"/>
                            </a:lnTo>
                            <a:lnTo>
                              <a:pt x="94" y="273"/>
                            </a:lnTo>
                            <a:lnTo>
                              <a:pt x="96" y="273"/>
                            </a:lnTo>
                            <a:lnTo>
                              <a:pt x="99" y="273"/>
                            </a:lnTo>
                            <a:lnTo>
                              <a:pt x="101" y="273"/>
                            </a:lnTo>
                            <a:lnTo>
                              <a:pt x="104" y="273"/>
                            </a:lnTo>
                            <a:lnTo>
                              <a:pt x="106" y="273"/>
                            </a:lnTo>
                            <a:lnTo>
                              <a:pt x="108" y="273"/>
                            </a:lnTo>
                            <a:lnTo>
                              <a:pt x="111" y="273"/>
                            </a:lnTo>
                            <a:lnTo>
                              <a:pt x="113" y="273"/>
                            </a:lnTo>
                            <a:lnTo>
                              <a:pt x="115" y="273"/>
                            </a:lnTo>
                            <a:lnTo>
                              <a:pt x="118" y="273"/>
                            </a:lnTo>
                            <a:lnTo>
                              <a:pt x="120" y="273"/>
                            </a:lnTo>
                            <a:lnTo>
                              <a:pt x="123" y="273"/>
                            </a:lnTo>
                            <a:lnTo>
                              <a:pt x="125" y="272"/>
                            </a:lnTo>
                            <a:lnTo>
                              <a:pt x="128" y="273"/>
                            </a:lnTo>
                            <a:lnTo>
                              <a:pt x="130" y="272"/>
                            </a:lnTo>
                            <a:lnTo>
                              <a:pt x="132" y="272"/>
                            </a:lnTo>
                            <a:lnTo>
                              <a:pt x="135" y="272"/>
                            </a:lnTo>
                            <a:lnTo>
                              <a:pt x="137" y="271"/>
                            </a:lnTo>
                            <a:lnTo>
                              <a:pt x="140" y="271"/>
                            </a:lnTo>
                            <a:lnTo>
                              <a:pt x="142" y="271"/>
                            </a:lnTo>
                            <a:lnTo>
                              <a:pt x="144" y="270"/>
                            </a:lnTo>
                            <a:lnTo>
                              <a:pt x="147" y="270"/>
                            </a:lnTo>
                            <a:lnTo>
                              <a:pt x="149" y="269"/>
                            </a:lnTo>
                            <a:lnTo>
                              <a:pt x="152" y="269"/>
                            </a:lnTo>
                            <a:lnTo>
                              <a:pt x="154" y="268"/>
                            </a:lnTo>
                            <a:lnTo>
                              <a:pt x="156" y="268"/>
                            </a:lnTo>
                            <a:lnTo>
                              <a:pt x="159" y="268"/>
                            </a:lnTo>
                            <a:lnTo>
                              <a:pt x="161" y="267"/>
                            </a:lnTo>
                            <a:lnTo>
                              <a:pt x="164" y="267"/>
                            </a:lnTo>
                            <a:lnTo>
                              <a:pt x="166" y="266"/>
                            </a:lnTo>
                            <a:lnTo>
                              <a:pt x="169" y="266"/>
                            </a:lnTo>
                            <a:lnTo>
                              <a:pt x="171" y="266"/>
                            </a:lnTo>
                            <a:lnTo>
                              <a:pt x="173" y="265"/>
                            </a:lnTo>
                            <a:lnTo>
                              <a:pt x="176" y="265"/>
                            </a:lnTo>
                            <a:lnTo>
                              <a:pt x="178" y="265"/>
                            </a:lnTo>
                            <a:lnTo>
                              <a:pt x="181" y="264"/>
                            </a:lnTo>
                            <a:lnTo>
                              <a:pt x="183" y="264"/>
                            </a:lnTo>
                            <a:lnTo>
                              <a:pt x="185" y="264"/>
                            </a:lnTo>
                            <a:lnTo>
                              <a:pt x="188" y="263"/>
                            </a:lnTo>
                            <a:lnTo>
                              <a:pt x="190" y="263"/>
                            </a:lnTo>
                            <a:lnTo>
                              <a:pt x="193" y="263"/>
                            </a:lnTo>
                            <a:lnTo>
                              <a:pt x="195" y="263"/>
                            </a:lnTo>
                            <a:lnTo>
                              <a:pt x="197" y="263"/>
                            </a:lnTo>
                            <a:lnTo>
                              <a:pt x="200" y="263"/>
                            </a:lnTo>
                            <a:lnTo>
                              <a:pt x="202" y="262"/>
                            </a:lnTo>
                            <a:lnTo>
                              <a:pt x="205" y="262"/>
                            </a:lnTo>
                            <a:lnTo>
                              <a:pt x="207" y="262"/>
                            </a:lnTo>
                            <a:lnTo>
                              <a:pt x="209" y="262"/>
                            </a:lnTo>
                            <a:lnTo>
                              <a:pt x="212" y="262"/>
                            </a:lnTo>
                            <a:lnTo>
                              <a:pt x="214" y="262"/>
                            </a:lnTo>
                            <a:lnTo>
                              <a:pt x="217" y="261"/>
                            </a:lnTo>
                            <a:lnTo>
                              <a:pt x="219" y="261"/>
                            </a:lnTo>
                            <a:lnTo>
                              <a:pt x="222" y="261"/>
                            </a:lnTo>
                            <a:lnTo>
                              <a:pt x="224" y="261"/>
                            </a:lnTo>
                            <a:lnTo>
                              <a:pt x="226" y="261"/>
                            </a:lnTo>
                            <a:lnTo>
                              <a:pt x="229" y="261"/>
                            </a:lnTo>
                            <a:lnTo>
                              <a:pt x="231" y="260"/>
                            </a:lnTo>
                            <a:lnTo>
                              <a:pt x="234" y="261"/>
                            </a:lnTo>
                            <a:lnTo>
                              <a:pt x="236" y="261"/>
                            </a:lnTo>
                            <a:lnTo>
                              <a:pt x="238" y="261"/>
                            </a:lnTo>
                            <a:lnTo>
                              <a:pt x="241" y="261"/>
                            </a:lnTo>
                            <a:lnTo>
                              <a:pt x="243" y="262"/>
                            </a:lnTo>
                            <a:lnTo>
                              <a:pt x="246" y="262"/>
                            </a:lnTo>
                            <a:lnTo>
                              <a:pt x="248" y="262"/>
                            </a:lnTo>
                            <a:lnTo>
                              <a:pt x="250" y="263"/>
                            </a:lnTo>
                            <a:lnTo>
                              <a:pt x="253" y="263"/>
                            </a:lnTo>
                            <a:lnTo>
                              <a:pt x="255" y="263"/>
                            </a:lnTo>
                            <a:lnTo>
                              <a:pt x="258" y="264"/>
                            </a:lnTo>
                            <a:lnTo>
                              <a:pt x="260" y="264"/>
                            </a:lnTo>
                            <a:lnTo>
                              <a:pt x="263" y="264"/>
                            </a:lnTo>
                            <a:lnTo>
                              <a:pt x="265" y="265"/>
                            </a:lnTo>
                            <a:lnTo>
                              <a:pt x="267" y="265"/>
                            </a:lnTo>
                            <a:lnTo>
                              <a:pt x="270" y="265"/>
                            </a:lnTo>
                            <a:lnTo>
                              <a:pt x="272" y="265"/>
                            </a:lnTo>
                            <a:lnTo>
                              <a:pt x="275" y="265"/>
                            </a:lnTo>
                            <a:lnTo>
                              <a:pt x="277" y="265"/>
                            </a:lnTo>
                            <a:lnTo>
                              <a:pt x="279" y="265"/>
                            </a:lnTo>
                            <a:lnTo>
                              <a:pt x="282" y="265"/>
                            </a:lnTo>
                            <a:lnTo>
                              <a:pt x="284" y="265"/>
                            </a:lnTo>
                            <a:lnTo>
                              <a:pt x="287" y="265"/>
                            </a:lnTo>
                            <a:lnTo>
                              <a:pt x="289" y="265"/>
                            </a:lnTo>
                            <a:lnTo>
                              <a:pt x="291" y="265"/>
                            </a:lnTo>
                            <a:lnTo>
                              <a:pt x="294" y="265"/>
                            </a:lnTo>
                            <a:lnTo>
                              <a:pt x="296" y="265"/>
                            </a:lnTo>
                            <a:lnTo>
                              <a:pt x="299" y="265"/>
                            </a:lnTo>
                            <a:lnTo>
                              <a:pt x="301" y="265"/>
                            </a:lnTo>
                            <a:lnTo>
                              <a:pt x="303" y="265"/>
                            </a:lnTo>
                            <a:lnTo>
                              <a:pt x="306" y="265"/>
                            </a:lnTo>
                            <a:lnTo>
                              <a:pt x="308" y="265"/>
                            </a:lnTo>
                            <a:lnTo>
                              <a:pt x="311" y="265"/>
                            </a:lnTo>
                            <a:lnTo>
                              <a:pt x="313" y="265"/>
                            </a:lnTo>
                            <a:lnTo>
                              <a:pt x="315" y="265"/>
                            </a:lnTo>
                            <a:lnTo>
                              <a:pt x="318" y="265"/>
                            </a:lnTo>
                            <a:lnTo>
                              <a:pt x="320" y="265"/>
                            </a:lnTo>
                            <a:lnTo>
                              <a:pt x="323" y="265"/>
                            </a:lnTo>
                            <a:lnTo>
                              <a:pt x="325" y="265"/>
                            </a:lnTo>
                            <a:lnTo>
                              <a:pt x="327" y="266"/>
                            </a:lnTo>
                            <a:lnTo>
                              <a:pt x="330" y="266"/>
                            </a:lnTo>
                            <a:lnTo>
                              <a:pt x="332" y="266"/>
                            </a:lnTo>
                            <a:lnTo>
                              <a:pt x="335" y="266"/>
                            </a:lnTo>
                            <a:lnTo>
                              <a:pt x="337" y="266"/>
                            </a:lnTo>
                            <a:lnTo>
                              <a:pt x="339" y="266"/>
                            </a:lnTo>
                            <a:lnTo>
                              <a:pt x="342" y="267"/>
                            </a:lnTo>
                            <a:lnTo>
                              <a:pt x="344" y="266"/>
                            </a:lnTo>
                            <a:lnTo>
                              <a:pt x="347" y="267"/>
                            </a:lnTo>
                            <a:lnTo>
                              <a:pt x="349" y="267"/>
                            </a:lnTo>
                            <a:lnTo>
                              <a:pt x="351" y="267"/>
                            </a:lnTo>
                            <a:lnTo>
                              <a:pt x="354" y="267"/>
                            </a:lnTo>
                            <a:lnTo>
                              <a:pt x="356" y="267"/>
                            </a:lnTo>
                            <a:lnTo>
                              <a:pt x="358" y="267"/>
                            </a:lnTo>
                            <a:lnTo>
                              <a:pt x="361" y="267"/>
                            </a:lnTo>
                            <a:lnTo>
                              <a:pt x="363" y="268"/>
                            </a:lnTo>
                            <a:lnTo>
                              <a:pt x="366" y="269"/>
                            </a:lnTo>
                            <a:lnTo>
                              <a:pt x="368" y="271"/>
                            </a:lnTo>
                            <a:lnTo>
                              <a:pt x="370" y="272"/>
                            </a:lnTo>
                            <a:lnTo>
                              <a:pt x="373" y="274"/>
                            </a:lnTo>
                            <a:lnTo>
                              <a:pt x="375" y="276"/>
                            </a:lnTo>
                            <a:lnTo>
                              <a:pt x="378" y="278"/>
                            </a:lnTo>
                            <a:lnTo>
                              <a:pt x="380" y="280"/>
                            </a:lnTo>
                            <a:lnTo>
                              <a:pt x="382" y="282"/>
                            </a:lnTo>
                            <a:lnTo>
                              <a:pt x="385" y="285"/>
                            </a:lnTo>
                            <a:lnTo>
                              <a:pt x="387" y="287"/>
                            </a:lnTo>
                            <a:lnTo>
                              <a:pt x="390" y="289"/>
                            </a:lnTo>
                            <a:lnTo>
                              <a:pt x="392" y="291"/>
                            </a:lnTo>
                            <a:lnTo>
                              <a:pt x="395" y="294"/>
                            </a:lnTo>
                            <a:lnTo>
                              <a:pt x="397" y="296"/>
                            </a:lnTo>
                            <a:lnTo>
                              <a:pt x="399" y="299"/>
                            </a:lnTo>
                            <a:lnTo>
                              <a:pt x="402" y="301"/>
                            </a:lnTo>
                            <a:lnTo>
                              <a:pt x="404" y="303"/>
                            </a:lnTo>
                            <a:lnTo>
                              <a:pt x="407" y="305"/>
                            </a:lnTo>
                            <a:lnTo>
                              <a:pt x="409" y="308"/>
                            </a:lnTo>
                            <a:lnTo>
                              <a:pt x="411" y="310"/>
                            </a:lnTo>
                            <a:lnTo>
                              <a:pt x="414" y="312"/>
                            </a:lnTo>
                            <a:lnTo>
                              <a:pt x="416" y="314"/>
                            </a:lnTo>
                            <a:lnTo>
                              <a:pt x="419" y="317"/>
                            </a:lnTo>
                            <a:lnTo>
                              <a:pt x="421" y="319"/>
                            </a:lnTo>
                            <a:lnTo>
                              <a:pt x="423" y="321"/>
                            </a:lnTo>
                            <a:lnTo>
                              <a:pt x="426" y="323"/>
                            </a:lnTo>
                            <a:lnTo>
                              <a:pt x="428" y="325"/>
                            </a:lnTo>
                            <a:lnTo>
                              <a:pt x="431" y="327"/>
                            </a:lnTo>
                            <a:lnTo>
                              <a:pt x="433" y="329"/>
                            </a:lnTo>
                            <a:lnTo>
                              <a:pt x="436" y="331"/>
                            </a:lnTo>
                            <a:lnTo>
                              <a:pt x="438" y="334"/>
                            </a:lnTo>
                            <a:lnTo>
                              <a:pt x="440" y="335"/>
                            </a:lnTo>
                            <a:lnTo>
                              <a:pt x="443" y="338"/>
                            </a:lnTo>
                            <a:lnTo>
                              <a:pt x="445" y="340"/>
                            </a:lnTo>
                            <a:lnTo>
                              <a:pt x="448" y="342"/>
                            </a:lnTo>
                            <a:lnTo>
                              <a:pt x="450" y="344"/>
                            </a:lnTo>
                            <a:lnTo>
                              <a:pt x="452" y="346"/>
                            </a:lnTo>
                            <a:lnTo>
                              <a:pt x="455" y="348"/>
                            </a:lnTo>
                            <a:lnTo>
                              <a:pt x="457" y="349"/>
                            </a:lnTo>
                            <a:lnTo>
                              <a:pt x="460" y="351"/>
                            </a:lnTo>
                            <a:lnTo>
                              <a:pt x="462" y="353"/>
                            </a:lnTo>
                            <a:lnTo>
                              <a:pt x="464" y="355"/>
                            </a:lnTo>
                            <a:lnTo>
                              <a:pt x="467" y="357"/>
                            </a:lnTo>
                            <a:lnTo>
                              <a:pt x="469" y="359"/>
                            </a:lnTo>
                            <a:lnTo>
                              <a:pt x="472" y="361"/>
                            </a:lnTo>
                            <a:lnTo>
                              <a:pt x="474" y="363"/>
                            </a:lnTo>
                            <a:lnTo>
                              <a:pt x="476" y="365"/>
                            </a:lnTo>
                            <a:lnTo>
                              <a:pt x="479" y="366"/>
                            </a:lnTo>
                            <a:lnTo>
                              <a:pt x="481" y="368"/>
                            </a:lnTo>
                            <a:lnTo>
                              <a:pt x="484" y="370"/>
                            </a:lnTo>
                            <a:lnTo>
                              <a:pt x="486" y="372"/>
                            </a:lnTo>
                            <a:lnTo>
                              <a:pt x="489" y="374"/>
                            </a:lnTo>
                            <a:lnTo>
                              <a:pt x="491" y="376"/>
                            </a:lnTo>
                            <a:lnTo>
                              <a:pt x="493" y="378"/>
                            </a:lnTo>
                            <a:lnTo>
                              <a:pt x="496" y="380"/>
                            </a:lnTo>
                            <a:lnTo>
                              <a:pt x="498" y="382"/>
                            </a:lnTo>
                            <a:lnTo>
                              <a:pt x="501" y="383"/>
                            </a:lnTo>
                            <a:lnTo>
                              <a:pt x="503" y="385"/>
                            </a:lnTo>
                            <a:lnTo>
                              <a:pt x="505" y="387"/>
                            </a:lnTo>
                            <a:lnTo>
                              <a:pt x="508" y="389"/>
                            </a:lnTo>
                            <a:lnTo>
                              <a:pt x="510" y="390"/>
                            </a:lnTo>
                            <a:lnTo>
                              <a:pt x="513" y="392"/>
                            </a:lnTo>
                            <a:lnTo>
                              <a:pt x="515" y="394"/>
                            </a:lnTo>
                            <a:lnTo>
                              <a:pt x="517" y="395"/>
                            </a:lnTo>
                            <a:lnTo>
                              <a:pt x="520" y="397"/>
                            </a:lnTo>
                            <a:lnTo>
                              <a:pt x="522" y="399"/>
                            </a:lnTo>
                            <a:lnTo>
                              <a:pt x="525" y="401"/>
                            </a:lnTo>
                            <a:lnTo>
                              <a:pt x="527" y="403"/>
                            </a:lnTo>
                            <a:lnTo>
                              <a:pt x="530" y="405"/>
                            </a:lnTo>
                            <a:lnTo>
                              <a:pt x="532" y="406"/>
                            </a:lnTo>
                            <a:lnTo>
                              <a:pt x="534" y="408"/>
                            </a:lnTo>
                            <a:lnTo>
                              <a:pt x="537" y="409"/>
                            </a:lnTo>
                            <a:lnTo>
                              <a:pt x="539" y="411"/>
                            </a:lnTo>
                            <a:lnTo>
                              <a:pt x="542" y="413"/>
                            </a:lnTo>
                            <a:lnTo>
                              <a:pt x="544" y="414"/>
                            </a:lnTo>
                            <a:lnTo>
                              <a:pt x="546" y="416"/>
                            </a:lnTo>
                            <a:lnTo>
                              <a:pt x="549" y="417"/>
                            </a:lnTo>
                            <a:lnTo>
                              <a:pt x="551" y="419"/>
                            </a:lnTo>
                            <a:lnTo>
                              <a:pt x="554" y="421"/>
                            </a:lnTo>
                            <a:lnTo>
                              <a:pt x="556" y="422"/>
                            </a:lnTo>
                            <a:lnTo>
                              <a:pt x="558" y="424"/>
                            </a:lnTo>
                            <a:lnTo>
                              <a:pt x="561" y="426"/>
                            </a:lnTo>
                            <a:lnTo>
                              <a:pt x="563" y="427"/>
                            </a:lnTo>
                            <a:lnTo>
                              <a:pt x="566" y="429"/>
                            </a:lnTo>
                            <a:lnTo>
                              <a:pt x="568" y="431"/>
                            </a:lnTo>
                            <a:lnTo>
                              <a:pt x="570" y="432"/>
                            </a:lnTo>
                            <a:lnTo>
                              <a:pt x="573" y="434"/>
                            </a:lnTo>
                            <a:lnTo>
                              <a:pt x="575" y="435"/>
                            </a:lnTo>
                            <a:lnTo>
                              <a:pt x="578" y="437"/>
                            </a:lnTo>
                            <a:lnTo>
                              <a:pt x="580" y="438"/>
                            </a:lnTo>
                            <a:lnTo>
                              <a:pt x="582" y="440"/>
                            </a:lnTo>
                            <a:lnTo>
                              <a:pt x="585" y="441"/>
                            </a:lnTo>
                            <a:lnTo>
                              <a:pt x="587" y="443"/>
                            </a:lnTo>
                            <a:lnTo>
                              <a:pt x="590" y="445"/>
                            </a:lnTo>
                            <a:lnTo>
                              <a:pt x="592" y="446"/>
                            </a:lnTo>
                            <a:lnTo>
                              <a:pt x="594" y="448"/>
                            </a:lnTo>
                            <a:lnTo>
                              <a:pt x="597" y="449"/>
                            </a:lnTo>
                            <a:lnTo>
                              <a:pt x="599" y="451"/>
                            </a:lnTo>
                            <a:lnTo>
                              <a:pt x="601" y="452"/>
                            </a:lnTo>
                            <a:lnTo>
                              <a:pt x="604" y="454"/>
                            </a:lnTo>
                            <a:lnTo>
                              <a:pt x="606" y="455"/>
                            </a:lnTo>
                            <a:lnTo>
                              <a:pt x="609" y="457"/>
                            </a:lnTo>
                            <a:lnTo>
                              <a:pt x="611" y="459"/>
                            </a:lnTo>
                            <a:lnTo>
                              <a:pt x="613" y="460"/>
                            </a:lnTo>
                            <a:lnTo>
                              <a:pt x="616" y="462"/>
                            </a:lnTo>
                            <a:lnTo>
                              <a:pt x="618" y="463"/>
                            </a:lnTo>
                            <a:lnTo>
                              <a:pt x="621" y="464"/>
                            </a:lnTo>
                            <a:lnTo>
                              <a:pt x="623" y="466"/>
                            </a:lnTo>
                            <a:lnTo>
                              <a:pt x="625" y="468"/>
                            </a:lnTo>
                            <a:lnTo>
                              <a:pt x="628" y="469"/>
                            </a:lnTo>
                            <a:lnTo>
                              <a:pt x="630" y="471"/>
                            </a:lnTo>
                            <a:lnTo>
                              <a:pt x="633" y="472"/>
                            </a:lnTo>
                            <a:lnTo>
                              <a:pt x="635" y="473"/>
                            </a:lnTo>
                            <a:lnTo>
                              <a:pt x="637" y="475"/>
                            </a:lnTo>
                            <a:lnTo>
                              <a:pt x="640" y="476"/>
                            </a:lnTo>
                            <a:lnTo>
                              <a:pt x="642" y="477"/>
                            </a:lnTo>
                            <a:lnTo>
                              <a:pt x="645" y="478"/>
                            </a:lnTo>
                            <a:lnTo>
                              <a:pt x="647" y="480"/>
                            </a:lnTo>
                            <a:lnTo>
                              <a:pt x="649" y="481"/>
                            </a:lnTo>
                            <a:lnTo>
                              <a:pt x="652" y="483"/>
                            </a:lnTo>
                            <a:lnTo>
                              <a:pt x="654" y="484"/>
                            </a:lnTo>
                            <a:lnTo>
                              <a:pt x="657" y="485"/>
                            </a:lnTo>
                            <a:lnTo>
                              <a:pt x="659" y="487"/>
                            </a:lnTo>
                            <a:lnTo>
                              <a:pt x="662" y="488"/>
                            </a:lnTo>
                            <a:lnTo>
                              <a:pt x="664" y="489"/>
                            </a:lnTo>
                            <a:lnTo>
                              <a:pt x="666" y="491"/>
                            </a:lnTo>
                            <a:lnTo>
                              <a:pt x="669" y="492"/>
                            </a:lnTo>
                            <a:lnTo>
                              <a:pt x="671" y="493"/>
                            </a:lnTo>
                            <a:lnTo>
                              <a:pt x="674" y="494"/>
                            </a:lnTo>
                            <a:lnTo>
                              <a:pt x="676" y="495"/>
                            </a:lnTo>
                            <a:lnTo>
                              <a:pt x="678" y="497"/>
                            </a:lnTo>
                            <a:lnTo>
                              <a:pt x="681" y="498"/>
                            </a:lnTo>
                            <a:lnTo>
                              <a:pt x="683" y="499"/>
                            </a:lnTo>
                            <a:lnTo>
                              <a:pt x="686" y="500"/>
                            </a:lnTo>
                            <a:lnTo>
                              <a:pt x="688" y="501"/>
                            </a:lnTo>
                            <a:lnTo>
                              <a:pt x="690" y="502"/>
                            </a:lnTo>
                            <a:lnTo>
                              <a:pt x="693" y="503"/>
                            </a:lnTo>
                            <a:lnTo>
                              <a:pt x="695" y="505"/>
                            </a:lnTo>
                            <a:lnTo>
                              <a:pt x="698" y="506"/>
                            </a:lnTo>
                            <a:lnTo>
                              <a:pt x="700" y="507"/>
                            </a:lnTo>
                            <a:lnTo>
                              <a:pt x="703" y="508"/>
                            </a:lnTo>
                            <a:lnTo>
                              <a:pt x="705" y="509"/>
                            </a:lnTo>
                            <a:lnTo>
                              <a:pt x="707" y="511"/>
                            </a:lnTo>
                            <a:lnTo>
                              <a:pt x="710" y="512"/>
                            </a:lnTo>
                            <a:lnTo>
                              <a:pt x="712" y="513"/>
                            </a:lnTo>
                            <a:lnTo>
                              <a:pt x="715" y="514"/>
                            </a:lnTo>
                            <a:lnTo>
                              <a:pt x="717" y="515"/>
                            </a:lnTo>
                            <a:lnTo>
                              <a:pt x="719" y="516"/>
                            </a:lnTo>
                            <a:lnTo>
                              <a:pt x="722" y="517"/>
                            </a:lnTo>
                            <a:lnTo>
                              <a:pt x="724" y="518"/>
                            </a:lnTo>
                            <a:lnTo>
                              <a:pt x="727" y="520"/>
                            </a:lnTo>
                            <a:lnTo>
                              <a:pt x="729" y="521"/>
                            </a:lnTo>
                            <a:lnTo>
                              <a:pt x="731" y="521"/>
                            </a:lnTo>
                            <a:lnTo>
                              <a:pt x="734" y="523"/>
                            </a:lnTo>
                            <a:lnTo>
                              <a:pt x="736" y="524"/>
                            </a:lnTo>
                            <a:lnTo>
                              <a:pt x="739" y="525"/>
                            </a:lnTo>
                            <a:lnTo>
                              <a:pt x="741" y="526"/>
                            </a:lnTo>
                            <a:lnTo>
                              <a:pt x="743" y="527"/>
                            </a:lnTo>
                            <a:lnTo>
                              <a:pt x="746" y="528"/>
                            </a:lnTo>
                            <a:lnTo>
                              <a:pt x="748" y="529"/>
                            </a:lnTo>
                            <a:lnTo>
                              <a:pt x="751" y="530"/>
                            </a:lnTo>
                            <a:lnTo>
                              <a:pt x="753" y="531"/>
                            </a:lnTo>
                            <a:lnTo>
                              <a:pt x="756" y="532"/>
                            </a:lnTo>
                            <a:lnTo>
                              <a:pt x="758" y="533"/>
                            </a:lnTo>
                            <a:lnTo>
                              <a:pt x="760" y="534"/>
                            </a:lnTo>
                            <a:lnTo>
                              <a:pt x="763" y="535"/>
                            </a:lnTo>
                            <a:lnTo>
                              <a:pt x="765" y="536"/>
                            </a:lnTo>
                            <a:lnTo>
                              <a:pt x="768" y="537"/>
                            </a:lnTo>
                            <a:lnTo>
                              <a:pt x="770" y="538"/>
                            </a:lnTo>
                            <a:lnTo>
                              <a:pt x="772" y="539"/>
                            </a:lnTo>
                            <a:lnTo>
                              <a:pt x="775" y="540"/>
                            </a:lnTo>
                            <a:lnTo>
                              <a:pt x="777" y="541"/>
                            </a:lnTo>
                            <a:lnTo>
                              <a:pt x="780" y="542"/>
                            </a:lnTo>
                            <a:lnTo>
                              <a:pt x="782" y="543"/>
                            </a:lnTo>
                            <a:lnTo>
                              <a:pt x="784" y="544"/>
                            </a:lnTo>
                            <a:lnTo>
                              <a:pt x="787" y="545"/>
                            </a:lnTo>
                            <a:lnTo>
                              <a:pt x="789" y="546"/>
                            </a:lnTo>
                            <a:lnTo>
                              <a:pt x="792" y="547"/>
                            </a:lnTo>
                            <a:lnTo>
                              <a:pt x="794" y="548"/>
                            </a:lnTo>
                            <a:lnTo>
                              <a:pt x="797" y="549"/>
                            </a:lnTo>
                            <a:lnTo>
                              <a:pt x="799" y="550"/>
                            </a:lnTo>
                            <a:lnTo>
                              <a:pt x="801" y="550"/>
                            </a:lnTo>
                            <a:lnTo>
                              <a:pt x="804" y="552"/>
                            </a:lnTo>
                            <a:lnTo>
                              <a:pt x="806" y="552"/>
                            </a:lnTo>
                            <a:lnTo>
                              <a:pt x="809" y="554"/>
                            </a:lnTo>
                            <a:lnTo>
                              <a:pt x="811" y="554"/>
                            </a:lnTo>
                            <a:lnTo>
                              <a:pt x="813" y="555"/>
                            </a:lnTo>
                            <a:lnTo>
                              <a:pt x="816" y="556"/>
                            </a:lnTo>
                            <a:lnTo>
                              <a:pt x="818" y="557"/>
                            </a:lnTo>
                            <a:lnTo>
                              <a:pt x="821" y="558"/>
                            </a:lnTo>
                            <a:lnTo>
                              <a:pt x="823" y="558"/>
                            </a:lnTo>
                            <a:lnTo>
                              <a:pt x="825" y="560"/>
                            </a:lnTo>
                            <a:lnTo>
                              <a:pt x="828" y="560"/>
                            </a:lnTo>
                            <a:lnTo>
                              <a:pt x="830" y="561"/>
                            </a:lnTo>
                            <a:lnTo>
                              <a:pt x="833" y="562"/>
                            </a:lnTo>
                            <a:lnTo>
                              <a:pt x="835" y="563"/>
                            </a:lnTo>
                            <a:lnTo>
                              <a:pt x="837" y="564"/>
                            </a:lnTo>
                            <a:lnTo>
                              <a:pt x="840" y="565"/>
                            </a:lnTo>
                            <a:lnTo>
                              <a:pt x="842" y="566"/>
                            </a:lnTo>
                            <a:lnTo>
                              <a:pt x="845" y="566"/>
                            </a:lnTo>
                            <a:lnTo>
                              <a:pt x="847" y="567"/>
                            </a:lnTo>
                            <a:lnTo>
                              <a:pt x="849" y="568"/>
                            </a:lnTo>
                            <a:lnTo>
                              <a:pt x="852" y="569"/>
                            </a:lnTo>
                            <a:lnTo>
                              <a:pt x="854" y="570"/>
                            </a:lnTo>
                            <a:lnTo>
                              <a:pt x="856" y="571"/>
                            </a:lnTo>
                            <a:lnTo>
                              <a:pt x="859" y="572"/>
                            </a:lnTo>
                            <a:lnTo>
                              <a:pt x="861" y="572"/>
                            </a:lnTo>
                            <a:lnTo>
                              <a:pt x="864" y="574"/>
                            </a:lnTo>
                            <a:lnTo>
                              <a:pt x="866" y="574"/>
                            </a:lnTo>
                            <a:lnTo>
                              <a:pt x="868" y="575"/>
                            </a:lnTo>
                            <a:lnTo>
                              <a:pt x="871" y="576"/>
                            </a:lnTo>
                            <a:lnTo>
                              <a:pt x="873" y="577"/>
                            </a:lnTo>
                            <a:lnTo>
                              <a:pt x="876" y="578"/>
                            </a:lnTo>
                            <a:lnTo>
                              <a:pt x="878" y="579"/>
                            </a:lnTo>
                            <a:lnTo>
                              <a:pt x="880" y="580"/>
                            </a:lnTo>
                            <a:lnTo>
                              <a:pt x="883" y="581"/>
                            </a:lnTo>
                            <a:lnTo>
                              <a:pt x="885" y="581"/>
                            </a:lnTo>
                            <a:lnTo>
                              <a:pt x="888" y="582"/>
                            </a:lnTo>
                            <a:lnTo>
                              <a:pt x="890" y="583"/>
                            </a:lnTo>
                            <a:lnTo>
                              <a:pt x="892" y="584"/>
                            </a:lnTo>
                            <a:lnTo>
                              <a:pt x="895" y="585"/>
                            </a:lnTo>
                            <a:lnTo>
                              <a:pt x="897" y="586"/>
                            </a:lnTo>
                            <a:lnTo>
                              <a:pt x="900" y="586"/>
                            </a:lnTo>
                            <a:lnTo>
                              <a:pt x="902" y="587"/>
                            </a:lnTo>
                            <a:lnTo>
                              <a:pt x="904" y="588"/>
                            </a:lnTo>
                            <a:lnTo>
                              <a:pt x="907" y="589"/>
                            </a:lnTo>
                            <a:lnTo>
                              <a:pt x="909" y="590"/>
                            </a:lnTo>
                            <a:lnTo>
                              <a:pt x="912" y="591"/>
                            </a:lnTo>
                            <a:lnTo>
                              <a:pt x="914" y="592"/>
                            </a:lnTo>
                            <a:lnTo>
                              <a:pt x="916" y="593"/>
                            </a:lnTo>
                            <a:lnTo>
                              <a:pt x="919" y="593"/>
                            </a:lnTo>
                            <a:lnTo>
                              <a:pt x="921" y="595"/>
                            </a:lnTo>
                            <a:lnTo>
                              <a:pt x="924" y="595"/>
                            </a:lnTo>
                            <a:lnTo>
                              <a:pt x="926" y="596"/>
                            </a:lnTo>
                            <a:lnTo>
                              <a:pt x="929" y="597"/>
                            </a:lnTo>
                            <a:lnTo>
                              <a:pt x="931" y="598"/>
                            </a:lnTo>
                            <a:lnTo>
                              <a:pt x="933" y="599"/>
                            </a:lnTo>
                            <a:lnTo>
                              <a:pt x="936" y="600"/>
                            </a:lnTo>
                            <a:lnTo>
                              <a:pt x="938" y="600"/>
                            </a:lnTo>
                            <a:lnTo>
                              <a:pt x="941" y="601"/>
                            </a:lnTo>
                            <a:lnTo>
                              <a:pt x="943" y="602"/>
                            </a:lnTo>
                            <a:lnTo>
                              <a:pt x="945" y="603"/>
                            </a:lnTo>
                            <a:lnTo>
                              <a:pt x="948" y="604"/>
                            </a:lnTo>
                            <a:lnTo>
                              <a:pt x="950" y="605"/>
                            </a:lnTo>
                            <a:lnTo>
                              <a:pt x="953" y="606"/>
                            </a:lnTo>
                            <a:lnTo>
                              <a:pt x="955" y="607"/>
                            </a:lnTo>
                            <a:lnTo>
                              <a:pt x="957" y="607"/>
                            </a:lnTo>
                            <a:lnTo>
                              <a:pt x="960" y="608"/>
                            </a:lnTo>
                            <a:lnTo>
                              <a:pt x="962" y="609"/>
                            </a:lnTo>
                            <a:lnTo>
                              <a:pt x="965" y="610"/>
                            </a:lnTo>
                            <a:lnTo>
                              <a:pt x="967" y="611"/>
                            </a:lnTo>
                            <a:lnTo>
                              <a:pt x="970" y="612"/>
                            </a:lnTo>
                            <a:lnTo>
                              <a:pt x="972" y="613"/>
                            </a:lnTo>
                            <a:lnTo>
                              <a:pt x="974" y="613"/>
                            </a:lnTo>
                            <a:lnTo>
                              <a:pt x="977" y="614"/>
                            </a:lnTo>
                            <a:lnTo>
                              <a:pt x="979" y="615"/>
                            </a:lnTo>
                            <a:lnTo>
                              <a:pt x="982" y="616"/>
                            </a:lnTo>
                            <a:lnTo>
                              <a:pt x="984" y="617"/>
                            </a:lnTo>
                            <a:lnTo>
                              <a:pt x="986" y="618"/>
                            </a:lnTo>
                            <a:lnTo>
                              <a:pt x="989" y="618"/>
                            </a:lnTo>
                            <a:lnTo>
                              <a:pt x="991" y="620"/>
                            </a:lnTo>
                            <a:lnTo>
                              <a:pt x="994" y="620"/>
                            </a:lnTo>
                            <a:lnTo>
                              <a:pt x="996" y="621"/>
                            </a:lnTo>
                            <a:lnTo>
                              <a:pt x="998" y="622"/>
                            </a:lnTo>
                            <a:lnTo>
                              <a:pt x="1001" y="623"/>
                            </a:lnTo>
                            <a:lnTo>
                              <a:pt x="1003" y="624"/>
                            </a:lnTo>
                            <a:lnTo>
                              <a:pt x="1006" y="624"/>
                            </a:lnTo>
                            <a:lnTo>
                              <a:pt x="1008" y="625"/>
                            </a:lnTo>
                            <a:lnTo>
                              <a:pt x="1010" y="626"/>
                            </a:lnTo>
                            <a:lnTo>
                              <a:pt x="1013" y="627"/>
                            </a:lnTo>
                            <a:lnTo>
                              <a:pt x="1015" y="627"/>
                            </a:lnTo>
                            <a:lnTo>
                              <a:pt x="1018" y="628"/>
                            </a:lnTo>
                            <a:lnTo>
                              <a:pt x="1020" y="629"/>
                            </a:lnTo>
                            <a:lnTo>
                              <a:pt x="1023" y="630"/>
                            </a:lnTo>
                            <a:lnTo>
                              <a:pt x="1025" y="631"/>
                            </a:lnTo>
                            <a:lnTo>
                              <a:pt x="1027" y="632"/>
                            </a:lnTo>
                            <a:lnTo>
                              <a:pt x="1030" y="632"/>
                            </a:lnTo>
                            <a:lnTo>
                              <a:pt x="1032" y="633"/>
                            </a:lnTo>
                            <a:lnTo>
                              <a:pt x="1035" y="634"/>
                            </a:lnTo>
                            <a:lnTo>
                              <a:pt x="1037" y="635"/>
                            </a:lnTo>
                            <a:lnTo>
                              <a:pt x="1039" y="635"/>
                            </a:lnTo>
                            <a:lnTo>
                              <a:pt x="1042" y="636"/>
                            </a:lnTo>
                            <a:lnTo>
                              <a:pt x="1044" y="637"/>
                            </a:lnTo>
                            <a:lnTo>
                              <a:pt x="1047" y="638"/>
                            </a:lnTo>
                            <a:lnTo>
                              <a:pt x="1049" y="639"/>
                            </a:lnTo>
                            <a:lnTo>
                              <a:pt x="1051" y="640"/>
                            </a:lnTo>
                            <a:lnTo>
                              <a:pt x="1054" y="640"/>
                            </a:lnTo>
                            <a:lnTo>
                              <a:pt x="1056" y="641"/>
                            </a:lnTo>
                            <a:lnTo>
                              <a:pt x="1059" y="642"/>
                            </a:lnTo>
                            <a:lnTo>
                              <a:pt x="1061" y="643"/>
                            </a:lnTo>
                            <a:lnTo>
                              <a:pt x="1064" y="644"/>
                            </a:lnTo>
                            <a:lnTo>
                              <a:pt x="1066" y="644"/>
                            </a:lnTo>
                            <a:lnTo>
                              <a:pt x="1068" y="645"/>
                            </a:lnTo>
                            <a:lnTo>
                              <a:pt x="1071" y="646"/>
                            </a:lnTo>
                            <a:lnTo>
                              <a:pt x="1073" y="647"/>
                            </a:lnTo>
                            <a:lnTo>
                              <a:pt x="1076" y="647"/>
                            </a:lnTo>
                            <a:lnTo>
                              <a:pt x="1078" y="648"/>
                            </a:lnTo>
                            <a:lnTo>
                              <a:pt x="1080" y="649"/>
                            </a:lnTo>
                            <a:lnTo>
                              <a:pt x="1083" y="650"/>
                            </a:lnTo>
                            <a:lnTo>
                              <a:pt x="1085" y="650"/>
                            </a:lnTo>
                            <a:lnTo>
                              <a:pt x="1088" y="651"/>
                            </a:lnTo>
                            <a:lnTo>
                              <a:pt x="1090" y="652"/>
                            </a:lnTo>
                            <a:lnTo>
                              <a:pt x="1092" y="653"/>
                            </a:lnTo>
                            <a:lnTo>
                              <a:pt x="1095" y="654"/>
                            </a:lnTo>
                            <a:lnTo>
                              <a:pt x="1097" y="655"/>
                            </a:lnTo>
                            <a:lnTo>
                              <a:pt x="1099" y="655"/>
                            </a:lnTo>
                            <a:lnTo>
                              <a:pt x="1102" y="656"/>
                            </a:lnTo>
                            <a:lnTo>
                              <a:pt x="1104" y="657"/>
                            </a:lnTo>
                            <a:lnTo>
                              <a:pt x="1107" y="658"/>
                            </a:lnTo>
                            <a:lnTo>
                              <a:pt x="1109" y="658"/>
                            </a:lnTo>
                            <a:lnTo>
                              <a:pt x="1111" y="659"/>
                            </a:lnTo>
                            <a:lnTo>
                              <a:pt x="1114" y="660"/>
                            </a:lnTo>
                            <a:lnTo>
                              <a:pt x="1116" y="661"/>
                            </a:lnTo>
                            <a:lnTo>
                              <a:pt x="1119" y="661"/>
                            </a:lnTo>
                            <a:lnTo>
                              <a:pt x="1121" y="662"/>
                            </a:lnTo>
                            <a:lnTo>
                              <a:pt x="1123" y="663"/>
                            </a:lnTo>
                            <a:lnTo>
                              <a:pt x="1126" y="664"/>
                            </a:lnTo>
                            <a:lnTo>
                              <a:pt x="1128" y="664"/>
                            </a:lnTo>
                            <a:lnTo>
                              <a:pt x="1131" y="665"/>
                            </a:lnTo>
                            <a:lnTo>
                              <a:pt x="1133" y="666"/>
                            </a:lnTo>
                            <a:lnTo>
                              <a:pt x="1135" y="667"/>
                            </a:lnTo>
                            <a:lnTo>
                              <a:pt x="1138" y="667"/>
                            </a:lnTo>
                            <a:lnTo>
                              <a:pt x="1140" y="668"/>
                            </a:lnTo>
                            <a:lnTo>
                              <a:pt x="1143" y="669"/>
                            </a:lnTo>
                            <a:lnTo>
                              <a:pt x="1145" y="669"/>
                            </a:lnTo>
                            <a:lnTo>
                              <a:pt x="1147" y="670"/>
                            </a:lnTo>
                            <a:lnTo>
                              <a:pt x="1150" y="671"/>
                            </a:lnTo>
                            <a:lnTo>
                              <a:pt x="1152" y="672"/>
                            </a:lnTo>
                            <a:lnTo>
                              <a:pt x="1155" y="672"/>
                            </a:lnTo>
                            <a:lnTo>
                              <a:pt x="1157" y="673"/>
                            </a:lnTo>
                            <a:lnTo>
                              <a:pt x="1159" y="674"/>
                            </a:lnTo>
                            <a:lnTo>
                              <a:pt x="1162" y="675"/>
                            </a:lnTo>
                            <a:lnTo>
                              <a:pt x="1164" y="675"/>
                            </a:lnTo>
                            <a:lnTo>
                              <a:pt x="1167" y="676"/>
                            </a:lnTo>
                            <a:lnTo>
                              <a:pt x="1169" y="677"/>
                            </a:lnTo>
                            <a:lnTo>
                              <a:pt x="1171" y="678"/>
                            </a:lnTo>
                            <a:lnTo>
                              <a:pt x="1174" y="678"/>
                            </a:lnTo>
                            <a:lnTo>
                              <a:pt x="1176" y="679"/>
                            </a:lnTo>
                            <a:lnTo>
                              <a:pt x="1179" y="679"/>
                            </a:lnTo>
                            <a:lnTo>
                              <a:pt x="1181" y="680"/>
                            </a:lnTo>
                            <a:lnTo>
                              <a:pt x="1183" y="681"/>
                            </a:lnTo>
                            <a:lnTo>
                              <a:pt x="1186" y="682"/>
                            </a:lnTo>
                            <a:lnTo>
                              <a:pt x="1188" y="683"/>
                            </a:lnTo>
                            <a:lnTo>
                              <a:pt x="1191" y="683"/>
                            </a:lnTo>
                            <a:lnTo>
                              <a:pt x="1193" y="684"/>
                            </a:lnTo>
                            <a:lnTo>
                              <a:pt x="1196" y="685"/>
                            </a:lnTo>
                            <a:lnTo>
                              <a:pt x="1198" y="686"/>
                            </a:lnTo>
                            <a:lnTo>
                              <a:pt x="1200" y="686"/>
                            </a:lnTo>
                            <a:lnTo>
                              <a:pt x="1203" y="687"/>
                            </a:lnTo>
                            <a:lnTo>
                              <a:pt x="1205" y="687"/>
                            </a:lnTo>
                            <a:lnTo>
                              <a:pt x="1208" y="688"/>
                            </a:lnTo>
                            <a:lnTo>
                              <a:pt x="1210" y="689"/>
                            </a:lnTo>
                            <a:lnTo>
                              <a:pt x="1212" y="690"/>
                            </a:lnTo>
                            <a:lnTo>
                              <a:pt x="1215" y="690"/>
                            </a:lnTo>
                            <a:lnTo>
                              <a:pt x="1217" y="691"/>
                            </a:lnTo>
                            <a:lnTo>
                              <a:pt x="1220" y="692"/>
                            </a:lnTo>
                            <a:lnTo>
                              <a:pt x="1222" y="692"/>
                            </a:lnTo>
                            <a:lnTo>
                              <a:pt x="1224" y="693"/>
                            </a:lnTo>
                            <a:lnTo>
                              <a:pt x="1227" y="693"/>
                            </a:lnTo>
                            <a:lnTo>
                              <a:pt x="1229" y="694"/>
                            </a:lnTo>
                            <a:lnTo>
                              <a:pt x="1232" y="695"/>
                            </a:lnTo>
                            <a:lnTo>
                              <a:pt x="1234" y="696"/>
                            </a:lnTo>
                            <a:lnTo>
                              <a:pt x="1237" y="696"/>
                            </a:lnTo>
                            <a:lnTo>
                              <a:pt x="1239" y="697"/>
                            </a:lnTo>
                            <a:lnTo>
                              <a:pt x="1241" y="698"/>
                            </a:lnTo>
                            <a:lnTo>
                              <a:pt x="1244" y="698"/>
                            </a:lnTo>
                            <a:lnTo>
                              <a:pt x="1246" y="699"/>
                            </a:lnTo>
                            <a:lnTo>
                              <a:pt x="1249" y="699"/>
                            </a:lnTo>
                            <a:lnTo>
                              <a:pt x="1251" y="700"/>
                            </a:lnTo>
                            <a:lnTo>
                              <a:pt x="1253" y="701"/>
                            </a:lnTo>
                            <a:lnTo>
                              <a:pt x="1256" y="701"/>
                            </a:lnTo>
                            <a:lnTo>
                              <a:pt x="1258" y="702"/>
                            </a:lnTo>
                            <a:lnTo>
                              <a:pt x="1261" y="703"/>
                            </a:lnTo>
                            <a:lnTo>
                              <a:pt x="1263" y="703"/>
                            </a:lnTo>
                            <a:lnTo>
                              <a:pt x="1265" y="704"/>
                            </a:lnTo>
                            <a:lnTo>
                              <a:pt x="1268" y="704"/>
                            </a:lnTo>
                            <a:lnTo>
                              <a:pt x="1270" y="705"/>
                            </a:lnTo>
                            <a:lnTo>
                              <a:pt x="1273" y="706"/>
                            </a:lnTo>
                            <a:lnTo>
                              <a:pt x="1275" y="706"/>
                            </a:lnTo>
                            <a:lnTo>
                              <a:pt x="1277" y="707"/>
                            </a:lnTo>
                            <a:lnTo>
                              <a:pt x="1280" y="707"/>
                            </a:lnTo>
                            <a:lnTo>
                              <a:pt x="1282" y="708"/>
                            </a:lnTo>
                            <a:lnTo>
                              <a:pt x="1285" y="709"/>
                            </a:lnTo>
                            <a:lnTo>
                              <a:pt x="1287" y="709"/>
                            </a:lnTo>
                            <a:lnTo>
                              <a:pt x="1290" y="710"/>
                            </a:lnTo>
                            <a:lnTo>
                              <a:pt x="1292" y="710"/>
                            </a:lnTo>
                            <a:lnTo>
                              <a:pt x="1294" y="711"/>
                            </a:lnTo>
                            <a:lnTo>
                              <a:pt x="1297" y="712"/>
                            </a:lnTo>
                            <a:lnTo>
                              <a:pt x="1299" y="712"/>
                            </a:lnTo>
                            <a:lnTo>
                              <a:pt x="1302" y="713"/>
                            </a:lnTo>
                            <a:lnTo>
                              <a:pt x="1304" y="713"/>
                            </a:lnTo>
                            <a:lnTo>
                              <a:pt x="1306" y="714"/>
                            </a:lnTo>
                            <a:lnTo>
                              <a:pt x="1309" y="715"/>
                            </a:lnTo>
                            <a:lnTo>
                              <a:pt x="1311" y="715"/>
                            </a:lnTo>
                            <a:lnTo>
                              <a:pt x="1314" y="716"/>
                            </a:lnTo>
                            <a:lnTo>
                              <a:pt x="1316" y="716"/>
                            </a:lnTo>
                            <a:lnTo>
                              <a:pt x="1318" y="717"/>
                            </a:lnTo>
                            <a:lnTo>
                              <a:pt x="1321" y="718"/>
                            </a:lnTo>
                            <a:lnTo>
                              <a:pt x="1323" y="718"/>
                            </a:lnTo>
                            <a:lnTo>
                              <a:pt x="1326" y="719"/>
                            </a:lnTo>
                            <a:lnTo>
                              <a:pt x="1328" y="719"/>
                            </a:lnTo>
                            <a:lnTo>
                              <a:pt x="1331" y="720"/>
                            </a:lnTo>
                            <a:lnTo>
                              <a:pt x="1333" y="720"/>
                            </a:lnTo>
                            <a:lnTo>
                              <a:pt x="1335" y="721"/>
                            </a:lnTo>
                            <a:lnTo>
                              <a:pt x="1338" y="721"/>
                            </a:lnTo>
                            <a:lnTo>
                              <a:pt x="1340" y="722"/>
                            </a:lnTo>
                            <a:lnTo>
                              <a:pt x="1342" y="722"/>
                            </a:lnTo>
                            <a:lnTo>
                              <a:pt x="1345" y="723"/>
                            </a:lnTo>
                            <a:lnTo>
                              <a:pt x="1347" y="723"/>
                            </a:lnTo>
                            <a:lnTo>
                              <a:pt x="1350" y="724"/>
                            </a:lnTo>
                            <a:lnTo>
                              <a:pt x="1352" y="724"/>
                            </a:lnTo>
                            <a:lnTo>
                              <a:pt x="1354" y="725"/>
                            </a:lnTo>
                            <a:lnTo>
                              <a:pt x="1357" y="726"/>
                            </a:lnTo>
                            <a:lnTo>
                              <a:pt x="1359" y="726"/>
                            </a:lnTo>
                            <a:lnTo>
                              <a:pt x="1362" y="727"/>
                            </a:lnTo>
                            <a:lnTo>
                              <a:pt x="1364" y="727"/>
                            </a:lnTo>
                            <a:lnTo>
                              <a:pt x="1366" y="728"/>
                            </a:lnTo>
                            <a:lnTo>
                              <a:pt x="1369" y="728"/>
                            </a:lnTo>
                            <a:lnTo>
                              <a:pt x="1371" y="729"/>
                            </a:lnTo>
                            <a:lnTo>
                              <a:pt x="1374" y="729"/>
                            </a:lnTo>
                            <a:lnTo>
                              <a:pt x="1376" y="730"/>
                            </a:lnTo>
                            <a:lnTo>
                              <a:pt x="1378" y="730"/>
                            </a:lnTo>
                            <a:lnTo>
                              <a:pt x="1381" y="731"/>
                            </a:lnTo>
                            <a:lnTo>
                              <a:pt x="1383" y="732"/>
                            </a:lnTo>
                            <a:lnTo>
                              <a:pt x="1386" y="732"/>
                            </a:lnTo>
                            <a:lnTo>
                              <a:pt x="1388" y="733"/>
                            </a:lnTo>
                            <a:lnTo>
                              <a:pt x="1390" y="733"/>
                            </a:lnTo>
                            <a:lnTo>
                              <a:pt x="1393" y="734"/>
                            </a:lnTo>
                            <a:lnTo>
                              <a:pt x="1395" y="735"/>
                            </a:lnTo>
                            <a:lnTo>
                              <a:pt x="1398" y="735"/>
                            </a:lnTo>
                            <a:lnTo>
                              <a:pt x="1400" y="736"/>
                            </a:lnTo>
                            <a:lnTo>
                              <a:pt x="1402" y="737"/>
                            </a:lnTo>
                            <a:lnTo>
                              <a:pt x="1405" y="738"/>
                            </a:lnTo>
                            <a:lnTo>
                              <a:pt x="1407" y="738"/>
                            </a:lnTo>
                            <a:lnTo>
                              <a:pt x="1410" y="739"/>
                            </a:lnTo>
                            <a:lnTo>
                              <a:pt x="1412" y="739"/>
                            </a:lnTo>
                            <a:lnTo>
                              <a:pt x="1414" y="740"/>
                            </a:lnTo>
                            <a:lnTo>
                              <a:pt x="1417" y="741"/>
                            </a:lnTo>
                            <a:lnTo>
                              <a:pt x="1419" y="741"/>
                            </a:lnTo>
                            <a:lnTo>
                              <a:pt x="1422" y="742"/>
                            </a:lnTo>
                            <a:lnTo>
                              <a:pt x="1424" y="742"/>
                            </a:lnTo>
                            <a:lnTo>
                              <a:pt x="1426" y="743"/>
                            </a:lnTo>
                            <a:lnTo>
                              <a:pt x="1429" y="743"/>
                            </a:lnTo>
                            <a:lnTo>
                              <a:pt x="1431" y="744"/>
                            </a:lnTo>
                            <a:lnTo>
                              <a:pt x="1434" y="745"/>
                            </a:lnTo>
                            <a:lnTo>
                              <a:pt x="1436" y="745"/>
                            </a:lnTo>
                            <a:lnTo>
                              <a:pt x="1438" y="746"/>
                            </a:lnTo>
                            <a:lnTo>
                              <a:pt x="1441" y="746"/>
                            </a:lnTo>
                            <a:lnTo>
                              <a:pt x="1443" y="747"/>
                            </a:lnTo>
                            <a:lnTo>
                              <a:pt x="1446" y="748"/>
                            </a:lnTo>
                            <a:lnTo>
                              <a:pt x="1448" y="748"/>
                            </a:lnTo>
                            <a:lnTo>
                              <a:pt x="1450" y="749"/>
                            </a:lnTo>
                            <a:lnTo>
                              <a:pt x="1453" y="749"/>
                            </a:lnTo>
                            <a:lnTo>
                              <a:pt x="1455" y="750"/>
                            </a:lnTo>
                            <a:lnTo>
                              <a:pt x="1458" y="750"/>
                            </a:lnTo>
                            <a:lnTo>
                              <a:pt x="1460" y="751"/>
                            </a:lnTo>
                            <a:lnTo>
                              <a:pt x="1463" y="751"/>
                            </a:lnTo>
                            <a:lnTo>
                              <a:pt x="1465" y="752"/>
                            </a:lnTo>
                            <a:lnTo>
                              <a:pt x="1467" y="752"/>
                            </a:lnTo>
                            <a:lnTo>
                              <a:pt x="1470" y="753"/>
                            </a:lnTo>
                            <a:lnTo>
                              <a:pt x="1472" y="753"/>
                            </a:lnTo>
                            <a:lnTo>
                              <a:pt x="1475" y="754"/>
                            </a:lnTo>
                            <a:lnTo>
                              <a:pt x="1477" y="754"/>
                            </a:lnTo>
                            <a:lnTo>
                              <a:pt x="1479" y="755"/>
                            </a:lnTo>
                            <a:lnTo>
                              <a:pt x="1482" y="755"/>
                            </a:lnTo>
                            <a:lnTo>
                              <a:pt x="1484" y="756"/>
                            </a:lnTo>
                            <a:lnTo>
                              <a:pt x="1487" y="756"/>
                            </a:lnTo>
                            <a:lnTo>
                              <a:pt x="1489" y="756"/>
                            </a:lnTo>
                            <a:lnTo>
                              <a:pt x="1491" y="757"/>
                            </a:lnTo>
                            <a:lnTo>
                              <a:pt x="1494" y="757"/>
                            </a:lnTo>
                            <a:lnTo>
                              <a:pt x="1496" y="758"/>
                            </a:lnTo>
                            <a:lnTo>
                              <a:pt x="1499" y="758"/>
                            </a:lnTo>
                            <a:lnTo>
                              <a:pt x="1501" y="759"/>
                            </a:lnTo>
                            <a:lnTo>
                              <a:pt x="1504" y="759"/>
                            </a:lnTo>
                            <a:lnTo>
                              <a:pt x="1506" y="759"/>
                            </a:lnTo>
                            <a:lnTo>
                              <a:pt x="1508" y="760"/>
                            </a:lnTo>
                            <a:lnTo>
                              <a:pt x="1511" y="761"/>
                            </a:lnTo>
                            <a:lnTo>
                              <a:pt x="1513" y="761"/>
                            </a:lnTo>
                            <a:lnTo>
                              <a:pt x="1516" y="761"/>
                            </a:lnTo>
                            <a:lnTo>
                              <a:pt x="1518" y="762"/>
                            </a:lnTo>
                            <a:lnTo>
                              <a:pt x="1520" y="762"/>
                            </a:lnTo>
                            <a:lnTo>
                              <a:pt x="1523" y="763"/>
                            </a:lnTo>
                            <a:lnTo>
                              <a:pt x="1525" y="763"/>
                            </a:lnTo>
                            <a:lnTo>
                              <a:pt x="1528" y="764"/>
                            </a:lnTo>
                            <a:lnTo>
                              <a:pt x="1530" y="764"/>
                            </a:lnTo>
                            <a:lnTo>
                              <a:pt x="1532" y="764"/>
                            </a:lnTo>
                            <a:lnTo>
                              <a:pt x="1535" y="765"/>
                            </a:lnTo>
                            <a:lnTo>
                              <a:pt x="1537" y="765"/>
                            </a:lnTo>
                            <a:lnTo>
                              <a:pt x="1540" y="766"/>
                            </a:lnTo>
                            <a:lnTo>
                              <a:pt x="1542" y="766"/>
                            </a:lnTo>
                            <a:lnTo>
                              <a:pt x="1544" y="767"/>
                            </a:lnTo>
                            <a:lnTo>
                              <a:pt x="1547" y="767"/>
                            </a:lnTo>
                            <a:lnTo>
                              <a:pt x="1549" y="768"/>
                            </a:lnTo>
                            <a:lnTo>
                              <a:pt x="1552" y="768"/>
                            </a:lnTo>
                            <a:lnTo>
                              <a:pt x="1554" y="769"/>
                            </a:lnTo>
                            <a:lnTo>
                              <a:pt x="1557" y="769"/>
                            </a:lnTo>
                            <a:lnTo>
                              <a:pt x="1559" y="769"/>
                            </a:lnTo>
                            <a:lnTo>
                              <a:pt x="1561" y="770"/>
                            </a:lnTo>
                            <a:lnTo>
                              <a:pt x="1564" y="770"/>
                            </a:lnTo>
                            <a:lnTo>
                              <a:pt x="1566" y="771"/>
                            </a:lnTo>
                            <a:lnTo>
                              <a:pt x="1569" y="771"/>
                            </a:lnTo>
                            <a:lnTo>
                              <a:pt x="1571" y="772"/>
                            </a:lnTo>
                            <a:lnTo>
                              <a:pt x="1573" y="772"/>
                            </a:lnTo>
                            <a:lnTo>
                              <a:pt x="1576" y="773"/>
                            </a:lnTo>
                            <a:lnTo>
                              <a:pt x="1578" y="773"/>
                            </a:lnTo>
                            <a:lnTo>
                              <a:pt x="1581" y="773"/>
                            </a:lnTo>
                            <a:lnTo>
                              <a:pt x="1583" y="773"/>
                            </a:lnTo>
                            <a:lnTo>
                              <a:pt x="1585" y="772"/>
                            </a:lnTo>
                            <a:lnTo>
                              <a:pt x="1588" y="769"/>
                            </a:lnTo>
                            <a:lnTo>
                              <a:pt x="1590" y="767"/>
                            </a:lnTo>
                            <a:lnTo>
                              <a:pt x="1593" y="764"/>
                            </a:lnTo>
                            <a:lnTo>
                              <a:pt x="1595" y="760"/>
                            </a:lnTo>
                            <a:lnTo>
                              <a:pt x="1597" y="757"/>
                            </a:lnTo>
                            <a:lnTo>
                              <a:pt x="1600" y="753"/>
                            </a:lnTo>
                            <a:lnTo>
                              <a:pt x="1602" y="749"/>
                            </a:lnTo>
                            <a:lnTo>
                              <a:pt x="1605" y="745"/>
                            </a:lnTo>
                            <a:lnTo>
                              <a:pt x="1607" y="741"/>
                            </a:lnTo>
                            <a:lnTo>
                              <a:pt x="1609" y="737"/>
                            </a:lnTo>
                            <a:lnTo>
                              <a:pt x="1612" y="733"/>
                            </a:lnTo>
                            <a:lnTo>
                              <a:pt x="1614" y="729"/>
                            </a:lnTo>
                            <a:lnTo>
                              <a:pt x="1617" y="725"/>
                            </a:lnTo>
                            <a:lnTo>
                              <a:pt x="1619" y="721"/>
                            </a:lnTo>
                            <a:lnTo>
                              <a:pt x="1621" y="717"/>
                            </a:lnTo>
                            <a:lnTo>
                              <a:pt x="1624" y="713"/>
                            </a:lnTo>
                            <a:lnTo>
                              <a:pt x="1626" y="709"/>
                            </a:lnTo>
                            <a:lnTo>
                              <a:pt x="1629" y="704"/>
                            </a:lnTo>
                            <a:lnTo>
                              <a:pt x="1631" y="699"/>
                            </a:lnTo>
                            <a:lnTo>
                              <a:pt x="1633" y="695"/>
                            </a:lnTo>
                            <a:lnTo>
                              <a:pt x="1636" y="690"/>
                            </a:lnTo>
                            <a:lnTo>
                              <a:pt x="1638" y="686"/>
                            </a:lnTo>
                            <a:lnTo>
                              <a:pt x="1641" y="681"/>
                            </a:lnTo>
                            <a:lnTo>
                              <a:pt x="1643" y="676"/>
                            </a:lnTo>
                            <a:lnTo>
                              <a:pt x="1645" y="671"/>
                            </a:lnTo>
                            <a:lnTo>
                              <a:pt x="1648" y="666"/>
                            </a:lnTo>
                            <a:lnTo>
                              <a:pt x="1650" y="661"/>
                            </a:lnTo>
                            <a:lnTo>
                              <a:pt x="1653" y="655"/>
                            </a:lnTo>
                            <a:lnTo>
                              <a:pt x="1655" y="650"/>
                            </a:lnTo>
                            <a:lnTo>
                              <a:pt x="1657" y="645"/>
                            </a:lnTo>
                            <a:lnTo>
                              <a:pt x="1660" y="640"/>
                            </a:lnTo>
                            <a:lnTo>
                              <a:pt x="1662" y="634"/>
                            </a:lnTo>
                            <a:lnTo>
                              <a:pt x="1665" y="629"/>
                            </a:lnTo>
                            <a:lnTo>
                              <a:pt x="1667" y="623"/>
                            </a:lnTo>
                            <a:lnTo>
                              <a:pt x="1669" y="617"/>
                            </a:lnTo>
                            <a:lnTo>
                              <a:pt x="1672" y="611"/>
                            </a:lnTo>
                            <a:lnTo>
                              <a:pt x="1674" y="606"/>
                            </a:lnTo>
                            <a:lnTo>
                              <a:pt x="1677" y="600"/>
                            </a:lnTo>
                            <a:lnTo>
                              <a:pt x="1679" y="594"/>
                            </a:lnTo>
                            <a:lnTo>
                              <a:pt x="1681" y="589"/>
                            </a:lnTo>
                            <a:lnTo>
                              <a:pt x="1684" y="583"/>
                            </a:lnTo>
                            <a:lnTo>
                              <a:pt x="1686" y="577"/>
                            </a:lnTo>
                            <a:lnTo>
                              <a:pt x="1689" y="571"/>
                            </a:lnTo>
                            <a:lnTo>
                              <a:pt x="1691" y="566"/>
                            </a:lnTo>
                            <a:lnTo>
                              <a:pt x="1693" y="560"/>
                            </a:lnTo>
                            <a:lnTo>
                              <a:pt x="1696" y="554"/>
                            </a:lnTo>
                            <a:lnTo>
                              <a:pt x="1698" y="549"/>
                            </a:lnTo>
                            <a:lnTo>
                              <a:pt x="1701" y="543"/>
                            </a:lnTo>
                            <a:lnTo>
                              <a:pt x="1703" y="537"/>
                            </a:lnTo>
                            <a:lnTo>
                              <a:pt x="1705" y="532"/>
                            </a:lnTo>
                            <a:lnTo>
                              <a:pt x="1708" y="527"/>
                            </a:lnTo>
                            <a:lnTo>
                              <a:pt x="1710" y="521"/>
                            </a:lnTo>
                            <a:lnTo>
                              <a:pt x="1713" y="516"/>
                            </a:lnTo>
                            <a:lnTo>
                              <a:pt x="1715" y="511"/>
                            </a:lnTo>
                            <a:lnTo>
                              <a:pt x="1717" y="506"/>
                            </a:lnTo>
                            <a:lnTo>
                              <a:pt x="1720" y="500"/>
                            </a:lnTo>
                            <a:lnTo>
                              <a:pt x="1722" y="495"/>
                            </a:lnTo>
                            <a:lnTo>
                              <a:pt x="1725" y="490"/>
                            </a:lnTo>
                            <a:lnTo>
                              <a:pt x="1727" y="484"/>
                            </a:lnTo>
                            <a:lnTo>
                              <a:pt x="1730" y="479"/>
                            </a:lnTo>
                            <a:lnTo>
                              <a:pt x="1732" y="474"/>
                            </a:lnTo>
                            <a:lnTo>
                              <a:pt x="1734" y="469"/>
                            </a:lnTo>
                            <a:lnTo>
                              <a:pt x="1737" y="464"/>
                            </a:lnTo>
                            <a:lnTo>
                              <a:pt x="1739" y="459"/>
                            </a:lnTo>
                            <a:lnTo>
                              <a:pt x="1742" y="454"/>
                            </a:lnTo>
                            <a:lnTo>
                              <a:pt x="1744" y="449"/>
                            </a:lnTo>
                            <a:lnTo>
                              <a:pt x="1746" y="444"/>
                            </a:lnTo>
                            <a:lnTo>
                              <a:pt x="1749" y="439"/>
                            </a:lnTo>
                            <a:lnTo>
                              <a:pt x="1751" y="434"/>
                            </a:lnTo>
                            <a:lnTo>
                              <a:pt x="1754" y="429"/>
                            </a:lnTo>
                            <a:lnTo>
                              <a:pt x="1756" y="424"/>
                            </a:lnTo>
                            <a:lnTo>
                              <a:pt x="1758" y="419"/>
                            </a:lnTo>
                            <a:lnTo>
                              <a:pt x="1761" y="414"/>
                            </a:lnTo>
                            <a:lnTo>
                              <a:pt x="1763" y="409"/>
                            </a:lnTo>
                            <a:lnTo>
                              <a:pt x="1766" y="405"/>
                            </a:lnTo>
                            <a:lnTo>
                              <a:pt x="1768" y="400"/>
                            </a:lnTo>
                            <a:lnTo>
                              <a:pt x="1771" y="395"/>
                            </a:lnTo>
                            <a:lnTo>
                              <a:pt x="1773" y="390"/>
                            </a:lnTo>
                            <a:lnTo>
                              <a:pt x="1775" y="385"/>
                            </a:lnTo>
                            <a:lnTo>
                              <a:pt x="1778" y="381"/>
                            </a:lnTo>
                            <a:lnTo>
                              <a:pt x="1780" y="376"/>
                            </a:lnTo>
                            <a:lnTo>
                              <a:pt x="1783" y="371"/>
                            </a:lnTo>
                            <a:lnTo>
                              <a:pt x="1785" y="367"/>
                            </a:lnTo>
                            <a:lnTo>
                              <a:pt x="1787" y="363"/>
                            </a:lnTo>
                            <a:lnTo>
                              <a:pt x="1790" y="358"/>
                            </a:lnTo>
                            <a:lnTo>
                              <a:pt x="1792" y="354"/>
                            </a:lnTo>
                            <a:lnTo>
                              <a:pt x="1795" y="349"/>
                            </a:lnTo>
                            <a:lnTo>
                              <a:pt x="1797" y="345"/>
                            </a:lnTo>
                            <a:lnTo>
                              <a:pt x="1799" y="341"/>
                            </a:lnTo>
                            <a:lnTo>
                              <a:pt x="1802" y="337"/>
                            </a:lnTo>
                            <a:lnTo>
                              <a:pt x="1804" y="332"/>
                            </a:lnTo>
                            <a:lnTo>
                              <a:pt x="1807" y="328"/>
                            </a:lnTo>
                            <a:lnTo>
                              <a:pt x="1809" y="324"/>
                            </a:lnTo>
                            <a:lnTo>
                              <a:pt x="1811" y="319"/>
                            </a:lnTo>
                            <a:lnTo>
                              <a:pt x="1814" y="316"/>
                            </a:lnTo>
                            <a:lnTo>
                              <a:pt x="1816" y="311"/>
                            </a:lnTo>
                            <a:lnTo>
                              <a:pt x="1819" y="307"/>
                            </a:lnTo>
                            <a:lnTo>
                              <a:pt x="1821" y="303"/>
                            </a:lnTo>
                            <a:lnTo>
                              <a:pt x="1824" y="299"/>
                            </a:lnTo>
                            <a:lnTo>
                              <a:pt x="1826" y="295"/>
                            </a:lnTo>
                            <a:lnTo>
                              <a:pt x="1828" y="291"/>
                            </a:lnTo>
                            <a:lnTo>
                              <a:pt x="1831" y="287"/>
                            </a:lnTo>
                            <a:lnTo>
                              <a:pt x="1833" y="283"/>
                            </a:lnTo>
                            <a:lnTo>
                              <a:pt x="1836" y="279"/>
                            </a:lnTo>
                            <a:lnTo>
                              <a:pt x="1838" y="275"/>
                            </a:lnTo>
                            <a:lnTo>
                              <a:pt x="1840" y="271"/>
                            </a:lnTo>
                            <a:lnTo>
                              <a:pt x="1843" y="268"/>
                            </a:lnTo>
                            <a:lnTo>
                              <a:pt x="1845" y="264"/>
                            </a:lnTo>
                            <a:lnTo>
                              <a:pt x="1848" y="260"/>
                            </a:lnTo>
                            <a:lnTo>
                              <a:pt x="1850" y="257"/>
                            </a:lnTo>
                            <a:lnTo>
                              <a:pt x="1852" y="253"/>
                            </a:lnTo>
                            <a:lnTo>
                              <a:pt x="1855" y="249"/>
                            </a:lnTo>
                            <a:lnTo>
                              <a:pt x="1857" y="246"/>
                            </a:lnTo>
                            <a:lnTo>
                              <a:pt x="1860" y="243"/>
                            </a:lnTo>
                            <a:lnTo>
                              <a:pt x="1862" y="240"/>
                            </a:lnTo>
                            <a:lnTo>
                              <a:pt x="1864" y="237"/>
                            </a:lnTo>
                            <a:lnTo>
                              <a:pt x="1867" y="234"/>
                            </a:lnTo>
                            <a:lnTo>
                              <a:pt x="1869" y="230"/>
                            </a:lnTo>
                            <a:lnTo>
                              <a:pt x="1872" y="227"/>
                            </a:lnTo>
                            <a:lnTo>
                              <a:pt x="1874" y="224"/>
                            </a:lnTo>
                            <a:lnTo>
                              <a:pt x="1876" y="221"/>
                            </a:lnTo>
                            <a:lnTo>
                              <a:pt x="1879" y="218"/>
                            </a:lnTo>
                            <a:lnTo>
                              <a:pt x="1881" y="215"/>
                            </a:lnTo>
                            <a:lnTo>
                              <a:pt x="1884" y="211"/>
                            </a:lnTo>
                            <a:lnTo>
                              <a:pt x="1886" y="209"/>
                            </a:lnTo>
                            <a:lnTo>
                              <a:pt x="1888" y="205"/>
                            </a:lnTo>
                            <a:lnTo>
                              <a:pt x="1891" y="202"/>
                            </a:lnTo>
                            <a:lnTo>
                              <a:pt x="1893" y="200"/>
                            </a:lnTo>
                            <a:lnTo>
                              <a:pt x="1896" y="197"/>
                            </a:lnTo>
                            <a:lnTo>
                              <a:pt x="1898" y="194"/>
                            </a:lnTo>
                            <a:lnTo>
                              <a:pt x="1900" y="191"/>
                            </a:lnTo>
                            <a:lnTo>
                              <a:pt x="1903" y="188"/>
                            </a:lnTo>
                            <a:lnTo>
                              <a:pt x="1905" y="186"/>
                            </a:lnTo>
                            <a:lnTo>
                              <a:pt x="1908" y="183"/>
                            </a:lnTo>
                            <a:lnTo>
                              <a:pt x="1910" y="180"/>
                            </a:lnTo>
                            <a:lnTo>
                              <a:pt x="1912" y="177"/>
                            </a:lnTo>
                            <a:lnTo>
                              <a:pt x="1915" y="176"/>
                            </a:lnTo>
                            <a:lnTo>
                              <a:pt x="1917" y="173"/>
                            </a:lnTo>
                            <a:lnTo>
                              <a:pt x="1920" y="170"/>
                            </a:lnTo>
                            <a:lnTo>
                              <a:pt x="1922" y="168"/>
                            </a:lnTo>
                            <a:lnTo>
                              <a:pt x="1924" y="165"/>
                            </a:lnTo>
                            <a:lnTo>
                              <a:pt x="1927" y="162"/>
                            </a:lnTo>
                            <a:lnTo>
                              <a:pt x="1929" y="160"/>
                            </a:lnTo>
                            <a:lnTo>
                              <a:pt x="1932" y="158"/>
                            </a:lnTo>
                            <a:lnTo>
                              <a:pt x="1934" y="155"/>
                            </a:lnTo>
                            <a:lnTo>
                              <a:pt x="1936" y="153"/>
                            </a:lnTo>
                            <a:lnTo>
                              <a:pt x="1939" y="151"/>
                            </a:lnTo>
                            <a:lnTo>
                              <a:pt x="1941" y="149"/>
                            </a:lnTo>
                            <a:lnTo>
                              <a:pt x="1944" y="147"/>
                            </a:lnTo>
                            <a:lnTo>
                              <a:pt x="1946" y="145"/>
                            </a:lnTo>
                            <a:lnTo>
                              <a:pt x="1948" y="143"/>
                            </a:lnTo>
                            <a:lnTo>
                              <a:pt x="1951" y="141"/>
                            </a:lnTo>
                            <a:lnTo>
                              <a:pt x="1953" y="139"/>
                            </a:lnTo>
                            <a:lnTo>
                              <a:pt x="1956" y="137"/>
                            </a:lnTo>
                            <a:lnTo>
                              <a:pt x="1958" y="135"/>
                            </a:lnTo>
                            <a:lnTo>
                              <a:pt x="1960" y="134"/>
                            </a:lnTo>
                            <a:lnTo>
                              <a:pt x="1963" y="132"/>
                            </a:lnTo>
                            <a:lnTo>
                              <a:pt x="1965" y="130"/>
                            </a:lnTo>
                            <a:lnTo>
                              <a:pt x="1968" y="129"/>
                            </a:lnTo>
                            <a:lnTo>
                              <a:pt x="1970" y="127"/>
                            </a:lnTo>
                            <a:lnTo>
                              <a:pt x="1972" y="125"/>
                            </a:lnTo>
                            <a:lnTo>
                              <a:pt x="1975" y="124"/>
                            </a:lnTo>
                            <a:lnTo>
                              <a:pt x="1977" y="122"/>
                            </a:lnTo>
                            <a:lnTo>
                              <a:pt x="1980" y="121"/>
                            </a:lnTo>
                            <a:lnTo>
                              <a:pt x="1982" y="120"/>
                            </a:lnTo>
                            <a:lnTo>
                              <a:pt x="1984" y="118"/>
                            </a:lnTo>
                            <a:lnTo>
                              <a:pt x="1987" y="117"/>
                            </a:lnTo>
                            <a:lnTo>
                              <a:pt x="1989" y="116"/>
                            </a:lnTo>
                            <a:lnTo>
                              <a:pt x="1992" y="114"/>
                            </a:lnTo>
                            <a:lnTo>
                              <a:pt x="1994" y="113"/>
                            </a:lnTo>
                            <a:lnTo>
                              <a:pt x="1997" y="111"/>
                            </a:lnTo>
                            <a:lnTo>
                              <a:pt x="1999" y="110"/>
                            </a:lnTo>
                            <a:lnTo>
                              <a:pt x="2001" y="108"/>
                            </a:lnTo>
                            <a:lnTo>
                              <a:pt x="2004" y="107"/>
                            </a:lnTo>
                            <a:lnTo>
                              <a:pt x="2006" y="105"/>
                            </a:lnTo>
                            <a:lnTo>
                              <a:pt x="2009" y="104"/>
                            </a:lnTo>
                            <a:lnTo>
                              <a:pt x="2011" y="103"/>
                            </a:lnTo>
                            <a:lnTo>
                              <a:pt x="2013" y="102"/>
                            </a:lnTo>
                            <a:lnTo>
                              <a:pt x="2016" y="100"/>
                            </a:lnTo>
                            <a:lnTo>
                              <a:pt x="2018" y="99"/>
                            </a:lnTo>
                            <a:lnTo>
                              <a:pt x="2021" y="98"/>
                            </a:lnTo>
                            <a:lnTo>
                              <a:pt x="2023" y="97"/>
                            </a:lnTo>
                            <a:lnTo>
                              <a:pt x="2025" y="96"/>
                            </a:lnTo>
                            <a:lnTo>
                              <a:pt x="2028" y="94"/>
                            </a:lnTo>
                            <a:lnTo>
                              <a:pt x="2030" y="93"/>
                            </a:lnTo>
                            <a:lnTo>
                              <a:pt x="2033" y="93"/>
                            </a:lnTo>
                            <a:lnTo>
                              <a:pt x="2035" y="91"/>
                            </a:lnTo>
                            <a:lnTo>
                              <a:pt x="2038" y="90"/>
                            </a:lnTo>
                            <a:lnTo>
                              <a:pt x="2040" y="89"/>
                            </a:lnTo>
                            <a:lnTo>
                              <a:pt x="2042" y="88"/>
                            </a:lnTo>
                            <a:lnTo>
                              <a:pt x="2045" y="86"/>
                            </a:lnTo>
                            <a:lnTo>
                              <a:pt x="2047" y="86"/>
                            </a:lnTo>
                            <a:lnTo>
                              <a:pt x="2050" y="84"/>
                            </a:lnTo>
                            <a:lnTo>
                              <a:pt x="2052" y="83"/>
                            </a:lnTo>
                            <a:lnTo>
                              <a:pt x="2054" y="82"/>
                            </a:lnTo>
                            <a:lnTo>
                              <a:pt x="2057" y="81"/>
                            </a:lnTo>
                            <a:lnTo>
                              <a:pt x="2059" y="79"/>
                            </a:lnTo>
                            <a:lnTo>
                              <a:pt x="2062" y="79"/>
                            </a:lnTo>
                            <a:lnTo>
                              <a:pt x="2064" y="77"/>
                            </a:lnTo>
                            <a:lnTo>
                              <a:pt x="2066" y="76"/>
                            </a:lnTo>
                            <a:lnTo>
                              <a:pt x="2069" y="75"/>
                            </a:lnTo>
                            <a:lnTo>
                              <a:pt x="2071" y="74"/>
                            </a:lnTo>
                            <a:lnTo>
                              <a:pt x="2074" y="73"/>
                            </a:lnTo>
                            <a:lnTo>
                              <a:pt x="2076" y="72"/>
                            </a:lnTo>
                            <a:lnTo>
                              <a:pt x="2078" y="71"/>
                            </a:lnTo>
                            <a:lnTo>
                              <a:pt x="2081" y="70"/>
                            </a:lnTo>
                            <a:lnTo>
                              <a:pt x="2083" y="69"/>
                            </a:lnTo>
                            <a:lnTo>
                              <a:pt x="2086" y="67"/>
                            </a:lnTo>
                            <a:lnTo>
                              <a:pt x="2088" y="67"/>
                            </a:lnTo>
                            <a:lnTo>
                              <a:pt x="2091" y="66"/>
                            </a:lnTo>
                            <a:lnTo>
                              <a:pt x="2093" y="65"/>
                            </a:lnTo>
                            <a:lnTo>
                              <a:pt x="2095" y="64"/>
                            </a:lnTo>
                            <a:lnTo>
                              <a:pt x="2098" y="64"/>
                            </a:lnTo>
                            <a:lnTo>
                              <a:pt x="2100" y="62"/>
                            </a:lnTo>
                            <a:lnTo>
                              <a:pt x="2103" y="62"/>
                            </a:lnTo>
                            <a:lnTo>
                              <a:pt x="2105" y="62"/>
                            </a:lnTo>
                            <a:lnTo>
                              <a:pt x="2107" y="61"/>
                            </a:lnTo>
                            <a:lnTo>
                              <a:pt x="2110" y="61"/>
                            </a:lnTo>
                            <a:lnTo>
                              <a:pt x="2112" y="60"/>
                            </a:lnTo>
                            <a:lnTo>
                              <a:pt x="2115" y="59"/>
                            </a:lnTo>
                            <a:lnTo>
                              <a:pt x="2117" y="59"/>
                            </a:lnTo>
                            <a:lnTo>
                              <a:pt x="2119" y="58"/>
                            </a:lnTo>
                            <a:lnTo>
                              <a:pt x="2122" y="57"/>
                            </a:lnTo>
                            <a:lnTo>
                              <a:pt x="2124" y="57"/>
                            </a:lnTo>
                            <a:lnTo>
                              <a:pt x="2127" y="57"/>
                            </a:lnTo>
                            <a:lnTo>
                              <a:pt x="2129" y="56"/>
                            </a:lnTo>
                            <a:lnTo>
                              <a:pt x="2131" y="55"/>
                            </a:lnTo>
                            <a:lnTo>
                              <a:pt x="2134" y="55"/>
                            </a:lnTo>
                            <a:lnTo>
                              <a:pt x="2136" y="54"/>
                            </a:lnTo>
                            <a:lnTo>
                              <a:pt x="2139" y="54"/>
                            </a:lnTo>
                            <a:lnTo>
                              <a:pt x="2141" y="53"/>
                            </a:lnTo>
                            <a:lnTo>
                              <a:pt x="2143" y="53"/>
                            </a:lnTo>
                            <a:lnTo>
                              <a:pt x="2146" y="53"/>
                            </a:lnTo>
                            <a:lnTo>
                              <a:pt x="2148" y="52"/>
                            </a:lnTo>
                            <a:lnTo>
                              <a:pt x="2151" y="52"/>
                            </a:lnTo>
                            <a:lnTo>
                              <a:pt x="2153" y="52"/>
                            </a:lnTo>
                            <a:lnTo>
                              <a:pt x="2155" y="52"/>
                            </a:lnTo>
                            <a:lnTo>
                              <a:pt x="2158" y="53"/>
                            </a:lnTo>
                            <a:lnTo>
                              <a:pt x="2160" y="53"/>
                            </a:lnTo>
                            <a:lnTo>
                              <a:pt x="2163" y="53"/>
                            </a:lnTo>
                            <a:lnTo>
                              <a:pt x="2165" y="54"/>
                            </a:lnTo>
                            <a:lnTo>
                              <a:pt x="2166" y="54"/>
                            </a:lnTo>
                            <a:lnTo>
                              <a:pt x="2166" y="25"/>
                            </a:lnTo>
                            <a:lnTo>
                              <a:pt x="2166" y="0"/>
                            </a:lnTo>
                            <a:lnTo>
                              <a:pt x="2165" y="0"/>
                            </a:lnTo>
                            <a:lnTo>
                              <a:pt x="2163" y="0"/>
                            </a:lnTo>
                            <a:lnTo>
                              <a:pt x="2160" y="0"/>
                            </a:lnTo>
                            <a:lnTo>
                              <a:pt x="2158" y="1"/>
                            </a:lnTo>
                            <a:lnTo>
                              <a:pt x="2155" y="0"/>
                            </a:lnTo>
                            <a:lnTo>
                              <a:pt x="2153" y="1"/>
                            </a:lnTo>
                            <a:lnTo>
                              <a:pt x="2151" y="1"/>
                            </a:lnTo>
                            <a:lnTo>
                              <a:pt x="2148" y="1"/>
                            </a:lnTo>
                            <a:lnTo>
                              <a:pt x="2146" y="1"/>
                            </a:lnTo>
                            <a:lnTo>
                              <a:pt x="2143" y="2"/>
                            </a:lnTo>
                            <a:lnTo>
                              <a:pt x="2141" y="2"/>
                            </a:lnTo>
                            <a:lnTo>
                              <a:pt x="2139" y="2"/>
                            </a:lnTo>
                            <a:lnTo>
                              <a:pt x="2136" y="2"/>
                            </a:lnTo>
                            <a:lnTo>
                              <a:pt x="2134" y="2"/>
                            </a:lnTo>
                            <a:lnTo>
                              <a:pt x="2131" y="3"/>
                            </a:lnTo>
                            <a:lnTo>
                              <a:pt x="2129" y="3"/>
                            </a:lnTo>
                            <a:lnTo>
                              <a:pt x="2127" y="3"/>
                            </a:lnTo>
                            <a:lnTo>
                              <a:pt x="2124" y="3"/>
                            </a:lnTo>
                            <a:lnTo>
                              <a:pt x="2122" y="4"/>
                            </a:lnTo>
                            <a:lnTo>
                              <a:pt x="2119" y="4"/>
                            </a:lnTo>
                            <a:lnTo>
                              <a:pt x="2117" y="4"/>
                            </a:lnTo>
                            <a:lnTo>
                              <a:pt x="2115" y="4"/>
                            </a:lnTo>
                            <a:lnTo>
                              <a:pt x="2112" y="4"/>
                            </a:lnTo>
                            <a:lnTo>
                              <a:pt x="2110" y="5"/>
                            </a:lnTo>
                            <a:lnTo>
                              <a:pt x="2107" y="5"/>
                            </a:lnTo>
                            <a:lnTo>
                              <a:pt x="2105" y="5"/>
                            </a:lnTo>
                            <a:lnTo>
                              <a:pt x="2103" y="5"/>
                            </a:lnTo>
                            <a:lnTo>
                              <a:pt x="2100" y="6"/>
                            </a:lnTo>
                            <a:lnTo>
                              <a:pt x="2098" y="6"/>
                            </a:lnTo>
                            <a:lnTo>
                              <a:pt x="2095" y="6"/>
                            </a:lnTo>
                            <a:lnTo>
                              <a:pt x="2093" y="7"/>
                            </a:lnTo>
                            <a:lnTo>
                              <a:pt x="2091" y="6"/>
                            </a:lnTo>
                            <a:lnTo>
                              <a:pt x="2088" y="6"/>
                            </a:lnTo>
                            <a:lnTo>
                              <a:pt x="2086" y="6"/>
                            </a:lnTo>
                            <a:lnTo>
                              <a:pt x="2083" y="6"/>
                            </a:lnTo>
                            <a:lnTo>
                              <a:pt x="2081" y="6"/>
                            </a:lnTo>
                            <a:lnTo>
                              <a:pt x="2078" y="5"/>
                            </a:lnTo>
                            <a:lnTo>
                              <a:pt x="2076" y="5"/>
                            </a:lnTo>
                            <a:lnTo>
                              <a:pt x="2074" y="5"/>
                            </a:lnTo>
                            <a:lnTo>
                              <a:pt x="2071" y="5"/>
                            </a:lnTo>
                            <a:lnTo>
                              <a:pt x="2069" y="5"/>
                            </a:lnTo>
                            <a:lnTo>
                              <a:pt x="2066" y="5"/>
                            </a:lnTo>
                            <a:lnTo>
                              <a:pt x="2064" y="5"/>
                            </a:lnTo>
                            <a:lnTo>
                              <a:pt x="2062" y="5"/>
                            </a:lnTo>
                            <a:lnTo>
                              <a:pt x="2059" y="5"/>
                            </a:lnTo>
                            <a:lnTo>
                              <a:pt x="2057" y="5"/>
                            </a:lnTo>
                            <a:lnTo>
                              <a:pt x="2054" y="5"/>
                            </a:lnTo>
                            <a:lnTo>
                              <a:pt x="2052" y="5"/>
                            </a:lnTo>
                            <a:lnTo>
                              <a:pt x="2050" y="6"/>
                            </a:lnTo>
                            <a:lnTo>
                              <a:pt x="2047" y="6"/>
                            </a:lnTo>
                            <a:lnTo>
                              <a:pt x="2045" y="6"/>
                            </a:lnTo>
                            <a:lnTo>
                              <a:pt x="2042" y="7"/>
                            </a:lnTo>
                            <a:lnTo>
                              <a:pt x="2040" y="7"/>
                            </a:lnTo>
                            <a:lnTo>
                              <a:pt x="2038" y="8"/>
                            </a:lnTo>
                            <a:lnTo>
                              <a:pt x="2035" y="8"/>
                            </a:lnTo>
                            <a:lnTo>
                              <a:pt x="2033" y="9"/>
                            </a:lnTo>
                            <a:lnTo>
                              <a:pt x="2030" y="10"/>
                            </a:lnTo>
                            <a:lnTo>
                              <a:pt x="2028" y="11"/>
                            </a:lnTo>
                            <a:lnTo>
                              <a:pt x="2025" y="11"/>
                            </a:lnTo>
                            <a:lnTo>
                              <a:pt x="2023" y="12"/>
                            </a:lnTo>
                            <a:lnTo>
                              <a:pt x="2021" y="13"/>
                            </a:lnTo>
                            <a:lnTo>
                              <a:pt x="2018" y="14"/>
                            </a:lnTo>
                            <a:lnTo>
                              <a:pt x="2016" y="14"/>
                            </a:lnTo>
                            <a:lnTo>
                              <a:pt x="2013" y="16"/>
                            </a:lnTo>
                            <a:lnTo>
                              <a:pt x="2011" y="16"/>
                            </a:lnTo>
                            <a:lnTo>
                              <a:pt x="2009" y="17"/>
                            </a:lnTo>
                            <a:lnTo>
                              <a:pt x="2006" y="18"/>
                            </a:lnTo>
                            <a:lnTo>
                              <a:pt x="2004" y="18"/>
                            </a:lnTo>
                            <a:lnTo>
                              <a:pt x="2001" y="19"/>
                            </a:lnTo>
                            <a:lnTo>
                              <a:pt x="1999" y="20"/>
                            </a:lnTo>
                            <a:lnTo>
                              <a:pt x="1997" y="21"/>
                            </a:lnTo>
                            <a:lnTo>
                              <a:pt x="1994" y="22"/>
                            </a:lnTo>
                            <a:lnTo>
                              <a:pt x="1992" y="23"/>
                            </a:lnTo>
                            <a:lnTo>
                              <a:pt x="1989" y="24"/>
                            </a:lnTo>
                            <a:lnTo>
                              <a:pt x="1987" y="25"/>
                            </a:lnTo>
                            <a:lnTo>
                              <a:pt x="1984" y="26"/>
                            </a:lnTo>
                            <a:lnTo>
                              <a:pt x="1982" y="27"/>
                            </a:lnTo>
                            <a:lnTo>
                              <a:pt x="1980" y="28"/>
                            </a:lnTo>
                            <a:lnTo>
                              <a:pt x="1977" y="30"/>
                            </a:lnTo>
                            <a:lnTo>
                              <a:pt x="1975" y="30"/>
                            </a:lnTo>
                            <a:lnTo>
                              <a:pt x="1972" y="32"/>
                            </a:lnTo>
                            <a:lnTo>
                              <a:pt x="1970" y="33"/>
                            </a:lnTo>
                            <a:lnTo>
                              <a:pt x="1968" y="34"/>
                            </a:lnTo>
                            <a:lnTo>
                              <a:pt x="1965" y="36"/>
                            </a:lnTo>
                            <a:lnTo>
                              <a:pt x="1963" y="37"/>
                            </a:lnTo>
                            <a:lnTo>
                              <a:pt x="1960" y="38"/>
                            </a:lnTo>
                            <a:lnTo>
                              <a:pt x="1958" y="39"/>
                            </a:lnTo>
                            <a:lnTo>
                              <a:pt x="1956" y="41"/>
                            </a:lnTo>
                            <a:lnTo>
                              <a:pt x="1953" y="42"/>
                            </a:lnTo>
                            <a:lnTo>
                              <a:pt x="1951" y="44"/>
                            </a:lnTo>
                            <a:lnTo>
                              <a:pt x="1948" y="46"/>
                            </a:lnTo>
                            <a:lnTo>
                              <a:pt x="1946" y="48"/>
                            </a:lnTo>
                            <a:lnTo>
                              <a:pt x="1944" y="49"/>
                            </a:lnTo>
                            <a:lnTo>
                              <a:pt x="1941" y="51"/>
                            </a:lnTo>
                            <a:lnTo>
                              <a:pt x="1939" y="53"/>
                            </a:lnTo>
                            <a:lnTo>
                              <a:pt x="1936" y="54"/>
                            </a:lnTo>
                            <a:lnTo>
                              <a:pt x="1934" y="55"/>
                            </a:lnTo>
                            <a:lnTo>
                              <a:pt x="1932" y="57"/>
                            </a:lnTo>
                            <a:lnTo>
                              <a:pt x="1929" y="58"/>
                            </a:lnTo>
                            <a:lnTo>
                              <a:pt x="1927" y="60"/>
                            </a:lnTo>
                            <a:lnTo>
                              <a:pt x="1924" y="61"/>
                            </a:lnTo>
                            <a:lnTo>
                              <a:pt x="1922" y="62"/>
                            </a:lnTo>
                            <a:lnTo>
                              <a:pt x="1920" y="64"/>
                            </a:lnTo>
                            <a:lnTo>
                              <a:pt x="1917" y="66"/>
                            </a:lnTo>
                            <a:lnTo>
                              <a:pt x="1915" y="67"/>
                            </a:lnTo>
                            <a:lnTo>
                              <a:pt x="1912" y="69"/>
                            </a:lnTo>
                            <a:lnTo>
                              <a:pt x="1910" y="71"/>
                            </a:lnTo>
                            <a:lnTo>
                              <a:pt x="1908" y="72"/>
                            </a:lnTo>
                            <a:lnTo>
                              <a:pt x="1905" y="74"/>
                            </a:lnTo>
                            <a:lnTo>
                              <a:pt x="1903" y="76"/>
                            </a:lnTo>
                            <a:lnTo>
                              <a:pt x="1900" y="77"/>
                            </a:lnTo>
                            <a:lnTo>
                              <a:pt x="1898" y="79"/>
                            </a:lnTo>
                            <a:lnTo>
                              <a:pt x="1896" y="81"/>
                            </a:lnTo>
                            <a:lnTo>
                              <a:pt x="1893" y="82"/>
                            </a:lnTo>
                            <a:lnTo>
                              <a:pt x="1891" y="84"/>
                            </a:lnTo>
                            <a:lnTo>
                              <a:pt x="1888" y="86"/>
                            </a:lnTo>
                            <a:lnTo>
                              <a:pt x="1886" y="87"/>
                            </a:lnTo>
                            <a:lnTo>
                              <a:pt x="1884" y="88"/>
                            </a:lnTo>
                            <a:lnTo>
                              <a:pt x="1881" y="90"/>
                            </a:lnTo>
                            <a:lnTo>
                              <a:pt x="1879" y="91"/>
                            </a:lnTo>
                            <a:lnTo>
                              <a:pt x="1876" y="93"/>
                            </a:lnTo>
                            <a:lnTo>
                              <a:pt x="1874" y="95"/>
                            </a:lnTo>
                            <a:lnTo>
                              <a:pt x="1872" y="97"/>
                            </a:lnTo>
                            <a:lnTo>
                              <a:pt x="1869" y="99"/>
                            </a:lnTo>
                            <a:lnTo>
                              <a:pt x="1867" y="101"/>
                            </a:lnTo>
                            <a:lnTo>
                              <a:pt x="1864" y="103"/>
                            </a:lnTo>
                            <a:lnTo>
                              <a:pt x="1862" y="105"/>
                            </a:lnTo>
                            <a:lnTo>
                              <a:pt x="1860" y="108"/>
                            </a:lnTo>
                            <a:lnTo>
                              <a:pt x="1857" y="110"/>
                            </a:lnTo>
                            <a:lnTo>
                              <a:pt x="1855" y="113"/>
                            </a:lnTo>
                            <a:lnTo>
                              <a:pt x="1852" y="115"/>
                            </a:lnTo>
                            <a:lnTo>
                              <a:pt x="1850" y="117"/>
                            </a:lnTo>
                            <a:lnTo>
                              <a:pt x="1848" y="120"/>
                            </a:lnTo>
                            <a:lnTo>
                              <a:pt x="1845" y="123"/>
                            </a:lnTo>
                            <a:lnTo>
                              <a:pt x="1843" y="125"/>
                            </a:lnTo>
                            <a:lnTo>
                              <a:pt x="1840" y="128"/>
                            </a:lnTo>
                            <a:lnTo>
                              <a:pt x="1838" y="131"/>
                            </a:lnTo>
                            <a:lnTo>
                              <a:pt x="1836" y="133"/>
                            </a:lnTo>
                            <a:lnTo>
                              <a:pt x="1833" y="136"/>
                            </a:lnTo>
                            <a:lnTo>
                              <a:pt x="1831" y="139"/>
                            </a:lnTo>
                            <a:lnTo>
                              <a:pt x="1828" y="142"/>
                            </a:lnTo>
                            <a:lnTo>
                              <a:pt x="1826" y="144"/>
                            </a:lnTo>
                            <a:lnTo>
                              <a:pt x="1824" y="147"/>
                            </a:lnTo>
                            <a:lnTo>
                              <a:pt x="1821" y="150"/>
                            </a:lnTo>
                            <a:lnTo>
                              <a:pt x="1819" y="153"/>
                            </a:lnTo>
                            <a:lnTo>
                              <a:pt x="1816" y="156"/>
                            </a:lnTo>
                            <a:lnTo>
                              <a:pt x="1814" y="159"/>
                            </a:lnTo>
                            <a:lnTo>
                              <a:pt x="1811" y="162"/>
                            </a:lnTo>
                            <a:lnTo>
                              <a:pt x="1809" y="165"/>
                            </a:lnTo>
                            <a:lnTo>
                              <a:pt x="1807" y="168"/>
                            </a:lnTo>
                            <a:lnTo>
                              <a:pt x="1804" y="172"/>
                            </a:lnTo>
                            <a:lnTo>
                              <a:pt x="1802" y="176"/>
                            </a:lnTo>
                            <a:lnTo>
                              <a:pt x="1799" y="179"/>
                            </a:lnTo>
                            <a:lnTo>
                              <a:pt x="1797" y="183"/>
                            </a:lnTo>
                            <a:lnTo>
                              <a:pt x="1795" y="187"/>
                            </a:lnTo>
                            <a:lnTo>
                              <a:pt x="1792" y="190"/>
                            </a:lnTo>
                            <a:lnTo>
                              <a:pt x="1790" y="194"/>
                            </a:lnTo>
                            <a:lnTo>
                              <a:pt x="1787" y="198"/>
                            </a:lnTo>
                            <a:lnTo>
                              <a:pt x="1785" y="202"/>
                            </a:lnTo>
                            <a:lnTo>
                              <a:pt x="1783" y="206"/>
                            </a:lnTo>
                            <a:lnTo>
                              <a:pt x="1780" y="210"/>
                            </a:lnTo>
                            <a:lnTo>
                              <a:pt x="1778" y="213"/>
                            </a:lnTo>
                            <a:lnTo>
                              <a:pt x="1775" y="217"/>
                            </a:lnTo>
                            <a:lnTo>
                              <a:pt x="1773" y="222"/>
                            </a:lnTo>
                            <a:lnTo>
                              <a:pt x="1771" y="226"/>
                            </a:lnTo>
                            <a:lnTo>
                              <a:pt x="1768" y="230"/>
                            </a:lnTo>
                            <a:lnTo>
                              <a:pt x="1766" y="234"/>
                            </a:lnTo>
                            <a:lnTo>
                              <a:pt x="1763" y="239"/>
                            </a:lnTo>
                            <a:lnTo>
                              <a:pt x="1761" y="243"/>
                            </a:lnTo>
                            <a:lnTo>
                              <a:pt x="1758" y="248"/>
                            </a:lnTo>
                            <a:lnTo>
                              <a:pt x="1756" y="252"/>
                            </a:lnTo>
                            <a:lnTo>
                              <a:pt x="1754" y="257"/>
                            </a:lnTo>
                            <a:lnTo>
                              <a:pt x="1751" y="262"/>
                            </a:lnTo>
                            <a:lnTo>
                              <a:pt x="1749" y="266"/>
                            </a:lnTo>
                            <a:lnTo>
                              <a:pt x="1746" y="271"/>
                            </a:lnTo>
                            <a:lnTo>
                              <a:pt x="1744" y="276"/>
                            </a:lnTo>
                            <a:lnTo>
                              <a:pt x="1742" y="280"/>
                            </a:lnTo>
                            <a:lnTo>
                              <a:pt x="1739" y="286"/>
                            </a:lnTo>
                            <a:lnTo>
                              <a:pt x="1737" y="290"/>
                            </a:lnTo>
                            <a:lnTo>
                              <a:pt x="1734" y="296"/>
                            </a:lnTo>
                            <a:lnTo>
                              <a:pt x="1732" y="300"/>
                            </a:lnTo>
                            <a:lnTo>
                              <a:pt x="1730" y="305"/>
                            </a:lnTo>
                            <a:lnTo>
                              <a:pt x="1727" y="311"/>
                            </a:lnTo>
                            <a:lnTo>
                              <a:pt x="1725" y="316"/>
                            </a:lnTo>
                            <a:lnTo>
                              <a:pt x="1722" y="321"/>
                            </a:lnTo>
                            <a:lnTo>
                              <a:pt x="1720" y="326"/>
                            </a:lnTo>
                            <a:lnTo>
                              <a:pt x="1717" y="332"/>
                            </a:lnTo>
                            <a:lnTo>
                              <a:pt x="1715" y="337"/>
                            </a:lnTo>
                            <a:lnTo>
                              <a:pt x="1713" y="343"/>
                            </a:lnTo>
                            <a:lnTo>
                              <a:pt x="1710" y="348"/>
                            </a:lnTo>
                            <a:lnTo>
                              <a:pt x="1708" y="354"/>
                            </a:lnTo>
                            <a:lnTo>
                              <a:pt x="1705" y="360"/>
                            </a:lnTo>
                            <a:lnTo>
                              <a:pt x="1703" y="365"/>
                            </a:lnTo>
                            <a:lnTo>
                              <a:pt x="1701" y="371"/>
                            </a:lnTo>
                            <a:lnTo>
                              <a:pt x="1698" y="377"/>
                            </a:lnTo>
                            <a:lnTo>
                              <a:pt x="1696" y="382"/>
                            </a:lnTo>
                            <a:lnTo>
                              <a:pt x="1693" y="388"/>
                            </a:lnTo>
                            <a:lnTo>
                              <a:pt x="1691" y="394"/>
                            </a:lnTo>
                            <a:lnTo>
                              <a:pt x="1689" y="400"/>
                            </a:lnTo>
                            <a:lnTo>
                              <a:pt x="1686" y="406"/>
                            </a:lnTo>
                            <a:lnTo>
                              <a:pt x="1684" y="412"/>
                            </a:lnTo>
                            <a:lnTo>
                              <a:pt x="1681" y="418"/>
                            </a:lnTo>
                            <a:lnTo>
                              <a:pt x="1679" y="425"/>
                            </a:lnTo>
                            <a:lnTo>
                              <a:pt x="1677" y="431"/>
                            </a:lnTo>
                            <a:lnTo>
                              <a:pt x="1674" y="436"/>
                            </a:lnTo>
                            <a:lnTo>
                              <a:pt x="1672" y="443"/>
                            </a:lnTo>
                            <a:lnTo>
                              <a:pt x="1669" y="448"/>
                            </a:lnTo>
                            <a:lnTo>
                              <a:pt x="1667" y="454"/>
                            </a:lnTo>
                            <a:lnTo>
                              <a:pt x="1665" y="460"/>
                            </a:lnTo>
                            <a:lnTo>
                              <a:pt x="1662" y="466"/>
                            </a:lnTo>
                            <a:lnTo>
                              <a:pt x="1660" y="472"/>
                            </a:lnTo>
                            <a:lnTo>
                              <a:pt x="1657" y="478"/>
                            </a:lnTo>
                            <a:lnTo>
                              <a:pt x="1655" y="483"/>
                            </a:lnTo>
                            <a:lnTo>
                              <a:pt x="1653" y="489"/>
                            </a:lnTo>
                            <a:lnTo>
                              <a:pt x="1650" y="495"/>
                            </a:lnTo>
                            <a:lnTo>
                              <a:pt x="1648" y="501"/>
                            </a:lnTo>
                            <a:lnTo>
                              <a:pt x="1645" y="507"/>
                            </a:lnTo>
                            <a:lnTo>
                              <a:pt x="1643" y="513"/>
                            </a:lnTo>
                            <a:lnTo>
                              <a:pt x="1641" y="518"/>
                            </a:lnTo>
                            <a:lnTo>
                              <a:pt x="1638" y="524"/>
                            </a:lnTo>
                            <a:lnTo>
                              <a:pt x="1636" y="530"/>
                            </a:lnTo>
                            <a:lnTo>
                              <a:pt x="1633" y="535"/>
                            </a:lnTo>
                            <a:lnTo>
                              <a:pt x="1631" y="541"/>
                            </a:lnTo>
                            <a:lnTo>
                              <a:pt x="1629" y="546"/>
                            </a:lnTo>
                            <a:lnTo>
                              <a:pt x="1626" y="552"/>
                            </a:lnTo>
                            <a:lnTo>
                              <a:pt x="1624" y="557"/>
                            </a:lnTo>
                            <a:lnTo>
                              <a:pt x="1621" y="562"/>
                            </a:lnTo>
                            <a:lnTo>
                              <a:pt x="1619" y="567"/>
                            </a:lnTo>
                            <a:lnTo>
                              <a:pt x="1617" y="572"/>
                            </a:lnTo>
                            <a:lnTo>
                              <a:pt x="1614" y="577"/>
                            </a:lnTo>
                            <a:lnTo>
                              <a:pt x="1612" y="583"/>
                            </a:lnTo>
                            <a:lnTo>
                              <a:pt x="1609" y="587"/>
                            </a:lnTo>
                            <a:lnTo>
                              <a:pt x="1607" y="592"/>
                            </a:lnTo>
                            <a:lnTo>
                              <a:pt x="1605" y="597"/>
                            </a:lnTo>
                            <a:lnTo>
                              <a:pt x="1602" y="601"/>
                            </a:lnTo>
                            <a:lnTo>
                              <a:pt x="1600" y="606"/>
                            </a:lnTo>
                            <a:lnTo>
                              <a:pt x="1597" y="610"/>
                            </a:lnTo>
                            <a:lnTo>
                              <a:pt x="1595" y="614"/>
                            </a:lnTo>
                            <a:lnTo>
                              <a:pt x="1593" y="618"/>
                            </a:lnTo>
                            <a:lnTo>
                              <a:pt x="1590" y="621"/>
                            </a:lnTo>
                            <a:lnTo>
                              <a:pt x="1588" y="624"/>
                            </a:lnTo>
                            <a:lnTo>
                              <a:pt x="1585" y="627"/>
                            </a:lnTo>
                            <a:lnTo>
                              <a:pt x="1583" y="629"/>
                            </a:lnTo>
                            <a:lnTo>
                              <a:pt x="1581" y="631"/>
                            </a:lnTo>
                            <a:lnTo>
                              <a:pt x="1578" y="632"/>
                            </a:lnTo>
                            <a:lnTo>
                              <a:pt x="1576" y="632"/>
                            </a:lnTo>
                            <a:lnTo>
                              <a:pt x="1573" y="632"/>
                            </a:lnTo>
                            <a:lnTo>
                              <a:pt x="1571" y="632"/>
                            </a:lnTo>
                            <a:lnTo>
                              <a:pt x="1569" y="631"/>
                            </a:lnTo>
                            <a:lnTo>
                              <a:pt x="1566" y="631"/>
                            </a:lnTo>
                            <a:lnTo>
                              <a:pt x="1564" y="631"/>
                            </a:lnTo>
                            <a:lnTo>
                              <a:pt x="1561" y="630"/>
                            </a:lnTo>
                            <a:lnTo>
                              <a:pt x="1559" y="630"/>
                            </a:lnTo>
                            <a:lnTo>
                              <a:pt x="1557" y="630"/>
                            </a:lnTo>
                            <a:lnTo>
                              <a:pt x="1554" y="630"/>
                            </a:lnTo>
                            <a:lnTo>
                              <a:pt x="1552" y="629"/>
                            </a:lnTo>
                            <a:lnTo>
                              <a:pt x="1549" y="629"/>
                            </a:lnTo>
                            <a:lnTo>
                              <a:pt x="1547" y="629"/>
                            </a:lnTo>
                            <a:lnTo>
                              <a:pt x="1544" y="629"/>
                            </a:lnTo>
                            <a:lnTo>
                              <a:pt x="1542" y="629"/>
                            </a:lnTo>
                            <a:lnTo>
                              <a:pt x="1540" y="629"/>
                            </a:lnTo>
                            <a:lnTo>
                              <a:pt x="1537" y="628"/>
                            </a:lnTo>
                            <a:lnTo>
                              <a:pt x="1535" y="628"/>
                            </a:lnTo>
                            <a:lnTo>
                              <a:pt x="1532" y="628"/>
                            </a:lnTo>
                            <a:lnTo>
                              <a:pt x="1530" y="627"/>
                            </a:lnTo>
                            <a:lnTo>
                              <a:pt x="1528" y="627"/>
                            </a:lnTo>
                            <a:lnTo>
                              <a:pt x="1525" y="627"/>
                            </a:lnTo>
                            <a:lnTo>
                              <a:pt x="1523" y="627"/>
                            </a:lnTo>
                            <a:lnTo>
                              <a:pt x="1520" y="627"/>
                            </a:lnTo>
                            <a:lnTo>
                              <a:pt x="1518" y="626"/>
                            </a:lnTo>
                            <a:lnTo>
                              <a:pt x="1516" y="626"/>
                            </a:lnTo>
                            <a:lnTo>
                              <a:pt x="1513" y="626"/>
                            </a:lnTo>
                            <a:lnTo>
                              <a:pt x="1511" y="626"/>
                            </a:lnTo>
                            <a:lnTo>
                              <a:pt x="1508" y="626"/>
                            </a:lnTo>
                            <a:lnTo>
                              <a:pt x="1506" y="626"/>
                            </a:lnTo>
                            <a:lnTo>
                              <a:pt x="1504" y="625"/>
                            </a:lnTo>
                            <a:lnTo>
                              <a:pt x="1501" y="625"/>
                            </a:lnTo>
                            <a:lnTo>
                              <a:pt x="1499" y="625"/>
                            </a:lnTo>
                            <a:lnTo>
                              <a:pt x="1496" y="624"/>
                            </a:lnTo>
                            <a:lnTo>
                              <a:pt x="1494" y="624"/>
                            </a:lnTo>
                            <a:lnTo>
                              <a:pt x="1491" y="624"/>
                            </a:lnTo>
                            <a:lnTo>
                              <a:pt x="1489" y="624"/>
                            </a:lnTo>
                            <a:lnTo>
                              <a:pt x="1487" y="624"/>
                            </a:lnTo>
                            <a:lnTo>
                              <a:pt x="1484" y="623"/>
                            </a:lnTo>
                            <a:lnTo>
                              <a:pt x="1482" y="623"/>
                            </a:lnTo>
                            <a:lnTo>
                              <a:pt x="1479" y="623"/>
                            </a:lnTo>
                            <a:lnTo>
                              <a:pt x="1477" y="623"/>
                            </a:lnTo>
                            <a:lnTo>
                              <a:pt x="1475" y="623"/>
                            </a:lnTo>
                            <a:lnTo>
                              <a:pt x="1472" y="622"/>
                            </a:lnTo>
                            <a:lnTo>
                              <a:pt x="1470" y="622"/>
                            </a:lnTo>
                            <a:lnTo>
                              <a:pt x="1467" y="622"/>
                            </a:lnTo>
                            <a:lnTo>
                              <a:pt x="1465" y="622"/>
                            </a:lnTo>
                            <a:lnTo>
                              <a:pt x="1463" y="621"/>
                            </a:lnTo>
                            <a:lnTo>
                              <a:pt x="1460" y="621"/>
                            </a:lnTo>
                            <a:lnTo>
                              <a:pt x="1458" y="621"/>
                            </a:lnTo>
                            <a:lnTo>
                              <a:pt x="1455" y="621"/>
                            </a:lnTo>
                            <a:lnTo>
                              <a:pt x="1453" y="620"/>
                            </a:lnTo>
                            <a:lnTo>
                              <a:pt x="1450" y="620"/>
                            </a:lnTo>
                            <a:lnTo>
                              <a:pt x="1448" y="620"/>
                            </a:lnTo>
                            <a:lnTo>
                              <a:pt x="1446" y="620"/>
                            </a:lnTo>
                            <a:lnTo>
                              <a:pt x="1443" y="619"/>
                            </a:lnTo>
                            <a:lnTo>
                              <a:pt x="1441" y="619"/>
                            </a:lnTo>
                            <a:lnTo>
                              <a:pt x="1438" y="619"/>
                            </a:lnTo>
                            <a:lnTo>
                              <a:pt x="1436" y="619"/>
                            </a:lnTo>
                            <a:lnTo>
                              <a:pt x="1434" y="618"/>
                            </a:lnTo>
                            <a:lnTo>
                              <a:pt x="1431" y="618"/>
                            </a:lnTo>
                            <a:lnTo>
                              <a:pt x="1429" y="618"/>
                            </a:lnTo>
                            <a:lnTo>
                              <a:pt x="1426" y="618"/>
                            </a:lnTo>
                            <a:lnTo>
                              <a:pt x="1424" y="617"/>
                            </a:lnTo>
                            <a:lnTo>
                              <a:pt x="1422" y="617"/>
                            </a:lnTo>
                            <a:lnTo>
                              <a:pt x="1419" y="617"/>
                            </a:lnTo>
                            <a:lnTo>
                              <a:pt x="1417" y="617"/>
                            </a:lnTo>
                            <a:lnTo>
                              <a:pt x="1414" y="616"/>
                            </a:lnTo>
                            <a:lnTo>
                              <a:pt x="1412" y="616"/>
                            </a:lnTo>
                            <a:lnTo>
                              <a:pt x="1410" y="616"/>
                            </a:lnTo>
                            <a:lnTo>
                              <a:pt x="1407" y="615"/>
                            </a:lnTo>
                            <a:lnTo>
                              <a:pt x="1405" y="615"/>
                            </a:lnTo>
                            <a:lnTo>
                              <a:pt x="1402" y="615"/>
                            </a:lnTo>
                            <a:lnTo>
                              <a:pt x="1400" y="615"/>
                            </a:lnTo>
                            <a:lnTo>
                              <a:pt x="1398" y="614"/>
                            </a:lnTo>
                            <a:lnTo>
                              <a:pt x="1395" y="614"/>
                            </a:lnTo>
                            <a:lnTo>
                              <a:pt x="1393" y="613"/>
                            </a:lnTo>
                            <a:lnTo>
                              <a:pt x="1390" y="613"/>
                            </a:lnTo>
                            <a:lnTo>
                              <a:pt x="1388" y="613"/>
                            </a:lnTo>
                            <a:lnTo>
                              <a:pt x="1386" y="613"/>
                            </a:lnTo>
                            <a:lnTo>
                              <a:pt x="1383" y="612"/>
                            </a:lnTo>
                            <a:lnTo>
                              <a:pt x="1381" y="612"/>
                            </a:lnTo>
                            <a:lnTo>
                              <a:pt x="1378" y="612"/>
                            </a:lnTo>
                            <a:lnTo>
                              <a:pt x="1376" y="611"/>
                            </a:lnTo>
                            <a:lnTo>
                              <a:pt x="1374" y="611"/>
                            </a:lnTo>
                            <a:lnTo>
                              <a:pt x="1371" y="610"/>
                            </a:lnTo>
                            <a:lnTo>
                              <a:pt x="1369" y="610"/>
                            </a:lnTo>
                            <a:lnTo>
                              <a:pt x="1366" y="610"/>
                            </a:lnTo>
                            <a:lnTo>
                              <a:pt x="1364" y="609"/>
                            </a:lnTo>
                            <a:lnTo>
                              <a:pt x="1362" y="609"/>
                            </a:lnTo>
                            <a:lnTo>
                              <a:pt x="1359" y="609"/>
                            </a:lnTo>
                            <a:lnTo>
                              <a:pt x="1357" y="608"/>
                            </a:lnTo>
                            <a:lnTo>
                              <a:pt x="1354" y="608"/>
                            </a:lnTo>
                            <a:lnTo>
                              <a:pt x="1352" y="607"/>
                            </a:lnTo>
                            <a:lnTo>
                              <a:pt x="1350" y="607"/>
                            </a:lnTo>
                            <a:lnTo>
                              <a:pt x="1347" y="607"/>
                            </a:lnTo>
                            <a:lnTo>
                              <a:pt x="1345" y="606"/>
                            </a:lnTo>
                            <a:lnTo>
                              <a:pt x="1342" y="606"/>
                            </a:lnTo>
                            <a:lnTo>
                              <a:pt x="1340" y="605"/>
                            </a:lnTo>
                            <a:lnTo>
                              <a:pt x="1338" y="605"/>
                            </a:lnTo>
                            <a:lnTo>
                              <a:pt x="1335" y="604"/>
                            </a:lnTo>
                            <a:lnTo>
                              <a:pt x="1333" y="604"/>
                            </a:lnTo>
                            <a:lnTo>
                              <a:pt x="1331" y="603"/>
                            </a:lnTo>
                            <a:lnTo>
                              <a:pt x="1328" y="603"/>
                            </a:lnTo>
                            <a:lnTo>
                              <a:pt x="1326" y="602"/>
                            </a:lnTo>
                            <a:lnTo>
                              <a:pt x="1323" y="602"/>
                            </a:lnTo>
                            <a:lnTo>
                              <a:pt x="1321" y="601"/>
                            </a:lnTo>
                            <a:lnTo>
                              <a:pt x="1318" y="601"/>
                            </a:lnTo>
                            <a:lnTo>
                              <a:pt x="1316" y="600"/>
                            </a:lnTo>
                            <a:lnTo>
                              <a:pt x="1314" y="600"/>
                            </a:lnTo>
                            <a:lnTo>
                              <a:pt x="1311" y="600"/>
                            </a:lnTo>
                            <a:lnTo>
                              <a:pt x="1309" y="599"/>
                            </a:lnTo>
                            <a:lnTo>
                              <a:pt x="1306" y="599"/>
                            </a:lnTo>
                            <a:lnTo>
                              <a:pt x="1304" y="598"/>
                            </a:lnTo>
                            <a:lnTo>
                              <a:pt x="1302" y="598"/>
                            </a:lnTo>
                            <a:lnTo>
                              <a:pt x="1299" y="597"/>
                            </a:lnTo>
                            <a:lnTo>
                              <a:pt x="1297" y="597"/>
                            </a:lnTo>
                            <a:lnTo>
                              <a:pt x="1294" y="597"/>
                            </a:lnTo>
                            <a:lnTo>
                              <a:pt x="1292" y="596"/>
                            </a:lnTo>
                            <a:lnTo>
                              <a:pt x="1290" y="595"/>
                            </a:lnTo>
                            <a:lnTo>
                              <a:pt x="1287" y="595"/>
                            </a:lnTo>
                            <a:lnTo>
                              <a:pt x="1285" y="595"/>
                            </a:lnTo>
                            <a:lnTo>
                              <a:pt x="1282" y="594"/>
                            </a:lnTo>
                            <a:lnTo>
                              <a:pt x="1280" y="593"/>
                            </a:lnTo>
                            <a:lnTo>
                              <a:pt x="1277" y="593"/>
                            </a:lnTo>
                            <a:lnTo>
                              <a:pt x="1275" y="592"/>
                            </a:lnTo>
                            <a:lnTo>
                              <a:pt x="1273" y="592"/>
                            </a:lnTo>
                            <a:lnTo>
                              <a:pt x="1270" y="592"/>
                            </a:lnTo>
                            <a:lnTo>
                              <a:pt x="1268" y="591"/>
                            </a:lnTo>
                            <a:lnTo>
                              <a:pt x="1265" y="590"/>
                            </a:lnTo>
                            <a:lnTo>
                              <a:pt x="1263" y="590"/>
                            </a:lnTo>
                            <a:lnTo>
                              <a:pt x="1261" y="589"/>
                            </a:lnTo>
                            <a:lnTo>
                              <a:pt x="1258" y="589"/>
                            </a:lnTo>
                            <a:lnTo>
                              <a:pt x="1256" y="589"/>
                            </a:lnTo>
                            <a:lnTo>
                              <a:pt x="1253" y="588"/>
                            </a:lnTo>
                            <a:lnTo>
                              <a:pt x="1251" y="587"/>
                            </a:lnTo>
                            <a:lnTo>
                              <a:pt x="1249" y="587"/>
                            </a:lnTo>
                            <a:lnTo>
                              <a:pt x="1246" y="586"/>
                            </a:lnTo>
                            <a:lnTo>
                              <a:pt x="1244" y="586"/>
                            </a:lnTo>
                            <a:lnTo>
                              <a:pt x="1241" y="585"/>
                            </a:lnTo>
                            <a:lnTo>
                              <a:pt x="1239" y="585"/>
                            </a:lnTo>
                            <a:lnTo>
                              <a:pt x="1237" y="584"/>
                            </a:lnTo>
                            <a:lnTo>
                              <a:pt x="1234" y="584"/>
                            </a:lnTo>
                            <a:lnTo>
                              <a:pt x="1232" y="583"/>
                            </a:lnTo>
                            <a:lnTo>
                              <a:pt x="1229" y="583"/>
                            </a:lnTo>
                            <a:lnTo>
                              <a:pt x="1227" y="582"/>
                            </a:lnTo>
                            <a:lnTo>
                              <a:pt x="1224" y="581"/>
                            </a:lnTo>
                            <a:lnTo>
                              <a:pt x="1222" y="581"/>
                            </a:lnTo>
                            <a:lnTo>
                              <a:pt x="1220" y="580"/>
                            </a:lnTo>
                            <a:lnTo>
                              <a:pt x="1217" y="580"/>
                            </a:lnTo>
                            <a:lnTo>
                              <a:pt x="1215" y="579"/>
                            </a:lnTo>
                            <a:lnTo>
                              <a:pt x="1212" y="579"/>
                            </a:lnTo>
                            <a:lnTo>
                              <a:pt x="1210" y="578"/>
                            </a:lnTo>
                            <a:lnTo>
                              <a:pt x="1208" y="578"/>
                            </a:lnTo>
                            <a:lnTo>
                              <a:pt x="1205" y="577"/>
                            </a:lnTo>
                            <a:lnTo>
                              <a:pt x="1203" y="577"/>
                            </a:lnTo>
                            <a:lnTo>
                              <a:pt x="1200" y="576"/>
                            </a:lnTo>
                            <a:lnTo>
                              <a:pt x="1198" y="575"/>
                            </a:lnTo>
                            <a:close/>
                          </a:path>
                        </a:pathLst>
                      </a:custGeom>
                      <a:solidFill>
                        <a:srgbClr val="FF0000">
                          <a:alpha val="20000"/>
                        </a:srgbClr>
                      </a:solidFill>
                      <a:ln>
                        <a:noFill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dirty="0"/>
                      </a:p>
                    </p:txBody>
                  </p:sp>
                  <p:sp>
                    <p:nvSpPr>
                      <p:cNvPr id="313" name="Freeform 27">
                        <a:extLst>
                          <a:ext uri="{FF2B5EF4-FFF2-40B4-BE49-F238E27FC236}">
                            <a16:creationId xmlns:a16="http://schemas.microsoft.com/office/drawing/2014/main" id="{F33A5683-486C-423E-AE55-6542963607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591390" y="1576243"/>
                        <a:ext cx="3438525" cy="1073150"/>
                      </a:xfrm>
                      <a:custGeom>
                        <a:avLst/>
                        <a:gdLst>
                          <a:gd name="T0" fmla="*/ 34 w 2166"/>
                          <a:gd name="T1" fmla="*/ 186 h 676"/>
                          <a:gd name="T2" fmla="*/ 70 w 2166"/>
                          <a:gd name="T3" fmla="*/ 188 h 676"/>
                          <a:gd name="T4" fmla="*/ 106 w 2166"/>
                          <a:gd name="T5" fmla="*/ 193 h 676"/>
                          <a:gd name="T6" fmla="*/ 142 w 2166"/>
                          <a:gd name="T7" fmla="*/ 196 h 676"/>
                          <a:gd name="T8" fmla="*/ 178 w 2166"/>
                          <a:gd name="T9" fmla="*/ 194 h 676"/>
                          <a:gd name="T10" fmla="*/ 214 w 2166"/>
                          <a:gd name="T11" fmla="*/ 196 h 676"/>
                          <a:gd name="T12" fmla="*/ 250 w 2166"/>
                          <a:gd name="T13" fmla="*/ 199 h 676"/>
                          <a:gd name="T14" fmla="*/ 287 w 2166"/>
                          <a:gd name="T15" fmla="*/ 199 h 676"/>
                          <a:gd name="T16" fmla="*/ 323 w 2166"/>
                          <a:gd name="T17" fmla="*/ 195 h 676"/>
                          <a:gd name="T18" fmla="*/ 358 w 2166"/>
                          <a:gd name="T19" fmla="*/ 196 h 676"/>
                          <a:gd name="T20" fmla="*/ 395 w 2166"/>
                          <a:gd name="T21" fmla="*/ 216 h 676"/>
                          <a:gd name="T22" fmla="*/ 431 w 2166"/>
                          <a:gd name="T23" fmla="*/ 249 h 676"/>
                          <a:gd name="T24" fmla="*/ 467 w 2166"/>
                          <a:gd name="T25" fmla="*/ 281 h 676"/>
                          <a:gd name="T26" fmla="*/ 503 w 2166"/>
                          <a:gd name="T27" fmla="*/ 309 h 676"/>
                          <a:gd name="T28" fmla="*/ 539 w 2166"/>
                          <a:gd name="T29" fmla="*/ 336 h 676"/>
                          <a:gd name="T30" fmla="*/ 575 w 2166"/>
                          <a:gd name="T31" fmla="*/ 359 h 676"/>
                          <a:gd name="T32" fmla="*/ 611 w 2166"/>
                          <a:gd name="T33" fmla="*/ 380 h 676"/>
                          <a:gd name="T34" fmla="*/ 647 w 2166"/>
                          <a:gd name="T35" fmla="*/ 400 h 676"/>
                          <a:gd name="T36" fmla="*/ 683 w 2166"/>
                          <a:gd name="T37" fmla="*/ 417 h 676"/>
                          <a:gd name="T38" fmla="*/ 719 w 2166"/>
                          <a:gd name="T39" fmla="*/ 433 h 676"/>
                          <a:gd name="T40" fmla="*/ 756 w 2166"/>
                          <a:gd name="T41" fmla="*/ 448 h 676"/>
                          <a:gd name="T42" fmla="*/ 792 w 2166"/>
                          <a:gd name="T43" fmla="*/ 463 h 676"/>
                          <a:gd name="T44" fmla="*/ 828 w 2166"/>
                          <a:gd name="T45" fmla="*/ 477 h 676"/>
                          <a:gd name="T46" fmla="*/ 864 w 2166"/>
                          <a:gd name="T47" fmla="*/ 491 h 676"/>
                          <a:gd name="T48" fmla="*/ 900 w 2166"/>
                          <a:gd name="T49" fmla="*/ 505 h 676"/>
                          <a:gd name="T50" fmla="*/ 936 w 2166"/>
                          <a:gd name="T51" fmla="*/ 518 h 676"/>
                          <a:gd name="T52" fmla="*/ 972 w 2166"/>
                          <a:gd name="T53" fmla="*/ 532 h 676"/>
                          <a:gd name="T54" fmla="*/ 1008 w 2166"/>
                          <a:gd name="T55" fmla="*/ 545 h 676"/>
                          <a:gd name="T56" fmla="*/ 1044 w 2166"/>
                          <a:gd name="T57" fmla="*/ 557 h 676"/>
                          <a:gd name="T58" fmla="*/ 1080 w 2166"/>
                          <a:gd name="T59" fmla="*/ 569 h 676"/>
                          <a:gd name="T60" fmla="*/ 1116 w 2166"/>
                          <a:gd name="T61" fmla="*/ 581 h 676"/>
                          <a:gd name="T62" fmla="*/ 1152 w 2166"/>
                          <a:gd name="T63" fmla="*/ 592 h 676"/>
                          <a:gd name="T64" fmla="*/ 1188 w 2166"/>
                          <a:gd name="T65" fmla="*/ 602 h 676"/>
                          <a:gd name="T66" fmla="*/ 1224 w 2166"/>
                          <a:gd name="T67" fmla="*/ 611 h 676"/>
                          <a:gd name="T68" fmla="*/ 1261 w 2166"/>
                          <a:gd name="T69" fmla="*/ 620 h 676"/>
                          <a:gd name="T70" fmla="*/ 1297 w 2166"/>
                          <a:gd name="T71" fmla="*/ 628 h 676"/>
                          <a:gd name="T72" fmla="*/ 1333 w 2166"/>
                          <a:gd name="T73" fmla="*/ 636 h 676"/>
                          <a:gd name="T74" fmla="*/ 1369 w 2166"/>
                          <a:gd name="T75" fmla="*/ 643 h 676"/>
                          <a:gd name="T76" fmla="*/ 1405 w 2166"/>
                          <a:gd name="T77" fmla="*/ 650 h 676"/>
                          <a:gd name="T78" fmla="*/ 1441 w 2166"/>
                          <a:gd name="T79" fmla="*/ 657 h 676"/>
                          <a:gd name="T80" fmla="*/ 1477 w 2166"/>
                          <a:gd name="T81" fmla="*/ 663 h 676"/>
                          <a:gd name="T82" fmla="*/ 1513 w 2166"/>
                          <a:gd name="T83" fmla="*/ 667 h 676"/>
                          <a:gd name="T84" fmla="*/ 1549 w 2166"/>
                          <a:gd name="T85" fmla="*/ 672 h 676"/>
                          <a:gd name="T86" fmla="*/ 1585 w 2166"/>
                          <a:gd name="T87" fmla="*/ 673 h 676"/>
                          <a:gd name="T88" fmla="*/ 1621 w 2166"/>
                          <a:gd name="T89" fmla="*/ 614 h 676"/>
                          <a:gd name="T90" fmla="*/ 1657 w 2166"/>
                          <a:gd name="T91" fmla="*/ 535 h 676"/>
                          <a:gd name="T92" fmla="*/ 1693 w 2166"/>
                          <a:gd name="T93" fmla="*/ 448 h 676"/>
                          <a:gd name="T94" fmla="*/ 1730 w 2166"/>
                          <a:gd name="T95" fmla="*/ 366 h 676"/>
                          <a:gd name="T96" fmla="*/ 1766 w 2166"/>
                          <a:gd name="T97" fmla="*/ 293 h 676"/>
                          <a:gd name="T98" fmla="*/ 1802 w 2166"/>
                          <a:gd name="T99" fmla="*/ 230 h 676"/>
                          <a:gd name="T100" fmla="*/ 1838 w 2166"/>
                          <a:gd name="T101" fmla="*/ 177 h 676"/>
                          <a:gd name="T102" fmla="*/ 1874 w 2166"/>
                          <a:gd name="T103" fmla="*/ 134 h 676"/>
                          <a:gd name="T104" fmla="*/ 1910 w 2166"/>
                          <a:gd name="T105" fmla="*/ 99 h 676"/>
                          <a:gd name="T106" fmla="*/ 1946 w 2166"/>
                          <a:gd name="T107" fmla="*/ 70 h 676"/>
                          <a:gd name="T108" fmla="*/ 1982 w 2166"/>
                          <a:gd name="T109" fmla="*/ 47 h 676"/>
                          <a:gd name="T110" fmla="*/ 2018 w 2166"/>
                          <a:gd name="T111" fmla="*/ 30 h 676"/>
                          <a:gd name="T112" fmla="*/ 2054 w 2166"/>
                          <a:gd name="T113" fmla="*/ 18 h 676"/>
                          <a:gd name="T114" fmla="*/ 2091 w 2166"/>
                          <a:gd name="T115" fmla="*/ 10 h 676"/>
                          <a:gd name="T116" fmla="*/ 2127 w 2166"/>
                          <a:gd name="T117" fmla="*/ 4 h 676"/>
                          <a:gd name="T118" fmla="*/ 2163 w 2166"/>
                          <a:gd name="T119" fmla="*/ 1 h 67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</a:cxnLst>
                        <a:rect l="0" t="0" r="r" b="b"/>
                        <a:pathLst>
                          <a:path w="2166" h="676">
                            <a:moveTo>
                              <a:pt x="0" y="184"/>
                            </a:moveTo>
                            <a:lnTo>
                              <a:pt x="3" y="185"/>
                            </a:lnTo>
                            <a:lnTo>
                              <a:pt x="5" y="185"/>
                            </a:lnTo>
                            <a:lnTo>
                              <a:pt x="8" y="185"/>
                            </a:lnTo>
                            <a:lnTo>
                              <a:pt x="10" y="185"/>
                            </a:lnTo>
                            <a:lnTo>
                              <a:pt x="12" y="185"/>
                            </a:lnTo>
                            <a:lnTo>
                              <a:pt x="15" y="185"/>
                            </a:lnTo>
                            <a:lnTo>
                              <a:pt x="17" y="186"/>
                            </a:lnTo>
                            <a:lnTo>
                              <a:pt x="20" y="186"/>
                            </a:lnTo>
                            <a:lnTo>
                              <a:pt x="22" y="186"/>
                            </a:lnTo>
                            <a:lnTo>
                              <a:pt x="24" y="186"/>
                            </a:lnTo>
                            <a:lnTo>
                              <a:pt x="27" y="186"/>
                            </a:lnTo>
                            <a:lnTo>
                              <a:pt x="29" y="186"/>
                            </a:lnTo>
                            <a:lnTo>
                              <a:pt x="32" y="186"/>
                            </a:lnTo>
                            <a:lnTo>
                              <a:pt x="34" y="186"/>
                            </a:lnTo>
                            <a:lnTo>
                              <a:pt x="36" y="186"/>
                            </a:lnTo>
                            <a:lnTo>
                              <a:pt x="39" y="186"/>
                            </a:lnTo>
                            <a:lnTo>
                              <a:pt x="41" y="186"/>
                            </a:lnTo>
                            <a:lnTo>
                              <a:pt x="44" y="187"/>
                            </a:lnTo>
                            <a:lnTo>
                              <a:pt x="46" y="187"/>
                            </a:lnTo>
                            <a:lnTo>
                              <a:pt x="48" y="187"/>
                            </a:lnTo>
                            <a:lnTo>
                              <a:pt x="51" y="187"/>
                            </a:lnTo>
                            <a:lnTo>
                              <a:pt x="53" y="187"/>
                            </a:lnTo>
                            <a:lnTo>
                              <a:pt x="56" y="187"/>
                            </a:lnTo>
                            <a:lnTo>
                              <a:pt x="58" y="187"/>
                            </a:lnTo>
                            <a:lnTo>
                              <a:pt x="60" y="187"/>
                            </a:lnTo>
                            <a:lnTo>
                              <a:pt x="63" y="187"/>
                            </a:lnTo>
                            <a:lnTo>
                              <a:pt x="65" y="187"/>
                            </a:lnTo>
                            <a:lnTo>
                              <a:pt x="68" y="187"/>
                            </a:lnTo>
                            <a:lnTo>
                              <a:pt x="70" y="188"/>
                            </a:lnTo>
                            <a:lnTo>
                              <a:pt x="72" y="188"/>
                            </a:lnTo>
                            <a:lnTo>
                              <a:pt x="75" y="188"/>
                            </a:lnTo>
                            <a:lnTo>
                              <a:pt x="77" y="188"/>
                            </a:lnTo>
                            <a:lnTo>
                              <a:pt x="80" y="189"/>
                            </a:lnTo>
                            <a:lnTo>
                              <a:pt x="82" y="189"/>
                            </a:lnTo>
                            <a:lnTo>
                              <a:pt x="84" y="190"/>
                            </a:lnTo>
                            <a:lnTo>
                              <a:pt x="87" y="190"/>
                            </a:lnTo>
                            <a:lnTo>
                              <a:pt x="89" y="190"/>
                            </a:lnTo>
                            <a:lnTo>
                              <a:pt x="92" y="191"/>
                            </a:lnTo>
                            <a:lnTo>
                              <a:pt x="94" y="191"/>
                            </a:lnTo>
                            <a:lnTo>
                              <a:pt x="96" y="192"/>
                            </a:lnTo>
                            <a:lnTo>
                              <a:pt x="99" y="192"/>
                            </a:lnTo>
                            <a:lnTo>
                              <a:pt x="101" y="192"/>
                            </a:lnTo>
                            <a:lnTo>
                              <a:pt x="104" y="193"/>
                            </a:lnTo>
                            <a:lnTo>
                              <a:pt x="106" y="193"/>
                            </a:lnTo>
                            <a:lnTo>
                              <a:pt x="108" y="194"/>
                            </a:lnTo>
                            <a:lnTo>
                              <a:pt x="111" y="194"/>
                            </a:lnTo>
                            <a:lnTo>
                              <a:pt x="113" y="195"/>
                            </a:lnTo>
                            <a:lnTo>
                              <a:pt x="115" y="195"/>
                            </a:lnTo>
                            <a:lnTo>
                              <a:pt x="118" y="195"/>
                            </a:lnTo>
                            <a:lnTo>
                              <a:pt x="120" y="196"/>
                            </a:lnTo>
                            <a:lnTo>
                              <a:pt x="123" y="196"/>
                            </a:lnTo>
                            <a:lnTo>
                              <a:pt x="125" y="196"/>
                            </a:lnTo>
                            <a:lnTo>
                              <a:pt x="128" y="196"/>
                            </a:lnTo>
                            <a:lnTo>
                              <a:pt x="130" y="196"/>
                            </a:lnTo>
                            <a:lnTo>
                              <a:pt x="132" y="196"/>
                            </a:lnTo>
                            <a:lnTo>
                              <a:pt x="135" y="196"/>
                            </a:lnTo>
                            <a:lnTo>
                              <a:pt x="137" y="196"/>
                            </a:lnTo>
                            <a:lnTo>
                              <a:pt x="140" y="196"/>
                            </a:lnTo>
                            <a:lnTo>
                              <a:pt x="142" y="196"/>
                            </a:lnTo>
                            <a:lnTo>
                              <a:pt x="144" y="196"/>
                            </a:lnTo>
                            <a:lnTo>
                              <a:pt x="147" y="196"/>
                            </a:lnTo>
                            <a:lnTo>
                              <a:pt x="149" y="196"/>
                            </a:lnTo>
                            <a:lnTo>
                              <a:pt x="152" y="195"/>
                            </a:lnTo>
                            <a:lnTo>
                              <a:pt x="154" y="195"/>
                            </a:lnTo>
                            <a:lnTo>
                              <a:pt x="156" y="195"/>
                            </a:lnTo>
                            <a:lnTo>
                              <a:pt x="159" y="195"/>
                            </a:lnTo>
                            <a:lnTo>
                              <a:pt x="161" y="195"/>
                            </a:lnTo>
                            <a:lnTo>
                              <a:pt x="164" y="194"/>
                            </a:lnTo>
                            <a:lnTo>
                              <a:pt x="166" y="194"/>
                            </a:lnTo>
                            <a:lnTo>
                              <a:pt x="169" y="194"/>
                            </a:lnTo>
                            <a:lnTo>
                              <a:pt x="171" y="194"/>
                            </a:lnTo>
                            <a:lnTo>
                              <a:pt x="173" y="194"/>
                            </a:lnTo>
                            <a:lnTo>
                              <a:pt x="176" y="194"/>
                            </a:lnTo>
                            <a:lnTo>
                              <a:pt x="178" y="194"/>
                            </a:lnTo>
                            <a:lnTo>
                              <a:pt x="181" y="194"/>
                            </a:lnTo>
                            <a:lnTo>
                              <a:pt x="183" y="194"/>
                            </a:lnTo>
                            <a:lnTo>
                              <a:pt x="185" y="194"/>
                            </a:lnTo>
                            <a:lnTo>
                              <a:pt x="188" y="194"/>
                            </a:lnTo>
                            <a:lnTo>
                              <a:pt x="190" y="194"/>
                            </a:lnTo>
                            <a:lnTo>
                              <a:pt x="193" y="195"/>
                            </a:lnTo>
                            <a:lnTo>
                              <a:pt x="195" y="195"/>
                            </a:lnTo>
                            <a:lnTo>
                              <a:pt x="197" y="195"/>
                            </a:lnTo>
                            <a:lnTo>
                              <a:pt x="200" y="195"/>
                            </a:lnTo>
                            <a:lnTo>
                              <a:pt x="202" y="196"/>
                            </a:lnTo>
                            <a:lnTo>
                              <a:pt x="205" y="196"/>
                            </a:lnTo>
                            <a:lnTo>
                              <a:pt x="207" y="196"/>
                            </a:lnTo>
                            <a:lnTo>
                              <a:pt x="209" y="196"/>
                            </a:lnTo>
                            <a:lnTo>
                              <a:pt x="212" y="196"/>
                            </a:lnTo>
                            <a:lnTo>
                              <a:pt x="214" y="196"/>
                            </a:lnTo>
                            <a:lnTo>
                              <a:pt x="217" y="197"/>
                            </a:lnTo>
                            <a:lnTo>
                              <a:pt x="219" y="197"/>
                            </a:lnTo>
                            <a:lnTo>
                              <a:pt x="222" y="197"/>
                            </a:lnTo>
                            <a:lnTo>
                              <a:pt x="224" y="197"/>
                            </a:lnTo>
                            <a:lnTo>
                              <a:pt x="226" y="197"/>
                            </a:lnTo>
                            <a:lnTo>
                              <a:pt x="229" y="197"/>
                            </a:lnTo>
                            <a:lnTo>
                              <a:pt x="231" y="198"/>
                            </a:lnTo>
                            <a:lnTo>
                              <a:pt x="234" y="198"/>
                            </a:lnTo>
                            <a:lnTo>
                              <a:pt x="236" y="198"/>
                            </a:lnTo>
                            <a:lnTo>
                              <a:pt x="238" y="198"/>
                            </a:lnTo>
                            <a:lnTo>
                              <a:pt x="241" y="198"/>
                            </a:lnTo>
                            <a:lnTo>
                              <a:pt x="243" y="199"/>
                            </a:lnTo>
                            <a:lnTo>
                              <a:pt x="246" y="199"/>
                            </a:lnTo>
                            <a:lnTo>
                              <a:pt x="248" y="199"/>
                            </a:lnTo>
                            <a:lnTo>
                              <a:pt x="250" y="199"/>
                            </a:lnTo>
                            <a:lnTo>
                              <a:pt x="253" y="199"/>
                            </a:lnTo>
                            <a:lnTo>
                              <a:pt x="255" y="199"/>
                            </a:lnTo>
                            <a:lnTo>
                              <a:pt x="258" y="199"/>
                            </a:lnTo>
                            <a:lnTo>
                              <a:pt x="260" y="199"/>
                            </a:lnTo>
                            <a:lnTo>
                              <a:pt x="263" y="199"/>
                            </a:lnTo>
                            <a:lnTo>
                              <a:pt x="265" y="199"/>
                            </a:lnTo>
                            <a:lnTo>
                              <a:pt x="267" y="199"/>
                            </a:lnTo>
                            <a:lnTo>
                              <a:pt x="270" y="199"/>
                            </a:lnTo>
                            <a:lnTo>
                              <a:pt x="272" y="199"/>
                            </a:lnTo>
                            <a:lnTo>
                              <a:pt x="275" y="199"/>
                            </a:lnTo>
                            <a:lnTo>
                              <a:pt x="277" y="199"/>
                            </a:lnTo>
                            <a:lnTo>
                              <a:pt x="279" y="199"/>
                            </a:lnTo>
                            <a:lnTo>
                              <a:pt x="282" y="199"/>
                            </a:lnTo>
                            <a:lnTo>
                              <a:pt x="284" y="199"/>
                            </a:lnTo>
                            <a:lnTo>
                              <a:pt x="287" y="199"/>
                            </a:lnTo>
                            <a:lnTo>
                              <a:pt x="289" y="199"/>
                            </a:lnTo>
                            <a:lnTo>
                              <a:pt x="291" y="199"/>
                            </a:lnTo>
                            <a:lnTo>
                              <a:pt x="294" y="199"/>
                            </a:lnTo>
                            <a:lnTo>
                              <a:pt x="296" y="198"/>
                            </a:lnTo>
                            <a:lnTo>
                              <a:pt x="299" y="198"/>
                            </a:lnTo>
                            <a:lnTo>
                              <a:pt x="301" y="198"/>
                            </a:lnTo>
                            <a:lnTo>
                              <a:pt x="303" y="197"/>
                            </a:lnTo>
                            <a:lnTo>
                              <a:pt x="306" y="197"/>
                            </a:lnTo>
                            <a:lnTo>
                              <a:pt x="308" y="197"/>
                            </a:lnTo>
                            <a:lnTo>
                              <a:pt x="311" y="196"/>
                            </a:lnTo>
                            <a:lnTo>
                              <a:pt x="313" y="196"/>
                            </a:lnTo>
                            <a:lnTo>
                              <a:pt x="315" y="196"/>
                            </a:lnTo>
                            <a:lnTo>
                              <a:pt x="318" y="196"/>
                            </a:lnTo>
                            <a:lnTo>
                              <a:pt x="320" y="195"/>
                            </a:lnTo>
                            <a:lnTo>
                              <a:pt x="323" y="195"/>
                            </a:lnTo>
                            <a:lnTo>
                              <a:pt x="325" y="195"/>
                            </a:lnTo>
                            <a:lnTo>
                              <a:pt x="327" y="195"/>
                            </a:lnTo>
                            <a:lnTo>
                              <a:pt x="330" y="195"/>
                            </a:lnTo>
                            <a:lnTo>
                              <a:pt x="332" y="195"/>
                            </a:lnTo>
                            <a:lnTo>
                              <a:pt x="335" y="196"/>
                            </a:lnTo>
                            <a:lnTo>
                              <a:pt x="337" y="195"/>
                            </a:lnTo>
                            <a:lnTo>
                              <a:pt x="339" y="196"/>
                            </a:lnTo>
                            <a:lnTo>
                              <a:pt x="342" y="196"/>
                            </a:lnTo>
                            <a:lnTo>
                              <a:pt x="344" y="196"/>
                            </a:lnTo>
                            <a:lnTo>
                              <a:pt x="347" y="196"/>
                            </a:lnTo>
                            <a:lnTo>
                              <a:pt x="349" y="196"/>
                            </a:lnTo>
                            <a:lnTo>
                              <a:pt x="351" y="196"/>
                            </a:lnTo>
                            <a:lnTo>
                              <a:pt x="354" y="196"/>
                            </a:lnTo>
                            <a:lnTo>
                              <a:pt x="356" y="196"/>
                            </a:lnTo>
                            <a:lnTo>
                              <a:pt x="358" y="196"/>
                            </a:lnTo>
                            <a:lnTo>
                              <a:pt x="361" y="196"/>
                            </a:lnTo>
                            <a:lnTo>
                              <a:pt x="363" y="197"/>
                            </a:lnTo>
                            <a:lnTo>
                              <a:pt x="366" y="197"/>
                            </a:lnTo>
                            <a:lnTo>
                              <a:pt x="368" y="198"/>
                            </a:lnTo>
                            <a:lnTo>
                              <a:pt x="370" y="199"/>
                            </a:lnTo>
                            <a:lnTo>
                              <a:pt x="373" y="200"/>
                            </a:lnTo>
                            <a:lnTo>
                              <a:pt x="375" y="201"/>
                            </a:lnTo>
                            <a:lnTo>
                              <a:pt x="378" y="203"/>
                            </a:lnTo>
                            <a:lnTo>
                              <a:pt x="380" y="205"/>
                            </a:lnTo>
                            <a:lnTo>
                              <a:pt x="382" y="206"/>
                            </a:lnTo>
                            <a:lnTo>
                              <a:pt x="385" y="208"/>
                            </a:lnTo>
                            <a:lnTo>
                              <a:pt x="387" y="210"/>
                            </a:lnTo>
                            <a:lnTo>
                              <a:pt x="390" y="212"/>
                            </a:lnTo>
                            <a:lnTo>
                              <a:pt x="392" y="214"/>
                            </a:lnTo>
                            <a:lnTo>
                              <a:pt x="395" y="216"/>
                            </a:lnTo>
                            <a:lnTo>
                              <a:pt x="397" y="218"/>
                            </a:lnTo>
                            <a:lnTo>
                              <a:pt x="399" y="220"/>
                            </a:lnTo>
                            <a:lnTo>
                              <a:pt x="402" y="223"/>
                            </a:lnTo>
                            <a:lnTo>
                              <a:pt x="404" y="225"/>
                            </a:lnTo>
                            <a:lnTo>
                              <a:pt x="407" y="227"/>
                            </a:lnTo>
                            <a:lnTo>
                              <a:pt x="409" y="230"/>
                            </a:lnTo>
                            <a:lnTo>
                              <a:pt x="411" y="231"/>
                            </a:lnTo>
                            <a:lnTo>
                              <a:pt x="414" y="234"/>
                            </a:lnTo>
                            <a:lnTo>
                              <a:pt x="416" y="236"/>
                            </a:lnTo>
                            <a:lnTo>
                              <a:pt x="419" y="238"/>
                            </a:lnTo>
                            <a:lnTo>
                              <a:pt x="421" y="240"/>
                            </a:lnTo>
                            <a:lnTo>
                              <a:pt x="423" y="243"/>
                            </a:lnTo>
                            <a:lnTo>
                              <a:pt x="426" y="245"/>
                            </a:lnTo>
                            <a:lnTo>
                              <a:pt x="428" y="247"/>
                            </a:lnTo>
                            <a:lnTo>
                              <a:pt x="431" y="249"/>
                            </a:lnTo>
                            <a:lnTo>
                              <a:pt x="433" y="251"/>
                            </a:lnTo>
                            <a:lnTo>
                              <a:pt x="436" y="254"/>
                            </a:lnTo>
                            <a:lnTo>
                              <a:pt x="438" y="256"/>
                            </a:lnTo>
                            <a:lnTo>
                              <a:pt x="440" y="258"/>
                            </a:lnTo>
                            <a:lnTo>
                              <a:pt x="443" y="260"/>
                            </a:lnTo>
                            <a:lnTo>
                              <a:pt x="445" y="262"/>
                            </a:lnTo>
                            <a:lnTo>
                              <a:pt x="448" y="264"/>
                            </a:lnTo>
                            <a:lnTo>
                              <a:pt x="450" y="266"/>
                            </a:lnTo>
                            <a:lnTo>
                              <a:pt x="452" y="268"/>
                            </a:lnTo>
                            <a:lnTo>
                              <a:pt x="455" y="271"/>
                            </a:lnTo>
                            <a:lnTo>
                              <a:pt x="457" y="273"/>
                            </a:lnTo>
                            <a:lnTo>
                              <a:pt x="460" y="274"/>
                            </a:lnTo>
                            <a:lnTo>
                              <a:pt x="462" y="277"/>
                            </a:lnTo>
                            <a:lnTo>
                              <a:pt x="464" y="279"/>
                            </a:lnTo>
                            <a:lnTo>
                              <a:pt x="467" y="281"/>
                            </a:lnTo>
                            <a:lnTo>
                              <a:pt x="469" y="283"/>
                            </a:lnTo>
                            <a:lnTo>
                              <a:pt x="472" y="285"/>
                            </a:lnTo>
                            <a:lnTo>
                              <a:pt x="474" y="287"/>
                            </a:lnTo>
                            <a:lnTo>
                              <a:pt x="476" y="289"/>
                            </a:lnTo>
                            <a:lnTo>
                              <a:pt x="479" y="291"/>
                            </a:lnTo>
                            <a:lnTo>
                              <a:pt x="481" y="293"/>
                            </a:lnTo>
                            <a:lnTo>
                              <a:pt x="484" y="294"/>
                            </a:lnTo>
                            <a:lnTo>
                              <a:pt x="486" y="297"/>
                            </a:lnTo>
                            <a:lnTo>
                              <a:pt x="489" y="299"/>
                            </a:lnTo>
                            <a:lnTo>
                              <a:pt x="491" y="300"/>
                            </a:lnTo>
                            <a:lnTo>
                              <a:pt x="493" y="302"/>
                            </a:lnTo>
                            <a:lnTo>
                              <a:pt x="496" y="304"/>
                            </a:lnTo>
                            <a:lnTo>
                              <a:pt x="498" y="306"/>
                            </a:lnTo>
                            <a:lnTo>
                              <a:pt x="501" y="308"/>
                            </a:lnTo>
                            <a:lnTo>
                              <a:pt x="503" y="309"/>
                            </a:lnTo>
                            <a:lnTo>
                              <a:pt x="505" y="311"/>
                            </a:lnTo>
                            <a:lnTo>
                              <a:pt x="508" y="313"/>
                            </a:lnTo>
                            <a:lnTo>
                              <a:pt x="510" y="315"/>
                            </a:lnTo>
                            <a:lnTo>
                              <a:pt x="513" y="317"/>
                            </a:lnTo>
                            <a:lnTo>
                              <a:pt x="515" y="319"/>
                            </a:lnTo>
                            <a:lnTo>
                              <a:pt x="517" y="320"/>
                            </a:lnTo>
                            <a:lnTo>
                              <a:pt x="520" y="322"/>
                            </a:lnTo>
                            <a:lnTo>
                              <a:pt x="522" y="324"/>
                            </a:lnTo>
                            <a:lnTo>
                              <a:pt x="525" y="326"/>
                            </a:lnTo>
                            <a:lnTo>
                              <a:pt x="527" y="327"/>
                            </a:lnTo>
                            <a:lnTo>
                              <a:pt x="530" y="329"/>
                            </a:lnTo>
                            <a:lnTo>
                              <a:pt x="532" y="331"/>
                            </a:lnTo>
                            <a:lnTo>
                              <a:pt x="534" y="332"/>
                            </a:lnTo>
                            <a:lnTo>
                              <a:pt x="537" y="334"/>
                            </a:lnTo>
                            <a:lnTo>
                              <a:pt x="539" y="336"/>
                            </a:lnTo>
                            <a:lnTo>
                              <a:pt x="542" y="337"/>
                            </a:lnTo>
                            <a:lnTo>
                              <a:pt x="544" y="339"/>
                            </a:lnTo>
                            <a:lnTo>
                              <a:pt x="546" y="340"/>
                            </a:lnTo>
                            <a:lnTo>
                              <a:pt x="549" y="342"/>
                            </a:lnTo>
                            <a:lnTo>
                              <a:pt x="551" y="343"/>
                            </a:lnTo>
                            <a:lnTo>
                              <a:pt x="554" y="345"/>
                            </a:lnTo>
                            <a:lnTo>
                              <a:pt x="556" y="346"/>
                            </a:lnTo>
                            <a:lnTo>
                              <a:pt x="558" y="348"/>
                            </a:lnTo>
                            <a:lnTo>
                              <a:pt x="561" y="350"/>
                            </a:lnTo>
                            <a:lnTo>
                              <a:pt x="563" y="351"/>
                            </a:lnTo>
                            <a:lnTo>
                              <a:pt x="566" y="353"/>
                            </a:lnTo>
                            <a:lnTo>
                              <a:pt x="568" y="354"/>
                            </a:lnTo>
                            <a:lnTo>
                              <a:pt x="570" y="356"/>
                            </a:lnTo>
                            <a:lnTo>
                              <a:pt x="573" y="357"/>
                            </a:lnTo>
                            <a:lnTo>
                              <a:pt x="575" y="359"/>
                            </a:lnTo>
                            <a:lnTo>
                              <a:pt x="578" y="360"/>
                            </a:lnTo>
                            <a:lnTo>
                              <a:pt x="580" y="362"/>
                            </a:lnTo>
                            <a:lnTo>
                              <a:pt x="582" y="363"/>
                            </a:lnTo>
                            <a:lnTo>
                              <a:pt x="585" y="365"/>
                            </a:lnTo>
                            <a:lnTo>
                              <a:pt x="587" y="366"/>
                            </a:lnTo>
                            <a:lnTo>
                              <a:pt x="590" y="368"/>
                            </a:lnTo>
                            <a:lnTo>
                              <a:pt x="592" y="369"/>
                            </a:lnTo>
                            <a:lnTo>
                              <a:pt x="594" y="371"/>
                            </a:lnTo>
                            <a:lnTo>
                              <a:pt x="597" y="372"/>
                            </a:lnTo>
                            <a:lnTo>
                              <a:pt x="599" y="373"/>
                            </a:lnTo>
                            <a:lnTo>
                              <a:pt x="601" y="375"/>
                            </a:lnTo>
                            <a:lnTo>
                              <a:pt x="604" y="376"/>
                            </a:lnTo>
                            <a:lnTo>
                              <a:pt x="606" y="377"/>
                            </a:lnTo>
                            <a:lnTo>
                              <a:pt x="609" y="379"/>
                            </a:lnTo>
                            <a:lnTo>
                              <a:pt x="611" y="380"/>
                            </a:lnTo>
                            <a:lnTo>
                              <a:pt x="613" y="382"/>
                            </a:lnTo>
                            <a:lnTo>
                              <a:pt x="616" y="383"/>
                            </a:lnTo>
                            <a:lnTo>
                              <a:pt x="618" y="384"/>
                            </a:lnTo>
                            <a:lnTo>
                              <a:pt x="621" y="386"/>
                            </a:lnTo>
                            <a:lnTo>
                              <a:pt x="623" y="387"/>
                            </a:lnTo>
                            <a:lnTo>
                              <a:pt x="625" y="388"/>
                            </a:lnTo>
                            <a:lnTo>
                              <a:pt x="628" y="389"/>
                            </a:lnTo>
                            <a:lnTo>
                              <a:pt x="630" y="391"/>
                            </a:lnTo>
                            <a:lnTo>
                              <a:pt x="633" y="392"/>
                            </a:lnTo>
                            <a:lnTo>
                              <a:pt x="635" y="393"/>
                            </a:lnTo>
                            <a:lnTo>
                              <a:pt x="637" y="394"/>
                            </a:lnTo>
                            <a:lnTo>
                              <a:pt x="640" y="396"/>
                            </a:lnTo>
                            <a:lnTo>
                              <a:pt x="642" y="397"/>
                            </a:lnTo>
                            <a:lnTo>
                              <a:pt x="645" y="398"/>
                            </a:lnTo>
                            <a:lnTo>
                              <a:pt x="647" y="400"/>
                            </a:lnTo>
                            <a:lnTo>
                              <a:pt x="649" y="401"/>
                            </a:lnTo>
                            <a:lnTo>
                              <a:pt x="652" y="402"/>
                            </a:lnTo>
                            <a:lnTo>
                              <a:pt x="654" y="403"/>
                            </a:lnTo>
                            <a:lnTo>
                              <a:pt x="657" y="404"/>
                            </a:lnTo>
                            <a:lnTo>
                              <a:pt x="659" y="406"/>
                            </a:lnTo>
                            <a:lnTo>
                              <a:pt x="662" y="407"/>
                            </a:lnTo>
                            <a:lnTo>
                              <a:pt x="664" y="408"/>
                            </a:lnTo>
                            <a:lnTo>
                              <a:pt x="666" y="409"/>
                            </a:lnTo>
                            <a:lnTo>
                              <a:pt x="669" y="410"/>
                            </a:lnTo>
                            <a:lnTo>
                              <a:pt x="671" y="411"/>
                            </a:lnTo>
                            <a:lnTo>
                              <a:pt x="674" y="412"/>
                            </a:lnTo>
                            <a:lnTo>
                              <a:pt x="676" y="414"/>
                            </a:lnTo>
                            <a:lnTo>
                              <a:pt x="678" y="415"/>
                            </a:lnTo>
                            <a:lnTo>
                              <a:pt x="681" y="416"/>
                            </a:lnTo>
                            <a:lnTo>
                              <a:pt x="683" y="417"/>
                            </a:lnTo>
                            <a:lnTo>
                              <a:pt x="686" y="418"/>
                            </a:lnTo>
                            <a:lnTo>
                              <a:pt x="688" y="419"/>
                            </a:lnTo>
                            <a:lnTo>
                              <a:pt x="690" y="420"/>
                            </a:lnTo>
                            <a:lnTo>
                              <a:pt x="693" y="421"/>
                            </a:lnTo>
                            <a:lnTo>
                              <a:pt x="695" y="422"/>
                            </a:lnTo>
                            <a:lnTo>
                              <a:pt x="698" y="423"/>
                            </a:lnTo>
                            <a:lnTo>
                              <a:pt x="700" y="425"/>
                            </a:lnTo>
                            <a:lnTo>
                              <a:pt x="703" y="426"/>
                            </a:lnTo>
                            <a:lnTo>
                              <a:pt x="705" y="427"/>
                            </a:lnTo>
                            <a:lnTo>
                              <a:pt x="707" y="428"/>
                            </a:lnTo>
                            <a:lnTo>
                              <a:pt x="710" y="429"/>
                            </a:lnTo>
                            <a:lnTo>
                              <a:pt x="712" y="430"/>
                            </a:lnTo>
                            <a:lnTo>
                              <a:pt x="715" y="431"/>
                            </a:lnTo>
                            <a:lnTo>
                              <a:pt x="717" y="432"/>
                            </a:lnTo>
                            <a:lnTo>
                              <a:pt x="719" y="433"/>
                            </a:lnTo>
                            <a:lnTo>
                              <a:pt x="722" y="434"/>
                            </a:lnTo>
                            <a:lnTo>
                              <a:pt x="724" y="435"/>
                            </a:lnTo>
                            <a:lnTo>
                              <a:pt x="727" y="436"/>
                            </a:lnTo>
                            <a:lnTo>
                              <a:pt x="729" y="437"/>
                            </a:lnTo>
                            <a:lnTo>
                              <a:pt x="731" y="438"/>
                            </a:lnTo>
                            <a:lnTo>
                              <a:pt x="734" y="439"/>
                            </a:lnTo>
                            <a:lnTo>
                              <a:pt x="736" y="440"/>
                            </a:lnTo>
                            <a:lnTo>
                              <a:pt x="739" y="442"/>
                            </a:lnTo>
                            <a:lnTo>
                              <a:pt x="741" y="442"/>
                            </a:lnTo>
                            <a:lnTo>
                              <a:pt x="743" y="443"/>
                            </a:lnTo>
                            <a:lnTo>
                              <a:pt x="746" y="445"/>
                            </a:lnTo>
                            <a:lnTo>
                              <a:pt x="748" y="445"/>
                            </a:lnTo>
                            <a:lnTo>
                              <a:pt x="751" y="446"/>
                            </a:lnTo>
                            <a:lnTo>
                              <a:pt x="753" y="448"/>
                            </a:lnTo>
                            <a:lnTo>
                              <a:pt x="756" y="448"/>
                            </a:lnTo>
                            <a:lnTo>
                              <a:pt x="758" y="449"/>
                            </a:lnTo>
                            <a:lnTo>
                              <a:pt x="760" y="451"/>
                            </a:lnTo>
                            <a:lnTo>
                              <a:pt x="763" y="451"/>
                            </a:lnTo>
                            <a:lnTo>
                              <a:pt x="765" y="452"/>
                            </a:lnTo>
                            <a:lnTo>
                              <a:pt x="768" y="453"/>
                            </a:lnTo>
                            <a:lnTo>
                              <a:pt x="770" y="454"/>
                            </a:lnTo>
                            <a:lnTo>
                              <a:pt x="772" y="455"/>
                            </a:lnTo>
                            <a:lnTo>
                              <a:pt x="775" y="456"/>
                            </a:lnTo>
                            <a:lnTo>
                              <a:pt x="777" y="457"/>
                            </a:lnTo>
                            <a:lnTo>
                              <a:pt x="780" y="458"/>
                            </a:lnTo>
                            <a:lnTo>
                              <a:pt x="782" y="459"/>
                            </a:lnTo>
                            <a:lnTo>
                              <a:pt x="784" y="460"/>
                            </a:lnTo>
                            <a:lnTo>
                              <a:pt x="787" y="461"/>
                            </a:lnTo>
                            <a:lnTo>
                              <a:pt x="789" y="462"/>
                            </a:lnTo>
                            <a:lnTo>
                              <a:pt x="792" y="463"/>
                            </a:lnTo>
                            <a:lnTo>
                              <a:pt x="794" y="464"/>
                            </a:lnTo>
                            <a:lnTo>
                              <a:pt x="797" y="465"/>
                            </a:lnTo>
                            <a:lnTo>
                              <a:pt x="799" y="466"/>
                            </a:lnTo>
                            <a:lnTo>
                              <a:pt x="801" y="467"/>
                            </a:lnTo>
                            <a:lnTo>
                              <a:pt x="804" y="468"/>
                            </a:lnTo>
                            <a:lnTo>
                              <a:pt x="806" y="469"/>
                            </a:lnTo>
                            <a:lnTo>
                              <a:pt x="809" y="470"/>
                            </a:lnTo>
                            <a:lnTo>
                              <a:pt x="811" y="471"/>
                            </a:lnTo>
                            <a:lnTo>
                              <a:pt x="813" y="472"/>
                            </a:lnTo>
                            <a:lnTo>
                              <a:pt x="816" y="472"/>
                            </a:lnTo>
                            <a:lnTo>
                              <a:pt x="818" y="473"/>
                            </a:lnTo>
                            <a:lnTo>
                              <a:pt x="821" y="474"/>
                            </a:lnTo>
                            <a:lnTo>
                              <a:pt x="823" y="475"/>
                            </a:lnTo>
                            <a:lnTo>
                              <a:pt x="825" y="476"/>
                            </a:lnTo>
                            <a:lnTo>
                              <a:pt x="828" y="477"/>
                            </a:lnTo>
                            <a:lnTo>
                              <a:pt x="830" y="478"/>
                            </a:lnTo>
                            <a:lnTo>
                              <a:pt x="833" y="479"/>
                            </a:lnTo>
                            <a:lnTo>
                              <a:pt x="835" y="480"/>
                            </a:lnTo>
                            <a:lnTo>
                              <a:pt x="837" y="481"/>
                            </a:lnTo>
                            <a:lnTo>
                              <a:pt x="840" y="482"/>
                            </a:lnTo>
                            <a:lnTo>
                              <a:pt x="842" y="483"/>
                            </a:lnTo>
                            <a:lnTo>
                              <a:pt x="845" y="484"/>
                            </a:lnTo>
                            <a:lnTo>
                              <a:pt x="847" y="485"/>
                            </a:lnTo>
                            <a:lnTo>
                              <a:pt x="849" y="485"/>
                            </a:lnTo>
                            <a:lnTo>
                              <a:pt x="852" y="486"/>
                            </a:lnTo>
                            <a:lnTo>
                              <a:pt x="854" y="487"/>
                            </a:lnTo>
                            <a:lnTo>
                              <a:pt x="856" y="488"/>
                            </a:lnTo>
                            <a:lnTo>
                              <a:pt x="859" y="489"/>
                            </a:lnTo>
                            <a:lnTo>
                              <a:pt x="861" y="490"/>
                            </a:lnTo>
                            <a:lnTo>
                              <a:pt x="864" y="491"/>
                            </a:lnTo>
                            <a:lnTo>
                              <a:pt x="866" y="492"/>
                            </a:lnTo>
                            <a:lnTo>
                              <a:pt x="868" y="493"/>
                            </a:lnTo>
                            <a:lnTo>
                              <a:pt x="871" y="494"/>
                            </a:lnTo>
                            <a:lnTo>
                              <a:pt x="873" y="495"/>
                            </a:lnTo>
                            <a:lnTo>
                              <a:pt x="876" y="495"/>
                            </a:lnTo>
                            <a:lnTo>
                              <a:pt x="878" y="497"/>
                            </a:lnTo>
                            <a:lnTo>
                              <a:pt x="880" y="497"/>
                            </a:lnTo>
                            <a:lnTo>
                              <a:pt x="883" y="498"/>
                            </a:lnTo>
                            <a:lnTo>
                              <a:pt x="885" y="499"/>
                            </a:lnTo>
                            <a:lnTo>
                              <a:pt x="888" y="500"/>
                            </a:lnTo>
                            <a:lnTo>
                              <a:pt x="890" y="501"/>
                            </a:lnTo>
                            <a:lnTo>
                              <a:pt x="892" y="502"/>
                            </a:lnTo>
                            <a:lnTo>
                              <a:pt x="895" y="503"/>
                            </a:lnTo>
                            <a:lnTo>
                              <a:pt x="897" y="504"/>
                            </a:lnTo>
                            <a:lnTo>
                              <a:pt x="900" y="505"/>
                            </a:lnTo>
                            <a:lnTo>
                              <a:pt x="902" y="506"/>
                            </a:lnTo>
                            <a:lnTo>
                              <a:pt x="904" y="506"/>
                            </a:lnTo>
                            <a:lnTo>
                              <a:pt x="907" y="508"/>
                            </a:lnTo>
                            <a:lnTo>
                              <a:pt x="909" y="508"/>
                            </a:lnTo>
                            <a:lnTo>
                              <a:pt x="912" y="509"/>
                            </a:lnTo>
                            <a:lnTo>
                              <a:pt x="914" y="510"/>
                            </a:lnTo>
                            <a:lnTo>
                              <a:pt x="916" y="511"/>
                            </a:lnTo>
                            <a:lnTo>
                              <a:pt x="919" y="512"/>
                            </a:lnTo>
                            <a:lnTo>
                              <a:pt x="921" y="513"/>
                            </a:lnTo>
                            <a:lnTo>
                              <a:pt x="924" y="514"/>
                            </a:lnTo>
                            <a:lnTo>
                              <a:pt x="926" y="515"/>
                            </a:lnTo>
                            <a:lnTo>
                              <a:pt x="929" y="515"/>
                            </a:lnTo>
                            <a:lnTo>
                              <a:pt x="931" y="517"/>
                            </a:lnTo>
                            <a:lnTo>
                              <a:pt x="933" y="517"/>
                            </a:lnTo>
                            <a:lnTo>
                              <a:pt x="936" y="518"/>
                            </a:lnTo>
                            <a:lnTo>
                              <a:pt x="938" y="519"/>
                            </a:lnTo>
                            <a:lnTo>
                              <a:pt x="941" y="520"/>
                            </a:lnTo>
                            <a:lnTo>
                              <a:pt x="943" y="521"/>
                            </a:lnTo>
                            <a:lnTo>
                              <a:pt x="945" y="522"/>
                            </a:lnTo>
                            <a:lnTo>
                              <a:pt x="948" y="523"/>
                            </a:lnTo>
                            <a:lnTo>
                              <a:pt x="950" y="524"/>
                            </a:lnTo>
                            <a:lnTo>
                              <a:pt x="953" y="524"/>
                            </a:lnTo>
                            <a:lnTo>
                              <a:pt x="955" y="526"/>
                            </a:lnTo>
                            <a:lnTo>
                              <a:pt x="957" y="526"/>
                            </a:lnTo>
                            <a:lnTo>
                              <a:pt x="960" y="527"/>
                            </a:lnTo>
                            <a:lnTo>
                              <a:pt x="962" y="528"/>
                            </a:lnTo>
                            <a:lnTo>
                              <a:pt x="965" y="529"/>
                            </a:lnTo>
                            <a:lnTo>
                              <a:pt x="967" y="530"/>
                            </a:lnTo>
                            <a:lnTo>
                              <a:pt x="970" y="531"/>
                            </a:lnTo>
                            <a:lnTo>
                              <a:pt x="972" y="532"/>
                            </a:lnTo>
                            <a:lnTo>
                              <a:pt x="974" y="532"/>
                            </a:lnTo>
                            <a:lnTo>
                              <a:pt x="977" y="534"/>
                            </a:lnTo>
                            <a:lnTo>
                              <a:pt x="979" y="534"/>
                            </a:lnTo>
                            <a:lnTo>
                              <a:pt x="982" y="535"/>
                            </a:lnTo>
                            <a:lnTo>
                              <a:pt x="984" y="536"/>
                            </a:lnTo>
                            <a:lnTo>
                              <a:pt x="986" y="537"/>
                            </a:lnTo>
                            <a:lnTo>
                              <a:pt x="989" y="538"/>
                            </a:lnTo>
                            <a:lnTo>
                              <a:pt x="991" y="539"/>
                            </a:lnTo>
                            <a:lnTo>
                              <a:pt x="994" y="540"/>
                            </a:lnTo>
                            <a:lnTo>
                              <a:pt x="996" y="540"/>
                            </a:lnTo>
                            <a:lnTo>
                              <a:pt x="998" y="541"/>
                            </a:lnTo>
                            <a:lnTo>
                              <a:pt x="1001" y="542"/>
                            </a:lnTo>
                            <a:lnTo>
                              <a:pt x="1003" y="543"/>
                            </a:lnTo>
                            <a:lnTo>
                              <a:pt x="1006" y="544"/>
                            </a:lnTo>
                            <a:lnTo>
                              <a:pt x="1008" y="545"/>
                            </a:lnTo>
                            <a:lnTo>
                              <a:pt x="1010" y="546"/>
                            </a:lnTo>
                            <a:lnTo>
                              <a:pt x="1013" y="546"/>
                            </a:lnTo>
                            <a:lnTo>
                              <a:pt x="1015" y="548"/>
                            </a:lnTo>
                            <a:lnTo>
                              <a:pt x="1018" y="548"/>
                            </a:lnTo>
                            <a:lnTo>
                              <a:pt x="1020" y="549"/>
                            </a:lnTo>
                            <a:lnTo>
                              <a:pt x="1023" y="550"/>
                            </a:lnTo>
                            <a:lnTo>
                              <a:pt x="1025" y="551"/>
                            </a:lnTo>
                            <a:lnTo>
                              <a:pt x="1027" y="552"/>
                            </a:lnTo>
                            <a:lnTo>
                              <a:pt x="1030" y="552"/>
                            </a:lnTo>
                            <a:lnTo>
                              <a:pt x="1032" y="553"/>
                            </a:lnTo>
                            <a:lnTo>
                              <a:pt x="1035" y="554"/>
                            </a:lnTo>
                            <a:lnTo>
                              <a:pt x="1037" y="555"/>
                            </a:lnTo>
                            <a:lnTo>
                              <a:pt x="1039" y="556"/>
                            </a:lnTo>
                            <a:lnTo>
                              <a:pt x="1042" y="557"/>
                            </a:lnTo>
                            <a:lnTo>
                              <a:pt x="1044" y="557"/>
                            </a:lnTo>
                            <a:lnTo>
                              <a:pt x="1047" y="558"/>
                            </a:lnTo>
                            <a:lnTo>
                              <a:pt x="1049" y="559"/>
                            </a:lnTo>
                            <a:lnTo>
                              <a:pt x="1051" y="560"/>
                            </a:lnTo>
                            <a:lnTo>
                              <a:pt x="1054" y="561"/>
                            </a:lnTo>
                            <a:lnTo>
                              <a:pt x="1056" y="561"/>
                            </a:lnTo>
                            <a:lnTo>
                              <a:pt x="1059" y="562"/>
                            </a:lnTo>
                            <a:lnTo>
                              <a:pt x="1061" y="563"/>
                            </a:lnTo>
                            <a:lnTo>
                              <a:pt x="1064" y="564"/>
                            </a:lnTo>
                            <a:lnTo>
                              <a:pt x="1066" y="565"/>
                            </a:lnTo>
                            <a:lnTo>
                              <a:pt x="1068" y="566"/>
                            </a:lnTo>
                            <a:lnTo>
                              <a:pt x="1071" y="566"/>
                            </a:lnTo>
                            <a:lnTo>
                              <a:pt x="1073" y="567"/>
                            </a:lnTo>
                            <a:lnTo>
                              <a:pt x="1076" y="568"/>
                            </a:lnTo>
                            <a:lnTo>
                              <a:pt x="1078" y="569"/>
                            </a:lnTo>
                            <a:lnTo>
                              <a:pt x="1080" y="569"/>
                            </a:lnTo>
                            <a:lnTo>
                              <a:pt x="1083" y="570"/>
                            </a:lnTo>
                            <a:lnTo>
                              <a:pt x="1085" y="571"/>
                            </a:lnTo>
                            <a:lnTo>
                              <a:pt x="1088" y="572"/>
                            </a:lnTo>
                            <a:lnTo>
                              <a:pt x="1090" y="573"/>
                            </a:lnTo>
                            <a:lnTo>
                              <a:pt x="1092" y="574"/>
                            </a:lnTo>
                            <a:lnTo>
                              <a:pt x="1095" y="574"/>
                            </a:lnTo>
                            <a:lnTo>
                              <a:pt x="1097" y="575"/>
                            </a:lnTo>
                            <a:lnTo>
                              <a:pt x="1099" y="576"/>
                            </a:lnTo>
                            <a:lnTo>
                              <a:pt x="1102" y="577"/>
                            </a:lnTo>
                            <a:lnTo>
                              <a:pt x="1104" y="577"/>
                            </a:lnTo>
                            <a:lnTo>
                              <a:pt x="1107" y="578"/>
                            </a:lnTo>
                            <a:lnTo>
                              <a:pt x="1109" y="579"/>
                            </a:lnTo>
                            <a:lnTo>
                              <a:pt x="1111" y="580"/>
                            </a:lnTo>
                            <a:lnTo>
                              <a:pt x="1114" y="580"/>
                            </a:lnTo>
                            <a:lnTo>
                              <a:pt x="1116" y="581"/>
                            </a:lnTo>
                            <a:lnTo>
                              <a:pt x="1119" y="582"/>
                            </a:lnTo>
                            <a:lnTo>
                              <a:pt x="1121" y="583"/>
                            </a:lnTo>
                            <a:lnTo>
                              <a:pt x="1123" y="583"/>
                            </a:lnTo>
                            <a:lnTo>
                              <a:pt x="1126" y="584"/>
                            </a:lnTo>
                            <a:lnTo>
                              <a:pt x="1128" y="584"/>
                            </a:lnTo>
                            <a:lnTo>
                              <a:pt x="1131" y="585"/>
                            </a:lnTo>
                            <a:lnTo>
                              <a:pt x="1133" y="586"/>
                            </a:lnTo>
                            <a:lnTo>
                              <a:pt x="1135" y="587"/>
                            </a:lnTo>
                            <a:lnTo>
                              <a:pt x="1138" y="587"/>
                            </a:lnTo>
                            <a:lnTo>
                              <a:pt x="1140" y="588"/>
                            </a:lnTo>
                            <a:lnTo>
                              <a:pt x="1143" y="589"/>
                            </a:lnTo>
                            <a:lnTo>
                              <a:pt x="1145" y="589"/>
                            </a:lnTo>
                            <a:lnTo>
                              <a:pt x="1147" y="590"/>
                            </a:lnTo>
                            <a:lnTo>
                              <a:pt x="1150" y="591"/>
                            </a:lnTo>
                            <a:lnTo>
                              <a:pt x="1152" y="592"/>
                            </a:lnTo>
                            <a:lnTo>
                              <a:pt x="1155" y="592"/>
                            </a:lnTo>
                            <a:lnTo>
                              <a:pt x="1157" y="593"/>
                            </a:lnTo>
                            <a:lnTo>
                              <a:pt x="1159" y="594"/>
                            </a:lnTo>
                            <a:lnTo>
                              <a:pt x="1162" y="594"/>
                            </a:lnTo>
                            <a:lnTo>
                              <a:pt x="1164" y="595"/>
                            </a:lnTo>
                            <a:lnTo>
                              <a:pt x="1167" y="595"/>
                            </a:lnTo>
                            <a:lnTo>
                              <a:pt x="1169" y="596"/>
                            </a:lnTo>
                            <a:lnTo>
                              <a:pt x="1171" y="597"/>
                            </a:lnTo>
                            <a:lnTo>
                              <a:pt x="1174" y="598"/>
                            </a:lnTo>
                            <a:lnTo>
                              <a:pt x="1176" y="598"/>
                            </a:lnTo>
                            <a:lnTo>
                              <a:pt x="1179" y="599"/>
                            </a:lnTo>
                            <a:lnTo>
                              <a:pt x="1181" y="600"/>
                            </a:lnTo>
                            <a:lnTo>
                              <a:pt x="1183" y="600"/>
                            </a:lnTo>
                            <a:lnTo>
                              <a:pt x="1186" y="601"/>
                            </a:lnTo>
                            <a:lnTo>
                              <a:pt x="1188" y="602"/>
                            </a:lnTo>
                            <a:lnTo>
                              <a:pt x="1191" y="602"/>
                            </a:lnTo>
                            <a:lnTo>
                              <a:pt x="1193" y="603"/>
                            </a:lnTo>
                            <a:lnTo>
                              <a:pt x="1196" y="604"/>
                            </a:lnTo>
                            <a:lnTo>
                              <a:pt x="1198" y="604"/>
                            </a:lnTo>
                            <a:lnTo>
                              <a:pt x="1200" y="605"/>
                            </a:lnTo>
                            <a:lnTo>
                              <a:pt x="1203" y="606"/>
                            </a:lnTo>
                            <a:lnTo>
                              <a:pt x="1205" y="606"/>
                            </a:lnTo>
                            <a:lnTo>
                              <a:pt x="1208" y="607"/>
                            </a:lnTo>
                            <a:lnTo>
                              <a:pt x="1210" y="607"/>
                            </a:lnTo>
                            <a:lnTo>
                              <a:pt x="1212" y="608"/>
                            </a:lnTo>
                            <a:lnTo>
                              <a:pt x="1215" y="609"/>
                            </a:lnTo>
                            <a:lnTo>
                              <a:pt x="1217" y="609"/>
                            </a:lnTo>
                            <a:lnTo>
                              <a:pt x="1220" y="610"/>
                            </a:lnTo>
                            <a:lnTo>
                              <a:pt x="1222" y="610"/>
                            </a:lnTo>
                            <a:lnTo>
                              <a:pt x="1224" y="611"/>
                            </a:lnTo>
                            <a:lnTo>
                              <a:pt x="1227" y="612"/>
                            </a:lnTo>
                            <a:lnTo>
                              <a:pt x="1229" y="612"/>
                            </a:lnTo>
                            <a:lnTo>
                              <a:pt x="1232" y="613"/>
                            </a:lnTo>
                            <a:lnTo>
                              <a:pt x="1234" y="614"/>
                            </a:lnTo>
                            <a:lnTo>
                              <a:pt x="1237" y="614"/>
                            </a:lnTo>
                            <a:lnTo>
                              <a:pt x="1239" y="615"/>
                            </a:lnTo>
                            <a:lnTo>
                              <a:pt x="1241" y="615"/>
                            </a:lnTo>
                            <a:lnTo>
                              <a:pt x="1244" y="616"/>
                            </a:lnTo>
                            <a:lnTo>
                              <a:pt x="1246" y="617"/>
                            </a:lnTo>
                            <a:lnTo>
                              <a:pt x="1249" y="617"/>
                            </a:lnTo>
                            <a:lnTo>
                              <a:pt x="1251" y="618"/>
                            </a:lnTo>
                            <a:lnTo>
                              <a:pt x="1253" y="618"/>
                            </a:lnTo>
                            <a:lnTo>
                              <a:pt x="1256" y="619"/>
                            </a:lnTo>
                            <a:lnTo>
                              <a:pt x="1258" y="620"/>
                            </a:lnTo>
                            <a:lnTo>
                              <a:pt x="1261" y="620"/>
                            </a:lnTo>
                            <a:lnTo>
                              <a:pt x="1263" y="621"/>
                            </a:lnTo>
                            <a:lnTo>
                              <a:pt x="1265" y="621"/>
                            </a:lnTo>
                            <a:lnTo>
                              <a:pt x="1268" y="622"/>
                            </a:lnTo>
                            <a:lnTo>
                              <a:pt x="1270" y="622"/>
                            </a:lnTo>
                            <a:lnTo>
                              <a:pt x="1273" y="623"/>
                            </a:lnTo>
                            <a:lnTo>
                              <a:pt x="1275" y="623"/>
                            </a:lnTo>
                            <a:lnTo>
                              <a:pt x="1277" y="624"/>
                            </a:lnTo>
                            <a:lnTo>
                              <a:pt x="1280" y="624"/>
                            </a:lnTo>
                            <a:lnTo>
                              <a:pt x="1282" y="625"/>
                            </a:lnTo>
                            <a:lnTo>
                              <a:pt x="1285" y="626"/>
                            </a:lnTo>
                            <a:lnTo>
                              <a:pt x="1287" y="626"/>
                            </a:lnTo>
                            <a:lnTo>
                              <a:pt x="1290" y="627"/>
                            </a:lnTo>
                            <a:lnTo>
                              <a:pt x="1292" y="627"/>
                            </a:lnTo>
                            <a:lnTo>
                              <a:pt x="1294" y="628"/>
                            </a:lnTo>
                            <a:lnTo>
                              <a:pt x="1297" y="628"/>
                            </a:lnTo>
                            <a:lnTo>
                              <a:pt x="1299" y="629"/>
                            </a:lnTo>
                            <a:lnTo>
                              <a:pt x="1302" y="629"/>
                            </a:lnTo>
                            <a:lnTo>
                              <a:pt x="1304" y="630"/>
                            </a:lnTo>
                            <a:lnTo>
                              <a:pt x="1306" y="630"/>
                            </a:lnTo>
                            <a:lnTo>
                              <a:pt x="1309" y="631"/>
                            </a:lnTo>
                            <a:lnTo>
                              <a:pt x="1311" y="631"/>
                            </a:lnTo>
                            <a:lnTo>
                              <a:pt x="1314" y="632"/>
                            </a:lnTo>
                            <a:lnTo>
                              <a:pt x="1316" y="632"/>
                            </a:lnTo>
                            <a:lnTo>
                              <a:pt x="1318" y="633"/>
                            </a:lnTo>
                            <a:lnTo>
                              <a:pt x="1321" y="634"/>
                            </a:lnTo>
                            <a:lnTo>
                              <a:pt x="1323" y="634"/>
                            </a:lnTo>
                            <a:lnTo>
                              <a:pt x="1326" y="635"/>
                            </a:lnTo>
                            <a:lnTo>
                              <a:pt x="1328" y="635"/>
                            </a:lnTo>
                            <a:lnTo>
                              <a:pt x="1331" y="635"/>
                            </a:lnTo>
                            <a:lnTo>
                              <a:pt x="1333" y="636"/>
                            </a:lnTo>
                            <a:lnTo>
                              <a:pt x="1335" y="637"/>
                            </a:lnTo>
                            <a:lnTo>
                              <a:pt x="1338" y="637"/>
                            </a:lnTo>
                            <a:lnTo>
                              <a:pt x="1340" y="637"/>
                            </a:lnTo>
                            <a:lnTo>
                              <a:pt x="1342" y="638"/>
                            </a:lnTo>
                            <a:lnTo>
                              <a:pt x="1345" y="638"/>
                            </a:lnTo>
                            <a:lnTo>
                              <a:pt x="1347" y="639"/>
                            </a:lnTo>
                            <a:lnTo>
                              <a:pt x="1350" y="640"/>
                            </a:lnTo>
                            <a:lnTo>
                              <a:pt x="1352" y="640"/>
                            </a:lnTo>
                            <a:lnTo>
                              <a:pt x="1354" y="640"/>
                            </a:lnTo>
                            <a:lnTo>
                              <a:pt x="1357" y="641"/>
                            </a:lnTo>
                            <a:lnTo>
                              <a:pt x="1359" y="641"/>
                            </a:lnTo>
                            <a:lnTo>
                              <a:pt x="1362" y="642"/>
                            </a:lnTo>
                            <a:lnTo>
                              <a:pt x="1364" y="642"/>
                            </a:lnTo>
                            <a:lnTo>
                              <a:pt x="1366" y="643"/>
                            </a:lnTo>
                            <a:lnTo>
                              <a:pt x="1369" y="643"/>
                            </a:lnTo>
                            <a:lnTo>
                              <a:pt x="1371" y="644"/>
                            </a:lnTo>
                            <a:lnTo>
                              <a:pt x="1374" y="644"/>
                            </a:lnTo>
                            <a:lnTo>
                              <a:pt x="1376" y="644"/>
                            </a:lnTo>
                            <a:lnTo>
                              <a:pt x="1378" y="645"/>
                            </a:lnTo>
                            <a:lnTo>
                              <a:pt x="1381" y="646"/>
                            </a:lnTo>
                            <a:lnTo>
                              <a:pt x="1383" y="646"/>
                            </a:lnTo>
                            <a:lnTo>
                              <a:pt x="1386" y="647"/>
                            </a:lnTo>
                            <a:lnTo>
                              <a:pt x="1388" y="647"/>
                            </a:lnTo>
                            <a:lnTo>
                              <a:pt x="1390" y="647"/>
                            </a:lnTo>
                            <a:lnTo>
                              <a:pt x="1393" y="648"/>
                            </a:lnTo>
                            <a:lnTo>
                              <a:pt x="1395" y="648"/>
                            </a:lnTo>
                            <a:lnTo>
                              <a:pt x="1398" y="649"/>
                            </a:lnTo>
                            <a:lnTo>
                              <a:pt x="1400" y="649"/>
                            </a:lnTo>
                            <a:lnTo>
                              <a:pt x="1402" y="650"/>
                            </a:lnTo>
                            <a:lnTo>
                              <a:pt x="1405" y="650"/>
                            </a:lnTo>
                            <a:lnTo>
                              <a:pt x="1407" y="651"/>
                            </a:lnTo>
                            <a:lnTo>
                              <a:pt x="1410" y="651"/>
                            </a:lnTo>
                            <a:lnTo>
                              <a:pt x="1412" y="652"/>
                            </a:lnTo>
                            <a:lnTo>
                              <a:pt x="1414" y="652"/>
                            </a:lnTo>
                            <a:lnTo>
                              <a:pt x="1417" y="652"/>
                            </a:lnTo>
                            <a:lnTo>
                              <a:pt x="1419" y="653"/>
                            </a:lnTo>
                            <a:lnTo>
                              <a:pt x="1422" y="653"/>
                            </a:lnTo>
                            <a:lnTo>
                              <a:pt x="1424" y="654"/>
                            </a:lnTo>
                            <a:lnTo>
                              <a:pt x="1426" y="654"/>
                            </a:lnTo>
                            <a:lnTo>
                              <a:pt x="1429" y="655"/>
                            </a:lnTo>
                            <a:lnTo>
                              <a:pt x="1431" y="655"/>
                            </a:lnTo>
                            <a:lnTo>
                              <a:pt x="1434" y="655"/>
                            </a:lnTo>
                            <a:lnTo>
                              <a:pt x="1436" y="656"/>
                            </a:lnTo>
                            <a:lnTo>
                              <a:pt x="1438" y="656"/>
                            </a:lnTo>
                            <a:lnTo>
                              <a:pt x="1441" y="657"/>
                            </a:lnTo>
                            <a:lnTo>
                              <a:pt x="1443" y="657"/>
                            </a:lnTo>
                            <a:lnTo>
                              <a:pt x="1446" y="658"/>
                            </a:lnTo>
                            <a:lnTo>
                              <a:pt x="1448" y="658"/>
                            </a:lnTo>
                            <a:lnTo>
                              <a:pt x="1450" y="658"/>
                            </a:lnTo>
                            <a:lnTo>
                              <a:pt x="1453" y="659"/>
                            </a:lnTo>
                            <a:lnTo>
                              <a:pt x="1455" y="659"/>
                            </a:lnTo>
                            <a:lnTo>
                              <a:pt x="1458" y="660"/>
                            </a:lnTo>
                            <a:lnTo>
                              <a:pt x="1460" y="660"/>
                            </a:lnTo>
                            <a:lnTo>
                              <a:pt x="1463" y="660"/>
                            </a:lnTo>
                            <a:lnTo>
                              <a:pt x="1465" y="661"/>
                            </a:lnTo>
                            <a:lnTo>
                              <a:pt x="1467" y="661"/>
                            </a:lnTo>
                            <a:lnTo>
                              <a:pt x="1470" y="661"/>
                            </a:lnTo>
                            <a:lnTo>
                              <a:pt x="1472" y="662"/>
                            </a:lnTo>
                            <a:lnTo>
                              <a:pt x="1475" y="662"/>
                            </a:lnTo>
                            <a:lnTo>
                              <a:pt x="1477" y="663"/>
                            </a:lnTo>
                            <a:lnTo>
                              <a:pt x="1479" y="663"/>
                            </a:lnTo>
                            <a:lnTo>
                              <a:pt x="1482" y="663"/>
                            </a:lnTo>
                            <a:lnTo>
                              <a:pt x="1484" y="664"/>
                            </a:lnTo>
                            <a:lnTo>
                              <a:pt x="1487" y="664"/>
                            </a:lnTo>
                            <a:lnTo>
                              <a:pt x="1489" y="664"/>
                            </a:lnTo>
                            <a:lnTo>
                              <a:pt x="1491" y="664"/>
                            </a:lnTo>
                            <a:lnTo>
                              <a:pt x="1494" y="665"/>
                            </a:lnTo>
                            <a:lnTo>
                              <a:pt x="1496" y="665"/>
                            </a:lnTo>
                            <a:lnTo>
                              <a:pt x="1499" y="666"/>
                            </a:lnTo>
                            <a:lnTo>
                              <a:pt x="1501" y="666"/>
                            </a:lnTo>
                            <a:lnTo>
                              <a:pt x="1504" y="666"/>
                            </a:lnTo>
                            <a:lnTo>
                              <a:pt x="1506" y="666"/>
                            </a:lnTo>
                            <a:lnTo>
                              <a:pt x="1508" y="667"/>
                            </a:lnTo>
                            <a:lnTo>
                              <a:pt x="1511" y="667"/>
                            </a:lnTo>
                            <a:lnTo>
                              <a:pt x="1513" y="667"/>
                            </a:lnTo>
                            <a:lnTo>
                              <a:pt x="1516" y="668"/>
                            </a:lnTo>
                            <a:lnTo>
                              <a:pt x="1518" y="668"/>
                            </a:lnTo>
                            <a:lnTo>
                              <a:pt x="1520" y="669"/>
                            </a:lnTo>
                            <a:lnTo>
                              <a:pt x="1523" y="669"/>
                            </a:lnTo>
                            <a:lnTo>
                              <a:pt x="1525" y="669"/>
                            </a:lnTo>
                            <a:lnTo>
                              <a:pt x="1528" y="669"/>
                            </a:lnTo>
                            <a:lnTo>
                              <a:pt x="1530" y="670"/>
                            </a:lnTo>
                            <a:lnTo>
                              <a:pt x="1532" y="670"/>
                            </a:lnTo>
                            <a:lnTo>
                              <a:pt x="1535" y="670"/>
                            </a:lnTo>
                            <a:lnTo>
                              <a:pt x="1537" y="671"/>
                            </a:lnTo>
                            <a:lnTo>
                              <a:pt x="1540" y="671"/>
                            </a:lnTo>
                            <a:lnTo>
                              <a:pt x="1542" y="672"/>
                            </a:lnTo>
                            <a:lnTo>
                              <a:pt x="1544" y="672"/>
                            </a:lnTo>
                            <a:lnTo>
                              <a:pt x="1547" y="672"/>
                            </a:lnTo>
                            <a:lnTo>
                              <a:pt x="1549" y="672"/>
                            </a:lnTo>
                            <a:lnTo>
                              <a:pt x="1552" y="673"/>
                            </a:lnTo>
                            <a:lnTo>
                              <a:pt x="1554" y="673"/>
                            </a:lnTo>
                            <a:lnTo>
                              <a:pt x="1557" y="673"/>
                            </a:lnTo>
                            <a:lnTo>
                              <a:pt x="1559" y="674"/>
                            </a:lnTo>
                            <a:lnTo>
                              <a:pt x="1561" y="674"/>
                            </a:lnTo>
                            <a:lnTo>
                              <a:pt x="1564" y="675"/>
                            </a:lnTo>
                            <a:lnTo>
                              <a:pt x="1566" y="675"/>
                            </a:lnTo>
                            <a:lnTo>
                              <a:pt x="1569" y="675"/>
                            </a:lnTo>
                            <a:lnTo>
                              <a:pt x="1571" y="675"/>
                            </a:lnTo>
                            <a:lnTo>
                              <a:pt x="1573" y="676"/>
                            </a:lnTo>
                            <a:lnTo>
                              <a:pt x="1576" y="676"/>
                            </a:lnTo>
                            <a:lnTo>
                              <a:pt x="1578" y="676"/>
                            </a:lnTo>
                            <a:lnTo>
                              <a:pt x="1581" y="676"/>
                            </a:lnTo>
                            <a:lnTo>
                              <a:pt x="1583" y="675"/>
                            </a:lnTo>
                            <a:lnTo>
                              <a:pt x="1585" y="673"/>
                            </a:lnTo>
                            <a:lnTo>
                              <a:pt x="1588" y="671"/>
                            </a:lnTo>
                            <a:lnTo>
                              <a:pt x="1590" y="668"/>
                            </a:lnTo>
                            <a:lnTo>
                              <a:pt x="1593" y="665"/>
                            </a:lnTo>
                            <a:lnTo>
                              <a:pt x="1595" y="661"/>
                            </a:lnTo>
                            <a:lnTo>
                              <a:pt x="1597" y="657"/>
                            </a:lnTo>
                            <a:lnTo>
                              <a:pt x="1600" y="653"/>
                            </a:lnTo>
                            <a:lnTo>
                              <a:pt x="1602" y="649"/>
                            </a:lnTo>
                            <a:lnTo>
                              <a:pt x="1605" y="645"/>
                            </a:lnTo>
                            <a:lnTo>
                              <a:pt x="1607" y="641"/>
                            </a:lnTo>
                            <a:lnTo>
                              <a:pt x="1609" y="636"/>
                            </a:lnTo>
                            <a:lnTo>
                              <a:pt x="1612" y="632"/>
                            </a:lnTo>
                            <a:lnTo>
                              <a:pt x="1614" y="627"/>
                            </a:lnTo>
                            <a:lnTo>
                              <a:pt x="1617" y="623"/>
                            </a:lnTo>
                            <a:lnTo>
                              <a:pt x="1619" y="618"/>
                            </a:lnTo>
                            <a:lnTo>
                              <a:pt x="1621" y="614"/>
                            </a:lnTo>
                            <a:lnTo>
                              <a:pt x="1624" y="609"/>
                            </a:lnTo>
                            <a:lnTo>
                              <a:pt x="1626" y="604"/>
                            </a:lnTo>
                            <a:lnTo>
                              <a:pt x="1629" y="599"/>
                            </a:lnTo>
                            <a:lnTo>
                              <a:pt x="1631" y="594"/>
                            </a:lnTo>
                            <a:lnTo>
                              <a:pt x="1633" y="589"/>
                            </a:lnTo>
                            <a:lnTo>
                              <a:pt x="1636" y="584"/>
                            </a:lnTo>
                            <a:lnTo>
                              <a:pt x="1638" y="579"/>
                            </a:lnTo>
                            <a:lnTo>
                              <a:pt x="1641" y="574"/>
                            </a:lnTo>
                            <a:lnTo>
                              <a:pt x="1643" y="568"/>
                            </a:lnTo>
                            <a:lnTo>
                              <a:pt x="1645" y="563"/>
                            </a:lnTo>
                            <a:lnTo>
                              <a:pt x="1648" y="558"/>
                            </a:lnTo>
                            <a:lnTo>
                              <a:pt x="1650" y="552"/>
                            </a:lnTo>
                            <a:lnTo>
                              <a:pt x="1653" y="546"/>
                            </a:lnTo>
                            <a:lnTo>
                              <a:pt x="1655" y="541"/>
                            </a:lnTo>
                            <a:lnTo>
                              <a:pt x="1657" y="535"/>
                            </a:lnTo>
                            <a:lnTo>
                              <a:pt x="1660" y="530"/>
                            </a:lnTo>
                            <a:lnTo>
                              <a:pt x="1662" y="524"/>
                            </a:lnTo>
                            <a:lnTo>
                              <a:pt x="1665" y="518"/>
                            </a:lnTo>
                            <a:lnTo>
                              <a:pt x="1667" y="512"/>
                            </a:lnTo>
                            <a:lnTo>
                              <a:pt x="1669" y="507"/>
                            </a:lnTo>
                            <a:lnTo>
                              <a:pt x="1672" y="501"/>
                            </a:lnTo>
                            <a:lnTo>
                              <a:pt x="1674" y="495"/>
                            </a:lnTo>
                            <a:lnTo>
                              <a:pt x="1677" y="489"/>
                            </a:lnTo>
                            <a:lnTo>
                              <a:pt x="1679" y="483"/>
                            </a:lnTo>
                            <a:lnTo>
                              <a:pt x="1681" y="477"/>
                            </a:lnTo>
                            <a:lnTo>
                              <a:pt x="1684" y="472"/>
                            </a:lnTo>
                            <a:lnTo>
                              <a:pt x="1686" y="466"/>
                            </a:lnTo>
                            <a:lnTo>
                              <a:pt x="1689" y="460"/>
                            </a:lnTo>
                            <a:lnTo>
                              <a:pt x="1691" y="454"/>
                            </a:lnTo>
                            <a:lnTo>
                              <a:pt x="1693" y="448"/>
                            </a:lnTo>
                            <a:lnTo>
                              <a:pt x="1696" y="442"/>
                            </a:lnTo>
                            <a:lnTo>
                              <a:pt x="1698" y="437"/>
                            </a:lnTo>
                            <a:lnTo>
                              <a:pt x="1701" y="431"/>
                            </a:lnTo>
                            <a:lnTo>
                              <a:pt x="1703" y="425"/>
                            </a:lnTo>
                            <a:lnTo>
                              <a:pt x="1705" y="420"/>
                            </a:lnTo>
                            <a:lnTo>
                              <a:pt x="1708" y="414"/>
                            </a:lnTo>
                            <a:lnTo>
                              <a:pt x="1710" y="409"/>
                            </a:lnTo>
                            <a:lnTo>
                              <a:pt x="1713" y="403"/>
                            </a:lnTo>
                            <a:lnTo>
                              <a:pt x="1715" y="398"/>
                            </a:lnTo>
                            <a:lnTo>
                              <a:pt x="1717" y="392"/>
                            </a:lnTo>
                            <a:lnTo>
                              <a:pt x="1720" y="388"/>
                            </a:lnTo>
                            <a:lnTo>
                              <a:pt x="1722" y="382"/>
                            </a:lnTo>
                            <a:lnTo>
                              <a:pt x="1725" y="377"/>
                            </a:lnTo>
                            <a:lnTo>
                              <a:pt x="1727" y="372"/>
                            </a:lnTo>
                            <a:lnTo>
                              <a:pt x="1730" y="366"/>
                            </a:lnTo>
                            <a:lnTo>
                              <a:pt x="1732" y="361"/>
                            </a:lnTo>
                            <a:lnTo>
                              <a:pt x="1734" y="356"/>
                            </a:lnTo>
                            <a:lnTo>
                              <a:pt x="1737" y="351"/>
                            </a:lnTo>
                            <a:lnTo>
                              <a:pt x="1739" y="346"/>
                            </a:lnTo>
                            <a:lnTo>
                              <a:pt x="1742" y="341"/>
                            </a:lnTo>
                            <a:lnTo>
                              <a:pt x="1744" y="336"/>
                            </a:lnTo>
                            <a:lnTo>
                              <a:pt x="1746" y="331"/>
                            </a:lnTo>
                            <a:lnTo>
                              <a:pt x="1749" y="326"/>
                            </a:lnTo>
                            <a:lnTo>
                              <a:pt x="1751" y="322"/>
                            </a:lnTo>
                            <a:lnTo>
                              <a:pt x="1754" y="317"/>
                            </a:lnTo>
                            <a:lnTo>
                              <a:pt x="1756" y="312"/>
                            </a:lnTo>
                            <a:lnTo>
                              <a:pt x="1758" y="307"/>
                            </a:lnTo>
                            <a:lnTo>
                              <a:pt x="1761" y="303"/>
                            </a:lnTo>
                            <a:lnTo>
                              <a:pt x="1763" y="298"/>
                            </a:lnTo>
                            <a:lnTo>
                              <a:pt x="1766" y="293"/>
                            </a:lnTo>
                            <a:lnTo>
                              <a:pt x="1768" y="289"/>
                            </a:lnTo>
                            <a:lnTo>
                              <a:pt x="1771" y="284"/>
                            </a:lnTo>
                            <a:lnTo>
                              <a:pt x="1773" y="280"/>
                            </a:lnTo>
                            <a:lnTo>
                              <a:pt x="1775" y="276"/>
                            </a:lnTo>
                            <a:lnTo>
                              <a:pt x="1778" y="271"/>
                            </a:lnTo>
                            <a:lnTo>
                              <a:pt x="1780" y="267"/>
                            </a:lnTo>
                            <a:lnTo>
                              <a:pt x="1783" y="263"/>
                            </a:lnTo>
                            <a:lnTo>
                              <a:pt x="1785" y="259"/>
                            </a:lnTo>
                            <a:lnTo>
                              <a:pt x="1787" y="254"/>
                            </a:lnTo>
                            <a:lnTo>
                              <a:pt x="1790" y="250"/>
                            </a:lnTo>
                            <a:lnTo>
                              <a:pt x="1792" y="246"/>
                            </a:lnTo>
                            <a:lnTo>
                              <a:pt x="1795" y="242"/>
                            </a:lnTo>
                            <a:lnTo>
                              <a:pt x="1797" y="238"/>
                            </a:lnTo>
                            <a:lnTo>
                              <a:pt x="1799" y="234"/>
                            </a:lnTo>
                            <a:lnTo>
                              <a:pt x="1802" y="230"/>
                            </a:lnTo>
                            <a:lnTo>
                              <a:pt x="1804" y="226"/>
                            </a:lnTo>
                            <a:lnTo>
                              <a:pt x="1807" y="222"/>
                            </a:lnTo>
                            <a:lnTo>
                              <a:pt x="1809" y="219"/>
                            </a:lnTo>
                            <a:lnTo>
                              <a:pt x="1811" y="215"/>
                            </a:lnTo>
                            <a:lnTo>
                              <a:pt x="1814" y="211"/>
                            </a:lnTo>
                            <a:lnTo>
                              <a:pt x="1816" y="207"/>
                            </a:lnTo>
                            <a:lnTo>
                              <a:pt x="1819" y="204"/>
                            </a:lnTo>
                            <a:lnTo>
                              <a:pt x="1821" y="200"/>
                            </a:lnTo>
                            <a:lnTo>
                              <a:pt x="1824" y="197"/>
                            </a:lnTo>
                            <a:lnTo>
                              <a:pt x="1826" y="193"/>
                            </a:lnTo>
                            <a:lnTo>
                              <a:pt x="1828" y="190"/>
                            </a:lnTo>
                            <a:lnTo>
                              <a:pt x="1831" y="187"/>
                            </a:lnTo>
                            <a:lnTo>
                              <a:pt x="1833" y="184"/>
                            </a:lnTo>
                            <a:lnTo>
                              <a:pt x="1836" y="180"/>
                            </a:lnTo>
                            <a:lnTo>
                              <a:pt x="1838" y="177"/>
                            </a:lnTo>
                            <a:lnTo>
                              <a:pt x="1840" y="174"/>
                            </a:lnTo>
                            <a:lnTo>
                              <a:pt x="1843" y="170"/>
                            </a:lnTo>
                            <a:lnTo>
                              <a:pt x="1845" y="167"/>
                            </a:lnTo>
                            <a:lnTo>
                              <a:pt x="1848" y="164"/>
                            </a:lnTo>
                            <a:lnTo>
                              <a:pt x="1850" y="161"/>
                            </a:lnTo>
                            <a:lnTo>
                              <a:pt x="1852" y="158"/>
                            </a:lnTo>
                            <a:lnTo>
                              <a:pt x="1855" y="155"/>
                            </a:lnTo>
                            <a:lnTo>
                              <a:pt x="1857" y="152"/>
                            </a:lnTo>
                            <a:lnTo>
                              <a:pt x="1860" y="149"/>
                            </a:lnTo>
                            <a:lnTo>
                              <a:pt x="1862" y="147"/>
                            </a:lnTo>
                            <a:lnTo>
                              <a:pt x="1864" y="144"/>
                            </a:lnTo>
                            <a:lnTo>
                              <a:pt x="1867" y="141"/>
                            </a:lnTo>
                            <a:lnTo>
                              <a:pt x="1869" y="139"/>
                            </a:lnTo>
                            <a:lnTo>
                              <a:pt x="1872" y="136"/>
                            </a:lnTo>
                            <a:lnTo>
                              <a:pt x="1874" y="134"/>
                            </a:lnTo>
                            <a:lnTo>
                              <a:pt x="1876" y="131"/>
                            </a:lnTo>
                            <a:lnTo>
                              <a:pt x="1879" y="129"/>
                            </a:lnTo>
                            <a:lnTo>
                              <a:pt x="1881" y="127"/>
                            </a:lnTo>
                            <a:lnTo>
                              <a:pt x="1884" y="124"/>
                            </a:lnTo>
                            <a:lnTo>
                              <a:pt x="1886" y="122"/>
                            </a:lnTo>
                            <a:lnTo>
                              <a:pt x="1888" y="119"/>
                            </a:lnTo>
                            <a:lnTo>
                              <a:pt x="1891" y="117"/>
                            </a:lnTo>
                            <a:lnTo>
                              <a:pt x="1893" y="115"/>
                            </a:lnTo>
                            <a:lnTo>
                              <a:pt x="1896" y="113"/>
                            </a:lnTo>
                            <a:lnTo>
                              <a:pt x="1898" y="110"/>
                            </a:lnTo>
                            <a:lnTo>
                              <a:pt x="1900" y="108"/>
                            </a:lnTo>
                            <a:lnTo>
                              <a:pt x="1903" y="106"/>
                            </a:lnTo>
                            <a:lnTo>
                              <a:pt x="1905" y="104"/>
                            </a:lnTo>
                            <a:lnTo>
                              <a:pt x="1908" y="102"/>
                            </a:lnTo>
                            <a:lnTo>
                              <a:pt x="1910" y="99"/>
                            </a:lnTo>
                            <a:lnTo>
                              <a:pt x="1912" y="97"/>
                            </a:lnTo>
                            <a:lnTo>
                              <a:pt x="1915" y="95"/>
                            </a:lnTo>
                            <a:lnTo>
                              <a:pt x="1917" y="93"/>
                            </a:lnTo>
                            <a:lnTo>
                              <a:pt x="1920" y="91"/>
                            </a:lnTo>
                            <a:lnTo>
                              <a:pt x="1922" y="89"/>
                            </a:lnTo>
                            <a:lnTo>
                              <a:pt x="1924" y="87"/>
                            </a:lnTo>
                            <a:lnTo>
                              <a:pt x="1927" y="85"/>
                            </a:lnTo>
                            <a:lnTo>
                              <a:pt x="1929" y="83"/>
                            </a:lnTo>
                            <a:lnTo>
                              <a:pt x="1932" y="81"/>
                            </a:lnTo>
                            <a:lnTo>
                              <a:pt x="1934" y="79"/>
                            </a:lnTo>
                            <a:lnTo>
                              <a:pt x="1936" y="78"/>
                            </a:lnTo>
                            <a:lnTo>
                              <a:pt x="1939" y="76"/>
                            </a:lnTo>
                            <a:lnTo>
                              <a:pt x="1941" y="74"/>
                            </a:lnTo>
                            <a:lnTo>
                              <a:pt x="1944" y="72"/>
                            </a:lnTo>
                            <a:lnTo>
                              <a:pt x="1946" y="70"/>
                            </a:lnTo>
                            <a:lnTo>
                              <a:pt x="1948" y="68"/>
                            </a:lnTo>
                            <a:lnTo>
                              <a:pt x="1951" y="67"/>
                            </a:lnTo>
                            <a:lnTo>
                              <a:pt x="1953" y="65"/>
                            </a:lnTo>
                            <a:lnTo>
                              <a:pt x="1956" y="63"/>
                            </a:lnTo>
                            <a:lnTo>
                              <a:pt x="1958" y="61"/>
                            </a:lnTo>
                            <a:lnTo>
                              <a:pt x="1960" y="60"/>
                            </a:lnTo>
                            <a:lnTo>
                              <a:pt x="1963" y="58"/>
                            </a:lnTo>
                            <a:lnTo>
                              <a:pt x="1965" y="57"/>
                            </a:lnTo>
                            <a:lnTo>
                              <a:pt x="1968" y="56"/>
                            </a:lnTo>
                            <a:lnTo>
                              <a:pt x="1970" y="54"/>
                            </a:lnTo>
                            <a:lnTo>
                              <a:pt x="1972" y="53"/>
                            </a:lnTo>
                            <a:lnTo>
                              <a:pt x="1975" y="51"/>
                            </a:lnTo>
                            <a:lnTo>
                              <a:pt x="1977" y="50"/>
                            </a:lnTo>
                            <a:lnTo>
                              <a:pt x="1980" y="48"/>
                            </a:lnTo>
                            <a:lnTo>
                              <a:pt x="1982" y="47"/>
                            </a:lnTo>
                            <a:lnTo>
                              <a:pt x="1984" y="46"/>
                            </a:lnTo>
                            <a:lnTo>
                              <a:pt x="1987" y="45"/>
                            </a:lnTo>
                            <a:lnTo>
                              <a:pt x="1989" y="44"/>
                            </a:lnTo>
                            <a:lnTo>
                              <a:pt x="1992" y="42"/>
                            </a:lnTo>
                            <a:lnTo>
                              <a:pt x="1994" y="41"/>
                            </a:lnTo>
                            <a:lnTo>
                              <a:pt x="1997" y="40"/>
                            </a:lnTo>
                            <a:lnTo>
                              <a:pt x="1999" y="39"/>
                            </a:lnTo>
                            <a:lnTo>
                              <a:pt x="2001" y="38"/>
                            </a:lnTo>
                            <a:lnTo>
                              <a:pt x="2004" y="37"/>
                            </a:lnTo>
                            <a:lnTo>
                              <a:pt x="2006" y="36"/>
                            </a:lnTo>
                            <a:lnTo>
                              <a:pt x="2009" y="35"/>
                            </a:lnTo>
                            <a:lnTo>
                              <a:pt x="2011" y="34"/>
                            </a:lnTo>
                            <a:lnTo>
                              <a:pt x="2013" y="33"/>
                            </a:lnTo>
                            <a:lnTo>
                              <a:pt x="2016" y="31"/>
                            </a:lnTo>
                            <a:lnTo>
                              <a:pt x="2018" y="30"/>
                            </a:lnTo>
                            <a:lnTo>
                              <a:pt x="2021" y="30"/>
                            </a:lnTo>
                            <a:lnTo>
                              <a:pt x="2023" y="28"/>
                            </a:lnTo>
                            <a:lnTo>
                              <a:pt x="2025" y="27"/>
                            </a:lnTo>
                            <a:lnTo>
                              <a:pt x="2028" y="27"/>
                            </a:lnTo>
                            <a:lnTo>
                              <a:pt x="2030" y="25"/>
                            </a:lnTo>
                            <a:lnTo>
                              <a:pt x="2033" y="25"/>
                            </a:lnTo>
                            <a:lnTo>
                              <a:pt x="2035" y="24"/>
                            </a:lnTo>
                            <a:lnTo>
                              <a:pt x="2038" y="23"/>
                            </a:lnTo>
                            <a:lnTo>
                              <a:pt x="2040" y="22"/>
                            </a:lnTo>
                            <a:lnTo>
                              <a:pt x="2042" y="21"/>
                            </a:lnTo>
                            <a:lnTo>
                              <a:pt x="2045" y="20"/>
                            </a:lnTo>
                            <a:lnTo>
                              <a:pt x="2047" y="20"/>
                            </a:lnTo>
                            <a:lnTo>
                              <a:pt x="2050" y="19"/>
                            </a:lnTo>
                            <a:lnTo>
                              <a:pt x="2052" y="18"/>
                            </a:lnTo>
                            <a:lnTo>
                              <a:pt x="2054" y="18"/>
                            </a:lnTo>
                            <a:lnTo>
                              <a:pt x="2057" y="17"/>
                            </a:lnTo>
                            <a:lnTo>
                              <a:pt x="2059" y="16"/>
                            </a:lnTo>
                            <a:lnTo>
                              <a:pt x="2062" y="16"/>
                            </a:lnTo>
                            <a:lnTo>
                              <a:pt x="2064" y="15"/>
                            </a:lnTo>
                            <a:lnTo>
                              <a:pt x="2066" y="15"/>
                            </a:lnTo>
                            <a:lnTo>
                              <a:pt x="2069" y="14"/>
                            </a:lnTo>
                            <a:lnTo>
                              <a:pt x="2071" y="13"/>
                            </a:lnTo>
                            <a:lnTo>
                              <a:pt x="2074" y="13"/>
                            </a:lnTo>
                            <a:lnTo>
                              <a:pt x="2076" y="13"/>
                            </a:lnTo>
                            <a:lnTo>
                              <a:pt x="2078" y="12"/>
                            </a:lnTo>
                            <a:lnTo>
                              <a:pt x="2081" y="12"/>
                            </a:lnTo>
                            <a:lnTo>
                              <a:pt x="2083" y="12"/>
                            </a:lnTo>
                            <a:lnTo>
                              <a:pt x="2086" y="11"/>
                            </a:lnTo>
                            <a:lnTo>
                              <a:pt x="2088" y="10"/>
                            </a:lnTo>
                            <a:lnTo>
                              <a:pt x="2091" y="10"/>
                            </a:lnTo>
                            <a:lnTo>
                              <a:pt x="2093" y="10"/>
                            </a:lnTo>
                            <a:lnTo>
                              <a:pt x="2095" y="9"/>
                            </a:lnTo>
                            <a:lnTo>
                              <a:pt x="2098" y="9"/>
                            </a:lnTo>
                            <a:lnTo>
                              <a:pt x="2100" y="8"/>
                            </a:lnTo>
                            <a:lnTo>
                              <a:pt x="2103" y="8"/>
                            </a:lnTo>
                            <a:lnTo>
                              <a:pt x="2105" y="7"/>
                            </a:lnTo>
                            <a:lnTo>
                              <a:pt x="2107" y="7"/>
                            </a:lnTo>
                            <a:lnTo>
                              <a:pt x="2110" y="7"/>
                            </a:lnTo>
                            <a:lnTo>
                              <a:pt x="2112" y="6"/>
                            </a:lnTo>
                            <a:lnTo>
                              <a:pt x="2115" y="6"/>
                            </a:lnTo>
                            <a:lnTo>
                              <a:pt x="2117" y="5"/>
                            </a:lnTo>
                            <a:lnTo>
                              <a:pt x="2119" y="5"/>
                            </a:lnTo>
                            <a:lnTo>
                              <a:pt x="2122" y="5"/>
                            </a:lnTo>
                            <a:lnTo>
                              <a:pt x="2124" y="4"/>
                            </a:lnTo>
                            <a:lnTo>
                              <a:pt x="2127" y="4"/>
                            </a:lnTo>
                            <a:lnTo>
                              <a:pt x="2129" y="4"/>
                            </a:lnTo>
                            <a:lnTo>
                              <a:pt x="2131" y="3"/>
                            </a:lnTo>
                            <a:lnTo>
                              <a:pt x="2134" y="3"/>
                            </a:lnTo>
                            <a:lnTo>
                              <a:pt x="2136" y="2"/>
                            </a:lnTo>
                            <a:lnTo>
                              <a:pt x="2139" y="2"/>
                            </a:lnTo>
                            <a:lnTo>
                              <a:pt x="2141" y="2"/>
                            </a:lnTo>
                            <a:lnTo>
                              <a:pt x="2143" y="1"/>
                            </a:lnTo>
                            <a:lnTo>
                              <a:pt x="2146" y="1"/>
                            </a:lnTo>
                            <a:lnTo>
                              <a:pt x="2148" y="1"/>
                            </a:lnTo>
                            <a:lnTo>
                              <a:pt x="2151" y="1"/>
                            </a:lnTo>
                            <a:lnTo>
                              <a:pt x="2153" y="1"/>
                            </a:lnTo>
                            <a:lnTo>
                              <a:pt x="2155" y="0"/>
                            </a:lnTo>
                            <a:lnTo>
                              <a:pt x="2158" y="1"/>
                            </a:lnTo>
                            <a:lnTo>
                              <a:pt x="2160" y="1"/>
                            </a:lnTo>
                            <a:lnTo>
                              <a:pt x="2163" y="1"/>
                            </a:lnTo>
                            <a:lnTo>
                              <a:pt x="2165" y="1"/>
                            </a:lnTo>
                            <a:lnTo>
                              <a:pt x="2166" y="1"/>
                            </a:lnTo>
                          </a:path>
                        </a:pathLst>
                      </a:custGeom>
                      <a:noFill/>
                      <a:ln w="17526" cap="flat">
                        <a:solidFill>
                          <a:srgbClr val="FF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dirty="0"/>
                      </a:p>
                    </p:txBody>
                  </p:sp>
                </p:grpSp>
              </p:grpSp>
              <p:grpSp>
                <p:nvGrpSpPr>
                  <p:cNvPr id="307" name="그룹 306">
                    <a:extLst>
                      <a:ext uri="{FF2B5EF4-FFF2-40B4-BE49-F238E27FC236}">
                        <a16:creationId xmlns:a16="http://schemas.microsoft.com/office/drawing/2014/main" id="{39FB3278-4DD1-4629-BB13-496C403D9531}"/>
                      </a:ext>
                    </a:extLst>
                  </p:cNvPr>
                  <p:cNvGrpSpPr/>
                  <p:nvPr/>
                </p:nvGrpSpPr>
                <p:grpSpPr>
                  <a:xfrm>
                    <a:off x="5876274" y="2943225"/>
                    <a:ext cx="3439315" cy="1101725"/>
                    <a:chOff x="2256880" y="1022999"/>
                    <a:chExt cx="3439315" cy="1101725"/>
                  </a:xfrm>
                </p:grpSpPr>
                <p:sp>
                  <p:nvSpPr>
                    <p:cNvPr id="308" name="Freeform 24">
                      <a:extLst>
                        <a:ext uri="{FF2B5EF4-FFF2-40B4-BE49-F238E27FC236}">
                          <a16:creationId xmlns:a16="http://schemas.microsoft.com/office/drawing/2014/main" id="{B9FF988B-FC46-4D63-9EC3-ACA4FBF2EDC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56880" y="1022999"/>
                      <a:ext cx="3438525" cy="1101725"/>
                    </a:xfrm>
                    <a:custGeom>
                      <a:avLst/>
                      <a:gdLst>
                        <a:gd name="T0" fmla="*/ 1111 w 2166"/>
                        <a:gd name="T1" fmla="*/ 509 h 694"/>
                        <a:gd name="T2" fmla="*/ 1042 w 2166"/>
                        <a:gd name="T3" fmla="*/ 492 h 694"/>
                        <a:gd name="T4" fmla="*/ 972 w 2166"/>
                        <a:gd name="T5" fmla="*/ 472 h 694"/>
                        <a:gd name="T6" fmla="*/ 902 w 2166"/>
                        <a:gd name="T7" fmla="*/ 452 h 694"/>
                        <a:gd name="T8" fmla="*/ 833 w 2166"/>
                        <a:gd name="T9" fmla="*/ 432 h 694"/>
                        <a:gd name="T10" fmla="*/ 763 w 2166"/>
                        <a:gd name="T11" fmla="*/ 413 h 694"/>
                        <a:gd name="T12" fmla="*/ 693 w 2166"/>
                        <a:gd name="T13" fmla="*/ 395 h 694"/>
                        <a:gd name="T14" fmla="*/ 623 w 2166"/>
                        <a:gd name="T15" fmla="*/ 373 h 694"/>
                        <a:gd name="T16" fmla="*/ 554 w 2166"/>
                        <a:gd name="T17" fmla="*/ 346 h 694"/>
                        <a:gd name="T18" fmla="*/ 484 w 2166"/>
                        <a:gd name="T19" fmla="*/ 304 h 694"/>
                        <a:gd name="T20" fmla="*/ 414 w 2166"/>
                        <a:gd name="T21" fmla="*/ 244 h 694"/>
                        <a:gd name="T22" fmla="*/ 344 w 2166"/>
                        <a:gd name="T23" fmla="*/ 213 h 694"/>
                        <a:gd name="T24" fmla="*/ 275 w 2166"/>
                        <a:gd name="T25" fmla="*/ 221 h 694"/>
                        <a:gd name="T26" fmla="*/ 205 w 2166"/>
                        <a:gd name="T27" fmla="*/ 216 h 694"/>
                        <a:gd name="T28" fmla="*/ 135 w 2166"/>
                        <a:gd name="T29" fmla="*/ 207 h 694"/>
                        <a:gd name="T30" fmla="*/ 65 w 2166"/>
                        <a:gd name="T31" fmla="*/ 187 h 694"/>
                        <a:gd name="T32" fmla="*/ 3 w 2166"/>
                        <a:gd name="T33" fmla="*/ 307 h 694"/>
                        <a:gd name="T34" fmla="*/ 72 w 2166"/>
                        <a:gd name="T35" fmla="*/ 301 h 694"/>
                        <a:gd name="T36" fmla="*/ 142 w 2166"/>
                        <a:gd name="T37" fmla="*/ 300 h 694"/>
                        <a:gd name="T38" fmla="*/ 212 w 2166"/>
                        <a:gd name="T39" fmla="*/ 292 h 694"/>
                        <a:gd name="T40" fmla="*/ 282 w 2166"/>
                        <a:gd name="T41" fmla="*/ 295 h 694"/>
                        <a:gd name="T42" fmla="*/ 351 w 2166"/>
                        <a:gd name="T43" fmla="*/ 295 h 694"/>
                        <a:gd name="T44" fmla="*/ 421 w 2166"/>
                        <a:gd name="T45" fmla="*/ 347 h 694"/>
                        <a:gd name="T46" fmla="*/ 491 w 2166"/>
                        <a:gd name="T47" fmla="*/ 400 h 694"/>
                        <a:gd name="T48" fmla="*/ 561 w 2166"/>
                        <a:gd name="T49" fmla="*/ 443 h 694"/>
                        <a:gd name="T50" fmla="*/ 630 w 2166"/>
                        <a:gd name="T51" fmla="*/ 482 h 694"/>
                        <a:gd name="T52" fmla="*/ 700 w 2166"/>
                        <a:gd name="T53" fmla="*/ 512 h 694"/>
                        <a:gd name="T54" fmla="*/ 770 w 2166"/>
                        <a:gd name="T55" fmla="*/ 537 h 694"/>
                        <a:gd name="T56" fmla="*/ 840 w 2166"/>
                        <a:gd name="T57" fmla="*/ 558 h 694"/>
                        <a:gd name="T58" fmla="*/ 909 w 2166"/>
                        <a:gd name="T59" fmla="*/ 577 h 694"/>
                        <a:gd name="T60" fmla="*/ 979 w 2166"/>
                        <a:gd name="T61" fmla="*/ 596 h 694"/>
                        <a:gd name="T62" fmla="*/ 1049 w 2166"/>
                        <a:gd name="T63" fmla="*/ 612 h 694"/>
                        <a:gd name="T64" fmla="*/ 1119 w 2166"/>
                        <a:gd name="T65" fmla="*/ 628 h 694"/>
                        <a:gd name="T66" fmla="*/ 1188 w 2166"/>
                        <a:gd name="T67" fmla="*/ 641 h 694"/>
                        <a:gd name="T68" fmla="*/ 1258 w 2166"/>
                        <a:gd name="T69" fmla="*/ 653 h 694"/>
                        <a:gd name="T70" fmla="*/ 1328 w 2166"/>
                        <a:gd name="T71" fmla="*/ 663 h 694"/>
                        <a:gd name="T72" fmla="*/ 1398 w 2166"/>
                        <a:gd name="T73" fmla="*/ 672 h 694"/>
                        <a:gd name="T74" fmla="*/ 1467 w 2166"/>
                        <a:gd name="T75" fmla="*/ 683 h 694"/>
                        <a:gd name="T76" fmla="*/ 1537 w 2166"/>
                        <a:gd name="T77" fmla="*/ 690 h 694"/>
                        <a:gd name="T78" fmla="*/ 1607 w 2166"/>
                        <a:gd name="T79" fmla="*/ 657 h 694"/>
                        <a:gd name="T80" fmla="*/ 1677 w 2166"/>
                        <a:gd name="T81" fmla="*/ 526 h 694"/>
                        <a:gd name="T82" fmla="*/ 1746 w 2166"/>
                        <a:gd name="T83" fmla="*/ 387 h 694"/>
                        <a:gd name="T84" fmla="*/ 1816 w 2166"/>
                        <a:gd name="T85" fmla="*/ 270 h 694"/>
                        <a:gd name="T86" fmla="*/ 1886 w 2166"/>
                        <a:gd name="T87" fmla="*/ 181 h 694"/>
                        <a:gd name="T88" fmla="*/ 1956 w 2166"/>
                        <a:gd name="T89" fmla="*/ 121 h 694"/>
                        <a:gd name="T90" fmla="*/ 2025 w 2166"/>
                        <a:gd name="T91" fmla="*/ 90 h 694"/>
                        <a:gd name="T92" fmla="*/ 2095 w 2166"/>
                        <a:gd name="T93" fmla="*/ 65 h 694"/>
                        <a:gd name="T94" fmla="*/ 2165 w 2166"/>
                        <a:gd name="T95" fmla="*/ 62 h 694"/>
                        <a:gd name="T96" fmla="*/ 2105 w 2166"/>
                        <a:gd name="T97" fmla="*/ 5 h 694"/>
                        <a:gd name="T98" fmla="*/ 2035 w 2166"/>
                        <a:gd name="T99" fmla="*/ 2 h 694"/>
                        <a:gd name="T100" fmla="*/ 1965 w 2166"/>
                        <a:gd name="T101" fmla="*/ 23 h 694"/>
                        <a:gd name="T102" fmla="*/ 1896 w 2166"/>
                        <a:gd name="T103" fmla="*/ 59 h 694"/>
                        <a:gd name="T104" fmla="*/ 1826 w 2166"/>
                        <a:gd name="T105" fmla="*/ 109 h 694"/>
                        <a:gd name="T106" fmla="*/ 1756 w 2166"/>
                        <a:gd name="T107" fmla="*/ 198 h 694"/>
                        <a:gd name="T108" fmla="*/ 1686 w 2166"/>
                        <a:gd name="T109" fmla="*/ 330 h 694"/>
                        <a:gd name="T110" fmla="*/ 1617 w 2166"/>
                        <a:gd name="T111" fmla="*/ 477 h 694"/>
                        <a:gd name="T112" fmla="*/ 1547 w 2166"/>
                        <a:gd name="T113" fmla="*/ 543 h 694"/>
                        <a:gd name="T114" fmla="*/ 1477 w 2166"/>
                        <a:gd name="T115" fmla="*/ 545 h 694"/>
                        <a:gd name="T116" fmla="*/ 1407 w 2166"/>
                        <a:gd name="T117" fmla="*/ 545 h 694"/>
                        <a:gd name="T118" fmla="*/ 1338 w 2166"/>
                        <a:gd name="T119" fmla="*/ 541 h 694"/>
                        <a:gd name="T120" fmla="*/ 1268 w 2166"/>
                        <a:gd name="T121" fmla="*/ 534 h 694"/>
                        <a:gd name="T122" fmla="*/ 1198 w 2166"/>
                        <a:gd name="T123" fmla="*/ 525 h 6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2166" h="694">
                          <a:moveTo>
                            <a:pt x="1179" y="522"/>
                          </a:moveTo>
                          <a:lnTo>
                            <a:pt x="1176" y="521"/>
                          </a:lnTo>
                          <a:lnTo>
                            <a:pt x="1174" y="521"/>
                          </a:lnTo>
                          <a:lnTo>
                            <a:pt x="1171" y="520"/>
                          </a:lnTo>
                          <a:lnTo>
                            <a:pt x="1169" y="520"/>
                          </a:lnTo>
                          <a:lnTo>
                            <a:pt x="1167" y="519"/>
                          </a:lnTo>
                          <a:lnTo>
                            <a:pt x="1164" y="519"/>
                          </a:lnTo>
                          <a:lnTo>
                            <a:pt x="1162" y="519"/>
                          </a:lnTo>
                          <a:lnTo>
                            <a:pt x="1159" y="518"/>
                          </a:lnTo>
                          <a:lnTo>
                            <a:pt x="1157" y="518"/>
                          </a:lnTo>
                          <a:lnTo>
                            <a:pt x="1155" y="518"/>
                          </a:lnTo>
                          <a:lnTo>
                            <a:pt x="1152" y="517"/>
                          </a:lnTo>
                          <a:lnTo>
                            <a:pt x="1150" y="516"/>
                          </a:lnTo>
                          <a:lnTo>
                            <a:pt x="1147" y="516"/>
                          </a:lnTo>
                          <a:lnTo>
                            <a:pt x="1145" y="516"/>
                          </a:lnTo>
                          <a:lnTo>
                            <a:pt x="1143" y="515"/>
                          </a:lnTo>
                          <a:lnTo>
                            <a:pt x="1140" y="515"/>
                          </a:lnTo>
                          <a:lnTo>
                            <a:pt x="1138" y="514"/>
                          </a:lnTo>
                          <a:lnTo>
                            <a:pt x="1135" y="514"/>
                          </a:lnTo>
                          <a:lnTo>
                            <a:pt x="1133" y="513"/>
                          </a:lnTo>
                          <a:lnTo>
                            <a:pt x="1131" y="513"/>
                          </a:lnTo>
                          <a:lnTo>
                            <a:pt x="1128" y="513"/>
                          </a:lnTo>
                          <a:lnTo>
                            <a:pt x="1126" y="512"/>
                          </a:lnTo>
                          <a:lnTo>
                            <a:pt x="1123" y="511"/>
                          </a:lnTo>
                          <a:lnTo>
                            <a:pt x="1121" y="511"/>
                          </a:lnTo>
                          <a:lnTo>
                            <a:pt x="1119" y="510"/>
                          </a:lnTo>
                          <a:lnTo>
                            <a:pt x="1116" y="510"/>
                          </a:lnTo>
                          <a:lnTo>
                            <a:pt x="1114" y="510"/>
                          </a:lnTo>
                          <a:lnTo>
                            <a:pt x="1111" y="509"/>
                          </a:lnTo>
                          <a:lnTo>
                            <a:pt x="1109" y="508"/>
                          </a:lnTo>
                          <a:lnTo>
                            <a:pt x="1107" y="508"/>
                          </a:lnTo>
                          <a:lnTo>
                            <a:pt x="1104" y="508"/>
                          </a:lnTo>
                          <a:lnTo>
                            <a:pt x="1102" y="507"/>
                          </a:lnTo>
                          <a:lnTo>
                            <a:pt x="1099" y="507"/>
                          </a:lnTo>
                          <a:lnTo>
                            <a:pt x="1097" y="506"/>
                          </a:lnTo>
                          <a:lnTo>
                            <a:pt x="1095" y="505"/>
                          </a:lnTo>
                          <a:lnTo>
                            <a:pt x="1092" y="505"/>
                          </a:lnTo>
                          <a:lnTo>
                            <a:pt x="1090" y="504"/>
                          </a:lnTo>
                          <a:lnTo>
                            <a:pt x="1088" y="504"/>
                          </a:lnTo>
                          <a:lnTo>
                            <a:pt x="1085" y="503"/>
                          </a:lnTo>
                          <a:lnTo>
                            <a:pt x="1083" y="502"/>
                          </a:lnTo>
                          <a:lnTo>
                            <a:pt x="1080" y="502"/>
                          </a:lnTo>
                          <a:lnTo>
                            <a:pt x="1078" y="501"/>
                          </a:lnTo>
                          <a:lnTo>
                            <a:pt x="1076" y="501"/>
                          </a:lnTo>
                          <a:lnTo>
                            <a:pt x="1073" y="500"/>
                          </a:lnTo>
                          <a:lnTo>
                            <a:pt x="1071" y="499"/>
                          </a:lnTo>
                          <a:lnTo>
                            <a:pt x="1068" y="499"/>
                          </a:lnTo>
                          <a:lnTo>
                            <a:pt x="1066" y="498"/>
                          </a:lnTo>
                          <a:lnTo>
                            <a:pt x="1064" y="498"/>
                          </a:lnTo>
                          <a:lnTo>
                            <a:pt x="1061" y="497"/>
                          </a:lnTo>
                          <a:lnTo>
                            <a:pt x="1059" y="496"/>
                          </a:lnTo>
                          <a:lnTo>
                            <a:pt x="1056" y="496"/>
                          </a:lnTo>
                          <a:lnTo>
                            <a:pt x="1054" y="495"/>
                          </a:lnTo>
                          <a:lnTo>
                            <a:pt x="1051" y="494"/>
                          </a:lnTo>
                          <a:lnTo>
                            <a:pt x="1049" y="494"/>
                          </a:lnTo>
                          <a:lnTo>
                            <a:pt x="1047" y="493"/>
                          </a:lnTo>
                          <a:lnTo>
                            <a:pt x="1044" y="492"/>
                          </a:lnTo>
                          <a:lnTo>
                            <a:pt x="1042" y="492"/>
                          </a:lnTo>
                          <a:lnTo>
                            <a:pt x="1039" y="491"/>
                          </a:lnTo>
                          <a:lnTo>
                            <a:pt x="1037" y="490"/>
                          </a:lnTo>
                          <a:lnTo>
                            <a:pt x="1035" y="490"/>
                          </a:lnTo>
                          <a:lnTo>
                            <a:pt x="1032" y="489"/>
                          </a:lnTo>
                          <a:lnTo>
                            <a:pt x="1030" y="488"/>
                          </a:lnTo>
                          <a:lnTo>
                            <a:pt x="1027" y="488"/>
                          </a:lnTo>
                          <a:lnTo>
                            <a:pt x="1025" y="487"/>
                          </a:lnTo>
                          <a:lnTo>
                            <a:pt x="1023" y="486"/>
                          </a:lnTo>
                          <a:lnTo>
                            <a:pt x="1020" y="485"/>
                          </a:lnTo>
                          <a:lnTo>
                            <a:pt x="1018" y="485"/>
                          </a:lnTo>
                          <a:lnTo>
                            <a:pt x="1015" y="484"/>
                          </a:lnTo>
                          <a:lnTo>
                            <a:pt x="1013" y="484"/>
                          </a:lnTo>
                          <a:lnTo>
                            <a:pt x="1010" y="483"/>
                          </a:lnTo>
                          <a:lnTo>
                            <a:pt x="1008" y="482"/>
                          </a:lnTo>
                          <a:lnTo>
                            <a:pt x="1006" y="481"/>
                          </a:lnTo>
                          <a:lnTo>
                            <a:pt x="1003" y="481"/>
                          </a:lnTo>
                          <a:lnTo>
                            <a:pt x="1001" y="480"/>
                          </a:lnTo>
                          <a:lnTo>
                            <a:pt x="998" y="479"/>
                          </a:lnTo>
                          <a:lnTo>
                            <a:pt x="996" y="479"/>
                          </a:lnTo>
                          <a:lnTo>
                            <a:pt x="994" y="478"/>
                          </a:lnTo>
                          <a:lnTo>
                            <a:pt x="991" y="478"/>
                          </a:lnTo>
                          <a:lnTo>
                            <a:pt x="989" y="477"/>
                          </a:lnTo>
                          <a:lnTo>
                            <a:pt x="986" y="476"/>
                          </a:lnTo>
                          <a:lnTo>
                            <a:pt x="984" y="475"/>
                          </a:lnTo>
                          <a:lnTo>
                            <a:pt x="982" y="475"/>
                          </a:lnTo>
                          <a:lnTo>
                            <a:pt x="979" y="474"/>
                          </a:lnTo>
                          <a:lnTo>
                            <a:pt x="977" y="473"/>
                          </a:lnTo>
                          <a:lnTo>
                            <a:pt x="974" y="473"/>
                          </a:lnTo>
                          <a:lnTo>
                            <a:pt x="972" y="472"/>
                          </a:lnTo>
                          <a:lnTo>
                            <a:pt x="970" y="471"/>
                          </a:lnTo>
                          <a:lnTo>
                            <a:pt x="967" y="470"/>
                          </a:lnTo>
                          <a:lnTo>
                            <a:pt x="965" y="470"/>
                          </a:lnTo>
                          <a:lnTo>
                            <a:pt x="962" y="469"/>
                          </a:lnTo>
                          <a:lnTo>
                            <a:pt x="960" y="468"/>
                          </a:lnTo>
                          <a:lnTo>
                            <a:pt x="957" y="468"/>
                          </a:lnTo>
                          <a:lnTo>
                            <a:pt x="955" y="467"/>
                          </a:lnTo>
                          <a:lnTo>
                            <a:pt x="953" y="467"/>
                          </a:lnTo>
                          <a:lnTo>
                            <a:pt x="950" y="466"/>
                          </a:lnTo>
                          <a:lnTo>
                            <a:pt x="948" y="465"/>
                          </a:lnTo>
                          <a:lnTo>
                            <a:pt x="945" y="464"/>
                          </a:lnTo>
                          <a:lnTo>
                            <a:pt x="943" y="464"/>
                          </a:lnTo>
                          <a:lnTo>
                            <a:pt x="941" y="463"/>
                          </a:lnTo>
                          <a:lnTo>
                            <a:pt x="938" y="462"/>
                          </a:lnTo>
                          <a:lnTo>
                            <a:pt x="936" y="462"/>
                          </a:lnTo>
                          <a:lnTo>
                            <a:pt x="933" y="461"/>
                          </a:lnTo>
                          <a:lnTo>
                            <a:pt x="931" y="460"/>
                          </a:lnTo>
                          <a:lnTo>
                            <a:pt x="929" y="459"/>
                          </a:lnTo>
                          <a:lnTo>
                            <a:pt x="926" y="459"/>
                          </a:lnTo>
                          <a:lnTo>
                            <a:pt x="924" y="458"/>
                          </a:lnTo>
                          <a:lnTo>
                            <a:pt x="921" y="458"/>
                          </a:lnTo>
                          <a:lnTo>
                            <a:pt x="919" y="457"/>
                          </a:lnTo>
                          <a:lnTo>
                            <a:pt x="916" y="456"/>
                          </a:lnTo>
                          <a:lnTo>
                            <a:pt x="914" y="456"/>
                          </a:lnTo>
                          <a:lnTo>
                            <a:pt x="912" y="455"/>
                          </a:lnTo>
                          <a:lnTo>
                            <a:pt x="909" y="454"/>
                          </a:lnTo>
                          <a:lnTo>
                            <a:pt x="907" y="453"/>
                          </a:lnTo>
                          <a:lnTo>
                            <a:pt x="904" y="453"/>
                          </a:lnTo>
                          <a:lnTo>
                            <a:pt x="902" y="452"/>
                          </a:lnTo>
                          <a:lnTo>
                            <a:pt x="900" y="451"/>
                          </a:lnTo>
                          <a:lnTo>
                            <a:pt x="897" y="451"/>
                          </a:lnTo>
                          <a:lnTo>
                            <a:pt x="895" y="450"/>
                          </a:lnTo>
                          <a:lnTo>
                            <a:pt x="892" y="449"/>
                          </a:lnTo>
                          <a:lnTo>
                            <a:pt x="890" y="448"/>
                          </a:lnTo>
                          <a:lnTo>
                            <a:pt x="888" y="448"/>
                          </a:lnTo>
                          <a:lnTo>
                            <a:pt x="885" y="447"/>
                          </a:lnTo>
                          <a:lnTo>
                            <a:pt x="883" y="447"/>
                          </a:lnTo>
                          <a:lnTo>
                            <a:pt x="880" y="446"/>
                          </a:lnTo>
                          <a:lnTo>
                            <a:pt x="878" y="445"/>
                          </a:lnTo>
                          <a:lnTo>
                            <a:pt x="876" y="444"/>
                          </a:lnTo>
                          <a:lnTo>
                            <a:pt x="873" y="444"/>
                          </a:lnTo>
                          <a:lnTo>
                            <a:pt x="871" y="443"/>
                          </a:lnTo>
                          <a:lnTo>
                            <a:pt x="868" y="442"/>
                          </a:lnTo>
                          <a:lnTo>
                            <a:pt x="866" y="442"/>
                          </a:lnTo>
                          <a:lnTo>
                            <a:pt x="864" y="441"/>
                          </a:lnTo>
                          <a:lnTo>
                            <a:pt x="861" y="440"/>
                          </a:lnTo>
                          <a:lnTo>
                            <a:pt x="859" y="440"/>
                          </a:lnTo>
                          <a:lnTo>
                            <a:pt x="856" y="439"/>
                          </a:lnTo>
                          <a:lnTo>
                            <a:pt x="854" y="438"/>
                          </a:lnTo>
                          <a:lnTo>
                            <a:pt x="852" y="438"/>
                          </a:lnTo>
                          <a:lnTo>
                            <a:pt x="849" y="437"/>
                          </a:lnTo>
                          <a:lnTo>
                            <a:pt x="847" y="436"/>
                          </a:lnTo>
                          <a:lnTo>
                            <a:pt x="845" y="436"/>
                          </a:lnTo>
                          <a:lnTo>
                            <a:pt x="842" y="435"/>
                          </a:lnTo>
                          <a:lnTo>
                            <a:pt x="840" y="435"/>
                          </a:lnTo>
                          <a:lnTo>
                            <a:pt x="837" y="434"/>
                          </a:lnTo>
                          <a:lnTo>
                            <a:pt x="835" y="433"/>
                          </a:lnTo>
                          <a:lnTo>
                            <a:pt x="833" y="432"/>
                          </a:lnTo>
                          <a:lnTo>
                            <a:pt x="830" y="432"/>
                          </a:lnTo>
                          <a:lnTo>
                            <a:pt x="828" y="431"/>
                          </a:lnTo>
                          <a:lnTo>
                            <a:pt x="825" y="430"/>
                          </a:lnTo>
                          <a:lnTo>
                            <a:pt x="823" y="430"/>
                          </a:lnTo>
                          <a:lnTo>
                            <a:pt x="821" y="429"/>
                          </a:lnTo>
                          <a:lnTo>
                            <a:pt x="818" y="428"/>
                          </a:lnTo>
                          <a:lnTo>
                            <a:pt x="816" y="428"/>
                          </a:lnTo>
                          <a:lnTo>
                            <a:pt x="813" y="427"/>
                          </a:lnTo>
                          <a:lnTo>
                            <a:pt x="811" y="427"/>
                          </a:lnTo>
                          <a:lnTo>
                            <a:pt x="809" y="426"/>
                          </a:lnTo>
                          <a:lnTo>
                            <a:pt x="806" y="425"/>
                          </a:lnTo>
                          <a:lnTo>
                            <a:pt x="804" y="424"/>
                          </a:lnTo>
                          <a:lnTo>
                            <a:pt x="801" y="424"/>
                          </a:lnTo>
                          <a:lnTo>
                            <a:pt x="799" y="423"/>
                          </a:lnTo>
                          <a:lnTo>
                            <a:pt x="797" y="422"/>
                          </a:lnTo>
                          <a:lnTo>
                            <a:pt x="794" y="422"/>
                          </a:lnTo>
                          <a:lnTo>
                            <a:pt x="792" y="421"/>
                          </a:lnTo>
                          <a:lnTo>
                            <a:pt x="789" y="421"/>
                          </a:lnTo>
                          <a:lnTo>
                            <a:pt x="787" y="420"/>
                          </a:lnTo>
                          <a:lnTo>
                            <a:pt x="784" y="419"/>
                          </a:lnTo>
                          <a:lnTo>
                            <a:pt x="782" y="419"/>
                          </a:lnTo>
                          <a:lnTo>
                            <a:pt x="780" y="418"/>
                          </a:lnTo>
                          <a:lnTo>
                            <a:pt x="777" y="417"/>
                          </a:lnTo>
                          <a:lnTo>
                            <a:pt x="775" y="417"/>
                          </a:lnTo>
                          <a:lnTo>
                            <a:pt x="772" y="416"/>
                          </a:lnTo>
                          <a:lnTo>
                            <a:pt x="770" y="415"/>
                          </a:lnTo>
                          <a:lnTo>
                            <a:pt x="768" y="415"/>
                          </a:lnTo>
                          <a:lnTo>
                            <a:pt x="765" y="414"/>
                          </a:lnTo>
                          <a:lnTo>
                            <a:pt x="763" y="413"/>
                          </a:lnTo>
                          <a:lnTo>
                            <a:pt x="760" y="413"/>
                          </a:lnTo>
                          <a:lnTo>
                            <a:pt x="758" y="412"/>
                          </a:lnTo>
                          <a:lnTo>
                            <a:pt x="756" y="412"/>
                          </a:lnTo>
                          <a:lnTo>
                            <a:pt x="753" y="411"/>
                          </a:lnTo>
                          <a:lnTo>
                            <a:pt x="751" y="410"/>
                          </a:lnTo>
                          <a:lnTo>
                            <a:pt x="748" y="410"/>
                          </a:lnTo>
                          <a:lnTo>
                            <a:pt x="746" y="409"/>
                          </a:lnTo>
                          <a:lnTo>
                            <a:pt x="743" y="408"/>
                          </a:lnTo>
                          <a:lnTo>
                            <a:pt x="741" y="408"/>
                          </a:lnTo>
                          <a:lnTo>
                            <a:pt x="739" y="407"/>
                          </a:lnTo>
                          <a:lnTo>
                            <a:pt x="736" y="406"/>
                          </a:lnTo>
                          <a:lnTo>
                            <a:pt x="734" y="406"/>
                          </a:lnTo>
                          <a:lnTo>
                            <a:pt x="731" y="405"/>
                          </a:lnTo>
                          <a:lnTo>
                            <a:pt x="729" y="404"/>
                          </a:lnTo>
                          <a:lnTo>
                            <a:pt x="727" y="404"/>
                          </a:lnTo>
                          <a:lnTo>
                            <a:pt x="724" y="403"/>
                          </a:lnTo>
                          <a:lnTo>
                            <a:pt x="722" y="402"/>
                          </a:lnTo>
                          <a:lnTo>
                            <a:pt x="719" y="402"/>
                          </a:lnTo>
                          <a:lnTo>
                            <a:pt x="717" y="401"/>
                          </a:lnTo>
                          <a:lnTo>
                            <a:pt x="715" y="401"/>
                          </a:lnTo>
                          <a:lnTo>
                            <a:pt x="712" y="400"/>
                          </a:lnTo>
                          <a:lnTo>
                            <a:pt x="710" y="399"/>
                          </a:lnTo>
                          <a:lnTo>
                            <a:pt x="707" y="399"/>
                          </a:lnTo>
                          <a:lnTo>
                            <a:pt x="705" y="398"/>
                          </a:lnTo>
                          <a:lnTo>
                            <a:pt x="703" y="397"/>
                          </a:lnTo>
                          <a:lnTo>
                            <a:pt x="700" y="397"/>
                          </a:lnTo>
                          <a:lnTo>
                            <a:pt x="698" y="396"/>
                          </a:lnTo>
                          <a:lnTo>
                            <a:pt x="695" y="395"/>
                          </a:lnTo>
                          <a:lnTo>
                            <a:pt x="693" y="395"/>
                          </a:lnTo>
                          <a:lnTo>
                            <a:pt x="690" y="394"/>
                          </a:lnTo>
                          <a:lnTo>
                            <a:pt x="688" y="393"/>
                          </a:lnTo>
                          <a:lnTo>
                            <a:pt x="686" y="393"/>
                          </a:lnTo>
                          <a:lnTo>
                            <a:pt x="683" y="392"/>
                          </a:lnTo>
                          <a:lnTo>
                            <a:pt x="681" y="392"/>
                          </a:lnTo>
                          <a:lnTo>
                            <a:pt x="678" y="391"/>
                          </a:lnTo>
                          <a:lnTo>
                            <a:pt x="676" y="390"/>
                          </a:lnTo>
                          <a:lnTo>
                            <a:pt x="674" y="389"/>
                          </a:lnTo>
                          <a:lnTo>
                            <a:pt x="671" y="389"/>
                          </a:lnTo>
                          <a:lnTo>
                            <a:pt x="669" y="388"/>
                          </a:lnTo>
                          <a:lnTo>
                            <a:pt x="666" y="387"/>
                          </a:lnTo>
                          <a:lnTo>
                            <a:pt x="664" y="386"/>
                          </a:lnTo>
                          <a:lnTo>
                            <a:pt x="662" y="386"/>
                          </a:lnTo>
                          <a:lnTo>
                            <a:pt x="659" y="385"/>
                          </a:lnTo>
                          <a:lnTo>
                            <a:pt x="657" y="384"/>
                          </a:lnTo>
                          <a:lnTo>
                            <a:pt x="654" y="384"/>
                          </a:lnTo>
                          <a:lnTo>
                            <a:pt x="652" y="383"/>
                          </a:lnTo>
                          <a:lnTo>
                            <a:pt x="649" y="382"/>
                          </a:lnTo>
                          <a:lnTo>
                            <a:pt x="647" y="381"/>
                          </a:lnTo>
                          <a:lnTo>
                            <a:pt x="645" y="381"/>
                          </a:lnTo>
                          <a:lnTo>
                            <a:pt x="642" y="380"/>
                          </a:lnTo>
                          <a:lnTo>
                            <a:pt x="640" y="379"/>
                          </a:lnTo>
                          <a:lnTo>
                            <a:pt x="637" y="378"/>
                          </a:lnTo>
                          <a:lnTo>
                            <a:pt x="635" y="378"/>
                          </a:lnTo>
                          <a:lnTo>
                            <a:pt x="633" y="377"/>
                          </a:lnTo>
                          <a:lnTo>
                            <a:pt x="630" y="376"/>
                          </a:lnTo>
                          <a:lnTo>
                            <a:pt x="628" y="375"/>
                          </a:lnTo>
                          <a:lnTo>
                            <a:pt x="625" y="374"/>
                          </a:lnTo>
                          <a:lnTo>
                            <a:pt x="623" y="373"/>
                          </a:lnTo>
                          <a:lnTo>
                            <a:pt x="621" y="373"/>
                          </a:lnTo>
                          <a:lnTo>
                            <a:pt x="618" y="372"/>
                          </a:lnTo>
                          <a:lnTo>
                            <a:pt x="616" y="371"/>
                          </a:lnTo>
                          <a:lnTo>
                            <a:pt x="613" y="370"/>
                          </a:lnTo>
                          <a:lnTo>
                            <a:pt x="611" y="369"/>
                          </a:lnTo>
                          <a:lnTo>
                            <a:pt x="609" y="369"/>
                          </a:lnTo>
                          <a:lnTo>
                            <a:pt x="606" y="368"/>
                          </a:lnTo>
                          <a:lnTo>
                            <a:pt x="604" y="367"/>
                          </a:lnTo>
                          <a:lnTo>
                            <a:pt x="601" y="366"/>
                          </a:lnTo>
                          <a:lnTo>
                            <a:pt x="599" y="365"/>
                          </a:lnTo>
                          <a:lnTo>
                            <a:pt x="597" y="364"/>
                          </a:lnTo>
                          <a:lnTo>
                            <a:pt x="594" y="363"/>
                          </a:lnTo>
                          <a:lnTo>
                            <a:pt x="592" y="362"/>
                          </a:lnTo>
                          <a:lnTo>
                            <a:pt x="590" y="361"/>
                          </a:lnTo>
                          <a:lnTo>
                            <a:pt x="587" y="360"/>
                          </a:lnTo>
                          <a:lnTo>
                            <a:pt x="585" y="359"/>
                          </a:lnTo>
                          <a:lnTo>
                            <a:pt x="582" y="358"/>
                          </a:lnTo>
                          <a:lnTo>
                            <a:pt x="580" y="358"/>
                          </a:lnTo>
                          <a:lnTo>
                            <a:pt x="578" y="356"/>
                          </a:lnTo>
                          <a:lnTo>
                            <a:pt x="575" y="355"/>
                          </a:lnTo>
                          <a:lnTo>
                            <a:pt x="573" y="355"/>
                          </a:lnTo>
                          <a:lnTo>
                            <a:pt x="570" y="353"/>
                          </a:lnTo>
                          <a:lnTo>
                            <a:pt x="568" y="352"/>
                          </a:lnTo>
                          <a:lnTo>
                            <a:pt x="566" y="351"/>
                          </a:lnTo>
                          <a:lnTo>
                            <a:pt x="563" y="350"/>
                          </a:lnTo>
                          <a:lnTo>
                            <a:pt x="561" y="349"/>
                          </a:lnTo>
                          <a:lnTo>
                            <a:pt x="558" y="348"/>
                          </a:lnTo>
                          <a:lnTo>
                            <a:pt x="556" y="347"/>
                          </a:lnTo>
                          <a:lnTo>
                            <a:pt x="554" y="346"/>
                          </a:lnTo>
                          <a:lnTo>
                            <a:pt x="551" y="344"/>
                          </a:lnTo>
                          <a:lnTo>
                            <a:pt x="549" y="343"/>
                          </a:lnTo>
                          <a:lnTo>
                            <a:pt x="546" y="342"/>
                          </a:lnTo>
                          <a:lnTo>
                            <a:pt x="544" y="341"/>
                          </a:lnTo>
                          <a:lnTo>
                            <a:pt x="542" y="340"/>
                          </a:lnTo>
                          <a:lnTo>
                            <a:pt x="539" y="338"/>
                          </a:lnTo>
                          <a:lnTo>
                            <a:pt x="537" y="337"/>
                          </a:lnTo>
                          <a:lnTo>
                            <a:pt x="534" y="336"/>
                          </a:lnTo>
                          <a:lnTo>
                            <a:pt x="532" y="335"/>
                          </a:lnTo>
                          <a:lnTo>
                            <a:pt x="530" y="333"/>
                          </a:lnTo>
                          <a:lnTo>
                            <a:pt x="527" y="332"/>
                          </a:lnTo>
                          <a:lnTo>
                            <a:pt x="525" y="331"/>
                          </a:lnTo>
                          <a:lnTo>
                            <a:pt x="522" y="329"/>
                          </a:lnTo>
                          <a:lnTo>
                            <a:pt x="520" y="328"/>
                          </a:lnTo>
                          <a:lnTo>
                            <a:pt x="517" y="327"/>
                          </a:lnTo>
                          <a:lnTo>
                            <a:pt x="515" y="325"/>
                          </a:lnTo>
                          <a:lnTo>
                            <a:pt x="513" y="324"/>
                          </a:lnTo>
                          <a:lnTo>
                            <a:pt x="510" y="322"/>
                          </a:lnTo>
                          <a:lnTo>
                            <a:pt x="508" y="321"/>
                          </a:lnTo>
                          <a:lnTo>
                            <a:pt x="505" y="319"/>
                          </a:lnTo>
                          <a:lnTo>
                            <a:pt x="503" y="317"/>
                          </a:lnTo>
                          <a:lnTo>
                            <a:pt x="501" y="316"/>
                          </a:lnTo>
                          <a:lnTo>
                            <a:pt x="498" y="314"/>
                          </a:lnTo>
                          <a:lnTo>
                            <a:pt x="496" y="312"/>
                          </a:lnTo>
                          <a:lnTo>
                            <a:pt x="493" y="311"/>
                          </a:lnTo>
                          <a:lnTo>
                            <a:pt x="491" y="309"/>
                          </a:lnTo>
                          <a:lnTo>
                            <a:pt x="489" y="307"/>
                          </a:lnTo>
                          <a:lnTo>
                            <a:pt x="486" y="306"/>
                          </a:lnTo>
                          <a:lnTo>
                            <a:pt x="484" y="304"/>
                          </a:lnTo>
                          <a:lnTo>
                            <a:pt x="481" y="302"/>
                          </a:lnTo>
                          <a:lnTo>
                            <a:pt x="479" y="301"/>
                          </a:lnTo>
                          <a:lnTo>
                            <a:pt x="476" y="299"/>
                          </a:lnTo>
                          <a:lnTo>
                            <a:pt x="474" y="297"/>
                          </a:lnTo>
                          <a:lnTo>
                            <a:pt x="472" y="295"/>
                          </a:lnTo>
                          <a:lnTo>
                            <a:pt x="469" y="293"/>
                          </a:lnTo>
                          <a:lnTo>
                            <a:pt x="467" y="291"/>
                          </a:lnTo>
                          <a:lnTo>
                            <a:pt x="464" y="289"/>
                          </a:lnTo>
                          <a:lnTo>
                            <a:pt x="462" y="287"/>
                          </a:lnTo>
                          <a:lnTo>
                            <a:pt x="460" y="285"/>
                          </a:lnTo>
                          <a:lnTo>
                            <a:pt x="457" y="283"/>
                          </a:lnTo>
                          <a:lnTo>
                            <a:pt x="455" y="281"/>
                          </a:lnTo>
                          <a:lnTo>
                            <a:pt x="452" y="279"/>
                          </a:lnTo>
                          <a:lnTo>
                            <a:pt x="450" y="277"/>
                          </a:lnTo>
                          <a:lnTo>
                            <a:pt x="448" y="275"/>
                          </a:lnTo>
                          <a:lnTo>
                            <a:pt x="445" y="273"/>
                          </a:lnTo>
                          <a:lnTo>
                            <a:pt x="443" y="270"/>
                          </a:lnTo>
                          <a:lnTo>
                            <a:pt x="440" y="269"/>
                          </a:lnTo>
                          <a:lnTo>
                            <a:pt x="438" y="266"/>
                          </a:lnTo>
                          <a:lnTo>
                            <a:pt x="436" y="264"/>
                          </a:lnTo>
                          <a:lnTo>
                            <a:pt x="433" y="262"/>
                          </a:lnTo>
                          <a:lnTo>
                            <a:pt x="431" y="260"/>
                          </a:lnTo>
                          <a:lnTo>
                            <a:pt x="428" y="257"/>
                          </a:lnTo>
                          <a:lnTo>
                            <a:pt x="426" y="255"/>
                          </a:lnTo>
                          <a:lnTo>
                            <a:pt x="423" y="253"/>
                          </a:lnTo>
                          <a:lnTo>
                            <a:pt x="421" y="251"/>
                          </a:lnTo>
                          <a:lnTo>
                            <a:pt x="419" y="249"/>
                          </a:lnTo>
                          <a:lnTo>
                            <a:pt x="416" y="246"/>
                          </a:lnTo>
                          <a:lnTo>
                            <a:pt x="414" y="244"/>
                          </a:lnTo>
                          <a:lnTo>
                            <a:pt x="411" y="242"/>
                          </a:lnTo>
                          <a:lnTo>
                            <a:pt x="409" y="240"/>
                          </a:lnTo>
                          <a:lnTo>
                            <a:pt x="407" y="238"/>
                          </a:lnTo>
                          <a:lnTo>
                            <a:pt x="404" y="235"/>
                          </a:lnTo>
                          <a:lnTo>
                            <a:pt x="402" y="233"/>
                          </a:lnTo>
                          <a:lnTo>
                            <a:pt x="399" y="231"/>
                          </a:lnTo>
                          <a:lnTo>
                            <a:pt x="397" y="229"/>
                          </a:lnTo>
                          <a:lnTo>
                            <a:pt x="395" y="227"/>
                          </a:lnTo>
                          <a:lnTo>
                            <a:pt x="392" y="225"/>
                          </a:lnTo>
                          <a:lnTo>
                            <a:pt x="390" y="223"/>
                          </a:lnTo>
                          <a:lnTo>
                            <a:pt x="387" y="221"/>
                          </a:lnTo>
                          <a:lnTo>
                            <a:pt x="385" y="220"/>
                          </a:lnTo>
                          <a:lnTo>
                            <a:pt x="382" y="218"/>
                          </a:lnTo>
                          <a:lnTo>
                            <a:pt x="380" y="217"/>
                          </a:lnTo>
                          <a:lnTo>
                            <a:pt x="378" y="216"/>
                          </a:lnTo>
                          <a:lnTo>
                            <a:pt x="375" y="215"/>
                          </a:lnTo>
                          <a:lnTo>
                            <a:pt x="373" y="214"/>
                          </a:lnTo>
                          <a:lnTo>
                            <a:pt x="370" y="214"/>
                          </a:lnTo>
                          <a:lnTo>
                            <a:pt x="368" y="213"/>
                          </a:lnTo>
                          <a:lnTo>
                            <a:pt x="366" y="213"/>
                          </a:lnTo>
                          <a:lnTo>
                            <a:pt x="363" y="214"/>
                          </a:lnTo>
                          <a:lnTo>
                            <a:pt x="361" y="213"/>
                          </a:lnTo>
                          <a:lnTo>
                            <a:pt x="358" y="214"/>
                          </a:lnTo>
                          <a:lnTo>
                            <a:pt x="356" y="214"/>
                          </a:lnTo>
                          <a:lnTo>
                            <a:pt x="354" y="214"/>
                          </a:lnTo>
                          <a:lnTo>
                            <a:pt x="351" y="214"/>
                          </a:lnTo>
                          <a:lnTo>
                            <a:pt x="349" y="214"/>
                          </a:lnTo>
                          <a:lnTo>
                            <a:pt x="347" y="214"/>
                          </a:lnTo>
                          <a:lnTo>
                            <a:pt x="344" y="213"/>
                          </a:lnTo>
                          <a:lnTo>
                            <a:pt x="342" y="213"/>
                          </a:lnTo>
                          <a:lnTo>
                            <a:pt x="339" y="213"/>
                          </a:lnTo>
                          <a:lnTo>
                            <a:pt x="337" y="213"/>
                          </a:lnTo>
                          <a:lnTo>
                            <a:pt x="335" y="213"/>
                          </a:lnTo>
                          <a:lnTo>
                            <a:pt x="332" y="213"/>
                          </a:lnTo>
                          <a:lnTo>
                            <a:pt x="330" y="213"/>
                          </a:lnTo>
                          <a:lnTo>
                            <a:pt x="327" y="213"/>
                          </a:lnTo>
                          <a:lnTo>
                            <a:pt x="325" y="213"/>
                          </a:lnTo>
                          <a:lnTo>
                            <a:pt x="323" y="213"/>
                          </a:lnTo>
                          <a:lnTo>
                            <a:pt x="320" y="213"/>
                          </a:lnTo>
                          <a:lnTo>
                            <a:pt x="318" y="214"/>
                          </a:lnTo>
                          <a:lnTo>
                            <a:pt x="315" y="215"/>
                          </a:lnTo>
                          <a:lnTo>
                            <a:pt x="313" y="215"/>
                          </a:lnTo>
                          <a:lnTo>
                            <a:pt x="311" y="216"/>
                          </a:lnTo>
                          <a:lnTo>
                            <a:pt x="308" y="217"/>
                          </a:lnTo>
                          <a:lnTo>
                            <a:pt x="306" y="217"/>
                          </a:lnTo>
                          <a:lnTo>
                            <a:pt x="303" y="218"/>
                          </a:lnTo>
                          <a:lnTo>
                            <a:pt x="301" y="219"/>
                          </a:lnTo>
                          <a:lnTo>
                            <a:pt x="299" y="219"/>
                          </a:lnTo>
                          <a:lnTo>
                            <a:pt x="296" y="220"/>
                          </a:lnTo>
                          <a:lnTo>
                            <a:pt x="294" y="221"/>
                          </a:lnTo>
                          <a:lnTo>
                            <a:pt x="291" y="221"/>
                          </a:lnTo>
                          <a:lnTo>
                            <a:pt x="289" y="221"/>
                          </a:lnTo>
                          <a:lnTo>
                            <a:pt x="287" y="221"/>
                          </a:lnTo>
                          <a:lnTo>
                            <a:pt x="284" y="221"/>
                          </a:lnTo>
                          <a:lnTo>
                            <a:pt x="282" y="221"/>
                          </a:lnTo>
                          <a:lnTo>
                            <a:pt x="279" y="222"/>
                          </a:lnTo>
                          <a:lnTo>
                            <a:pt x="277" y="221"/>
                          </a:lnTo>
                          <a:lnTo>
                            <a:pt x="275" y="221"/>
                          </a:lnTo>
                          <a:lnTo>
                            <a:pt x="272" y="222"/>
                          </a:lnTo>
                          <a:lnTo>
                            <a:pt x="270" y="222"/>
                          </a:lnTo>
                          <a:lnTo>
                            <a:pt x="267" y="221"/>
                          </a:lnTo>
                          <a:lnTo>
                            <a:pt x="265" y="222"/>
                          </a:lnTo>
                          <a:lnTo>
                            <a:pt x="263" y="223"/>
                          </a:lnTo>
                          <a:lnTo>
                            <a:pt x="260" y="222"/>
                          </a:lnTo>
                          <a:lnTo>
                            <a:pt x="258" y="223"/>
                          </a:lnTo>
                          <a:lnTo>
                            <a:pt x="255" y="223"/>
                          </a:lnTo>
                          <a:lnTo>
                            <a:pt x="253" y="223"/>
                          </a:lnTo>
                          <a:lnTo>
                            <a:pt x="250" y="223"/>
                          </a:lnTo>
                          <a:lnTo>
                            <a:pt x="248" y="224"/>
                          </a:lnTo>
                          <a:lnTo>
                            <a:pt x="246" y="224"/>
                          </a:lnTo>
                          <a:lnTo>
                            <a:pt x="243" y="224"/>
                          </a:lnTo>
                          <a:lnTo>
                            <a:pt x="241" y="224"/>
                          </a:lnTo>
                          <a:lnTo>
                            <a:pt x="238" y="224"/>
                          </a:lnTo>
                          <a:lnTo>
                            <a:pt x="236" y="223"/>
                          </a:lnTo>
                          <a:lnTo>
                            <a:pt x="234" y="223"/>
                          </a:lnTo>
                          <a:lnTo>
                            <a:pt x="231" y="223"/>
                          </a:lnTo>
                          <a:lnTo>
                            <a:pt x="229" y="222"/>
                          </a:lnTo>
                          <a:lnTo>
                            <a:pt x="226" y="222"/>
                          </a:lnTo>
                          <a:lnTo>
                            <a:pt x="224" y="221"/>
                          </a:lnTo>
                          <a:lnTo>
                            <a:pt x="222" y="221"/>
                          </a:lnTo>
                          <a:lnTo>
                            <a:pt x="219" y="220"/>
                          </a:lnTo>
                          <a:lnTo>
                            <a:pt x="217" y="220"/>
                          </a:lnTo>
                          <a:lnTo>
                            <a:pt x="214" y="219"/>
                          </a:lnTo>
                          <a:lnTo>
                            <a:pt x="212" y="218"/>
                          </a:lnTo>
                          <a:lnTo>
                            <a:pt x="209" y="218"/>
                          </a:lnTo>
                          <a:lnTo>
                            <a:pt x="207" y="217"/>
                          </a:lnTo>
                          <a:lnTo>
                            <a:pt x="205" y="216"/>
                          </a:lnTo>
                          <a:lnTo>
                            <a:pt x="202" y="216"/>
                          </a:lnTo>
                          <a:lnTo>
                            <a:pt x="200" y="215"/>
                          </a:lnTo>
                          <a:lnTo>
                            <a:pt x="197" y="215"/>
                          </a:lnTo>
                          <a:lnTo>
                            <a:pt x="195" y="214"/>
                          </a:lnTo>
                          <a:lnTo>
                            <a:pt x="193" y="213"/>
                          </a:lnTo>
                          <a:lnTo>
                            <a:pt x="190" y="213"/>
                          </a:lnTo>
                          <a:lnTo>
                            <a:pt x="188" y="213"/>
                          </a:lnTo>
                          <a:lnTo>
                            <a:pt x="185" y="212"/>
                          </a:lnTo>
                          <a:lnTo>
                            <a:pt x="183" y="212"/>
                          </a:lnTo>
                          <a:lnTo>
                            <a:pt x="181" y="212"/>
                          </a:lnTo>
                          <a:lnTo>
                            <a:pt x="178" y="211"/>
                          </a:lnTo>
                          <a:lnTo>
                            <a:pt x="176" y="211"/>
                          </a:lnTo>
                          <a:lnTo>
                            <a:pt x="173" y="210"/>
                          </a:lnTo>
                          <a:lnTo>
                            <a:pt x="171" y="210"/>
                          </a:lnTo>
                          <a:lnTo>
                            <a:pt x="169" y="210"/>
                          </a:lnTo>
                          <a:lnTo>
                            <a:pt x="166" y="209"/>
                          </a:lnTo>
                          <a:lnTo>
                            <a:pt x="164" y="209"/>
                          </a:lnTo>
                          <a:lnTo>
                            <a:pt x="161" y="209"/>
                          </a:lnTo>
                          <a:lnTo>
                            <a:pt x="159" y="209"/>
                          </a:lnTo>
                          <a:lnTo>
                            <a:pt x="156" y="209"/>
                          </a:lnTo>
                          <a:lnTo>
                            <a:pt x="154" y="209"/>
                          </a:lnTo>
                          <a:lnTo>
                            <a:pt x="152" y="208"/>
                          </a:lnTo>
                          <a:lnTo>
                            <a:pt x="149" y="208"/>
                          </a:lnTo>
                          <a:lnTo>
                            <a:pt x="147" y="208"/>
                          </a:lnTo>
                          <a:lnTo>
                            <a:pt x="144" y="207"/>
                          </a:lnTo>
                          <a:lnTo>
                            <a:pt x="142" y="207"/>
                          </a:lnTo>
                          <a:lnTo>
                            <a:pt x="140" y="207"/>
                          </a:lnTo>
                          <a:lnTo>
                            <a:pt x="137" y="207"/>
                          </a:lnTo>
                          <a:lnTo>
                            <a:pt x="135" y="207"/>
                          </a:lnTo>
                          <a:lnTo>
                            <a:pt x="132" y="207"/>
                          </a:lnTo>
                          <a:lnTo>
                            <a:pt x="130" y="206"/>
                          </a:lnTo>
                          <a:lnTo>
                            <a:pt x="128" y="206"/>
                          </a:lnTo>
                          <a:lnTo>
                            <a:pt x="125" y="206"/>
                          </a:lnTo>
                          <a:lnTo>
                            <a:pt x="123" y="205"/>
                          </a:lnTo>
                          <a:lnTo>
                            <a:pt x="120" y="204"/>
                          </a:lnTo>
                          <a:lnTo>
                            <a:pt x="118" y="204"/>
                          </a:lnTo>
                          <a:lnTo>
                            <a:pt x="115" y="203"/>
                          </a:lnTo>
                          <a:lnTo>
                            <a:pt x="113" y="202"/>
                          </a:lnTo>
                          <a:lnTo>
                            <a:pt x="111" y="201"/>
                          </a:lnTo>
                          <a:lnTo>
                            <a:pt x="108" y="200"/>
                          </a:lnTo>
                          <a:lnTo>
                            <a:pt x="106" y="200"/>
                          </a:lnTo>
                          <a:lnTo>
                            <a:pt x="104" y="199"/>
                          </a:lnTo>
                          <a:lnTo>
                            <a:pt x="101" y="197"/>
                          </a:lnTo>
                          <a:lnTo>
                            <a:pt x="99" y="197"/>
                          </a:lnTo>
                          <a:lnTo>
                            <a:pt x="96" y="196"/>
                          </a:lnTo>
                          <a:lnTo>
                            <a:pt x="94" y="195"/>
                          </a:lnTo>
                          <a:lnTo>
                            <a:pt x="92" y="194"/>
                          </a:lnTo>
                          <a:lnTo>
                            <a:pt x="89" y="193"/>
                          </a:lnTo>
                          <a:lnTo>
                            <a:pt x="87" y="192"/>
                          </a:lnTo>
                          <a:lnTo>
                            <a:pt x="84" y="192"/>
                          </a:lnTo>
                          <a:lnTo>
                            <a:pt x="82" y="190"/>
                          </a:lnTo>
                          <a:lnTo>
                            <a:pt x="80" y="190"/>
                          </a:lnTo>
                          <a:lnTo>
                            <a:pt x="77" y="189"/>
                          </a:lnTo>
                          <a:lnTo>
                            <a:pt x="75" y="188"/>
                          </a:lnTo>
                          <a:lnTo>
                            <a:pt x="72" y="188"/>
                          </a:lnTo>
                          <a:lnTo>
                            <a:pt x="70" y="187"/>
                          </a:lnTo>
                          <a:lnTo>
                            <a:pt x="68" y="187"/>
                          </a:lnTo>
                          <a:lnTo>
                            <a:pt x="65" y="187"/>
                          </a:lnTo>
                          <a:lnTo>
                            <a:pt x="63" y="186"/>
                          </a:lnTo>
                          <a:lnTo>
                            <a:pt x="60" y="186"/>
                          </a:lnTo>
                          <a:lnTo>
                            <a:pt x="58" y="186"/>
                          </a:lnTo>
                          <a:lnTo>
                            <a:pt x="56" y="186"/>
                          </a:lnTo>
                          <a:lnTo>
                            <a:pt x="53" y="185"/>
                          </a:lnTo>
                          <a:lnTo>
                            <a:pt x="51" y="185"/>
                          </a:lnTo>
                          <a:lnTo>
                            <a:pt x="48" y="184"/>
                          </a:lnTo>
                          <a:lnTo>
                            <a:pt x="46" y="184"/>
                          </a:lnTo>
                          <a:lnTo>
                            <a:pt x="44" y="184"/>
                          </a:lnTo>
                          <a:lnTo>
                            <a:pt x="41" y="183"/>
                          </a:lnTo>
                          <a:lnTo>
                            <a:pt x="39" y="183"/>
                          </a:lnTo>
                          <a:lnTo>
                            <a:pt x="36" y="183"/>
                          </a:lnTo>
                          <a:lnTo>
                            <a:pt x="34" y="183"/>
                          </a:lnTo>
                          <a:lnTo>
                            <a:pt x="32" y="182"/>
                          </a:lnTo>
                          <a:lnTo>
                            <a:pt x="29" y="183"/>
                          </a:lnTo>
                          <a:lnTo>
                            <a:pt x="27" y="182"/>
                          </a:lnTo>
                          <a:lnTo>
                            <a:pt x="24" y="181"/>
                          </a:lnTo>
                          <a:lnTo>
                            <a:pt x="22" y="181"/>
                          </a:lnTo>
                          <a:lnTo>
                            <a:pt x="20" y="180"/>
                          </a:lnTo>
                          <a:lnTo>
                            <a:pt x="17" y="179"/>
                          </a:lnTo>
                          <a:lnTo>
                            <a:pt x="15" y="178"/>
                          </a:lnTo>
                          <a:lnTo>
                            <a:pt x="12" y="177"/>
                          </a:lnTo>
                          <a:lnTo>
                            <a:pt x="10" y="176"/>
                          </a:lnTo>
                          <a:lnTo>
                            <a:pt x="8" y="175"/>
                          </a:lnTo>
                          <a:lnTo>
                            <a:pt x="5" y="174"/>
                          </a:lnTo>
                          <a:lnTo>
                            <a:pt x="3" y="173"/>
                          </a:lnTo>
                          <a:lnTo>
                            <a:pt x="0" y="171"/>
                          </a:lnTo>
                          <a:lnTo>
                            <a:pt x="0" y="308"/>
                          </a:lnTo>
                          <a:lnTo>
                            <a:pt x="3" y="307"/>
                          </a:lnTo>
                          <a:lnTo>
                            <a:pt x="5" y="306"/>
                          </a:lnTo>
                          <a:lnTo>
                            <a:pt x="8" y="306"/>
                          </a:lnTo>
                          <a:lnTo>
                            <a:pt x="10" y="305"/>
                          </a:lnTo>
                          <a:lnTo>
                            <a:pt x="12" y="304"/>
                          </a:lnTo>
                          <a:lnTo>
                            <a:pt x="15" y="304"/>
                          </a:lnTo>
                          <a:lnTo>
                            <a:pt x="17" y="304"/>
                          </a:lnTo>
                          <a:lnTo>
                            <a:pt x="20" y="303"/>
                          </a:lnTo>
                          <a:lnTo>
                            <a:pt x="22" y="302"/>
                          </a:lnTo>
                          <a:lnTo>
                            <a:pt x="24" y="302"/>
                          </a:lnTo>
                          <a:lnTo>
                            <a:pt x="27" y="302"/>
                          </a:lnTo>
                          <a:lnTo>
                            <a:pt x="29" y="301"/>
                          </a:lnTo>
                          <a:lnTo>
                            <a:pt x="32" y="301"/>
                          </a:lnTo>
                          <a:lnTo>
                            <a:pt x="34" y="301"/>
                          </a:lnTo>
                          <a:lnTo>
                            <a:pt x="36" y="301"/>
                          </a:lnTo>
                          <a:lnTo>
                            <a:pt x="39" y="301"/>
                          </a:lnTo>
                          <a:lnTo>
                            <a:pt x="41" y="301"/>
                          </a:lnTo>
                          <a:lnTo>
                            <a:pt x="44" y="301"/>
                          </a:lnTo>
                          <a:lnTo>
                            <a:pt x="46" y="301"/>
                          </a:lnTo>
                          <a:lnTo>
                            <a:pt x="48" y="301"/>
                          </a:lnTo>
                          <a:lnTo>
                            <a:pt x="51" y="301"/>
                          </a:lnTo>
                          <a:lnTo>
                            <a:pt x="53" y="301"/>
                          </a:lnTo>
                          <a:lnTo>
                            <a:pt x="56" y="301"/>
                          </a:lnTo>
                          <a:lnTo>
                            <a:pt x="58" y="301"/>
                          </a:lnTo>
                          <a:lnTo>
                            <a:pt x="60" y="301"/>
                          </a:lnTo>
                          <a:lnTo>
                            <a:pt x="63" y="301"/>
                          </a:lnTo>
                          <a:lnTo>
                            <a:pt x="65" y="301"/>
                          </a:lnTo>
                          <a:lnTo>
                            <a:pt x="68" y="301"/>
                          </a:lnTo>
                          <a:lnTo>
                            <a:pt x="70" y="301"/>
                          </a:lnTo>
                          <a:lnTo>
                            <a:pt x="72" y="301"/>
                          </a:lnTo>
                          <a:lnTo>
                            <a:pt x="75" y="301"/>
                          </a:lnTo>
                          <a:lnTo>
                            <a:pt x="77" y="301"/>
                          </a:lnTo>
                          <a:lnTo>
                            <a:pt x="80" y="301"/>
                          </a:lnTo>
                          <a:lnTo>
                            <a:pt x="82" y="301"/>
                          </a:lnTo>
                          <a:lnTo>
                            <a:pt x="84" y="301"/>
                          </a:lnTo>
                          <a:lnTo>
                            <a:pt x="87" y="301"/>
                          </a:lnTo>
                          <a:lnTo>
                            <a:pt x="89" y="302"/>
                          </a:lnTo>
                          <a:lnTo>
                            <a:pt x="92" y="301"/>
                          </a:lnTo>
                          <a:lnTo>
                            <a:pt x="94" y="301"/>
                          </a:lnTo>
                          <a:lnTo>
                            <a:pt x="96" y="302"/>
                          </a:lnTo>
                          <a:lnTo>
                            <a:pt x="99" y="301"/>
                          </a:lnTo>
                          <a:lnTo>
                            <a:pt x="101" y="301"/>
                          </a:lnTo>
                          <a:lnTo>
                            <a:pt x="104" y="302"/>
                          </a:lnTo>
                          <a:lnTo>
                            <a:pt x="106" y="302"/>
                          </a:lnTo>
                          <a:lnTo>
                            <a:pt x="108" y="301"/>
                          </a:lnTo>
                          <a:lnTo>
                            <a:pt x="111" y="302"/>
                          </a:lnTo>
                          <a:lnTo>
                            <a:pt x="113" y="302"/>
                          </a:lnTo>
                          <a:lnTo>
                            <a:pt x="115" y="302"/>
                          </a:lnTo>
                          <a:lnTo>
                            <a:pt x="118" y="301"/>
                          </a:lnTo>
                          <a:lnTo>
                            <a:pt x="120" y="302"/>
                          </a:lnTo>
                          <a:lnTo>
                            <a:pt x="123" y="302"/>
                          </a:lnTo>
                          <a:lnTo>
                            <a:pt x="125" y="301"/>
                          </a:lnTo>
                          <a:lnTo>
                            <a:pt x="128" y="302"/>
                          </a:lnTo>
                          <a:lnTo>
                            <a:pt x="130" y="301"/>
                          </a:lnTo>
                          <a:lnTo>
                            <a:pt x="132" y="301"/>
                          </a:lnTo>
                          <a:lnTo>
                            <a:pt x="135" y="301"/>
                          </a:lnTo>
                          <a:lnTo>
                            <a:pt x="137" y="301"/>
                          </a:lnTo>
                          <a:lnTo>
                            <a:pt x="140" y="300"/>
                          </a:lnTo>
                          <a:lnTo>
                            <a:pt x="142" y="300"/>
                          </a:lnTo>
                          <a:lnTo>
                            <a:pt x="144" y="299"/>
                          </a:lnTo>
                          <a:lnTo>
                            <a:pt x="147" y="299"/>
                          </a:lnTo>
                          <a:lnTo>
                            <a:pt x="149" y="298"/>
                          </a:lnTo>
                          <a:lnTo>
                            <a:pt x="152" y="298"/>
                          </a:lnTo>
                          <a:lnTo>
                            <a:pt x="154" y="298"/>
                          </a:lnTo>
                          <a:lnTo>
                            <a:pt x="156" y="297"/>
                          </a:lnTo>
                          <a:lnTo>
                            <a:pt x="159" y="297"/>
                          </a:lnTo>
                          <a:lnTo>
                            <a:pt x="161" y="296"/>
                          </a:lnTo>
                          <a:lnTo>
                            <a:pt x="164" y="296"/>
                          </a:lnTo>
                          <a:lnTo>
                            <a:pt x="166" y="296"/>
                          </a:lnTo>
                          <a:lnTo>
                            <a:pt x="169" y="295"/>
                          </a:lnTo>
                          <a:lnTo>
                            <a:pt x="171" y="295"/>
                          </a:lnTo>
                          <a:lnTo>
                            <a:pt x="173" y="295"/>
                          </a:lnTo>
                          <a:lnTo>
                            <a:pt x="176" y="294"/>
                          </a:lnTo>
                          <a:lnTo>
                            <a:pt x="178" y="294"/>
                          </a:lnTo>
                          <a:lnTo>
                            <a:pt x="181" y="293"/>
                          </a:lnTo>
                          <a:lnTo>
                            <a:pt x="183" y="293"/>
                          </a:lnTo>
                          <a:lnTo>
                            <a:pt x="185" y="293"/>
                          </a:lnTo>
                          <a:lnTo>
                            <a:pt x="188" y="293"/>
                          </a:lnTo>
                          <a:lnTo>
                            <a:pt x="190" y="293"/>
                          </a:lnTo>
                          <a:lnTo>
                            <a:pt x="193" y="293"/>
                          </a:lnTo>
                          <a:lnTo>
                            <a:pt x="195" y="292"/>
                          </a:lnTo>
                          <a:lnTo>
                            <a:pt x="197" y="292"/>
                          </a:lnTo>
                          <a:lnTo>
                            <a:pt x="200" y="292"/>
                          </a:lnTo>
                          <a:lnTo>
                            <a:pt x="202" y="292"/>
                          </a:lnTo>
                          <a:lnTo>
                            <a:pt x="205" y="292"/>
                          </a:lnTo>
                          <a:lnTo>
                            <a:pt x="207" y="292"/>
                          </a:lnTo>
                          <a:lnTo>
                            <a:pt x="209" y="292"/>
                          </a:lnTo>
                          <a:lnTo>
                            <a:pt x="212" y="292"/>
                          </a:lnTo>
                          <a:lnTo>
                            <a:pt x="214" y="291"/>
                          </a:lnTo>
                          <a:lnTo>
                            <a:pt x="217" y="291"/>
                          </a:lnTo>
                          <a:lnTo>
                            <a:pt x="219" y="291"/>
                          </a:lnTo>
                          <a:lnTo>
                            <a:pt x="222" y="291"/>
                          </a:lnTo>
                          <a:lnTo>
                            <a:pt x="224" y="290"/>
                          </a:lnTo>
                          <a:lnTo>
                            <a:pt x="226" y="290"/>
                          </a:lnTo>
                          <a:lnTo>
                            <a:pt x="229" y="291"/>
                          </a:lnTo>
                          <a:lnTo>
                            <a:pt x="231" y="290"/>
                          </a:lnTo>
                          <a:lnTo>
                            <a:pt x="234" y="290"/>
                          </a:lnTo>
                          <a:lnTo>
                            <a:pt x="236" y="291"/>
                          </a:lnTo>
                          <a:lnTo>
                            <a:pt x="238" y="291"/>
                          </a:lnTo>
                          <a:lnTo>
                            <a:pt x="241" y="291"/>
                          </a:lnTo>
                          <a:lnTo>
                            <a:pt x="243" y="292"/>
                          </a:lnTo>
                          <a:lnTo>
                            <a:pt x="246" y="292"/>
                          </a:lnTo>
                          <a:lnTo>
                            <a:pt x="248" y="292"/>
                          </a:lnTo>
                          <a:lnTo>
                            <a:pt x="250" y="293"/>
                          </a:lnTo>
                          <a:lnTo>
                            <a:pt x="253" y="293"/>
                          </a:lnTo>
                          <a:lnTo>
                            <a:pt x="255" y="293"/>
                          </a:lnTo>
                          <a:lnTo>
                            <a:pt x="258" y="294"/>
                          </a:lnTo>
                          <a:lnTo>
                            <a:pt x="260" y="294"/>
                          </a:lnTo>
                          <a:lnTo>
                            <a:pt x="263" y="294"/>
                          </a:lnTo>
                          <a:lnTo>
                            <a:pt x="265" y="295"/>
                          </a:lnTo>
                          <a:lnTo>
                            <a:pt x="267" y="295"/>
                          </a:lnTo>
                          <a:lnTo>
                            <a:pt x="270" y="295"/>
                          </a:lnTo>
                          <a:lnTo>
                            <a:pt x="272" y="295"/>
                          </a:lnTo>
                          <a:lnTo>
                            <a:pt x="275" y="295"/>
                          </a:lnTo>
                          <a:lnTo>
                            <a:pt x="277" y="295"/>
                          </a:lnTo>
                          <a:lnTo>
                            <a:pt x="279" y="295"/>
                          </a:lnTo>
                          <a:lnTo>
                            <a:pt x="282" y="295"/>
                          </a:lnTo>
                          <a:lnTo>
                            <a:pt x="284" y="295"/>
                          </a:lnTo>
                          <a:lnTo>
                            <a:pt x="287" y="295"/>
                          </a:lnTo>
                          <a:lnTo>
                            <a:pt x="289" y="295"/>
                          </a:lnTo>
                          <a:lnTo>
                            <a:pt x="291" y="295"/>
                          </a:lnTo>
                          <a:lnTo>
                            <a:pt x="294" y="295"/>
                          </a:lnTo>
                          <a:lnTo>
                            <a:pt x="296" y="295"/>
                          </a:lnTo>
                          <a:lnTo>
                            <a:pt x="299" y="295"/>
                          </a:lnTo>
                          <a:lnTo>
                            <a:pt x="301" y="295"/>
                          </a:lnTo>
                          <a:lnTo>
                            <a:pt x="303" y="295"/>
                          </a:lnTo>
                          <a:lnTo>
                            <a:pt x="306" y="295"/>
                          </a:lnTo>
                          <a:lnTo>
                            <a:pt x="308" y="295"/>
                          </a:lnTo>
                          <a:lnTo>
                            <a:pt x="311" y="295"/>
                          </a:lnTo>
                          <a:lnTo>
                            <a:pt x="313" y="294"/>
                          </a:lnTo>
                          <a:lnTo>
                            <a:pt x="315" y="294"/>
                          </a:lnTo>
                          <a:lnTo>
                            <a:pt x="318" y="295"/>
                          </a:lnTo>
                          <a:lnTo>
                            <a:pt x="320" y="294"/>
                          </a:lnTo>
                          <a:lnTo>
                            <a:pt x="323" y="294"/>
                          </a:lnTo>
                          <a:lnTo>
                            <a:pt x="325" y="294"/>
                          </a:lnTo>
                          <a:lnTo>
                            <a:pt x="327" y="295"/>
                          </a:lnTo>
                          <a:lnTo>
                            <a:pt x="330" y="295"/>
                          </a:lnTo>
                          <a:lnTo>
                            <a:pt x="332" y="295"/>
                          </a:lnTo>
                          <a:lnTo>
                            <a:pt x="335" y="295"/>
                          </a:lnTo>
                          <a:lnTo>
                            <a:pt x="337" y="295"/>
                          </a:lnTo>
                          <a:lnTo>
                            <a:pt x="339" y="295"/>
                          </a:lnTo>
                          <a:lnTo>
                            <a:pt x="342" y="295"/>
                          </a:lnTo>
                          <a:lnTo>
                            <a:pt x="344" y="295"/>
                          </a:lnTo>
                          <a:lnTo>
                            <a:pt x="347" y="295"/>
                          </a:lnTo>
                          <a:lnTo>
                            <a:pt x="349" y="295"/>
                          </a:lnTo>
                          <a:lnTo>
                            <a:pt x="351" y="295"/>
                          </a:lnTo>
                          <a:lnTo>
                            <a:pt x="354" y="295"/>
                          </a:lnTo>
                          <a:lnTo>
                            <a:pt x="356" y="295"/>
                          </a:lnTo>
                          <a:lnTo>
                            <a:pt x="358" y="295"/>
                          </a:lnTo>
                          <a:lnTo>
                            <a:pt x="361" y="295"/>
                          </a:lnTo>
                          <a:lnTo>
                            <a:pt x="363" y="296"/>
                          </a:lnTo>
                          <a:lnTo>
                            <a:pt x="366" y="298"/>
                          </a:lnTo>
                          <a:lnTo>
                            <a:pt x="368" y="299"/>
                          </a:lnTo>
                          <a:lnTo>
                            <a:pt x="370" y="301"/>
                          </a:lnTo>
                          <a:lnTo>
                            <a:pt x="373" y="303"/>
                          </a:lnTo>
                          <a:lnTo>
                            <a:pt x="375" y="305"/>
                          </a:lnTo>
                          <a:lnTo>
                            <a:pt x="378" y="307"/>
                          </a:lnTo>
                          <a:lnTo>
                            <a:pt x="380" y="309"/>
                          </a:lnTo>
                          <a:lnTo>
                            <a:pt x="382" y="311"/>
                          </a:lnTo>
                          <a:lnTo>
                            <a:pt x="385" y="313"/>
                          </a:lnTo>
                          <a:lnTo>
                            <a:pt x="387" y="316"/>
                          </a:lnTo>
                          <a:lnTo>
                            <a:pt x="390" y="318"/>
                          </a:lnTo>
                          <a:lnTo>
                            <a:pt x="392" y="321"/>
                          </a:lnTo>
                          <a:lnTo>
                            <a:pt x="395" y="323"/>
                          </a:lnTo>
                          <a:lnTo>
                            <a:pt x="397" y="325"/>
                          </a:lnTo>
                          <a:lnTo>
                            <a:pt x="399" y="327"/>
                          </a:lnTo>
                          <a:lnTo>
                            <a:pt x="402" y="330"/>
                          </a:lnTo>
                          <a:lnTo>
                            <a:pt x="404" y="332"/>
                          </a:lnTo>
                          <a:lnTo>
                            <a:pt x="407" y="335"/>
                          </a:lnTo>
                          <a:lnTo>
                            <a:pt x="409" y="337"/>
                          </a:lnTo>
                          <a:lnTo>
                            <a:pt x="411" y="339"/>
                          </a:lnTo>
                          <a:lnTo>
                            <a:pt x="414" y="341"/>
                          </a:lnTo>
                          <a:lnTo>
                            <a:pt x="416" y="343"/>
                          </a:lnTo>
                          <a:lnTo>
                            <a:pt x="419" y="345"/>
                          </a:lnTo>
                          <a:lnTo>
                            <a:pt x="421" y="347"/>
                          </a:lnTo>
                          <a:lnTo>
                            <a:pt x="423" y="349"/>
                          </a:lnTo>
                          <a:lnTo>
                            <a:pt x="426" y="351"/>
                          </a:lnTo>
                          <a:lnTo>
                            <a:pt x="428" y="353"/>
                          </a:lnTo>
                          <a:lnTo>
                            <a:pt x="431" y="355"/>
                          </a:lnTo>
                          <a:lnTo>
                            <a:pt x="433" y="357"/>
                          </a:lnTo>
                          <a:lnTo>
                            <a:pt x="436" y="359"/>
                          </a:lnTo>
                          <a:lnTo>
                            <a:pt x="438" y="361"/>
                          </a:lnTo>
                          <a:lnTo>
                            <a:pt x="440" y="363"/>
                          </a:lnTo>
                          <a:lnTo>
                            <a:pt x="443" y="365"/>
                          </a:lnTo>
                          <a:lnTo>
                            <a:pt x="445" y="367"/>
                          </a:lnTo>
                          <a:lnTo>
                            <a:pt x="448" y="369"/>
                          </a:lnTo>
                          <a:lnTo>
                            <a:pt x="450" y="371"/>
                          </a:lnTo>
                          <a:lnTo>
                            <a:pt x="452" y="372"/>
                          </a:lnTo>
                          <a:lnTo>
                            <a:pt x="455" y="374"/>
                          </a:lnTo>
                          <a:lnTo>
                            <a:pt x="457" y="376"/>
                          </a:lnTo>
                          <a:lnTo>
                            <a:pt x="460" y="378"/>
                          </a:lnTo>
                          <a:lnTo>
                            <a:pt x="462" y="379"/>
                          </a:lnTo>
                          <a:lnTo>
                            <a:pt x="464" y="381"/>
                          </a:lnTo>
                          <a:lnTo>
                            <a:pt x="467" y="382"/>
                          </a:lnTo>
                          <a:lnTo>
                            <a:pt x="469" y="384"/>
                          </a:lnTo>
                          <a:lnTo>
                            <a:pt x="472" y="386"/>
                          </a:lnTo>
                          <a:lnTo>
                            <a:pt x="474" y="388"/>
                          </a:lnTo>
                          <a:lnTo>
                            <a:pt x="476" y="389"/>
                          </a:lnTo>
                          <a:lnTo>
                            <a:pt x="479" y="391"/>
                          </a:lnTo>
                          <a:lnTo>
                            <a:pt x="481" y="393"/>
                          </a:lnTo>
                          <a:lnTo>
                            <a:pt x="484" y="395"/>
                          </a:lnTo>
                          <a:lnTo>
                            <a:pt x="486" y="396"/>
                          </a:lnTo>
                          <a:lnTo>
                            <a:pt x="489" y="398"/>
                          </a:lnTo>
                          <a:lnTo>
                            <a:pt x="491" y="400"/>
                          </a:lnTo>
                          <a:lnTo>
                            <a:pt x="493" y="401"/>
                          </a:lnTo>
                          <a:lnTo>
                            <a:pt x="496" y="403"/>
                          </a:lnTo>
                          <a:lnTo>
                            <a:pt x="498" y="405"/>
                          </a:lnTo>
                          <a:lnTo>
                            <a:pt x="501" y="406"/>
                          </a:lnTo>
                          <a:lnTo>
                            <a:pt x="503" y="408"/>
                          </a:lnTo>
                          <a:lnTo>
                            <a:pt x="505" y="409"/>
                          </a:lnTo>
                          <a:lnTo>
                            <a:pt x="508" y="411"/>
                          </a:lnTo>
                          <a:lnTo>
                            <a:pt x="510" y="412"/>
                          </a:lnTo>
                          <a:lnTo>
                            <a:pt x="513" y="414"/>
                          </a:lnTo>
                          <a:lnTo>
                            <a:pt x="515" y="415"/>
                          </a:lnTo>
                          <a:lnTo>
                            <a:pt x="517" y="417"/>
                          </a:lnTo>
                          <a:lnTo>
                            <a:pt x="520" y="418"/>
                          </a:lnTo>
                          <a:lnTo>
                            <a:pt x="522" y="420"/>
                          </a:lnTo>
                          <a:lnTo>
                            <a:pt x="525" y="421"/>
                          </a:lnTo>
                          <a:lnTo>
                            <a:pt x="527" y="423"/>
                          </a:lnTo>
                          <a:lnTo>
                            <a:pt x="530" y="425"/>
                          </a:lnTo>
                          <a:lnTo>
                            <a:pt x="532" y="426"/>
                          </a:lnTo>
                          <a:lnTo>
                            <a:pt x="534" y="427"/>
                          </a:lnTo>
                          <a:lnTo>
                            <a:pt x="537" y="429"/>
                          </a:lnTo>
                          <a:lnTo>
                            <a:pt x="539" y="430"/>
                          </a:lnTo>
                          <a:lnTo>
                            <a:pt x="542" y="432"/>
                          </a:lnTo>
                          <a:lnTo>
                            <a:pt x="544" y="433"/>
                          </a:lnTo>
                          <a:lnTo>
                            <a:pt x="546" y="435"/>
                          </a:lnTo>
                          <a:lnTo>
                            <a:pt x="549" y="436"/>
                          </a:lnTo>
                          <a:lnTo>
                            <a:pt x="551" y="438"/>
                          </a:lnTo>
                          <a:lnTo>
                            <a:pt x="554" y="439"/>
                          </a:lnTo>
                          <a:lnTo>
                            <a:pt x="556" y="440"/>
                          </a:lnTo>
                          <a:lnTo>
                            <a:pt x="558" y="442"/>
                          </a:lnTo>
                          <a:lnTo>
                            <a:pt x="561" y="443"/>
                          </a:lnTo>
                          <a:lnTo>
                            <a:pt x="563" y="445"/>
                          </a:lnTo>
                          <a:lnTo>
                            <a:pt x="566" y="446"/>
                          </a:lnTo>
                          <a:lnTo>
                            <a:pt x="568" y="447"/>
                          </a:lnTo>
                          <a:lnTo>
                            <a:pt x="570" y="449"/>
                          </a:lnTo>
                          <a:lnTo>
                            <a:pt x="573" y="450"/>
                          </a:lnTo>
                          <a:lnTo>
                            <a:pt x="575" y="451"/>
                          </a:lnTo>
                          <a:lnTo>
                            <a:pt x="578" y="453"/>
                          </a:lnTo>
                          <a:lnTo>
                            <a:pt x="580" y="454"/>
                          </a:lnTo>
                          <a:lnTo>
                            <a:pt x="582" y="456"/>
                          </a:lnTo>
                          <a:lnTo>
                            <a:pt x="585" y="457"/>
                          </a:lnTo>
                          <a:lnTo>
                            <a:pt x="587" y="458"/>
                          </a:lnTo>
                          <a:lnTo>
                            <a:pt x="590" y="460"/>
                          </a:lnTo>
                          <a:lnTo>
                            <a:pt x="592" y="461"/>
                          </a:lnTo>
                          <a:lnTo>
                            <a:pt x="594" y="462"/>
                          </a:lnTo>
                          <a:lnTo>
                            <a:pt x="597" y="464"/>
                          </a:lnTo>
                          <a:lnTo>
                            <a:pt x="599" y="465"/>
                          </a:lnTo>
                          <a:lnTo>
                            <a:pt x="601" y="467"/>
                          </a:lnTo>
                          <a:lnTo>
                            <a:pt x="604" y="468"/>
                          </a:lnTo>
                          <a:lnTo>
                            <a:pt x="606" y="469"/>
                          </a:lnTo>
                          <a:lnTo>
                            <a:pt x="609" y="470"/>
                          </a:lnTo>
                          <a:lnTo>
                            <a:pt x="611" y="471"/>
                          </a:lnTo>
                          <a:lnTo>
                            <a:pt x="613" y="473"/>
                          </a:lnTo>
                          <a:lnTo>
                            <a:pt x="616" y="474"/>
                          </a:lnTo>
                          <a:lnTo>
                            <a:pt x="618" y="476"/>
                          </a:lnTo>
                          <a:lnTo>
                            <a:pt x="621" y="477"/>
                          </a:lnTo>
                          <a:lnTo>
                            <a:pt x="623" y="478"/>
                          </a:lnTo>
                          <a:lnTo>
                            <a:pt x="625" y="479"/>
                          </a:lnTo>
                          <a:lnTo>
                            <a:pt x="628" y="481"/>
                          </a:lnTo>
                          <a:lnTo>
                            <a:pt x="630" y="482"/>
                          </a:lnTo>
                          <a:lnTo>
                            <a:pt x="633" y="483"/>
                          </a:lnTo>
                          <a:lnTo>
                            <a:pt x="635" y="484"/>
                          </a:lnTo>
                          <a:lnTo>
                            <a:pt x="637" y="485"/>
                          </a:lnTo>
                          <a:lnTo>
                            <a:pt x="640" y="486"/>
                          </a:lnTo>
                          <a:lnTo>
                            <a:pt x="642" y="487"/>
                          </a:lnTo>
                          <a:lnTo>
                            <a:pt x="645" y="488"/>
                          </a:lnTo>
                          <a:lnTo>
                            <a:pt x="647" y="490"/>
                          </a:lnTo>
                          <a:lnTo>
                            <a:pt x="649" y="491"/>
                          </a:lnTo>
                          <a:lnTo>
                            <a:pt x="652" y="492"/>
                          </a:lnTo>
                          <a:lnTo>
                            <a:pt x="654" y="493"/>
                          </a:lnTo>
                          <a:lnTo>
                            <a:pt x="657" y="494"/>
                          </a:lnTo>
                          <a:lnTo>
                            <a:pt x="659" y="495"/>
                          </a:lnTo>
                          <a:lnTo>
                            <a:pt x="662" y="496"/>
                          </a:lnTo>
                          <a:lnTo>
                            <a:pt x="664" y="498"/>
                          </a:lnTo>
                          <a:lnTo>
                            <a:pt x="666" y="499"/>
                          </a:lnTo>
                          <a:lnTo>
                            <a:pt x="669" y="499"/>
                          </a:lnTo>
                          <a:lnTo>
                            <a:pt x="671" y="501"/>
                          </a:lnTo>
                          <a:lnTo>
                            <a:pt x="674" y="502"/>
                          </a:lnTo>
                          <a:lnTo>
                            <a:pt x="676" y="502"/>
                          </a:lnTo>
                          <a:lnTo>
                            <a:pt x="678" y="504"/>
                          </a:lnTo>
                          <a:lnTo>
                            <a:pt x="681" y="504"/>
                          </a:lnTo>
                          <a:lnTo>
                            <a:pt x="683" y="505"/>
                          </a:lnTo>
                          <a:lnTo>
                            <a:pt x="686" y="506"/>
                          </a:lnTo>
                          <a:lnTo>
                            <a:pt x="688" y="507"/>
                          </a:lnTo>
                          <a:lnTo>
                            <a:pt x="690" y="508"/>
                          </a:lnTo>
                          <a:lnTo>
                            <a:pt x="693" y="509"/>
                          </a:lnTo>
                          <a:lnTo>
                            <a:pt x="695" y="510"/>
                          </a:lnTo>
                          <a:lnTo>
                            <a:pt x="698" y="511"/>
                          </a:lnTo>
                          <a:lnTo>
                            <a:pt x="700" y="512"/>
                          </a:lnTo>
                          <a:lnTo>
                            <a:pt x="703" y="513"/>
                          </a:lnTo>
                          <a:lnTo>
                            <a:pt x="705" y="514"/>
                          </a:lnTo>
                          <a:lnTo>
                            <a:pt x="707" y="515"/>
                          </a:lnTo>
                          <a:lnTo>
                            <a:pt x="710" y="516"/>
                          </a:lnTo>
                          <a:lnTo>
                            <a:pt x="712" y="517"/>
                          </a:lnTo>
                          <a:lnTo>
                            <a:pt x="715" y="518"/>
                          </a:lnTo>
                          <a:lnTo>
                            <a:pt x="717" y="519"/>
                          </a:lnTo>
                          <a:lnTo>
                            <a:pt x="719" y="519"/>
                          </a:lnTo>
                          <a:lnTo>
                            <a:pt x="722" y="520"/>
                          </a:lnTo>
                          <a:lnTo>
                            <a:pt x="724" y="521"/>
                          </a:lnTo>
                          <a:lnTo>
                            <a:pt x="727" y="522"/>
                          </a:lnTo>
                          <a:lnTo>
                            <a:pt x="729" y="523"/>
                          </a:lnTo>
                          <a:lnTo>
                            <a:pt x="731" y="524"/>
                          </a:lnTo>
                          <a:lnTo>
                            <a:pt x="734" y="525"/>
                          </a:lnTo>
                          <a:lnTo>
                            <a:pt x="736" y="526"/>
                          </a:lnTo>
                          <a:lnTo>
                            <a:pt x="739" y="527"/>
                          </a:lnTo>
                          <a:lnTo>
                            <a:pt x="741" y="527"/>
                          </a:lnTo>
                          <a:lnTo>
                            <a:pt x="743" y="528"/>
                          </a:lnTo>
                          <a:lnTo>
                            <a:pt x="746" y="529"/>
                          </a:lnTo>
                          <a:lnTo>
                            <a:pt x="748" y="530"/>
                          </a:lnTo>
                          <a:lnTo>
                            <a:pt x="751" y="531"/>
                          </a:lnTo>
                          <a:lnTo>
                            <a:pt x="753" y="531"/>
                          </a:lnTo>
                          <a:lnTo>
                            <a:pt x="756" y="532"/>
                          </a:lnTo>
                          <a:lnTo>
                            <a:pt x="758" y="533"/>
                          </a:lnTo>
                          <a:lnTo>
                            <a:pt x="760" y="534"/>
                          </a:lnTo>
                          <a:lnTo>
                            <a:pt x="763" y="535"/>
                          </a:lnTo>
                          <a:lnTo>
                            <a:pt x="765" y="536"/>
                          </a:lnTo>
                          <a:lnTo>
                            <a:pt x="768" y="536"/>
                          </a:lnTo>
                          <a:lnTo>
                            <a:pt x="770" y="537"/>
                          </a:lnTo>
                          <a:lnTo>
                            <a:pt x="772" y="538"/>
                          </a:lnTo>
                          <a:lnTo>
                            <a:pt x="775" y="539"/>
                          </a:lnTo>
                          <a:lnTo>
                            <a:pt x="777" y="540"/>
                          </a:lnTo>
                          <a:lnTo>
                            <a:pt x="780" y="541"/>
                          </a:lnTo>
                          <a:lnTo>
                            <a:pt x="782" y="541"/>
                          </a:lnTo>
                          <a:lnTo>
                            <a:pt x="784" y="542"/>
                          </a:lnTo>
                          <a:lnTo>
                            <a:pt x="787" y="543"/>
                          </a:lnTo>
                          <a:lnTo>
                            <a:pt x="789" y="544"/>
                          </a:lnTo>
                          <a:lnTo>
                            <a:pt x="792" y="544"/>
                          </a:lnTo>
                          <a:lnTo>
                            <a:pt x="794" y="545"/>
                          </a:lnTo>
                          <a:lnTo>
                            <a:pt x="797" y="545"/>
                          </a:lnTo>
                          <a:lnTo>
                            <a:pt x="799" y="546"/>
                          </a:lnTo>
                          <a:lnTo>
                            <a:pt x="801" y="547"/>
                          </a:lnTo>
                          <a:lnTo>
                            <a:pt x="804" y="548"/>
                          </a:lnTo>
                          <a:lnTo>
                            <a:pt x="806" y="548"/>
                          </a:lnTo>
                          <a:lnTo>
                            <a:pt x="809" y="549"/>
                          </a:lnTo>
                          <a:lnTo>
                            <a:pt x="811" y="550"/>
                          </a:lnTo>
                          <a:lnTo>
                            <a:pt x="813" y="550"/>
                          </a:lnTo>
                          <a:lnTo>
                            <a:pt x="816" y="551"/>
                          </a:lnTo>
                          <a:lnTo>
                            <a:pt x="818" y="551"/>
                          </a:lnTo>
                          <a:lnTo>
                            <a:pt x="821" y="552"/>
                          </a:lnTo>
                          <a:lnTo>
                            <a:pt x="823" y="553"/>
                          </a:lnTo>
                          <a:lnTo>
                            <a:pt x="825" y="554"/>
                          </a:lnTo>
                          <a:lnTo>
                            <a:pt x="828" y="554"/>
                          </a:lnTo>
                          <a:lnTo>
                            <a:pt x="830" y="555"/>
                          </a:lnTo>
                          <a:lnTo>
                            <a:pt x="833" y="556"/>
                          </a:lnTo>
                          <a:lnTo>
                            <a:pt x="835" y="556"/>
                          </a:lnTo>
                          <a:lnTo>
                            <a:pt x="837" y="557"/>
                          </a:lnTo>
                          <a:lnTo>
                            <a:pt x="840" y="558"/>
                          </a:lnTo>
                          <a:lnTo>
                            <a:pt x="842" y="558"/>
                          </a:lnTo>
                          <a:lnTo>
                            <a:pt x="845" y="559"/>
                          </a:lnTo>
                          <a:lnTo>
                            <a:pt x="847" y="560"/>
                          </a:lnTo>
                          <a:lnTo>
                            <a:pt x="849" y="560"/>
                          </a:lnTo>
                          <a:lnTo>
                            <a:pt x="852" y="561"/>
                          </a:lnTo>
                          <a:lnTo>
                            <a:pt x="854" y="562"/>
                          </a:lnTo>
                          <a:lnTo>
                            <a:pt x="856" y="562"/>
                          </a:lnTo>
                          <a:lnTo>
                            <a:pt x="859" y="563"/>
                          </a:lnTo>
                          <a:lnTo>
                            <a:pt x="861" y="564"/>
                          </a:lnTo>
                          <a:lnTo>
                            <a:pt x="864" y="564"/>
                          </a:lnTo>
                          <a:lnTo>
                            <a:pt x="866" y="565"/>
                          </a:lnTo>
                          <a:lnTo>
                            <a:pt x="868" y="565"/>
                          </a:lnTo>
                          <a:lnTo>
                            <a:pt x="871" y="566"/>
                          </a:lnTo>
                          <a:lnTo>
                            <a:pt x="873" y="567"/>
                          </a:lnTo>
                          <a:lnTo>
                            <a:pt x="876" y="568"/>
                          </a:lnTo>
                          <a:lnTo>
                            <a:pt x="878" y="568"/>
                          </a:lnTo>
                          <a:lnTo>
                            <a:pt x="880" y="569"/>
                          </a:lnTo>
                          <a:lnTo>
                            <a:pt x="883" y="570"/>
                          </a:lnTo>
                          <a:lnTo>
                            <a:pt x="885" y="570"/>
                          </a:lnTo>
                          <a:lnTo>
                            <a:pt x="888" y="571"/>
                          </a:lnTo>
                          <a:lnTo>
                            <a:pt x="890" y="571"/>
                          </a:lnTo>
                          <a:lnTo>
                            <a:pt x="892" y="572"/>
                          </a:lnTo>
                          <a:lnTo>
                            <a:pt x="895" y="573"/>
                          </a:lnTo>
                          <a:lnTo>
                            <a:pt x="897" y="573"/>
                          </a:lnTo>
                          <a:lnTo>
                            <a:pt x="900" y="574"/>
                          </a:lnTo>
                          <a:lnTo>
                            <a:pt x="902" y="575"/>
                          </a:lnTo>
                          <a:lnTo>
                            <a:pt x="904" y="576"/>
                          </a:lnTo>
                          <a:lnTo>
                            <a:pt x="907" y="576"/>
                          </a:lnTo>
                          <a:lnTo>
                            <a:pt x="909" y="577"/>
                          </a:lnTo>
                          <a:lnTo>
                            <a:pt x="912" y="577"/>
                          </a:lnTo>
                          <a:lnTo>
                            <a:pt x="914" y="578"/>
                          </a:lnTo>
                          <a:lnTo>
                            <a:pt x="916" y="579"/>
                          </a:lnTo>
                          <a:lnTo>
                            <a:pt x="919" y="579"/>
                          </a:lnTo>
                          <a:lnTo>
                            <a:pt x="921" y="580"/>
                          </a:lnTo>
                          <a:lnTo>
                            <a:pt x="924" y="581"/>
                          </a:lnTo>
                          <a:lnTo>
                            <a:pt x="926" y="582"/>
                          </a:lnTo>
                          <a:lnTo>
                            <a:pt x="929" y="582"/>
                          </a:lnTo>
                          <a:lnTo>
                            <a:pt x="931" y="583"/>
                          </a:lnTo>
                          <a:lnTo>
                            <a:pt x="933" y="584"/>
                          </a:lnTo>
                          <a:lnTo>
                            <a:pt x="936" y="584"/>
                          </a:lnTo>
                          <a:lnTo>
                            <a:pt x="938" y="585"/>
                          </a:lnTo>
                          <a:lnTo>
                            <a:pt x="941" y="585"/>
                          </a:lnTo>
                          <a:lnTo>
                            <a:pt x="943" y="586"/>
                          </a:lnTo>
                          <a:lnTo>
                            <a:pt x="945" y="587"/>
                          </a:lnTo>
                          <a:lnTo>
                            <a:pt x="948" y="587"/>
                          </a:lnTo>
                          <a:lnTo>
                            <a:pt x="950" y="588"/>
                          </a:lnTo>
                          <a:lnTo>
                            <a:pt x="953" y="588"/>
                          </a:lnTo>
                          <a:lnTo>
                            <a:pt x="955" y="589"/>
                          </a:lnTo>
                          <a:lnTo>
                            <a:pt x="957" y="590"/>
                          </a:lnTo>
                          <a:lnTo>
                            <a:pt x="960" y="591"/>
                          </a:lnTo>
                          <a:lnTo>
                            <a:pt x="962" y="591"/>
                          </a:lnTo>
                          <a:lnTo>
                            <a:pt x="965" y="592"/>
                          </a:lnTo>
                          <a:lnTo>
                            <a:pt x="967" y="593"/>
                          </a:lnTo>
                          <a:lnTo>
                            <a:pt x="970" y="593"/>
                          </a:lnTo>
                          <a:lnTo>
                            <a:pt x="972" y="594"/>
                          </a:lnTo>
                          <a:lnTo>
                            <a:pt x="974" y="594"/>
                          </a:lnTo>
                          <a:lnTo>
                            <a:pt x="977" y="595"/>
                          </a:lnTo>
                          <a:lnTo>
                            <a:pt x="979" y="596"/>
                          </a:lnTo>
                          <a:lnTo>
                            <a:pt x="982" y="596"/>
                          </a:lnTo>
                          <a:lnTo>
                            <a:pt x="984" y="597"/>
                          </a:lnTo>
                          <a:lnTo>
                            <a:pt x="986" y="597"/>
                          </a:lnTo>
                          <a:lnTo>
                            <a:pt x="989" y="598"/>
                          </a:lnTo>
                          <a:lnTo>
                            <a:pt x="991" y="599"/>
                          </a:lnTo>
                          <a:lnTo>
                            <a:pt x="994" y="599"/>
                          </a:lnTo>
                          <a:lnTo>
                            <a:pt x="996" y="600"/>
                          </a:lnTo>
                          <a:lnTo>
                            <a:pt x="998" y="600"/>
                          </a:lnTo>
                          <a:lnTo>
                            <a:pt x="1001" y="601"/>
                          </a:lnTo>
                          <a:lnTo>
                            <a:pt x="1003" y="602"/>
                          </a:lnTo>
                          <a:lnTo>
                            <a:pt x="1006" y="602"/>
                          </a:lnTo>
                          <a:lnTo>
                            <a:pt x="1008" y="603"/>
                          </a:lnTo>
                          <a:lnTo>
                            <a:pt x="1010" y="604"/>
                          </a:lnTo>
                          <a:lnTo>
                            <a:pt x="1013" y="604"/>
                          </a:lnTo>
                          <a:lnTo>
                            <a:pt x="1015" y="605"/>
                          </a:lnTo>
                          <a:lnTo>
                            <a:pt x="1018" y="605"/>
                          </a:lnTo>
                          <a:lnTo>
                            <a:pt x="1020" y="605"/>
                          </a:lnTo>
                          <a:lnTo>
                            <a:pt x="1023" y="606"/>
                          </a:lnTo>
                          <a:lnTo>
                            <a:pt x="1025" y="607"/>
                          </a:lnTo>
                          <a:lnTo>
                            <a:pt x="1027" y="607"/>
                          </a:lnTo>
                          <a:lnTo>
                            <a:pt x="1030" y="608"/>
                          </a:lnTo>
                          <a:lnTo>
                            <a:pt x="1032" y="608"/>
                          </a:lnTo>
                          <a:lnTo>
                            <a:pt x="1035" y="609"/>
                          </a:lnTo>
                          <a:lnTo>
                            <a:pt x="1037" y="609"/>
                          </a:lnTo>
                          <a:lnTo>
                            <a:pt x="1039" y="610"/>
                          </a:lnTo>
                          <a:lnTo>
                            <a:pt x="1042" y="610"/>
                          </a:lnTo>
                          <a:lnTo>
                            <a:pt x="1044" y="611"/>
                          </a:lnTo>
                          <a:lnTo>
                            <a:pt x="1047" y="611"/>
                          </a:lnTo>
                          <a:lnTo>
                            <a:pt x="1049" y="612"/>
                          </a:lnTo>
                          <a:lnTo>
                            <a:pt x="1051" y="613"/>
                          </a:lnTo>
                          <a:lnTo>
                            <a:pt x="1054" y="613"/>
                          </a:lnTo>
                          <a:lnTo>
                            <a:pt x="1056" y="614"/>
                          </a:lnTo>
                          <a:lnTo>
                            <a:pt x="1059" y="614"/>
                          </a:lnTo>
                          <a:lnTo>
                            <a:pt x="1061" y="615"/>
                          </a:lnTo>
                          <a:lnTo>
                            <a:pt x="1064" y="615"/>
                          </a:lnTo>
                          <a:lnTo>
                            <a:pt x="1066" y="616"/>
                          </a:lnTo>
                          <a:lnTo>
                            <a:pt x="1068" y="616"/>
                          </a:lnTo>
                          <a:lnTo>
                            <a:pt x="1071" y="617"/>
                          </a:lnTo>
                          <a:lnTo>
                            <a:pt x="1073" y="617"/>
                          </a:lnTo>
                          <a:lnTo>
                            <a:pt x="1076" y="618"/>
                          </a:lnTo>
                          <a:lnTo>
                            <a:pt x="1078" y="619"/>
                          </a:lnTo>
                          <a:lnTo>
                            <a:pt x="1080" y="619"/>
                          </a:lnTo>
                          <a:lnTo>
                            <a:pt x="1083" y="620"/>
                          </a:lnTo>
                          <a:lnTo>
                            <a:pt x="1085" y="620"/>
                          </a:lnTo>
                          <a:lnTo>
                            <a:pt x="1088" y="621"/>
                          </a:lnTo>
                          <a:lnTo>
                            <a:pt x="1090" y="621"/>
                          </a:lnTo>
                          <a:lnTo>
                            <a:pt x="1092" y="622"/>
                          </a:lnTo>
                          <a:lnTo>
                            <a:pt x="1095" y="622"/>
                          </a:lnTo>
                          <a:lnTo>
                            <a:pt x="1097" y="623"/>
                          </a:lnTo>
                          <a:lnTo>
                            <a:pt x="1099" y="623"/>
                          </a:lnTo>
                          <a:lnTo>
                            <a:pt x="1102" y="624"/>
                          </a:lnTo>
                          <a:lnTo>
                            <a:pt x="1104" y="625"/>
                          </a:lnTo>
                          <a:lnTo>
                            <a:pt x="1107" y="625"/>
                          </a:lnTo>
                          <a:lnTo>
                            <a:pt x="1109" y="625"/>
                          </a:lnTo>
                          <a:lnTo>
                            <a:pt x="1111" y="626"/>
                          </a:lnTo>
                          <a:lnTo>
                            <a:pt x="1114" y="627"/>
                          </a:lnTo>
                          <a:lnTo>
                            <a:pt x="1116" y="627"/>
                          </a:lnTo>
                          <a:lnTo>
                            <a:pt x="1119" y="628"/>
                          </a:lnTo>
                          <a:lnTo>
                            <a:pt x="1121" y="628"/>
                          </a:lnTo>
                          <a:lnTo>
                            <a:pt x="1123" y="628"/>
                          </a:lnTo>
                          <a:lnTo>
                            <a:pt x="1126" y="629"/>
                          </a:lnTo>
                          <a:lnTo>
                            <a:pt x="1128" y="630"/>
                          </a:lnTo>
                          <a:lnTo>
                            <a:pt x="1131" y="630"/>
                          </a:lnTo>
                          <a:lnTo>
                            <a:pt x="1133" y="631"/>
                          </a:lnTo>
                          <a:lnTo>
                            <a:pt x="1135" y="631"/>
                          </a:lnTo>
                          <a:lnTo>
                            <a:pt x="1138" y="631"/>
                          </a:lnTo>
                          <a:lnTo>
                            <a:pt x="1140" y="632"/>
                          </a:lnTo>
                          <a:lnTo>
                            <a:pt x="1143" y="632"/>
                          </a:lnTo>
                          <a:lnTo>
                            <a:pt x="1145" y="633"/>
                          </a:lnTo>
                          <a:lnTo>
                            <a:pt x="1147" y="633"/>
                          </a:lnTo>
                          <a:lnTo>
                            <a:pt x="1150" y="634"/>
                          </a:lnTo>
                          <a:lnTo>
                            <a:pt x="1152" y="634"/>
                          </a:lnTo>
                          <a:lnTo>
                            <a:pt x="1155" y="635"/>
                          </a:lnTo>
                          <a:lnTo>
                            <a:pt x="1157" y="635"/>
                          </a:lnTo>
                          <a:lnTo>
                            <a:pt x="1159" y="636"/>
                          </a:lnTo>
                          <a:lnTo>
                            <a:pt x="1162" y="636"/>
                          </a:lnTo>
                          <a:lnTo>
                            <a:pt x="1164" y="637"/>
                          </a:lnTo>
                          <a:lnTo>
                            <a:pt x="1167" y="637"/>
                          </a:lnTo>
                          <a:lnTo>
                            <a:pt x="1169" y="637"/>
                          </a:lnTo>
                          <a:lnTo>
                            <a:pt x="1171" y="638"/>
                          </a:lnTo>
                          <a:lnTo>
                            <a:pt x="1174" y="639"/>
                          </a:lnTo>
                          <a:lnTo>
                            <a:pt x="1176" y="639"/>
                          </a:lnTo>
                          <a:lnTo>
                            <a:pt x="1179" y="639"/>
                          </a:lnTo>
                          <a:lnTo>
                            <a:pt x="1181" y="640"/>
                          </a:lnTo>
                          <a:lnTo>
                            <a:pt x="1183" y="640"/>
                          </a:lnTo>
                          <a:lnTo>
                            <a:pt x="1186" y="641"/>
                          </a:lnTo>
                          <a:lnTo>
                            <a:pt x="1188" y="641"/>
                          </a:lnTo>
                          <a:lnTo>
                            <a:pt x="1191" y="642"/>
                          </a:lnTo>
                          <a:lnTo>
                            <a:pt x="1193" y="642"/>
                          </a:lnTo>
                          <a:lnTo>
                            <a:pt x="1196" y="643"/>
                          </a:lnTo>
                          <a:lnTo>
                            <a:pt x="1198" y="643"/>
                          </a:lnTo>
                          <a:lnTo>
                            <a:pt x="1200" y="643"/>
                          </a:lnTo>
                          <a:lnTo>
                            <a:pt x="1203" y="644"/>
                          </a:lnTo>
                          <a:lnTo>
                            <a:pt x="1205" y="645"/>
                          </a:lnTo>
                          <a:lnTo>
                            <a:pt x="1208" y="645"/>
                          </a:lnTo>
                          <a:lnTo>
                            <a:pt x="1210" y="645"/>
                          </a:lnTo>
                          <a:lnTo>
                            <a:pt x="1212" y="646"/>
                          </a:lnTo>
                          <a:lnTo>
                            <a:pt x="1215" y="647"/>
                          </a:lnTo>
                          <a:lnTo>
                            <a:pt x="1217" y="647"/>
                          </a:lnTo>
                          <a:lnTo>
                            <a:pt x="1220" y="647"/>
                          </a:lnTo>
                          <a:lnTo>
                            <a:pt x="1222" y="648"/>
                          </a:lnTo>
                          <a:lnTo>
                            <a:pt x="1224" y="648"/>
                          </a:lnTo>
                          <a:lnTo>
                            <a:pt x="1227" y="648"/>
                          </a:lnTo>
                          <a:lnTo>
                            <a:pt x="1229" y="649"/>
                          </a:lnTo>
                          <a:lnTo>
                            <a:pt x="1232" y="649"/>
                          </a:lnTo>
                          <a:lnTo>
                            <a:pt x="1234" y="650"/>
                          </a:lnTo>
                          <a:lnTo>
                            <a:pt x="1237" y="650"/>
                          </a:lnTo>
                          <a:lnTo>
                            <a:pt x="1239" y="650"/>
                          </a:lnTo>
                          <a:lnTo>
                            <a:pt x="1241" y="651"/>
                          </a:lnTo>
                          <a:lnTo>
                            <a:pt x="1244" y="651"/>
                          </a:lnTo>
                          <a:lnTo>
                            <a:pt x="1246" y="651"/>
                          </a:lnTo>
                          <a:lnTo>
                            <a:pt x="1249" y="652"/>
                          </a:lnTo>
                          <a:lnTo>
                            <a:pt x="1251" y="652"/>
                          </a:lnTo>
                          <a:lnTo>
                            <a:pt x="1253" y="653"/>
                          </a:lnTo>
                          <a:lnTo>
                            <a:pt x="1256" y="653"/>
                          </a:lnTo>
                          <a:lnTo>
                            <a:pt x="1258" y="653"/>
                          </a:lnTo>
                          <a:lnTo>
                            <a:pt x="1261" y="654"/>
                          </a:lnTo>
                          <a:lnTo>
                            <a:pt x="1263" y="654"/>
                          </a:lnTo>
                          <a:lnTo>
                            <a:pt x="1265" y="654"/>
                          </a:lnTo>
                          <a:lnTo>
                            <a:pt x="1268" y="655"/>
                          </a:lnTo>
                          <a:lnTo>
                            <a:pt x="1270" y="655"/>
                          </a:lnTo>
                          <a:lnTo>
                            <a:pt x="1273" y="656"/>
                          </a:lnTo>
                          <a:lnTo>
                            <a:pt x="1275" y="656"/>
                          </a:lnTo>
                          <a:lnTo>
                            <a:pt x="1277" y="656"/>
                          </a:lnTo>
                          <a:lnTo>
                            <a:pt x="1280" y="657"/>
                          </a:lnTo>
                          <a:lnTo>
                            <a:pt x="1282" y="657"/>
                          </a:lnTo>
                          <a:lnTo>
                            <a:pt x="1285" y="657"/>
                          </a:lnTo>
                          <a:lnTo>
                            <a:pt x="1287" y="658"/>
                          </a:lnTo>
                          <a:lnTo>
                            <a:pt x="1290" y="658"/>
                          </a:lnTo>
                          <a:lnTo>
                            <a:pt x="1292" y="658"/>
                          </a:lnTo>
                          <a:lnTo>
                            <a:pt x="1294" y="659"/>
                          </a:lnTo>
                          <a:lnTo>
                            <a:pt x="1297" y="659"/>
                          </a:lnTo>
                          <a:lnTo>
                            <a:pt x="1299" y="659"/>
                          </a:lnTo>
                          <a:lnTo>
                            <a:pt x="1302" y="660"/>
                          </a:lnTo>
                          <a:lnTo>
                            <a:pt x="1304" y="660"/>
                          </a:lnTo>
                          <a:lnTo>
                            <a:pt x="1306" y="660"/>
                          </a:lnTo>
                          <a:lnTo>
                            <a:pt x="1309" y="661"/>
                          </a:lnTo>
                          <a:lnTo>
                            <a:pt x="1311" y="661"/>
                          </a:lnTo>
                          <a:lnTo>
                            <a:pt x="1314" y="662"/>
                          </a:lnTo>
                          <a:lnTo>
                            <a:pt x="1316" y="662"/>
                          </a:lnTo>
                          <a:lnTo>
                            <a:pt x="1318" y="662"/>
                          </a:lnTo>
                          <a:lnTo>
                            <a:pt x="1321" y="662"/>
                          </a:lnTo>
                          <a:lnTo>
                            <a:pt x="1323" y="663"/>
                          </a:lnTo>
                          <a:lnTo>
                            <a:pt x="1326" y="663"/>
                          </a:lnTo>
                          <a:lnTo>
                            <a:pt x="1328" y="663"/>
                          </a:lnTo>
                          <a:lnTo>
                            <a:pt x="1331" y="663"/>
                          </a:lnTo>
                          <a:lnTo>
                            <a:pt x="1333" y="664"/>
                          </a:lnTo>
                          <a:lnTo>
                            <a:pt x="1335" y="664"/>
                          </a:lnTo>
                          <a:lnTo>
                            <a:pt x="1338" y="664"/>
                          </a:lnTo>
                          <a:lnTo>
                            <a:pt x="1340" y="665"/>
                          </a:lnTo>
                          <a:lnTo>
                            <a:pt x="1342" y="665"/>
                          </a:lnTo>
                          <a:lnTo>
                            <a:pt x="1345" y="665"/>
                          </a:lnTo>
                          <a:lnTo>
                            <a:pt x="1347" y="665"/>
                          </a:lnTo>
                          <a:lnTo>
                            <a:pt x="1350" y="665"/>
                          </a:lnTo>
                          <a:lnTo>
                            <a:pt x="1352" y="666"/>
                          </a:lnTo>
                          <a:lnTo>
                            <a:pt x="1354" y="666"/>
                          </a:lnTo>
                          <a:lnTo>
                            <a:pt x="1357" y="666"/>
                          </a:lnTo>
                          <a:lnTo>
                            <a:pt x="1359" y="666"/>
                          </a:lnTo>
                          <a:lnTo>
                            <a:pt x="1362" y="667"/>
                          </a:lnTo>
                          <a:lnTo>
                            <a:pt x="1364" y="667"/>
                          </a:lnTo>
                          <a:lnTo>
                            <a:pt x="1366" y="668"/>
                          </a:lnTo>
                          <a:lnTo>
                            <a:pt x="1369" y="668"/>
                          </a:lnTo>
                          <a:lnTo>
                            <a:pt x="1371" y="668"/>
                          </a:lnTo>
                          <a:lnTo>
                            <a:pt x="1374" y="668"/>
                          </a:lnTo>
                          <a:lnTo>
                            <a:pt x="1376" y="669"/>
                          </a:lnTo>
                          <a:lnTo>
                            <a:pt x="1378" y="669"/>
                          </a:lnTo>
                          <a:lnTo>
                            <a:pt x="1381" y="670"/>
                          </a:lnTo>
                          <a:lnTo>
                            <a:pt x="1383" y="670"/>
                          </a:lnTo>
                          <a:lnTo>
                            <a:pt x="1386" y="670"/>
                          </a:lnTo>
                          <a:lnTo>
                            <a:pt x="1388" y="671"/>
                          </a:lnTo>
                          <a:lnTo>
                            <a:pt x="1390" y="671"/>
                          </a:lnTo>
                          <a:lnTo>
                            <a:pt x="1393" y="671"/>
                          </a:lnTo>
                          <a:lnTo>
                            <a:pt x="1395" y="672"/>
                          </a:lnTo>
                          <a:lnTo>
                            <a:pt x="1398" y="672"/>
                          </a:lnTo>
                          <a:lnTo>
                            <a:pt x="1400" y="673"/>
                          </a:lnTo>
                          <a:lnTo>
                            <a:pt x="1402" y="673"/>
                          </a:lnTo>
                          <a:lnTo>
                            <a:pt x="1405" y="673"/>
                          </a:lnTo>
                          <a:lnTo>
                            <a:pt x="1407" y="674"/>
                          </a:lnTo>
                          <a:lnTo>
                            <a:pt x="1410" y="674"/>
                          </a:lnTo>
                          <a:lnTo>
                            <a:pt x="1412" y="674"/>
                          </a:lnTo>
                          <a:lnTo>
                            <a:pt x="1414" y="675"/>
                          </a:lnTo>
                          <a:lnTo>
                            <a:pt x="1417" y="675"/>
                          </a:lnTo>
                          <a:lnTo>
                            <a:pt x="1419" y="676"/>
                          </a:lnTo>
                          <a:lnTo>
                            <a:pt x="1422" y="676"/>
                          </a:lnTo>
                          <a:lnTo>
                            <a:pt x="1424" y="676"/>
                          </a:lnTo>
                          <a:lnTo>
                            <a:pt x="1426" y="677"/>
                          </a:lnTo>
                          <a:lnTo>
                            <a:pt x="1429" y="677"/>
                          </a:lnTo>
                          <a:lnTo>
                            <a:pt x="1431" y="677"/>
                          </a:lnTo>
                          <a:lnTo>
                            <a:pt x="1434" y="678"/>
                          </a:lnTo>
                          <a:lnTo>
                            <a:pt x="1436" y="678"/>
                          </a:lnTo>
                          <a:lnTo>
                            <a:pt x="1438" y="679"/>
                          </a:lnTo>
                          <a:lnTo>
                            <a:pt x="1441" y="679"/>
                          </a:lnTo>
                          <a:lnTo>
                            <a:pt x="1443" y="679"/>
                          </a:lnTo>
                          <a:lnTo>
                            <a:pt x="1446" y="680"/>
                          </a:lnTo>
                          <a:lnTo>
                            <a:pt x="1448" y="680"/>
                          </a:lnTo>
                          <a:lnTo>
                            <a:pt x="1450" y="680"/>
                          </a:lnTo>
                          <a:lnTo>
                            <a:pt x="1453" y="681"/>
                          </a:lnTo>
                          <a:lnTo>
                            <a:pt x="1455" y="681"/>
                          </a:lnTo>
                          <a:lnTo>
                            <a:pt x="1458" y="681"/>
                          </a:lnTo>
                          <a:lnTo>
                            <a:pt x="1460" y="682"/>
                          </a:lnTo>
                          <a:lnTo>
                            <a:pt x="1463" y="682"/>
                          </a:lnTo>
                          <a:lnTo>
                            <a:pt x="1465" y="682"/>
                          </a:lnTo>
                          <a:lnTo>
                            <a:pt x="1467" y="683"/>
                          </a:lnTo>
                          <a:lnTo>
                            <a:pt x="1470" y="683"/>
                          </a:lnTo>
                          <a:lnTo>
                            <a:pt x="1472" y="683"/>
                          </a:lnTo>
                          <a:lnTo>
                            <a:pt x="1475" y="683"/>
                          </a:lnTo>
                          <a:lnTo>
                            <a:pt x="1477" y="684"/>
                          </a:lnTo>
                          <a:lnTo>
                            <a:pt x="1479" y="684"/>
                          </a:lnTo>
                          <a:lnTo>
                            <a:pt x="1482" y="684"/>
                          </a:lnTo>
                          <a:lnTo>
                            <a:pt x="1484" y="684"/>
                          </a:lnTo>
                          <a:lnTo>
                            <a:pt x="1487" y="685"/>
                          </a:lnTo>
                          <a:lnTo>
                            <a:pt x="1489" y="685"/>
                          </a:lnTo>
                          <a:lnTo>
                            <a:pt x="1491" y="685"/>
                          </a:lnTo>
                          <a:lnTo>
                            <a:pt x="1494" y="685"/>
                          </a:lnTo>
                          <a:lnTo>
                            <a:pt x="1496" y="685"/>
                          </a:lnTo>
                          <a:lnTo>
                            <a:pt x="1499" y="686"/>
                          </a:lnTo>
                          <a:lnTo>
                            <a:pt x="1501" y="686"/>
                          </a:lnTo>
                          <a:lnTo>
                            <a:pt x="1504" y="686"/>
                          </a:lnTo>
                          <a:lnTo>
                            <a:pt x="1506" y="686"/>
                          </a:lnTo>
                          <a:lnTo>
                            <a:pt x="1508" y="686"/>
                          </a:lnTo>
                          <a:lnTo>
                            <a:pt x="1511" y="687"/>
                          </a:lnTo>
                          <a:lnTo>
                            <a:pt x="1513" y="687"/>
                          </a:lnTo>
                          <a:lnTo>
                            <a:pt x="1516" y="688"/>
                          </a:lnTo>
                          <a:lnTo>
                            <a:pt x="1518" y="688"/>
                          </a:lnTo>
                          <a:lnTo>
                            <a:pt x="1520" y="688"/>
                          </a:lnTo>
                          <a:lnTo>
                            <a:pt x="1523" y="688"/>
                          </a:lnTo>
                          <a:lnTo>
                            <a:pt x="1525" y="688"/>
                          </a:lnTo>
                          <a:lnTo>
                            <a:pt x="1528" y="688"/>
                          </a:lnTo>
                          <a:lnTo>
                            <a:pt x="1530" y="689"/>
                          </a:lnTo>
                          <a:lnTo>
                            <a:pt x="1532" y="689"/>
                          </a:lnTo>
                          <a:lnTo>
                            <a:pt x="1535" y="689"/>
                          </a:lnTo>
                          <a:lnTo>
                            <a:pt x="1537" y="690"/>
                          </a:lnTo>
                          <a:lnTo>
                            <a:pt x="1540" y="690"/>
                          </a:lnTo>
                          <a:lnTo>
                            <a:pt x="1542" y="690"/>
                          </a:lnTo>
                          <a:lnTo>
                            <a:pt x="1544" y="690"/>
                          </a:lnTo>
                          <a:lnTo>
                            <a:pt x="1547" y="691"/>
                          </a:lnTo>
                          <a:lnTo>
                            <a:pt x="1549" y="691"/>
                          </a:lnTo>
                          <a:lnTo>
                            <a:pt x="1552" y="691"/>
                          </a:lnTo>
                          <a:lnTo>
                            <a:pt x="1554" y="691"/>
                          </a:lnTo>
                          <a:lnTo>
                            <a:pt x="1557" y="691"/>
                          </a:lnTo>
                          <a:lnTo>
                            <a:pt x="1559" y="692"/>
                          </a:lnTo>
                          <a:lnTo>
                            <a:pt x="1561" y="692"/>
                          </a:lnTo>
                          <a:lnTo>
                            <a:pt x="1564" y="692"/>
                          </a:lnTo>
                          <a:lnTo>
                            <a:pt x="1566" y="693"/>
                          </a:lnTo>
                          <a:lnTo>
                            <a:pt x="1569" y="693"/>
                          </a:lnTo>
                          <a:lnTo>
                            <a:pt x="1571" y="693"/>
                          </a:lnTo>
                          <a:lnTo>
                            <a:pt x="1573" y="693"/>
                          </a:lnTo>
                          <a:lnTo>
                            <a:pt x="1576" y="694"/>
                          </a:lnTo>
                          <a:lnTo>
                            <a:pt x="1578" y="694"/>
                          </a:lnTo>
                          <a:lnTo>
                            <a:pt x="1581" y="694"/>
                          </a:lnTo>
                          <a:lnTo>
                            <a:pt x="1583" y="693"/>
                          </a:lnTo>
                          <a:lnTo>
                            <a:pt x="1585" y="691"/>
                          </a:lnTo>
                          <a:lnTo>
                            <a:pt x="1588" y="688"/>
                          </a:lnTo>
                          <a:lnTo>
                            <a:pt x="1590" y="685"/>
                          </a:lnTo>
                          <a:lnTo>
                            <a:pt x="1593" y="682"/>
                          </a:lnTo>
                          <a:lnTo>
                            <a:pt x="1595" y="677"/>
                          </a:lnTo>
                          <a:lnTo>
                            <a:pt x="1597" y="673"/>
                          </a:lnTo>
                          <a:lnTo>
                            <a:pt x="1600" y="669"/>
                          </a:lnTo>
                          <a:lnTo>
                            <a:pt x="1602" y="665"/>
                          </a:lnTo>
                          <a:lnTo>
                            <a:pt x="1605" y="660"/>
                          </a:lnTo>
                          <a:lnTo>
                            <a:pt x="1607" y="657"/>
                          </a:lnTo>
                          <a:lnTo>
                            <a:pt x="1609" y="652"/>
                          </a:lnTo>
                          <a:lnTo>
                            <a:pt x="1612" y="648"/>
                          </a:lnTo>
                          <a:lnTo>
                            <a:pt x="1614" y="645"/>
                          </a:lnTo>
                          <a:lnTo>
                            <a:pt x="1617" y="640"/>
                          </a:lnTo>
                          <a:lnTo>
                            <a:pt x="1619" y="636"/>
                          </a:lnTo>
                          <a:lnTo>
                            <a:pt x="1621" y="633"/>
                          </a:lnTo>
                          <a:lnTo>
                            <a:pt x="1624" y="628"/>
                          </a:lnTo>
                          <a:lnTo>
                            <a:pt x="1626" y="625"/>
                          </a:lnTo>
                          <a:lnTo>
                            <a:pt x="1629" y="620"/>
                          </a:lnTo>
                          <a:lnTo>
                            <a:pt x="1631" y="616"/>
                          </a:lnTo>
                          <a:lnTo>
                            <a:pt x="1633" y="612"/>
                          </a:lnTo>
                          <a:lnTo>
                            <a:pt x="1636" y="608"/>
                          </a:lnTo>
                          <a:lnTo>
                            <a:pt x="1638" y="604"/>
                          </a:lnTo>
                          <a:lnTo>
                            <a:pt x="1641" y="599"/>
                          </a:lnTo>
                          <a:lnTo>
                            <a:pt x="1643" y="594"/>
                          </a:lnTo>
                          <a:lnTo>
                            <a:pt x="1645" y="590"/>
                          </a:lnTo>
                          <a:lnTo>
                            <a:pt x="1648" y="585"/>
                          </a:lnTo>
                          <a:lnTo>
                            <a:pt x="1650" y="580"/>
                          </a:lnTo>
                          <a:lnTo>
                            <a:pt x="1653" y="576"/>
                          </a:lnTo>
                          <a:lnTo>
                            <a:pt x="1655" y="571"/>
                          </a:lnTo>
                          <a:lnTo>
                            <a:pt x="1657" y="566"/>
                          </a:lnTo>
                          <a:lnTo>
                            <a:pt x="1660" y="561"/>
                          </a:lnTo>
                          <a:lnTo>
                            <a:pt x="1662" y="557"/>
                          </a:lnTo>
                          <a:lnTo>
                            <a:pt x="1665" y="551"/>
                          </a:lnTo>
                          <a:lnTo>
                            <a:pt x="1667" y="547"/>
                          </a:lnTo>
                          <a:lnTo>
                            <a:pt x="1669" y="541"/>
                          </a:lnTo>
                          <a:lnTo>
                            <a:pt x="1672" y="536"/>
                          </a:lnTo>
                          <a:lnTo>
                            <a:pt x="1674" y="531"/>
                          </a:lnTo>
                          <a:lnTo>
                            <a:pt x="1677" y="526"/>
                          </a:lnTo>
                          <a:lnTo>
                            <a:pt x="1679" y="520"/>
                          </a:lnTo>
                          <a:lnTo>
                            <a:pt x="1681" y="515"/>
                          </a:lnTo>
                          <a:lnTo>
                            <a:pt x="1684" y="510"/>
                          </a:lnTo>
                          <a:lnTo>
                            <a:pt x="1686" y="505"/>
                          </a:lnTo>
                          <a:lnTo>
                            <a:pt x="1689" y="500"/>
                          </a:lnTo>
                          <a:lnTo>
                            <a:pt x="1691" y="494"/>
                          </a:lnTo>
                          <a:lnTo>
                            <a:pt x="1693" y="490"/>
                          </a:lnTo>
                          <a:lnTo>
                            <a:pt x="1696" y="485"/>
                          </a:lnTo>
                          <a:lnTo>
                            <a:pt x="1698" y="480"/>
                          </a:lnTo>
                          <a:lnTo>
                            <a:pt x="1701" y="475"/>
                          </a:lnTo>
                          <a:lnTo>
                            <a:pt x="1703" y="470"/>
                          </a:lnTo>
                          <a:lnTo>
                            <a:pt x="1705" y="465"/>
                          </a:lnTo>
                          <a:lnTo>
                            <a:pt x="1708" y="460"/>
                          </a:lnTo>
                          <a:lnTo>
                            <a:pt x="1710" y="456"/>
                          </a:lnTo>
                          <a:lnTo>
                            <a:pt x="1713" y="451"/>
                          </a:lnTo>
                          <a:lnTo>
                            <a:pt x="1715" y="446"/>
                          </a:lnTo>
                          <a:lnTo>
                            <a:pt x="1717" y="442"/>
                          </a:lnTo>
                          <a:lnTo>
                            <a:pt x="1720" y="437"/>
                          </a:lnTo>
                          <a:lnTo>
                            <a:pt x="1722" y="432"/>
                          </a:lnTo>
                          <a:lnTo>
                            <a:pt x="1725" y="428"/>
                          </a:lnTo>
                          <a:lnTo>
                            <a:pt x="1727" y="423"/>
                          </a:lnTo>
                          <a:lnTo>
                            <a:pt x="1730" y="418"/>
                          </a:lnTo>
                          <a:lnTo>
                            <a:pt x="1732" y="414"/>
                          </a:lnTo>
                          <a:lnTo>
                            <a:pt x="1734" y="410"/>
                          </a:lnTo>
                          <a:lnTo>
                            <a:pt x="1737" y="405"/>
                          </a:lnTo>
                          <a:lnTo>
                            <a:pt x="1739" y="401"/>
                          </a:lnTo>
                          <a:lnTo>
                            <a:pt x="1742" y="396"/>
                          </a:lnTo>
                          <a:lnTo>
                            <a:pt x="1744" y="392"/>
                          </a:lnTo>
                          <a:lnTo>
                            <a:pt x="1746" y="387"/>
                          </a:lnTo>
                          <a:lnTo>
                            <a:pt x="1749" y="383"/>
                          </a:lnTo>
                          <a:lnTo>
                            <a:pt x="1751" y="379"/>
                          </a:lnTo>
                          <a:lnTo>
                            <a:pt x="1754" y="375"/>
                          </a:lnTo>
                          <a:lnTo>
                            <a:pt x="1756" y="370"/>
                          </a:lnTo>
                          <a:lnTo>
                            <a:pt x="1758" y="365"/>
                          </a:lnTo>
                          <a:lnTo>
                            <a:pt x="1761" y="361"/>
                          </a:lnTo>
                          <a:lnTo>
                            <a:pt x="1763" y="357"/>
                          </a:lnTo>
                          <a:lnTo>
                            <a:pt x="1766" y="352"/>
                          </a:lnTo>
                          <a:lnTo>
                            <a:pt x="1768" y="349"/>
                          </a:lnTo>
                          <a:lnTo>
                            <a:pt x="1771" y="344"/>
                          </a:lnTo>
                          <a:lnTo>
                            <a:pt x="1773" y="339"/>
                          </a:lnTo>
                          <a:lnTo>
                            <a:pt x="1775" y="335"/>
                          </a:lnTo>
                          <a:lnTo>
                            <a:pt x="1778" y="332"/>
                          </a:lnTo>
                          <a:lnTo>
                            <a:pt x="1780" y="327"/>
                          </a:lnTo>
                          <a:lnTo>
                            <a:pt x="1783" y="323"/>
                          </a:lnTo>
                          <a:lnTo>
                            <a:pt x="1785" y="320"/>
                          </a:lnTo>
                          <a:lnTo>
                            <a:pt x="1787" y="316"/>
                          </a:lnTo>
                          <a:lnTo>
                            <a:pt x="1790" y="312"/>
                          </a:lnTo>
                          <a:lnTo>
                            <a:pt x="1792" y="308"/>
                          </a:lnTo>
                          <a:lnTo>
                            <a:pt x="1795" y="304"/>
                          </a:lnTo>
                          <a:lnTo>
                            <a:pt x="1797" y="300"/>
                          </a:lnTo>
                          <a:lnTo>
                            <a:pt x="1799" y="297"/>
                          </a:lnTo>
                          <a:lnTo>
                            <a:pt x="1802" y="293"/>
                          </a:lnTo>
                          <a:lnTo>
                            <a:pt x="1804" y="289"/>
                          </a:lnTo>
                          <a:lnTo>
                            <a:pt x="1807" y="285"/>
                          </a:lnTo>
                          <a:lnTo>
                            <a:pt x="1809" y="281"/>
                          </a:lnTo>
                          <a:lnTo>
                            <a:pt x="1811" y="277"/>
                          </a:lnTo>
                          <a:lnTo>
                            <a:pt x="1814" y="274"/>
                          </a:lnTo>
                          <a:lnTo>
                            <a:pt x="1816" y="270"/>
                          </a:lnTo>
                          <a:lnTo>
                            <a:pt x="1819" y="266"/>
                          </a:lnTo>
                          <a:lnTo>
                            <a:pt x="1821" y="263"/>
                          </a:lnTo>
                          <a:lnTo>
                            <a:pt x="1824" y="259"/>
                          </a:lnTo>
                          <a:lnTo>
                            <a:pt x="1826" y="256"/>
                          </a:lnTo>
                          <a:lnTo>
                            <a:pt x="1828" y="252"/>
                          </a:lnTo>
                          <a:lnTo>
                            <a:pt x="1831" y="249"/>
                          </a:lnTo>
                          <a:lnTo>
                            <a:pt x="1833" y="245"/>
                          </a:lnTo>
                          <a:lnTo>
                            <a:pt x="1836" y="242"/>
                          </a:lnTo>
                          <a:lnTo>
                            <a:pt x="1838" y="238"/>
                          </a:lnTo>
                          <a:lnTo>
                            <a:pt x="1840" y="235"/>
                          </a:lnTo>
                          <a:lnTo>
                            <a:pt x="1843" y="232"/>
                          </a:lnTo>
                          <a:lnTo>
                            <a:pt x="1845" y="229"/>
                          </a:lnTo>
                          <a:lnTo>
                            <a:pt x="1848" y="225"/>
                          </a:lnTo>
                          <a:lnTo>
                            <a:pt x="1850" y="223"/>
                          </a:lnTo>
                          <a:lnTo>
                            <a:pt x="1852" y="220"/>
                          </a:lnTo>
                          <a:lnTo>
                            <a:pt x="1855" y="216"/>
                          </a:lnTo>
                          <a:lnTo>
                            <a:pt x="1857" y="213"/>
                          </a:lnTo>
                          <a:lnTo>
                            <a:pt x="1860" y="211"/>
                          </a:lnTo>
                          <a:lnTo>
                            <a:pt x="1862" y="208"/>
                          </a:lnTo>
                          <a:lnTo>
                            <a:pt x="1864" y="205"/>
                          </a:lnTo>
                          <a:lnTo>
                            <a:pt x="1867" y="203"/>
                          </a:lnTo>
                          <a:lnTo>
                            <a:pt x="1869" y="200"/>
                          </a:lnTo>
                          <a:lnTo>
                            <a:pt x="1872" y="197"/>
                          </a:lnTo>
                          <a:lnTo>
                            <a:pt x="1874" y="194"/>
                          </a:lnTo>
                          <a:lnTo>
                            <a:pt x="1876" y="192"/>
                          </a:lnTo>
                          <a:lnTo>
                            <a:pt x="1879" y="189"/>
                          </a:lnTo>
                          <a:lnTo>
                            <a:pt x="1881" y="186"/>
                          </a:lnTo>
                          <a:lnTo>
                            <a:pt x="1884" y="183"/>
                          </a:lnTo>
                          <a:lnTo>
                            <a:pt x="1886" y="181"/>
                          </a:lnTo>
                          <a:lnTo>
                            <a:pt x="1888" y="178"/>
                          </a:lnTo>
                          <a:lnTo>
                            <a:pt x="1891" y="175"/>
                          </a:lnTo>
                          <a:lnTo>
                            <a:pt x="1893" y="173"/>
                          </a:lnTo>
                          <a:lnTo>
                            <a:pt x="1896" y="171"/>
                          </a:lnTo>
                          <a:lnTo>
                            <a:pt x="1898" y="168"/>
                          </a:lnTo>
                          <a:lnTo>
                            <a:pt x="1900" y="166"/>
                          </a:lnTo>
                          <a:lnTo>
                            <a:pt x="1903" y="164"/>
                          </a:lnTo>
                          <a:lnTo>
                            <a:pt x="1905" y="161"/>
                          </a:lnTo>
                          <a:lnTo>
                            <a:pt x="1908" y="160"/>
                          </a:lnTo>
                          <a:lnTo>
                            <a:pt x="1910" y="157"/>
                          </a:lnTo>
                          <a:lnTo>
                            <a:pt x="1912" y="154"/>
                          </a:lnTo>
                          <a:lnTo>
                            <a:pt x="1915" y="153"/>
                          </a:lnTo>
                          <a:lnTo>
                            <a:pt x="1917" y="150"/>
                          </a:lnTo>
                          <a:lnTo>
                            <a:pt x="1920" y="147"/>
                          </a:lnTo>
                          <a:lnTo>
                            <a:pt x="1922" y="146"/>
                          </a:lnTo>
                          <a:lnTo>
                            <a:pt x="1924" y="144"/>
                          </a:lnTo>
                          <a:lnTo>
                            <a:pt x="1927" y="141"/>
                          </a:lnTo>
                          <a:lnTo>
                            <a:pt x="1929" y="140"/>
                          </a:lnTo>
                          <a:lnTo>
                            <a:pt x="1932" y="138"/>
                          </a:lnTo>
                          <a:lnTo>
                            <a:pt x="1934" y="135"/>
                          </a:lnTo>
                          <a:lnTo>
                            <a:pt x="1936" y="134"/>
                          </a:lnTo>
                          <a:lnTo>
                            <a:pt x="1939" y="132"/>
                          </a:lnTo>
                          <a:lnTo>
                            <a:pt x="1941" y="130"/>
                          </a:lnTo>
                          <a:lnTo>
                            <a:pt x="1944" y="129"/>
                          </a:lnTo>
                          <a:lnTo>
                            <a:pt x="1946" y="127"/>
                          </a:lnTo>
                          <a:lnTo>
                            <a:pt x="1948" y="125"/>
                          </a:lnTo>
                          <a:lnTo>
                            <a:pt x="1951" y="124"/>
                          </a:lnTo>
                          <a:lnTo>
                            <a:pt x="1953" y="123"/>
                          </a:lnTo>
                          <a:lnTo>
                            <a:pt x="1956" y="121"/>
                          </a:lnTo>
                          <a:lnTo>
                            <a:pt x="1958" y="120"/>
                          </a:lnTo>
                          <a:lnTo>
                            <a:pt x="1960" y="119"/>
                          </a:lnTo>
                          <a:lnTo>
                            <a:pt x="1963" y="117"/>
                          </a:lnTo>
                          <a:lnTo>
                            <a:pt x="1965" y="115"/>
                          </a:lnTo>
                          <a:lnTo>
                            <a:pt x="1968" y="115"/>
                          </a:lnTo>
                          <a:lnTo>
                            <a:pt x="1970" y="113"/>
                          </a:lnTo>
                          <a:lnTo>
                            <a:pt x="1972" y="112"/>
                          </a:lnTo>
                          <a:lnTo>
                            <a:pt x="1975" y="111"/>
                          </a:lnTo>
                          <a:lnTo>
                            <a:pt x="1977" y="110"/>
                          </a:lnTo>
                          <a:lnTo>
                            <a:pt x="1980" y="109"/>
                          </a:lnTo>
                          <a:lnTo>
                            <a:pt x="1982" y="108"/>
                          </a:lnTo>
                          <a:lnTo>
                            <a:pt x="1984" y="106"/>
                          </a:lnTo>
                          <a:lnTo>
                            <a:pt x="1987" y="105"/>
                          </a:lnTo>
                          <a:lnTo>
                            <a:pt x="1989" y="105"/>
                          </a:lnTo>
                          <a:lnTo>
                            <a:pt x="1992" y="103"/>
                          </a:lnTo>
                          <a:lnTo>
                            <a:pt x="1994" y="102"/>
                          </a:lnTo>
                          <a:lnTo>
                            <a:pt x="1997" y="102"/>
                          </a:lnTo>
                          <a:lnTo>
                            <a:pt x="1999" y="100"/>
                          </a:lnTo>
                          <a:lnTo>
                            <a:pt x="2001" y="99"/>
                          </a:lnTo>
                          <a:lnTo>
                            <a:pt x="2004" y="99"/>
                          </a:lnTo>
                          <a:lnTo>
                            <a:pt x="2006" y="97"/>
                          </a:lnTo>
                          <a:lnTo>
                            <a:pt x="2009" y="96"/>
                          </a:lnTo>
                          <a:lnTo>
                            <a:pt x="2011" y="95"/>
                          </a:lnTo>
                          <a:lnTo>
                            <a:pt x="2013" y="94"/>
                          </a:lnTo>
                          <a:lnTo>
                            <a:pt x="2016" y="93"/>
                          </a:lnTo>
                          <a:lnTo>
                            <a:pt x="2018" y="92"/>
                          </a:lnTo>
                          <a:lnTo>
                            <a:pt x="2021" y="91"/>
                          </a:lnTo>
                          <a:lnTo>
                            <a:pt x="2023" y="90"/>
                          </a:lnTo>
                          <a:lnTo>
                            <a:pt x="2025" y="90"/>
                          </a:lnTo>
                          <a:lnTo>
                            <a:pt x="2028" y="89"/>
                          </a:lnTo>
                          <a:lnTo>
                            <a:pt x="2030" y="88"/>
                          </a:lnTo>
                          <a:lnTo>
                            <a:pt x="2033" y="87"/>
                          </a:lnTo>
                          <a:lnTo>
                            <a:pt x="2035" y="86"/>
                          </a:lnTo>
                          <a:lnTo>
                            <a:pt x="2038" y="85"/>
                          </a:lnTo>
                          <a:lnTo>
                            <a:pt x="2040" y="85"/>
                          </a:lnTo>
                          <a:lnTo>
                            <a:pt x="2042" y="83"/>
                          </a:lnTo>
                          <a:lnTo>
                            <a:pt x="2045" y="82"/>
                          </a:lnTo>
                          <a:lnTo>
                            <a:pt x="2047" y="82"/>
                          </a:lnTo>
                          <a:lnTo>
                            <a:pt x="2050" y="80"/>
                          </a:lnTo>
                          <a:lnTo>
                            <a:pt x="2052" y="79"/>
                          </a:lnTo>
                          <a:lnTo>
                            <a:pt x="2054" y="79"/>
                          </a:lnTo>
                          <a:lnTo>
                            <a:pt x="2057" y="77"/>
                          </a:lnTo>
                          <a:lnTo>
                            <a:pt x="2059" y="77"/>
                          </a:lnTo>
                          <a:lnTo>
                            <a:pt x="2062" y="76"/>
                          </a:lnTo>
                          <a:lnTo>
                            <a:pt x="2064" y="75"/>
                          </a:lnTo>
                          <a:lnTo>
                            <a:pt x="2066" y="74"/>
                          </a:lnTo>
                          <a:lnTo>
                            <a:pt x="2069" y="74"/>
                          </a:lnTo>
                          <a:lnTo>
                            <a:pt x="2071" y="72"/>
                          </a:lnTo>
                          <a:lnTo>
                            <a:pt x="2074" y="72"/>
                          </a:lnTo>
                          <a:lnTo>
                            <a:pt x="2076" y="71"/>
                          </a:lnTo>
                          <a:lnTo>
                            <a:pt x="2078" y="70"/>
                          </a:lnTo>
                          <a:lnTo>
                            <a:pt x="2081" y="69"/>
                          </a:lnTo>
                          <a:lnTo>
                            <a:pt x="2083" y="69"/>
                          </a:lnTo>
                          <a:lnTo>
                            <a:pt x="2086" y="68"/>
                          </a:lnTo>
                          <a:lnTo>
                            <a:pt x="2088" y="67"/>
                          </a:lnTo>
                          <a:lnTo>
                            <a:pt x="2091" y="67"/>
                          </a:lnTo>
                          <a:lnTo>
                            <a:pt x="2093" y="65"/>
                          </a:lnTo>
                          <a:lnTo>
                            <a:pt x="2095" y="65"/>
                          </a:lnTo>
                          <a:lnTo>
                            <a:pt x="2098" y="65"/>
                          </a:lnTo>
                          <a:lnTo>
                            <a:pt x="2100" y="64"/>
                          </a:lnTo>
                          <a:lnTo>
                            <a:pt x="2103" y="64"/>
                          </a:lnTo>
                          <a:lnTo>
                            <a:pt x="2105" y="63"/>
                          </a:lnTo>
                          <a:lnTo>
                            <a:pt x="2107" y="63"/>
                          </a:lnTo>
                          <a:lnTo>
                            <a:pt x="2110" y="63"/>
                          </a:lnTo>
                          <a:lnTo>
                            <a:pt x="2112" y="63"/>
                          </a:lnTo>
                          <a:lnTo>
                            <a:pt x="2115" y="62"/>
                          </a:lnTo>
                          <a:lnTo>
                            <a:pt x="2117" y="62"/>
                          </a:lnTo>
                          <a:lnTo>
                            <a:pt x="2119" y="62"/>
                          </a:lnTo>
                          <a:lnTo>
                            <a:pt x="2122" y="61"/>
                          </a:lnTo>
                          <a:lnTo>
                            <a:pt x="2124" y="61"/>
                          </a:lnTo>
                          <a:lnTo>
                            <a:pt x="2127" y="61"/>
                          </a:lnTo>
                          <a:lnTo>
                            <a:pt x="2129" y="60"/>
                          </a:lnTo>
                          <a:lnTo>
                            <a:pt x="2131" y="60"/>
                          </a:lnTo>
                          <a:lnTo>
                            <a:pt x="2134" y="60"/>
                          </a:lnTo>
                          <a:lnTo>
                            <a:pt x="2136" y="59"/>
                          </a:lnTo>
                          <a:lnTo>
                            <a:pt x="2139" y="59"/>
                          </a:lnTo>
                          <a:lnTo>
                            <a:pt x="2141" y="59"/>
                          </a:lnTo>
                          <a:lnTo>
                            <a:pt x="2143" y="59"/>
                          </a:lnTo>
                          <a:lnTo>
                            <a:pt x="2146" y="58"/>
                          </a:lnTo>
                          <a:lnTo>
                            <a:pt x="2148" y="59"/>
                          </a:lnTo>
                          <a:lnTo>
                            <a:pt x="2151" y="59"/>
                          </a:lnTo>
                          <a:lnTo>
                            <a:pt x="2153" y="59"/>
                          </a:lnTo>
                          <a:lnTo>
                            <a:pt x="2155" y="59"/>
                          </a:lnTo>
                          <a:lnTo>
                            <a:pt x="2158" y="60"/>
                          </a:lnTo>
                          <a:lnTo>
                            <a:pt x="2160" y="60"/>
                          </a:lnTo>
                          <a:lnTo>
                            <a:pt x="2163" y="61"/>
                          </a:lnTo>
                          <a:lnTo>
                            <a:pt x="2165" y="62"/>
                          </a:lnTo>
                          <a:lnTo>
                            <a:pt x="2166" y="62"/>
                          </a:lnTo>
                          <a:lnTo>
                            <a:pt x="2166" y="30"/>
                          </a:lnTo>
                          <a:lnTo>
                            <a:pt x="2166" y="3"/>
                          </a:lnTo>
                          <a:lnTo>
                            <a:pt x="2165" y="3"/>
                          </a:lnTo>
                          <a:lnTo>
                            <a:pt x="2163" y="3"/>
                          </a:lnTo>
                          <a:lnTo>
                            <a:pt x="2160" y="3"/>
                          </a:lnTo>
                          <a:lnTo>
                            <a:pt x="2158" y="3"/>
                          </a:lnTo>
                          <a:lnTo>
                            <a:pt x="2155" y="3"/>
                          </a:lnTo>
                          <a:lnTo>
                            <a:pt x="2153" y="3"/>
                          </a:lnTo>
                          <a:lnTo>
                            <a:pt x="2151" y="3"/>
                          </a:lnTo>
                          <a:lnTo>
                            <a:pt x="2148" y="3"/>
                          </a:lnTo>
                          <a:lnTo>
                            <a:pt x="2146" y="3"/>
                          </a:lnTo>
                          <a:lnTo>
                            <a:pt x="2143" y="3"/>
                          </a:lnTo>
                          <a:lnTo>
                            <a:pt x="2141" y="3"/>
                          </a:lnTo>
                          <a:lnTo>
                            <a:pt x="2139" y="3"/>
                          </a:lnTo>
                          <a:lnTo>
                            <a:pt x="2136" y="3"/>
                          </a:lnTo>
                          <a:lnTo>
                            <a:pt x="2134" y="3"/>
                          </a:lnTo>
                          <a:lnTo>
                            <a:pt x="2131" y="3"/>
                          </a:lnTo>
                          <a:lnTo>
                            <a:pt x="2129" y="4"/>
                          </a:lnTo>
                          <a:lnTo>
                            <a:pt x="2127" y="3"/>
                          </a:lnTo>
                          <a:lnTo>
                            <a:pt x="2124" y="3"/>
                          </a:lnTo>
                          <a:lnTo>
                            <a:pt x="2122" y="4"/>
                          </a:lnTo>
                          <a:lnTo>
                            <a:pt x="2119" y="3"/>
                          </a:lnTo>
                          <a:lnTo>
                            <a:pt x="2117" y="4"/>
                          </a:lnTo>
                          <a:lnTo>
                            <a:pt x="2115" y="4"/>
                          </a:lnTo>
                          <a:lnTo>
                            <a:pt x="2112" y="4"/>
                          </a:lnTo>
                          <a:lnTo>
                            <a:pt x="2110" y="4"/>
                          </a:lnTo>
                          <a:lnTo>
                            <a:pt x="2107" y="5"/>
                          </a:lnTo>
                          <a:lnTo>
                            <a:pt x="2105" y="5"/>
                          </a:lnTo>
                          <a:lnTo>
                            <a:pt x="2103" y="5"/>
                          </a:lnTo>
                          <a:lnTo>
                            <a:pt x="2100" y="5"/>
                          </a:lnTo>
                          <a:lnTo>
                            <a:pt x="2098" y="5"/>
                          </a:lnTo>
                          <a:lnTo>
                            <a:pt x="2095" y="5"/>
                          </a:lnTo>
                          <a:lnTo>
                            <a:pt x="2093" y="5"/>
                          </a:lnTo>
                          <a:lnTo>
                            <a:pt x="2091" y="5"/>
                          </a:lnTo>
                          <a:lnTo>
                            <a:pt x="2088" y="5"/>
                          </a:lnTo>
                          <a:lnTo>
                            <a:pt x="2086" y="4"/>
                          </a:lnTo>
                          <a:lnTo>
                            <a:pt x="2083" y="4"/>
                          </a:lnTo>
                          <a:lnTo>
                            <a:pt x="2081" y="3"/>
                          </a:lnTo>
                          <a:lnTo>
                            <a:pt x="2078" y="3"/>
                          </a:lnTo>
                          <a:lnTo>
                            <a:pt x="2076" y="2"/>
                          </a:lnTo>
                          <a:lnTo>
                            <a:pt x="2074" y="2"/>
                          </a:lnTo>
                          <a:lnTo>
                            <a:pt x="2071" y="2"/>
                          </a:lnTo>
                          <a:lnTo>
                            <a:pt x="2069" y="1"/>
                          </a:lnTo>
                          <a:lnTo>
                            <a:pt x="2066" y="1"/>
                          </a:lnTo>
                          <a:lnTo>
                            <a:pt x="2064" y="1"/>
                          </a:lnTo>
                          <a:lnTo>
                            <a:pt x="2062" y="1"/>
                          </a:lnTo>
                          <a:lnTo>
                            <a:pt x="2059" y="1"/>
                          </a:lnTo>
                          <a:lnTo>
                            <a:pt x="2057" y="1"/>
                          </a:lnTo>
                          <a:lnTo>
                            <a:pt x="2054" y="0"/>
                          </a:lnTo>
                          <a:lnTo>
                            <a:pt x="2052" y="0"/>
                          </a:lnTo>
                          <a:lnTo>
                            <a:pt x="2050" y="0"/>
                          </a:lnTo>
                          <a:lnTo>
                            <a:pt x="2047" y="0"/>
                          </a:lnTo>
                          <a:lnTo>
                            <a:pt x="2045" y="0"/>
                          </a:lnTo>
                          <a:lnTo>
                            <a:pt x="2042" y="1"/>
                          </a:lnTo>
                          <a:lnTo>
                            <a:pt x="2040" y="1"/>
                          </a:lnTo>
                          <a:lnTo>
                            <a:pt x="2038" y="1"/>
                          </a:lnTo>
                          <a:lnTo>
                            <a:pt x="2035" y="2"/>
                          </a:lnTo>
                          <a:lnTo>
                            <a:pt x="2033" y="2"/>
                          </a:lnTo>
                          <a:lnTo>
                            <a:pt x="2030" y="2"/>
                          </a:lnTo>
                          <a:lnTo>
                            <a:pt x="2028" y="3"/>
                          </a:lnTo>
                          <a:lnTo>
                            <a:pt x="2025" y="4"/>
                          </a:lnTo>
                          <a:lnTo>
                            <a:pt x="2023" y="4"/>
                          </a:lnTo>
                          <a:lnTo>
                            <a:pt x="2021" y="5"/>
                          </a:lnTo>
                          <a:lnTo>
                            <a:pt x="2018" y="6"/>
                          </a:lnTo>
                          <a:lnTo>
                            <a:pt x="2016" y="6"/>
                          </a:lnTo>
                          <a:lnTo>
                            <a:pt x="2013" y="7"/>
                          </a:lnTo>
                          <a:lnTo>
                            <a:pt x="2011" y="7"/>
                          </a:lnTo>
                          <a:lnTo>
                            <a:pt x="2009" y="8"/>
                          </a:lnTo>
                          <a:lnTo>
                            <a:pt x="2006" y="8"/>
                          </a:lnTo>
                          <a:lnTo>
                            <a:pt x="2004" y="9"/>
                          </a:lnTo>
                          <a:lnTo>
                            <a:pt x="2001" y="9"/>
                          </a:lnTo>
                          <a:lnTo>
                            <a:pt x="1999" y="10"/>
                          </a:lnTo>
                          <a:lnTo>
                            <a:pt x="1997" y="11"/>
                          </a:lnTo>
                          <a:lnTo>
                            <a:pt x="1994" y="12"/>
                          </a:lnTo>
                          <a:lnTo>
                            <a:pt x="1992" y="12"/>
                          </a:lnTo>
                          <a:lnTo>
                            <a:pt x="1989" y="13"/>
                          </a:lnTo>
                          <a:lnTo>
                            <a:pt x="1987" y="14"/>
                          </a:lnTo>
                          <a:lnTo>
                            <a:pt x="1984" y="15"/>
                          </a:lnTo>
                          <a:lnTo>
                            <a:pt x="1982" y="15"/>
                          </a:lnTo>
                          <a:lnTo>
                            <a:pt x="1980" y="17"/>
                          </a:lnTo>
                          <a:lnTo>
                            <a:pt x="1977" y="18"/>
                          </a:lnTo>
                          <a:lnTo>
                            <a:pt x="1975" y="18"/>
                          </a:lnTo>
                          <a:lnTo>
                            <a:pt x="1972" y="20"/>
                          </a:lnTo>
                          <a:lnTo>
                            <a:pt x="1970" y="20"/>
                          </a:lnTo>
                          <a:lnTo>
                            <a:pt x="1968" y="21"/>
                          </a:lnTo>
                          <a:lnTo>
                            <a:pt x="1965" y="23"/>
                          </a:lnTo>
                          <a:lnTo>
                            <a:pt x="1963" y="23"/>
                          </a:lnTo>
                          <a:lnTo>
                            <a:pt x="1960" y="24"/>
                          </a:lnTo>
                          <a:lnTo>
                            <a:pt x="1958" y="25"/>
                          </a:lnTo>
                          <a:lnTo>
                            <a:pt x="1956" y="27"/>
                          </a:lnTo>
                          <a:lnTo>
                            <a:pt x="1953" y="28"/>
                          </a:lnTo>
                          <a:lnTo>
                            <a:pt x="1951" y="29"/>
                          </a:lnTo>
                          <a:lnTo>
                            <a:pt x="1948" y="31"/>
                          </a:lnTo>
                          <a:lnTo>
                            <a:pt x="1946" y="32"/>
                          </a:lnTo>
                          <a:lnTo>
                            <a:pt x="1944" y="34"/>
                          </a:lnTo>
                          <a:lnTo>
                            <a:pt x="1941" y="35"/>
                          </a:lnTo>
                          <a:lnTo>
                            <a:pt x="1939" y="37"/>
                          </a:lnTo>
                          <a:lnTo>
                            <a:pt x="1936" y="38"/>
                          </a:lnTo>
                          <a:lnTo>
                            <a:pt x="1934" y="39"/>
                          </a:lnTo>
                          <a:lnTo>
                            <a:pt x="1932" y="40"/>
                          </a:lnTo>
                          <a:lnTo>
                            <a:pt x="1929" y="41"/>
                          </a:lnTo>
                          <a:lnTo>
                            <a:pt x="1927" y="43"/>
                          </a:lnTo>
                          <a:lnTo>
                            <a:pt x="1924" y="44"/>
                          </a:lnTo>
                          <a:lnTo>
                            <a:pt x="1922" y="44"/>
                          </a:lnTo>
                          <a:lnTo>
                            <a:pt x="1920" y="46"/>
                          </a:lnTo>
                          <a:lnTo>
                            <a:pt x="1917" y="47"/>
                          </a:lnTo>
                          <a:lnTo>
                            <a:pt x="1915" y="48"/>
                          </a:lnTo>
                          <a:lnTo>
                            <a:pt x="1912" y="50"/>
                          </a:lnTo>
                          <a:lnTo>
                            <a:pt x="1910" y="51"/>
                          </a:lnTo>
                          <a:lnTo>
                            <a:pt x="1908" y="52"/>
                          </a:lnTo>
                          <a:lnTo>
                            <a:pt x="1905" y="54"/>
                          </a:lnTo>
                          <a:lnTo>
                            <a:pt x="1903" y="55"/>
                          </a:lnTo>
                          <a:lnTo>
                            <a:pt x="1900" y="56"/>
                          </a:lnTo>
                          <a:lnTo>
                            <a:pt x="1898" y="57"/>
                          </a:lnTo>
                          <a:lnTo>
                            <a:pt x="1896" y="59"/>
                          </a:lnTo>
                          <a:lnTo>
                            <a:pt x="1893" y="60"/>
                          </a:lnTo>
                          <a:lnTo>
                            <a:pt x="1891" y="61"/>
                          </a:lnTo>
                          <a:lnTo>
                            <a:pt x="1888" y="63"/>
                          </a:lnTo>
                          <a:lnTo>
                            <a:pt x="1886" y="63"/>
                          </a:lnTo>
                          <a:lnTo>
                            <a:pt x="1884" y="64"/>
                          </a:lnTo>
                          <a:lnTo>
                            <a:pt x="1881" y="66"/>
                          </a:lnTo>
                          <a:lnTo>
                            <a:pt x="1879" y="66"/>
                          </a:lnTo>
                          <a:lnTo>
                            <a:pt x="1876" y="68"/>
                          </a:lnTo>
                          <a:lnTo>
                            <a:pt x="1874" y="69"/>
                          </a:lnTo>
                          <a:lnTo>
                            <a:pt x="1872" y="71"/>
                          </a:lnTo>
                          <a:lnTo>
                            <a:pt x="1869" y="72"/>
                          </a:lnTo>
                          <a:lnTo>
                            <a:pt x="1867" y="74"/>
                          </a:lnTo>
                          <a:lnTo>
                            <a:pt x="1864" y="75"/>
                          </a:lnTo>
                          <a:lnTo>
                            <a:pt x="1862" y="77"/>
                          </a:lnTo>
                          <a:lnTo>
                            <a:pt x="1860" y="79"/>
                          </a:lnTo>
                          <a:lnTo>
                            <a:pt x="1857" y="81"/>
                          </a:lnTo>
                          <a:lnTo>
                            <a:pt x="1855" y="83"/>
                          </a:lnTo>
                          <a:lnTo>
                            <a:pt x="1852" y="85"/>
                          </a:lnTo>
                          <a:lnTo>
                            <a:pt x="1850" y="87"/>
                          </a:lnTo>
                          <a:lnTo>
                            <a:pt x="1848" y="89"/>
                          </a:lnTo>
                          <a:lnTo>
                            <a:pt x="1845" y="91"/>
                          </a:lnTo>
                          <a:lnTo>
                            <a:pt x="1843" y="94"/>
                          </a:lnTo>
                          <a:lnTo>
                            <a:pt x="1840" y="96"/>
                          </a:lnTo>
                          <a:lnTo>
                            <a:pt x="1838" y="98"/>
                          </a:lnTo>
                          <a:lnTo>
                            <a:pt x="1836" y="100"/>
                          </a:lnTo>
                          <a:lnTo>
                            <a:pt x="1833" y="102"/>
                          </a:lnTo>
                          <a:lnTo>
                            <a:pt x="1831" y="104"/>
                          </a:lnTo>
                          <a:lnTo>
                            <a:pt x="1828" y="107"/>
                          </a:lnTo>
                          <a:lnTo>
                            <a:pt x="1826" y="109"/>
                          </a:lnTo>
                          <a:lnTo>
                            <a:pt x="1824" y="111"/>
                          </a:lnTo>
                          <a:lnTo>
                            <a:pt x="1821" y="114"/>
                          </a:lnTo>
                          <a:lnTo>
                            <a:pt x="1819" y="116"/>
                          </a:lnTo>
                          <a:lnTo>
                            <a:pt x="1816" y="118"/>
                          </a:lnTo>
                          <a:lnTo>
                            <a:pt x="1814" y="121"/>
                          </a:lnTo>
                          <a:lnTo>
                            <a:pt x="1811" y="123"/>
                          </a:lnTo>
                          <a:lnTo>
                            <a:pt x="1809" y="126"/>
                          </a:lnTo>
                          <a:lnTo>
                            <a:pt x="1807" y="129"/>
                          </a:lnTo>
                          <a:lnTo>
                            <a:pt x="1804" y="132"/>
                          </a:lnTo>
                          <a:lnTo>
                            <a:pt x="1802" y="134"/>
                          </a:lnTo>
                          <a:lnTo>
                            <a:pt x="1799" y="137"/>
                          </a:lnTo>
                          <a:lnTo>
                            <a:pt x="1797" y="141"/>
                          </a:lnTo>
                          <a:lnTo>
                            <a:pt x="1795" y="143"/>
                          </a:lnTo>
                          <a:lnTo>
                            <a:pt x="1792" y="146"/>
                          </a:lnTo>
                          <a:lnTo>
                            <a:pt x="1790" y="150"/>
                          </a:lnTo>
                          <a:lnTo>
                            <a:pt x="1787" y="153"/>
                          </a:lnTo>
                          <a:lnTo>
                            <a:pt x="1785" y="156"/>
                          </a:lnTo>
                          <a:lnTo>
                            <a:pt x="1783" y="160"/>
                          </a:lnTo>
                          <a:lnTo>
                            <a:pt x="1780" y="163"/>
                          </a:lnTo>
                          <a:lnTo>
                            <a:pt x="1778" y="166"/>
                          </a:lnTo>
                          <a:lnTo>
                            <a:pt x="1775" y="169"/>
                          </a:lnTo>
                          <a:lnTo>
                            <a:pt x="1773" y="173"/>
                          </a:lnTo>
                          <a:lnTo>
                            <a:pt x="1771" y="176"/>
                          </a:lnTo>
                          <a:lnTo>
                            <a:pt x="1768" y="180"/>
                          </a:lnTo>
                          <a:lnTo>
                            <a:pt x="1766" y="183"/>
                          </a:lnTo>
                          <a:lnTo>
                            <a:pt x="1763" y="187"/>
                          </a:lnTo>
                          <a:lnTo>
                            <a:pt x="1761" y="191"/>
                          </a:lnTo>
                          <a:lnTo>
                            <a:pt x="1758" y="195"/>
                          </a:lnTo>
                          <a:lnTo>
                            <a:pt x="1756" y="198"/>
                          </a:lnTo>
                          <a:lnTo>
                            <a:pt x="1754" y="203"/>
                          </a:lnTo>
                          <a:lnTo>
                            <a:pt x="1751" y="206"/>
                          </a:lnTo>
                          <a:lnTo>
                            <a:pt x="1749" y="210"/>
                          </a:lnTo>
                          <a:lnTo>
                            <a:pt x="1746" y="215"/>
                          </a:lnTo>
                          <a:lnTo>
                            <a:pt x="1744" y="218"/>
                          </a:lnTo>
                          <a:lnTo>
                            <a:pt x="1742" y="223"/>
                          </a:lnTo>
                          <a:lnTo>
                            <a:pt x="1739" y="227"/>
                          </a:lnTo>
                          <a:lnTo>
                            <a:pt x="1737" y="231"/>
                          </a:lnTo>
                          <a:lnTo>
                            <a:pt x="1734" y="235"/>
                          </a:lnTo>
                          <a:lnTo>
                            <a:pt x="1732" y="239"/>
                          </a:lnTo>
                          <a:lnTo>
                            <a:pt x="1730" y="244"/>
                          </a:lnTo>
                          <a:lnTo>
                            <a:pt x="1727" y="248"/>
                          </a:lnTo>
                          <a:lnTo>
                            <a:pt x="1725" y="252"/>
                          </a:lnTo>
                          <a:lnTo>
                            <a:pt x="1722" y="257"/>
                          </a:lnTo>
                          <a:lnTo>
                            <a:pt x="1720" y="262"/>
                          </a:lnTo>
                          <a:lnTo>
                            <a:pt x="1717" y="266"/>
                          </a:lnTo>
                          <a:lnTo>
                            <a:pt x="1715" y="271"/>
                          </a:lnTo>
                          <a:lnTo>
                            <a:pt x="1713" y="276"/>
                          </a:lnTo>
                          <a:lnTo>
                            <a:pt x="1710" y="280"/>
                          </a:lnTo>
                          <a:lnTo>
                            <a:pt x="1708" y="285"/>
                          </a:lnTo>
                          <a:lnTo>
                            <a:pt x="1705" y="290"/>
                          </a:lnTo>
                          <a:lnTo>
                            <a:pt x="1703" y="295"/>
                          </a:lnTo>
                          <a:lnTo>
                            <a:pt x="1701" y="300"/>
                          </a:lnTo>
                          <a:lnTo>
                            <a:pt x="1698" y="305"/>
                          </a:lnTo>
                          <a:lnTo>
                            <a:pt x="1696" y="310"/>
                          </a:lnTo>
                          <a:lnTo>
                            <a:pt x="1693" y="315"/>
                          </a:lnTo>
                          <a:lnTo>
                            <a:pt x="1691" y="320"/>
                          </a:lnTo>
                          <a:lnTo>
                            <a:pt x="1689" y="325"/>
                          </a:lnTo>
                          <a:lnTo>
                            <a:pt x="1686" y="330"/>
                          </a:lnTo>
                          <a:lnTo>
                            <a:pt x="1684" y="336"/>
                          </a:lnTo>
                          <a:lnTo>
                            <a:pt x="1681" y="341"/>
                          </a:lnTo>
                          <a:lnTo>
                            <a:pt x="1679" y="346"/>
                          </a:lnTo>
                          <a:lnTo>
                            <a:pt x="1677" y="352"/>
                          </a:lnTo>
                          <a:lnTo>
                            <a:pt x="1674" y="356"/>
                          </a:lnTo>
                          <a:lnTo>
                            <a:pt x="1672" y="362"/>
                          </a:lnTo>
                          <a:lnTo>
                            <a:pt x="1669" y="367"/>
                          </a:lnTo>
                          <a:lnTo>
                            <a:pt x="1667" y="372"/>
                          </a:lnTo>
                          <a:lnTo>
                            <a:pt x="1665" y="377"/>
                          </a:lnTo>
                          <a:lnTo>
                            <a:pt x="1662" y="382"/>
                          </a:lnTo>
                          <a:lnTo>
                            <a:pt x="1660" y="387"/>
                          </a:lnTo>
                          <a:lnTo>
                            <a:pt x="1657" y="393"/>
                          </a:lnTo>
                          <a:lnTo>
                            <a:pt x="1655" y="398"/>
                          </a:lnTo>
                          <a:lnTo>
                            <a:pt x="1653" y="403"/>
                          </a:lnTo>
                          <a:lnTo>
                            <a:pt x="1650" y="408"/>
                          </a:lnTo>
                          <a:lnTo>
                            <a:pt x="1648" y="413"/>
                          </a:lnTo>
                          <a:lnTo>
                            <a:pt x="1645" y="418"/>
                          </a:lnTo>
                          <a:lnTo>
                            <a:pt x="1643" y="423"/>
                          </a:lnTo>
                          <a:lnTo>
                            <a:pt x="1641" y="428"/>
                          </a:lnTo>
                          <a:lnTo>
                            <a:pt x="1638" y="433"/>
                          </a:lnTo>
                          <a:lnTo>
                            <a:pt x="1636" y="438"/>
                          </a:lnTo>
                          <a:lnTo>
                            <a:pt x="1633" y="443"/>
                          </a:lnTo>
                          <a:lnTo>
                            <a:pt x="1631" y="448"/>
                          </a:lnTo>
                          <a:lnTo>
                            <a:pt x="1629" y="453"/>
                          </a:lnTo>
                          <a:lnTo>
                            <a:pt x="1626" y="458"/>
                          </a:lnTo>
                          <a:lnTo>
                            <a:pt x="1624" y="463"/>
                          </a:lnTo>
                          <a:lnTo>
                            <a:pt x="1621" y="467"/>
                          </a:lnTo>
                          <a:lnTo>
                            <a:pt x="1619" y="472"/>
                          </a:lnTo>
                          <a:lnTo>
                            <a:pt x="1617" y="477"/>
                          </a:lnTo>
                          <a:lnTo>
                            <a:pt x="1614" y="482"/>
                          </a:lnTo>
                          <a:lnTo>
                            <a:pt x="1612" y="487"/>
                          </a:lnTo>
                          <a:lnTo>
                            <a:pt x="1609" y="491"/>
                          </a:lnTo>
                          <a:lnTo>
                            <a:pt x="1607" y="496"/>
                          </a:lnTo>
                          <a:lnTo>
                            <a:pt x="1605" y="501"/>
                          </a:lnTo>
                          <a:lnTo>
                            <a:pt x="1602" y="505"/>
                          </a:lnTo>
                          <a:lnTo>
                            <a:pt x="1600" y="510"/>
                          </a:lnTo>
                          <a:lnTo>
                            <a:pt x="1597" y="514"/>
                          </a:lnTo>
                          <a:lnTo>
                            <a:pt x="1595" y="519"/>
                          </a:lnTo>
                          <a:lnTo>
                            <a:pt x="1593" y="524"/>
                          </a:lnTo>
                          <a:lnTo>
                            <a:pt x="1590" y="528"/>
                          </a:lnTo>
                          <a:lnTo>
                            <a:pt x="1588" y="532"/>
                          </a:lnTo>
                          <a:lnTo>
                            <a:pt x="1585" y="536"/>
                          </a:lnTo>
                          <a:lnTo>
                            <a:pt x="1583" y="539"/>
                          </a:lnTo>
                          <a:lnTo>
                            <a:pt x="1581" y="541"/>
                          </a:lnTo>
                          <a:lnTo>
                            <a:pt x="1578" y="542"/>
                          </a:lnTo>
                          <a:lnTo>
                            <a:pt x="1576" y="543"/>
                          </a:lnTo>
                          <a:lnTo>
                            <a:pt x="1573" y="543"/>
                          </a:lnTo>
                          <a:lnTo>
                            <a:pt x="1571" y="543"/>
                          </a:lnTo>
                          <a:lnTo>
                            <a:pt x="1569" y="543"/>
                          </a:lnTo>
                          <a:lnTo>
                            <a:pt x="1566" y="543"/>
                          </a:lnTo>
                          <a:lnTo>
                            <a:pt x="1564" y="543"/>
                          </a:lnTo>
                          <a:lnTo>
                            <a:pt x="1561" y="543"/>
                          </a:lnTo>
                          <a:lnTo>
                            <a:pt x="1559" y="543"/>
                          </a:lnTo>
                          <a:lnTo>
                            <a:pt x="1557" y="543"/>
                          </a:lnTo>
                          <a:lnTo>
                            <a:pt x="1554" y="543"/>
                          </a:lnTo>
                          <a:lnTo>
                            <a:pt x="1552" y="543"/>
                          </a:lnTo>
                          <a:lnTo>
                            <a:pt x="1549" y="543"/>
                          </a:lnTo>
                          <a:lnTo>
                            <a:pt x="1547" y="543"/>
                          </a:lnTo>
                          <a:lnTo>
                            <a:pt x="1544" y="543"/>
                          </a:lnTo>
                          <a:lnTo>
                            <a:pt x="1542" y="543"/>
                          </a:lnTo>
                          <a:lnTo>
                            <a:pt x="1540" y="543"/>
                          </a:lnTo>
                          <a:lnTo>
                            <a:pt x="1537" y="543"/>
                          </a:lnTo>
                          <a:lnTo>
                            <a:pt x="1535" y="544"/>
                          </a:lnTo>
                          <a:lnTo>
                            <a:pt x="1532" y="544"/>
                          </a:lnTo>
                          <a:lnTo>
                            <a:pt x="1530" y="544"/>
                          </a:lnTo>
                          <a:lnTo>
                            <a:pt x="1528" y="544"/>
                          </a:lnTo>
                          <a:lnTo>
                            <a:pt x="1525" y="544"/>
                          </a:lnTo>
                          <a:lnTo>
                            <a:pt x="1523" y="544"/>
                          </a:lnTo>
                          <a:lnTo>
                            <a:pt x="1520" y="544"/>
                          </a:lnTo>
                          <a:lnTo>
                            <a:pt x="1518" y="544"/>
                          </a:lnTo>
                          <a:lnTo>
                            <a:pt x="1516" y="544"/>
                          </a:lnTo>
                          <a:lnTo>
                            <a:pt x="1513" y="544"/>
                          </a:lnTo>
                          <a:lnTo>
                            <a:pt x="1511" y="544"/>
                          </a:lnTo>
                          <a:lnTo>
                            <a:pt x="1508" y="544"/>
                          </a:lnTo>
                          <a:lnTo>
                            <a:pt x="1506" y="544"/>
                          </a:lnTo>
                          <a:lnTo>
                            <a:pt x="1504" y="544"/>
                          </a:lnTo>
                          <a:lnTo>
                            <a:pt x="1501" y="544"/>
                          </a:lnTo>
                          <a:lnTo>
                            <a:pt x="1499" y="544"/>
                          </a:lnTo>
                          <a:lnTo>
                            <a:pt x="1496" y="544"/>
                          </a:lnTo>
                          <a:lnTo>
                            <a:pt x="1494" y="544"/>
                          </a:lnTo>
                          <a:lnTo>
                            <a:pt x="1491" y="544"/>
                          </a:lnTo>
                          <a:lnTo>
                            <a:pt x="1489" y="545"/>
                          </a:lnTo>
                          <a:lnTo>
                            <a:pt x="1487" y="545"/>
                          </a:lnTo>
                          <a:lnTo>
                            <a:pt x="1484" y="545"/>
                          </a:lnTo>
                          <a:lnTo>
                            <a:pt x="1482" y="545"/>
                          </a:lnTo>
                          <a:lnTo>
                            <a:pt x="1479" y="545"/>
                          </a:lnTo>
                          <a:lnTo>
                            <a:pt x="1477" y="545"/>
                          </a:lnTo>
                          <a:lnTo>
                            <a:pt x="1475" y="545"/>
                          </a:lnTo>
                          <a:lnTo>
                            <a:pt x="1472" y="545"/>
                          </a:lnTo>
                          <a:lnTo>
                            <a:pt x="1470" y="545"/>
                          </a:lnTo>
                          <a:lnTo>
                            <a:pt x="1467" y="545"/>
                          </a:lnTo>
                          <a:lnTo>
                            <a:pt x="1465" y="545"/>
                          </a:lnTo>
                          <a:lnTo>
                            <a:pt x="1463" y="545"/>
                          </a:lnTo>
                          <a:lnTo>
                            <a:pt x="1460" y="545"/>
                          </a:lnTo>
                          <a:lnTo>
                            <a:pt x="1458" y="545"/>
                          </a:lnTo>
                          <a:lnTo>
                            <a:pt x="1455" y="545"/>
                          </a:lnTo>
                          <a:lnTo>
                            <a:pt x="1453" y="545"/>
                          </a:lnTo>
                          <a:lnTo>
                            <a:pt x="1450" y="545"/>
                          </a:lnTo>
                          <a:lnTo>
                            <a:pt x="1448" y="545"/>
                          </a:lnTo>
                          <a:lnTo>
                            <a:pt x="1446" y="545"/>
                          </a:lnTo>
                          <a:lnTo>
                            <a:pt x="1443" y="545"/>
                          </a:lnTo>
                          <a:lnTo>
                            <a:pt x="1441" y="545"/>
                          </a:lnTo>
                          <a:lnTo>
                            <a:pt x="1438" y="545"/>
                          </a:lnTo>
                          <a:lnTo>
                            <a:pt x="1436" y="545"/>
                          </a:lnTo>
                          <a:lnTo>
                            <a:pt x="1434" y="545"/>
                          </a:lnTo>
                          <a:lnTo>
                            <a:pt x="1431" y="545"/>
                          </a:lnTo>
                          <a:lnTo>
                            <a:pt x="1429" y="545"/>
                          </a:lnTo>
                          <a:lnTo>
                            <a:pt x="1426" y="545"/>
                          </a:lnTo>
                          <a:lnTo>
                            <a:pt x="1424" y="545"/>
                          </a:lnTo>
                          <a:lnTo>
                            <a:pt x="1422" y="545"/>
                          </a:lnTo>
                          <a:lnTo>
                            <a:pt x="1419" y="545"/>
                          </a:lnTo>
                          <a:lnTo>
                            <a:pt x="1417" y="545"/>
                          </a:lnTo>
                          <a:lnTo>
                            <a:pt x="1414" y="545"/>
                          </a:lnTo>
                          <a:lnTo>
                            <a:pt x="1412" y="545"/>
                          </a:lnTo>
                          <a:lnTo>
                            <a:pt x="1410" y="545"/>
                          </a:lnTo>
                          <a:lnTo>
                            <a:pt x="1407" y="545"/>
                          </a:lnTo>
                          <a:lnTo>
                            <a:pt x="1405" y="545"/>
                          </a:lnTo>
                          <a:lnTo>
                            <a:pt x="1402" y="545"/>
                          </a:lnTo>
                          <a:lnTo>
                            <a:pt x="1400" y="545"/>
                          </a:lnTo>
                          <a:lnTo>
                            <a:pt x="1398" y="545"/>
                          </a:lnTo>
                          <a:lnTo>
                            <a:pt x="1395" y="545"/>
                          </a:lnTo>
                          <a:lnTo>
                            <a:pt x="1393" y="545"/>
                          </a:lnTo>
                          <a:lnTo>
                            <a:pt x="1390" y="545"/>
                          </a:lnTo>
                          <a:lnTo>
                            <a:pt x="1388" y="545"/>
                          </a:lnTo>
                          <a:lnTo>
                            <a:pt x="1386" y="545"/>
                          </a:lnTo>
                          <a:lnTo>
                            <a:pt x="1383" y="545"/>
                          </a:lnTo>
                          <a:lnTo>
                            <a:pt x="1381" y="544"/>
                          </a:lnTo>
                          <a:lnTo>
                            <a:pt x="1378" y="544"/>
                          </a:lnTo>
                          <a:lnTo>
                            <a:pt x="1376" y="544"/>
                          </a:lnTo>
                          <a:lnTo>
                            <a:pt x="1374" y="544"/>
                          </a:lnTo>
                          <a:lnTo>
                            <a:pt x="1371" y="544"/>
                          </a:lnTo>
                          <a:lnTo>
                            <a:pt x="1369" y="544"/>
                          </a:lnTo>
                          <a:lnTo>
                            <a:pt x="1366" y="544"/>
                          </a:lnTo>
                          <a:lnTo>
                            <a:pt x="1364" y="544"/>
                          </a:lnTo>
                          <a:lnTo>
                            <a:pt x="1362" y="543"/>
                          </a:lnTo>
                          <a:lnTo>
                            <a:pt x="1359" y="543"/>
                          </a:lnTo>
                          <a:lnTo>
                            <a:pt x="1357" y="543"/>
                          </a:lnTo>
                          <a:lnTo>
                            <a:pt x="1354" y="543"/>
                          </a:lnTo>
                          <a:lnTo>
                            <a:pt x="1352" y="542"/>
                          </a:lnTo>
                          <a:lnTo>
                            <a:pt x="1350" y="542"/>
                          </a:lnTo>
                          <a:lnTo>
                            <a:pt x="1347" y="542"/>
                          </a:lnTo>
                          <a:lnTo>
                            <a:pt x="1345" y="542"/>
                          </a:lnTo>
                          <a:lnTo>
                            <a:pt x="1342" y="542"/>
                          </a:lnTo>
                          <a:lnTo>
                            <a:pt x="1340" y="542"/>
                          </a:lnTo>
                          <a:lnTo>
                            <a:pt x="1338" y="541"/>
                          </a:lnTo>
                          <a:lnTo>
                            <a:pt x="1335" y="541"/>
                          </a:lnTo>
                          <a:lnTo>
                            <a:pt x="1333" y="541"/>
                          </a:lnTo>
                          <a:lnTo>
                            <a:pt x="1331" y="541"/>
                          </a:lnTo>
                          <a:lnTo>
                            <a:pt x="1328" y="540"/>
                          </a:lnTo>
                          <a:lnTo>
                            <a:pt x="1326" y="540"/>
                          </a:lnTo>
                          <a:lnTo>
                            <a:pt x="1323" y="540"/>
                          </a:lnTo>
                          <a:lnTo>
                            <a:pt x="1321" y="539"/>
                          </a:lnTo>
                          <a:lnTo>
                            <a:pt x="1318" y="539"/>
                          </a:lnTo>
                          <a:lnTo>
                            <a:pt x="1316" y="539"/>
                          </a:lnTo>
                          <a:lnTo>
                            <a:pt x="1314" y="539"/>
                          </a:lnTo>
                          <a:lnTo>
                            <a:pt x="1311" y="539"/>
                          </a:lnTo>
                          <a:lnTo>
                            <a:pt x="1309" y="538"/>
                          </a:lnTo>
                          <a:lnTo>
                            <a:pt x="1306" y="538"/>
                          </a:lnTo>
                          <a:lnTo>
                            <a:pt x="1304" y="538"/>
                          </a:lnTo>
                          <a:lnTo>
                            <a:pt x="1302" y="538"/>
                          </a:lnTo>
                          <a:lnTo>
                            <a:pt x="1299" y="537"/>
                          </a:lnTo>
                          <a:lnTo>
                            <a:pt x="1297" y="537"/>
                          </a:lnTo>
                          <a:lnTo>
                            <a:pt x="1294" y="537"/>
                          </a:lnTo>
                          <a:lnTo>
                            <a:pt x="1292" y="537"/>
                          </a:lnTo>
                          <a:lnTo>
                            <a:pt x="1290" y="536"/>
                          </a:lnTo>
                          <a:lnTo>
                            <a:pt x="1287" y="536"/>
                          </a:lnTo>
                          <a:lnTo>
                            <a:pt x="1285" y="536"/>
                          </a:lnTo>
                          <a:lnTo>
                            <a:pt x="1282" y="536"/>
                          </a:lnTo>
                          <a:lnTo>
                            <a:pt x="1280" y="536"/>
                          </a:lnTo>
                          <a:lnTo>
                            <a:pt x="1277" y="535"/>
                          </a:lnTo>
                          <a:lnTo>
                            <a:pt x="1275" y="535"/>
                          </a:lnTo>
                          <a:lnTo>
                            <a:pt x="1273" y="535"/>
                          </a:lnTo>
                          <a:lnTo>
                            <a:pt x="1270" y="534"/>
                          </a:lnTo>
                          <a:lnTo>
                            <a:pt x="1268" y="534"/>
                          </a:lnTo>
                          <a:lnTo>
                            <a:pt x="1265" y="534"/>
                          </a:lnTo>
                          <a:lnTo>
                            <a:pt x="1263" y="534"/>
                          </a:lnTo>
                          <a:lnTo>
                            <a:pt x="1261" y="533"/>
                          </a:lnTo>
                          <a:lnTo>
                            <a:pt x="1258" y="533"/>
                          </a:lnTo>
                          <a:lnTo>
                            <a:pt x="1256" y="533"/>
                          </a:lnTo>
                          <a:lnTo>
                            <a:pt x="1253" y="533"/>
                          </a:lnTo>
                          <a:lnTo>
                            <a:pt x="1251" y="532"/>
                          </a:lnTo>
                          <a:lnTo>
                            <a:pt x="1249" y="532"/>
                          </a:lnTo>
                          <a:lnTo>
                            <a:pt x="1246" y="531"/>
                          </a:lnTo>
                          <a:lnTo>
                            <a:pt x="1244" y="531"/>
                          </a:lnTo>
                          <a:lnTo>
                            <a:pt x="1241" y="531"/>
                          </a:lnTo>
                          <a:lnTo>
                            <a:pt x="1239" y="531"/>
                          </a:lnTo>
                          <a:lnTo>
                            <a:pt x="1237" y="530"/>
                          </a:lnTo>
                          <a:lnTo>
                            <a:pt x="1234" y="530"/>
                          </a:lnTo>
                          <a:lnTo>
                            <a:pt x="1232" y="530"/>
                          </a:lnTo>
                          <a:lnTo>
                            <a:pt x="1229" y="530"/>
                          </a:lnTo>
                          <a:lnTo>
                            <a:pt x="1227" y="529"/>
                          </a:lnTo>
                          <a:lnTo>
                            <a:pt x="1224" y="529"/>
                          </a:lnTo>
                          <a:lnTo>
                            <a:pt x="1222" y="528"/>
                          </a:lnTo>
                          <a:lnTo>
                            <a:pt x="1220" y="528"/>
                          </a:lnTo>
                          <a:lnTo>
                            <a:pt x="1217" y="528"/>
                          </a:lnTo>
                          <a:lnTo>
                            <a:pt x="1215" y="527"/>
                          </a:lnTo>
                          <a:lnTo>
                            <a:pt x="1212" y="527"/>
                          </a:lnTo>
                          <a:lnTo>
                            <a:pt x="1210" y="527"/>
                          </a:lnTo>
                          <a:lnTo>
                            <a:pt x="1208" y="526"/>
                          </a:lnTo>
                          <a:lnTo>
                            <a:pt x="1205" y="526"/>
                          </a:lnTo>
                          <a:lnTo>
                            <a:pt x="1203" y="526"/>
                          </a:lnTo>
                          <a:lnTo>
                            <a:pt x="1200" y="525"/>
                          </a:lnTo>
                          <a:lnTo>
                            <a:pt x="1198" y="525"/>
                          </a:lnTo>
                          <a:lnTo>
                            <a:pt x="1196" y="525"/>
                          </a:lnTo>
                          <a:lnTo>
                            <a:pt x="1193" y="524"/>
                          </a:lnTo>
                          <a:lnTo>
                            <a:pt x="1191" y="524"/>
                          </a:lnTo>
                          <a:lnTo>
                            <a:pt x="1188" y="523"/>
                          </a:lnTo>
                          <a:lnTo>
                            <a:pt x="1186" y="523"/>
                          </a:lnTo>
                          <a:lnTo>
                            <a:pt x="1183" y="522"/>
                          </a:lnTo>
                          <a:lnTo>
                            <a:pt x="1181" y="522"/>
                          </a:lnTo>
                          <a:lnTo>
                            <a:pt x="1179" y="522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09" name="Freeform 28">
                      <a:extLst>
                        <a:ext uri="{FF2B5EF4-FFF2-40B4-BE49-F238E27FC236}">
                          <a16:creationId xmlns:a16="http://schemas.microsoft.com/office/drawing/2014/main" id="{3BA817D3-B28C-4CFC-9555-E792131203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257670" y="1072212"/>
                      <a:ext cx="3438525" cy="931863"/>
                    </a:xfrm>
                    <a:custGeom>
                      <a:avLst/>
                      <a:gdLst>
                        <a:gd name="T0" fmla="*/ 34 w 2166"/>
                        <a:gd name="T1" fmla="*/ 211 h 587"/>
                        <a:gd name="T2" fmla="*/ 70 w 2166"/>
                        <a:gd name="T3" fmla="*/ 213 h 587"/>
                        <a:gd name="T4" fmla="*/ 106 w 2166"/>
                        <a:gd name="T5" fmla="*/ 219 h 587"/>
                        <a:gd name="T6" fmla="*/ 142 w 2166"/>
                        <a:gd name="T7" fmla="*/ 223 h 587"/>
                        <a:gd name="T8" fmla="*/ 178 w 2166"/>
                        <a:gd name="T9" fmla="*/ 221 h 587"/>
                        <a:gd name="T10" fmla="*/ 214 w 2166"/>
                        <a:gd name="T11" fmla="*/ 224 h 587"/>
                        <a:gd name="T12" fmla="*/ 250 w 2166"/>
                        <a:gd name="T13" fmla="*/ 227 h 587"/>
                        <a:gd name="T14" fmla="*/ 287 w 2166"/>
                        <a:gd name="T15" fmla="*/ 227 h 587"/>
                        <a:gd name="T16" fmla="*/ 323 w 2166"/>
                        <a:gd name="T17" fmla="*/ 222 h 587"/>
                        <a:gd name="T18" fmla="*/ 358 w 2166"/>
                        <a:gd name="T19" fmla="*/ 224 h 587"/>
                        <a:gd name="T20" fmla="*/ 395 w 2166"/>
                        <a:gd name="T21" fmla="*/ 244 h 587"/>
                        <a:gd name="T22" fmla="*/ 431 w 2166"/>
                        <a:gd name="T23" fmla="*/ 276 h 587"/>
                        <a:gd name="T24" fmla="*/ 467 w 2166"/>
                        <a:gd name="T25" fmla="*/ 306 h 587"/>
                        <a:gd name="T26" fmla="*/ 503 w 2166"/>
                        <a:gd name="T27" fmla="*/ 331 h 587"/>
                        <a:gd name="T28" fmla="*/ 539 w 2166"/>
                        <a:gd name="T29" fmla="*/ 353 h 587"/>
                        <a:gd name="T30" fmla="*/ 575 w 2166"/>
                        <a:gd name="T31" fmla="*/ 373 h 587"/>
                        <a:gd name="T32" fmla="*/ 611 w 2166"/>
                        <a:gd name="T33" fmla="*/ 390 h 587"/>
                        <a:gd name="T34" fmla="*/ 647 w 2166"/>
                        <a:gd name="T35" fmla="*/ 405 h 587"/>
                        <a:gd name="T36" fmla="*/ 683 w 2166"/>
                        <a:gd name="T37" fmla="*/ 418 h 587"/>
                        <a:gd name="T38" fmla="*/ 719 w 2166"/>
                        <a:gd name="T39" fmla="*/ 430 h 587"/>
                        <a:gd name="T40" fmla="*/ 756 w 2166"/>
                        <a:gd name="T41" fmla="*/ 441 h 587"/>
                        <a:gd name="T42" fmla="*/ 792 w 2166"/>
                        <a:gd name="T43" fmla="*/ 452 h 587"/>
                        <a:gd name="T44" fmla="*/ 828 w 2166"/>
                        <a:gd name="T45" fmla="*/ 462 h 587"/>
                        <a:gd name="T46" fmla="*/ 864 w 2166"/>
                        <a:gd name="T47" fmla="*/ 472 h 587"/>
                        <a:gd name="T48" fmla="*/ 900 w 2166"/>
                        <a:gd name="T49" fmla="*/ 482 h 587"/>
                        <a:gd name="T50" fmla="*/ 936 w 2166"/>
                        <a:gd name="T51" fmla="*/ 492 h 587"/>
                        <a:gd name="T52" fmla="*/ 972 w 2166"/>
                        <a:gd name="T53" fmla="*/ 502 h 587"/>
                        <a:gd name="T54" fmla="*/ 1008 w 2166"/>
                        <a:gd name="T55" fmla="*/ 511 h 587"/>
                        <a:gd name="T56" fmla="*/ 1044 w 2166"/>
                        <a:gd name="T57" fmla="*/ 521 h 587"/>
                        <a:gd name="T58" fmla="*/ 1080 w 2166"/>
                        <a:gd name="T59" fmla="*/ 530 h 587"/>
                        <a:gd name="T60" fmla="*/ 1116 w 2166"/>
                        <a:gd name="T61" fmla="*/ 537 h 587"/>
                        <a:gd name="T62" fmla="*/ 1152 w 2166"/>
                        <a:gd name="T63" fmla="*/ 545 h 587"/>
                        <a:gd name="T64" fmla="*/ 1188 w 2166"/>
                        <a:gd name="T65" fmla="*/ 551 h 587"/>
                        <a:gd name="T66" fmla="*/ 1224 w 2166"/>
                        <a:gd name="T67" fmla="*/ 557 h 587"/>
                        <a:gd name="T68" fmla="*/ 1261 w 2166"/>
                        <a:gd name="T69" fmla="*/ 563 h 587"/>
                        <a:gd name="T70" fmla="*/ 1297 w 2166"/>
                        <a:gd name="T71" fmla="*/ 567 h 587"/>
                        <a:gd name="T72" fmla="*/ 1333 w 2166"/>
                        <a:gd name="T73" fmla="*/ 571 h 587"/>
                        <a:gd name="T74" fmla="*/ 1369 w 2166"/>
                        <a:gd name="T75" fmla="*/ 575 h 587"/>
                        <a:gd name="T76" fmla="*/ 1405 w 2166"/>
                        <a:gd name="T77" fmla="*/ 578 h 587"/>
                        <a:gd name="T78" fmla="*/ 1441 w 2166"/>
                        <a:gd name="T79" fmla="*/ 581 h 587"/>
                        <a:gd name="T80" fmla="*/ 1477 w 2166"/>
                        <a:gd name="T81" fmla="*/ 583 h 587"/>
                        <a:gd name="T82" fmla="*/ 1513 w 2166"/>
                        <a:gd name="T83" fmla="*/ 585 h 587"/>
                        <a:gd name="T84" fmla="*/ 1549 w 2166"/>
                        <a:gd name="T85" fmla="*/ 586 h 587"/>
                        <a:gd name="T86" fmla="*/ 1585 w 2166"/>
                        <a:gd name="T87" fmla="*/ 582 h 587"/>
                        <a:gd name="T88" fmla="*/ 1621 w 2166"/>
                        <a:gd name="T89" fmla="*/ 519 h 587"/>
                        <a:gd name="T90" fmla="*/ 1657 w 2166"/>
                        <a:gd name="T91" fmla="*/ 448 h 587"/>
                        <a:gd name="T92" fmla="*/ 1693 w 2166"/>
                        <a:gd name="T93" fmla="*/ 371 h 587"/>
                        <a:gd name="T94" fmla="*/ 1730 w 2166"/>
                        <a:gd name="T95" fmla="*/ 300 h 587"/>
                        <a:gd name="T96" fmla="*/ 1766 w 2166"/>
                        <a:gd name="T97" fmla="*/ 237 h 587"/>
                        <a:gd name="T98" fmla="*/ 1802 w 2166"/>
                        <a:gd name="T99" fmla="*/ 182 h 587"/>
                        <a:gd name="T100" fmla="*/ 1838 w 2166"/>
                        <a:gd name="T101" fmla="*/ 137 h 587"/>
                        <a:gd name="T102" fmla="*/ 1874 w 2166"/>
                        <a:gd name="T103" fmla="*/ 101 h 587"/>
                        <a:gd name="T104" fmla="*/ 1910 w 2166"/>
                        <a:gd name="T105" fmla="*/ 73 h 587"/>
                        <a:gd name="T106" fmla="*/ 1946 w 2166"/>
                        <a:gd name="T107" fmla="*/ 49 h 587"/>
                        <a:gd name="T108" fmla="*/ 1982 w 2166"/>
                        <a:gd name="T109" fmla="*/ 31 h 587"/>
                        <a:gd name="T110" fmla="*/ 2018 w 2166"/>
                        <a:gd name="T111" fmla="*/ 18 h 587"/>
                        <a:gd name="T112" fmla="*/ 2054 w 2166"/>
                        <a:gd name="T113" fmla="*/ 9 h 587"/>
                        <a:gd name="T114" fmla="*/ 2091 w 2166"/>
                        <a:gd name="T115" fmla="*/ 4 h 587"/>
                        <a:gd name="T116" fmla="*/ 2127 w 2166"/>
                        <a:gd name="T117" fmla="*/ 1 h 587"/>
                        <a:gd name="T118" fmla="*/ 2163 w 2166"/>
                        <a:gd name="T119" fmla="*/ 1 h 58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66" h="587">
                          <a:moveTo>
                            <a:pt x="0" y="209"/>
                          </a:moveTo>
                          <a:lnTo>
                            <a:pt x="3" y="209"/>
                          </a:lnTo>
                          <a:lnTo>
                            <a:pt x="5" y="209"/>
                          </a:lnTo>
                          <a:lnTo>
                            <a:pt x="8" y="209"/>
                          </a:lnTo>
                          <a:lnTo>
                            <a:pt x="10" y="210"/>
                          </a:lnTo>
                          <a:lnTo>
                            <a:pt x="12" y="210"/>
                          </a:lnTo>
                          <a:lnTo>
                            <a:pt x="15" y="210"/>
                          </a:lnTo>
                          <a:lnTo>
                            <a:pt x="17" y="210"/>
                          </a:lnTo>
                          <a:lnTo>
                            <a:pt x="20" y="210"/>
                          </a:lnTo>
                          <a:lnTo>
                            <a:pt x="22" y="210"/>
                          </a:lnTo>
                          <a:lnTo>
                            <a:pt x="24" y="210"/>
                          </a:lnTo>
                          <a:lnTo>
                            <a:pt x="27" y="211"/>
                          </a:lnTo>
                          <a:lnTo>
                            <a:pt x="29" y="211"/>
                          </a:lnTo>
                          <a:lnTo>
                            <a:pt x="32" y="211"/>
                          </a:lnTo>
                          <a:lnTo>
                            <a:pt x="34" y="211"/>
                          </a:lnTo>
                          <a:lnTo>
                            <a:pt x="36" y="211"/>
                          </a:lnTo>
                          <a:lnTo>
                            <a:pt x="39" y="211"/>
                          </a:lnTo>
                          <a:lnTo>
                            <a:pt x="41" y="212"/>
                          </a:lnTo>
                          <a:lnTo>
                            <a:pt x="44" y="212"/>
                          </a:lnTo>
                          <a:lnTo>
                            <a:pt x="46" y="212"/>
                          </a:lnTo>
                          <a:lnTo>
                            <a:pt x="48" y="212"/>
                          </a:lnTo>
                          <a:lnTo>
                            <a:pt x="51" y="212"/>
                          </a:lnTo>
                          <a:lnTo>
                            <a:pt x="53" y="212"/>
                          </a:lnTo>
                          <a:lnTo>
                            <a:pt x="56" y="212"/>
                          </a:lnTo>
                          <a:lnTo>
                            <a:pt x="58" y="213"/>
                          </a:lnTo>
                          <a:lnTo>
                            <a:pt x="60" y="212"/>
                          </a:lnTo>
                          <a:lnTo>
                            <a:pt x="63" y="213"/>
                          </a:lnTo>
                          <a:lnTo>
                            <a:pt x="65" y="213"/>
                          </a:lnTo>
                          <a:lnTo>
                            <a:pt x="68" y="213"/>
                          </a:lnTo>
                          <a:lnTo>
                            <a:pt x="70" y="213"/>
                          </a:lnTo>
                          <a:lnTo>
                            <a:pt x="72" y="213"/>
                          </a:lnTo>
                          <a:lnTo>
                            <a:pt x="75" y="214"/>
                          </a:lnTo>
                          <a:lnTo>
                            <a:pt x="77" y="214"/>
                          </a:lnTo>
                          <a:lnTo>
                            <a:pt x="80" y="215"/>
                          </a:lnTo>
                          <a:lnTo>
                            <a:pt x="82" y="215"/>
                          </a:lnTo>
                          <a:lnTo>
                            <a:pt x="84" y="215"/>
                          </a:lnTo>
                          <a:lnTo>
                            <a:pt x="87" y="216"/>
                          </a:lnTo>
                          <a:lnTo>
                            <a:pt x="89" y="216"/>
                          </a:lnTo>
                          <a:lnTo>
                            <a:pt x="92" y="217"/>
                          </a:lnTo>
                          <a:lnTo>
                            <a:pt x="94" y="217"/>
                          </a:lnTo>
                          <a:lnTo>
                            <a:pt x="96" y="218"/>
                          </a:lnTo>
                          <a:lnTo>
                            <a:pt x="99" y="218"/>
                          </a:lnTo>
                          <a:lnTo>
                            <a:pt x="101" y="218"/>
                          </a:lnTo>
                          <a:lnTo>
                            <a:pt x="104" y="219"/>
                          </a:lnTo>
                          <a:lnTo>
                            <a:pt x="106" y="219"/>
                          </a:lnTo>
                          <a:lnTo>
                            <a:pt x="108" y="220"/>
                          </a:lnTo>
                          <a:lnTo>
                            <a:pt x="111" y="221"/>
                          </a:lnTo>
                          <a:lnTo>
                            <a:pt x="113" y="221"/>
                          </a:lnTo>
                          <a:lnTo>
                            <a:pt x="115" y="221"/>
                          </a:lnTo>
                          <a:lnTo>
                            <a:pt x="118" y="222"/>
                          </a:lnTo>
                          <a:lnTo>
                            <a:pt x="120" y="222"/>
                          </a:lnTo>
                          <a:lnTo>
                            <a:pt x="123" y="222"/>
                          </a:lnTo>
                          <a:lnTo>
                            <a:pt x="125" y="222"/>
                          </a:lnTo>
                          <a:lnTo>
                            <a:pt x="128" y="223"/>
                          </a:lnTo>
                          <a:lnTo>
                            <a:pt x="130" y="223"/>
                          </a:lnTo>
                          <a:lnTo>
                            <a:pt x="132" y="223"/>
                          </a:lnTo>
                          <a:lnTo>
                            <a:pt x="135" y="223"/>
                          </a:lnTo>
                          <a:lnTo>
                            <a:pt x="137" y="223"/>
                          </a:lnTo>
                          <a:lnTo>
                            <a:pt x="140" y="223"/>
                          </a:lnTo>
                          <a:lnTo>
                            <a:pt x="142" y="223"/>
                          </a:lnTo>
                          <a:lnTo>
                            <a:pt x="144" y="222"/>
                          </a:lnTo>
                          <a:lnTo>
                            <a:pt x="147" y="222"/>
                          </a:lnTo>
                          <a:lnTo>
                            <a:pt x="149" y="222"/>
                          </a:lnTo>
                          <a:lnTo>
                            <a:pt x="152" y="222"/>
                          </a:lnTo>
                          <a:lnTo>
                            <a:pt x="154" y="222"/>
                          </a:lnTo>
                          <a:lnTo>
                            <a:pt x="156" y="222"/>
                          </a:lnTo>
                          <a:lnTo>
                            <a:pt x="159" y="222"/>
                          </a:lnTo>
                          <a:lnTo>
                            <a:pt x="161" y="222"/>
                          </a:lnTo>
                          <a:lnTo>
                            <a:pt x="164" y="221"/>
                          </a:lnTo>
                          <a:lnTo>
                            <a:pt x="166" y="221"/>
                          </a:lnTo>
                          <a:lnTo>
                            <a:pt x="169" y="221"/>
                          </a:lnTo>
                          <a:lnTo>
                            <a:pt x="171" y="221"/>
                          </a:lnTo>
                          <a:lnTo>
                            <a:pt x="173" y="221"/>
                          </a:lnTo>
                          <a:lnTo>
                            <a:pt x="176" y="221"/>
                          </a:lnTo>
                          <a:lnTo>
                            <a:pt x="178" y="221"/>
                          </a:lnTo>
                          <a:lnTo>
                            <a:pt x="181" y="221"/>
                          </a:lnTo>
                          <a:lnTo>
                            <a:pt x="183" y="221"/>
                          </a:lnTo>
                          <a:lnTo>
                            <a:pt x="185" y="222"/>
                          </a:lnTo>
                          <a:lnTo>
                            <a:pt x="188" y="222"/>
                          </a:lnTo>
                          <a:lnTo>
                            <a:pt x="190" y="222"/>
                          </a:lnTo>
                          <a:lnTo>
                            <a:pt x="193" y="222"/>
                          </a:lnTo>
                          <a:lnTo>
                            <a:pt x="195" y="222"/>
                          </a:lnTo>
                          <a:lnTo>
                            <a:pt x="197" y="222"/>
                          </a:lnTo>
                          <a:lnTo>
                            <a:pt x="200" y="223"/>
                          </a:lnTo>
                          <a:lnTo>
                            <a:pt x="202" y="223"/>
                          </a:lnTo>
                          <a:lnTo>
                            <a:pt x="205" y="223"/>
                          </a:lnTo>
                          <a:lnTo>
                            <a:pt x="207" y="223"/>
                          </a:lnTo>
                          <a:lnTo>
                            <a:pt x="209" y="224"/>
                          </a:lnTo>
                          <a:lnTo>
                            <a:pt x="212" y="224"/>
                          </a:lnTo>
                          <a:lnTo>
                            <a:pt x="214" y="224"/>
                          </a:lnTo>
                          <a:lnTo>
                            <a:pt x="217" y="224"/>
                          </a:lnTo>
                          <a:lnTo>
                            <a:pt x="219" y="224"/>
                          </a:lnTo>
                          <a:lnTo>
                            <a:pt x="222" y="225"/>
                          </a:lnTo>
                          <a:lnTo>
                            <a:pt x="224" y="225"/>
                          </a:lnTo>
                          <a:lnTo>
                            <a:pt x="226" y="225"/>
                          </a:lnTo>
                          <a:lnTo>
                            <a:pt x="229" y="225"/>
                          </a:lnTo>
                          <a:lnTo>
                            <a:pt x="231" y="225"/>
                          </a:lnTo>
                          <a:lnTo>
                            <a:pt x="234" y="226"/>
                          </a:lnTo>
                          <a:lnTo>
                            <a:pt x="236" y="226"/>
                          </a:lnTo>
                          <a:lnTo>
                            <a:pt x="238" y="226"/>
                          </a:lnTo>
                          <a:lnTo>
                            <a:pt x="241" y="226"/>
                          </a:lnTo>
                          <a:lnTo>
                            <a:pt x="243" y="227"/>
                          </a:lnTo>
                          <a:lnTo>
                            <a:pt x="246" y="227"/>
                          </a:lnTo>
                          <a:lnTo>
                            <a:pt x="248" y="227"/>
                          </a:lnTo>
                          <a:lnTo>
                            <a:pt x="250" y="227"/>
                          </a:lnTo>
                          <a:lnTo>
                            <a:pt x="253" y="227"/>
                          </a:lnTo>
                          <a:lnTo>
                            <a:pt x="255" y="227"/>
                          </a:lnTo>
                          <a:lnTo>
                            <a:pt x="258" y="227"/>
                          </a:lnTo>
                          <a:lnTo>
                            <a:pt x="260" y="227"/>
                          </a:lnTo>
                          <a:lnTo>
                            <a:pt x="263" y="227"/>
                          </a:lnTo>
                          <a:lnTo>
                            <a:pt x="265" y="227"/>
                          </a:lnTo>
                          <a:lnTo>
                            <a:pt x="267" y="227"/>
                          </a:lnTo>
                          <a:lnTo>
                            <a:pt x="270" y="227"/>
                          </a:lnTo>
                          <a:lnTo>
                            <a:pt x="272" y="227"/>
                          </a:lnTo>
                          <a:lnTo>
                            <a:pt x="275" y="227"/>
                          </a:lnTo>
                          <a:lnTo>
                            <a:pt x="277" y="227"/>
                          </a:lnTo>
                          <a:lnTo>
                            <a:pt x="279" y="227"/>
                          </a:lnTo>
                          <a:lnTo>
                            <a:pt x="282" y="227"/>
                          </a:lnTo>
                          <a:lnTo>
                            <a:pt x="284" y="227"/>
                          </a:lnTo>
                          <a:lnTo>
                            <a:pt x="287" y="227"/>
                          </a:lnTo>
                          <a:lnTo>
                            <a:pt x="289" y="227"/>
                          </a:lnTo>
                          <a:lnTo>
                            <a:pt x="291" y="227"/>
                          </a:lnTo>
                          <a:lnTo>
                            <a:pt x="294" y="227"/>
                          </a:lnTo>
                          <a:lnTo>
                            <a:pt x="296" y="226"/>
                          </a:lnTo>
                          <a:lnTo>
                            <a:pt x="299" y="226"/>
                          </a:lnTo>
                          <a:lnTo>
                            <a:pt x="301" y="226"/>
                          </a:lnTo>
                          <a:lnTo>
                            <a:pt x="303" y="225"/>
                          </a:lnTo>
                          <a:lnTo>
                            <a:pt x="306" y="225"/>
                          </a:lnTo>
                          <a:lnTo>
                            <a:pt x="308" y="225"/>
                          </a:lnTo>
                          <a:lnTo>
                            <a:pt x="311" y="224"/>
                          </a:lnTo>
                          <a:lnTo>
                            <a:pt x="313" y="224"/>
                          </a:lnTo>
                          <a:lnTo>
                            <a:pt x="315" y="224"/>
                          </a:lnTo>
                          <a:lnTo>
                            <a:pt x="318" y="223"/>
                          </a:lnTo>
                          <a:lnTo>
                            <a:pt x="320" y="223"/>
                          </a:lnTo>
                          <a:lnTo>
                            <a:pt x="323" y="222"/>
                          </a:lnTo>
                          <a:lnTo>
                            <a:pt x="325" y="223"/>
                          </a:lnTo>
                          <a:lnTo>
                            <a:pt x="327" y="223"/>
                          </a:lnTo>
                          <a:lnTo>
                            <a:pt x="330" y="222"/>
                          </a:lnTo>
                          <a:lnTo>
                            <a:pt x="332" y="222"/>
                          </a:lnTo>
                          <a:lnTo>
                            <a:pt x="335" y="223"/>
                          </a:lnTo>
                          <a:lnTo>
                            <a:pt x="337" y="223"/>
                          </a:lnTo>
                          <a:lnTo>
                            <a:pt x="339" y="223"/>
                          </a:lnTo>
                          <a:lnTo>
                            <a:pt x="342" y="224"/>
                          </a:lnTo>
                          <a:lnTo>
                            <a:pt x="344" y="224"/>
                          </a:lnTo>
                          <a:lnTo>
                            <a:pt x="347" y="224"/>
                          </a:lnTo>
                          <a:lnTo>
                            <a:pt x="349" y="224"/>
                          </a:lnTo>
                          <a:lnTo>
                            <a:pt x="351" y="224"/>
                          </a:lnTo>
                          <a:lnTo>
                            <a:pt x="354" y="224"/>
                          </a:lnTo>
                          <a:lnTo>
                            <a:pt x="356" y="224"/>
                          </a:lnTo>
                          <a:lnTo>
                            <a:pt x="358" y="224"/>
                          </a:lnTo>
                          <a:lnTo>
                            <a:pt x="361" y="224"/>
                          </a:lnTo>
                          <a:lnTo>
                            <a:pt x="363" y="224"/>
                          </a:lnTo>
                          <a:lnTo>
                            <a:pt x="366" y="224"/>
                          </a:lnTo>
                          <a:lnTo>
                            <a:pt x="368" y="225"/>
                          </a:lnTo>
                          <a:lnTo>
                            <a:pt x="370" y="226"/>
                          </a:lnTo>
                          <a:lnTo>
                            <a:pt x="373" y="227"/>
                          </a:lnTo>
                          <a:lnTo>
                            <a:pt x="375" y="229"/>
                          </a:lnTo>
                          <a:lnTo>
                            <a:pt x="378" y="230"/>
                          </a:lnTo>
                          <a:lnTo>
                            <a:pt x="380" y="232"/>
                          </a:lnTo>
                          <a:lnTo>
                            <a:pt x="382" y="234"/>
                          </a:lnTo>
                          <a:lnTo>
                            <a:pt x="385" y="236"/>
                          </a:lnTo>
                          <a:lnTo>
                            <a:pt x="387" y="238"/>
                          </a:lnTo>
                          <a:lnTo>
                            <a:pt x="390" y="240"/>
                          </a:lnTo>
                          <a:lnTo>
                            <a:pt x="392" y="242"/>
                          </a:lnTo>
                          <a:lnTo>
                            <a:pt x="395" y="244"/>
                          </a:lnTo>
                          <a:lnTo>
                            <a:pt x="397" y="246"/>
                          </a:lnTo>
                          <a:lnTo>
                            <a:pt x="399" y="248"/>
                          </a:lnTo>
                          <a:lnTo>
                            <a:pt x="402" y="251"/>
                          </a:lnTo>
                          <a:lnTo>
                            <a:pt x="404" y="253"/>
                          </a:lnTo>
                          <a:lnTo>
                            <a:pt x="407" y="255"/>
                          </a:lnTo>
                          <a:lnTo>
                            <a:pt x="409" y="257"/>
                          </a:lnTo>
                          <a:lnTo>
                            <a:pt x="411" y="259"/>
                          </a:lnTo>
                          <a:lnTo>
                            <a:pt x="414" y="261"/>
                          </a:lnTo>
                          <a:lnTo>
                            <a:pt x="416" y="264"/>
                          </a:lnTo>
                          <a:lnTo>
                            <a:pt x="419" y="266"/>
                          </a:lnTo>
                          <a:lnTo>
                            <a:pt x="421" y="268"/>
                          </a:lnTo>
                          <a:lnTo>
                            <a:pt x="423" y="270"/>
                          </a:lnTo>
                          <a:lnTo>
                            <a:pt x="426" y="272"/>
                          </a:lnTo>
                          <a:lnTo>
                            <a:pt x="428" y="275"/>
                          </a:lnTo>
                          <a:lnTo>
                            <a:pt x="431" y="276"/>
                          </a:lnTo>
                          <a:lnTo>
                            <a:pt x="433" y="279"/>
                          </a:lnTo>
                          <a:lnTo>
                            <a:pt x="436" y="281"/>
                          </a:lnTo>
                          <a:lnTo>
                            <a:pt x="438" y="283"/>
                          </a:lnTo>
                          <a:lnTo>
                            <a:pt x="440" y="285"/>
                          </a:lnTo>
                          <a:lnTo>
                            <a:pt x="443" y="287"/>
                          </a:lnTo>
                          <a:lnTo>
                            <a:pt x="445" y="289"/>
                          </a:lnTo>
                          <a:lnTo>
                            <a:pt x="448" y="291"/>
                          </a:lnTo>
                          <a:lnTo>
                            <a:pt x="450" y="293"/>
                          </a:lnTo>
                          <a:lnTo>
                            <a:pt x="452" y="295"/>
                          </a:lnTo>
                          <a:lnTo>
                            <a:pt x="455" y="296"/>
                          </a:lnTo>
                          <a:lnTo>
                            <a:pt x="457" y="298"/>
                          </a:lnTo>
                          <a:lnTo>
                            <a:pt x="460" y="300"/>
                          </a:lnTo>
                          <a:lnTo>
                            <a:pt x="462" y="302"/>
                          </a:lnTo>
                          <a:lnTo>
                            <a:pt x="464" y="304"/>
                          </a:lnTo>
                          <a:lnTo>
                            <a:pt x="467" y="306"/>
                          </a:lnTo>
                          <a:lnTo>
                            <a:pt x="469" y="308"/>
                          </a:lnTo>
                          <a:lnTo>
                            <a:pt x="472" y="310"/>
                          </a:lnTo>
                          <a:lnTo>
                            <a:pt x="474" y="311"/>
                          </a:lnTo>
                          <a:lnTo>
                            <a:pt x="476" y="313"/>
                          </a:lnTo>
                          <a:lnTo>
                            <a:pt x="479" y="315"/>
                          </a:lnTo>
                          <a:lnTo>
                            <a:pt x="481" y="316"/>
                          </a:lnTo>
                          <a:lnTo>
                            <a:pt x="484" y="318"/>
                          </a:lnTo>
                          <a:lnTo>
                            <a:pt x="486" y="320"/>
                          </a:lnTo>
                          <a:lnTo>
                            <a:pt x="489" y="322"/>
                          </a:lnTo>
                          <a:lnTo>
                            <a:pt x="491" y="324"/>
                          </a:lnTo>
                          <a:lnTo>
                            <a:pt x="493" y="325"/>
                          </a:lnTo>
                          <a:lnTo>
                            <a:pt x="496" y="327"/>
                          </a:lnTo>
                          <a:lnTo>
                            <a:pt x="498" y="328"/>
                          </a:lnTo>
                          <a:lnTo>
                            <a:pt x="501" y="330"/>
                          </a:lnTo>
                          <a:lnTo>
                            <a:pt x="503" y="331"/>
                          </a:lnTo>
                          <a:lnTo>
                            <a:pt x="505" y="333"/>
                          </a:lnTo>
                          <a:lnTo>
                            <a:pt x="508" y="334"/>
                          </a:lnTo>
                          <a:lnTo>
                            <a:pt x="510" y="336"/>
                          </a:lnTo>
                          <a:lnTo>
                            <a:pt x="513" y="338"/>
                          </a:lnTo>
                          <a:lnTo>
                            <a:pt x="515" y="339"/>
                          </a:lnTo>
                          <a:lnTo>
                            <a:pt x="517" y="341"/>
                          </a:lnTo>
                          <a:lnTo>
                            <a:pt x="520" y="342"/>
                          </a:lnTo>
                          <a:lnTo>
                            <a:pt x="522" y="344"/>
                          </a:lnTo>
                          <a:lnTo>
                            <a:pt x="525" y="345"/>
                          </a:lnTo>
                          <a:lnTo>
                            <a:pt x="527" y="347"/>
                          </a:lnTo>
                          <a:lnTo>
                            <a:pt x="530" y="348"/>
                          </a:lnTo>
                          <a:lnTo>
                            <a:pt x="532" y="350"/>
                          </a:lnTo>
                          <a:lnTo>
                            <a:pt x="534" y="351"/>
                          </a:lnTo>
                          <a:lnTo>
                            <a:pt x="537" y="352"/>
                          </a:lnTo>
                          <a:lnTo>
                            <a:pt x="539" y="353"/>
                          </a:lnTo>
                          <a:lnTo>
                            <a:pt x="542" y="355"/>
                          </a:lnTo>
                          <a:lnTo>
                            <a:pt x="544" y="356"/>
                          </a:lnTo>
                          <a:lnTo>
                            <a:pt x="546" y="358"/>
                          </a:lnTo>
                          <a:lnTo>
                            <a:pt x="549" y="359"/>
                          </a:lnTo>
                          <a:lnTo>
                            <a:pt x="551" y="360"/>
                          </a:lnTo>
                          <a:lnTo>
                            <a:pt x="554" y="361"/>
                          </a:lnTo>
                          <a:lnTo>
                            <a:pt x="556" y="362"/>
                          </a:lnTo>
                          <a:lnTo>
                            <a:pt x="558" y="364"/>
                          </a:lnTo>
                          <a:lnTo>
                            <a:pt x="561" y="365"/>
                          </a:lnTo>
                          <a:lnTo>
                            <a:pt x="563" y="367"/>
                          </a:lnTo>
                          <a:lnTo>
                            <a:pt x="566" y="368"/>
                          </a:lnTo>
                          <a:lnTo>
                            <a:pt x="568" y="369"/>
                          </a:lnTo>
                          <a:lnTo>
                            <a:pt x="570" y="370"/>
                          </a:lnTo>
                          <a:lnTo>
                            <a:pt x="573" y="371"/>
                          </a:lnTo>
                          <a:lnTo>
                            <a:pt x="575" y="373"/>
                          </a:lnTo>
                          <a:lnTo>
                            <a:pt x="578" y="374"/>
                          </a:lnTo>
                          <a:lnTo>
                            <a:pt x="580" y="375"/>
                          </a:lnTo>
                          <a:lnTo>
                            <a:pt x="582" y="376"/>
                          </a:lnTo>
                          <a:lnTo>
                            <a:pt x="585" y="377"/>
                          </a:lnTo>
                          <a:lnTo>
                            <a:pt x="587" y="378"/>
                          </a:lnTo>
                          <a:lnTo>
                            <a:pt x="590" y="379"/>
                          </a:lnTo>
                          <a:lnTo>
                            <a:pt x="592" y="381"/>
                          </a:lnTo>
                          <a:lnTo>
                            <a:pt x="594" y="382"/>
                          </a:lnTo>
                          <a:lnTo>
                            <a:pt x="597" y="383"/>
                          </a:lnTo>
                          <a:lnTo>
                            <a:pt x="599" y="384"/>
                          </a:lnTo>
                          <a:lnTo>
                            <a:pt x="601" y="385"/>
                          </a:lnTo>
                          <a:lnTo>
                            <a:pt x="604" y="386"/>
                          </a:lnTo>
                          <a:lnTo>
                            <a:pt x="606" y="387"/>
                          </a:lnTo>
                          <a:lnTo>
                            <a:pt x="609" y="388"/>
                          </a:lnTo>
                          <a:lnTo>
                            <a:pt x="611" y="390"/>
                          </a:lnTo>
                          <a:lnTo>
                            <a:pt x="613" y="391"/>
                          </a:lnTo>
                          <a:lnTo>
                            <a:pt x="616" y="392"/>
                          </a:lnTo>
                          <a:lnTo>
                            <a:pt x="618" y="393"/>
                          </a:lnTo>
                          <a:lnTo>
                            <a:pt x="621" y="394"/>
                          </a:lnTo>
                          <a:lnTo>
                            <a:pt x="623" y="395"/>
                          </a:lnTo>
                          <a:lnTo>
                            <a:pt x="625" y="396"/>
                          </a:lnTo>
                          <a:lnTo>
                            <a:pt x="628" y="397"/>
                          </a:lnTo>
                          <a:lnTo>
                            <a:pt x="630" y="398"/>
                          </a:lnTo>
                          <a:lnTo>
                            <a:pt x="633" y="399"/>
                          </a:lnTo>
                          <a:lnTo>
                            <a:pt x="635" y="400"/>
                          </a:lnTo>
                          <a:lnTo>
                            <a:pt x="637" y="401"/>
                          </a:lnTo>
                          <a:lnTo>
                            <a:pt x="640" y="402"/>
                          </a:lnTo>
                          <a:lnTo>
                            <a:pt x="642" y="403"/>
                          </a:lnTo>
                          <a:lnTo>
                            <a:pt x="645" y="404"/>
                          </a:lnTo>
                          <a:lnTo>
                            <a:pt x="647" y="405"/>
                          </a:lnTo>
                          <a:lnTo>
                            <a:pt x="649" y="405"/>
                          </a:lnTo>
                          <a:lnTo>
                            <a:pt x="652" y="407"/>
                          </a:lnTo>
                          <a:lnTo>
                            <a:pt x="654" y="407"/>
                          </a:lnTo>
                          <a:lnTo>
                            <a:pt x="657" y="408"/>
                          </a:lnTo>
                          <a:lnTo>
                            <a:pt x="659" y="409"/>
                          </a:lnTo>
                          <a:lnTo>
                            <a:pt x="662" y="410"/>
                          </a:lnTo>
                          <a:lnTo>
                            <a:pt x="664" y="411"/>
                          </a:lnTo>
                          <a:lnTo>
                            <a:pt x="666" y="412"/>
                          </a:lnTo>
                          <a:lnTo>
                            <a:pt x="669" y="413"/>
                          </a:lnTo>
                          <a:lnTo>
                            <a:pt x="671" y="414"/>
                          </a:lnTo>
                          <a:lnTo>
                            <a:pt x="674" y="414"/>
                          </a:lnTo>
                          <a:lnTo>
                            <a:pt x="676" y="415"/>
                          </a:lnTo>
                          <a:lnTo>
                            <a:pt x="678" y="416"/>
                          </a:lnTo>
                          <a:lnTo>
                            <a:pt x="681" y="417"/>
                          </a:lnTo>
                          <a:lnTo>
                            <a:pt x="683" y="418"/>
                          </a:lnTo>
                          <a:lnTo>
                            <a:pt x="686" y="419"/>
                          </a:lnTo>
                          <a:lnTo>
                            <a:pt x="688" y="419"/>
                          </a:lnTo>
                          <a:lnTo>
                            <a:pt x="690" y="420"/>
                          </a:lnTo>
                          <a:lnTo>
                            <a:pt x="693" y="421"/>
                          </a:lnTo>
                          <a:lnTo>
                            <a:pt x="695" y="422"/>
                          </a:lnTo>
                          <a:lnTo>
                            <a:pt x="698" y="422"/>
                          </a:lnTo>
                          <a:lnTo>
                            <a:pt x="700" y="423"/>
                          </a:lnTo>
                          <a:lnTo>
                            <a:pt x="703" y="424"/>
                          </a:lnTo>
                          <a:lnTo>
                            <a:pt x="705" y="425"/>
                          </a:lnTo>
                          <a:lnTo>
                            <a:pt x="707" y="426"/>
                          </a:lnTo>
                          <a:lnTo>
                            <a:pt x="710" y="427"/>
                          </a:lnTo>
                          <a:lnTo>
                            <a:pt x="712" y="427"/>
                          </a:lnTo>
                          <a:lnTo>
                            <a:pt x="715" y="428"/>
                          </a:lnTo>
                          <a:lnTo>
                            <a:pt x="717" y="429"/>
                          </a:lnTo>
                          <a:lnTo>
                            <a:pt x="719" y="430"/>
                          </a:lnTo>
                          <a:lnTo>
                            <a:pt x="722" y="430"/>
                          </a:lnTo>
                          <a:lnTo>
                            <a:pt x="724" y="431"/>
                          </a:lnTo>
                          <a:lnTo>
                            <a:pt x="727" y="432"/>
                          </a:lnTo>
                          <a:lnTo>
                            <a:pt x="729" y="433"/>
                          </a:lnTo>
                          <a:lnTo>
                            <a:pt x="731" y="433"/>
                          </a:lnTo>
                          <a:lnTo>
                            <a:pt x="734" y="434"/>
                          </a:lnTo>
                          <a:lnTo>
                            <a:pt x="736" y="435"/>
                          </a:lnTo>
                          <a:lnTo>
                            <a:pt x="739" y="436"/>
                          </a:lnTo>
                          <a:lnTo>
                            <a:pt x="741" y="436"/>
                          </a:lnTo>
                          <a:lnTo>
                            <a:pt x="743" y="437"/>
                          </a:lnTo>
                          <a:lnTo>
                            <a:pt x="746" y="438"/>
                          </a:lnTo>
                          <a:lnTo>
                            <a:pt x="748" y="439"/>
                          </a:lnTo>
                          <a:lnTo>
                            <a:pt x="751" y="439"/>
                          </a:lnTo>
                          <a:lnTo>
                            <a:pt x="753" y="440"/>
                          </a:lnTo>
                          <a:lnTo>
                            <a:pt x="756" y="441"/>
                          </a:lnTo>
                          <a:lnTo>
                            <a:pt x="758" y="442"/>
                          </a:lnTo>
                          <a:lnTo>
                            <a:pt x="760" y="442"/>
                          </a:lnTo>
                          <a:lnTo>
                            <a:pt x="763" y="443"/>
                          </a:lnTo>
                          <a:lnTo>
                            <a:pt x="765" y="444"/>
                          </a:lnTo>
                          <a:lnTo>
                            <a:pt x="768" y="445"/>
                          </a:lnTo>
                          <a:lnTo>
                            <a:pt x="770" y="445"/>
                          </a:lnTo>
                          <a:lnTo>
                            <a:pt x="772" y="446"/>
                          </a:lnTo>
                          <a:lnTo>
                            <a:pt x="775" y="447"/>
                          </a:lnTo>
                          <a:lnTo>
                            <a:pt x="777" y="447"/>
                          </a:lnTo>
                          <a:lnTo>
                            <a:pt x="780" y="448"/>
                          </a:lnTo>
                          <a:lnTo>
                            <a:pt x="782" y="449"/>
                          </a:lnTo>
                          <a:lnTo>
                            <a:pt x="784" y="450"/>
                          </a:lnTo>
                          <a:lnTo>
                            <a:pt x="787" y="450"/>
                          </a:lnTo>
                          <a:lnTo>
                            <a:pt x="789" y="451"/>
                          </a:lnTo>
                          <a:lnTo>
                            <a:pt x="792" y="452"/>
                          </a:lnTo>
                          <a:lnTo>
                            <a:pt x="794" y="452"/>
                          </a:lnTo>
                          <a:lnTo>
                            <a:pt x="797" y="453"/>
                          </a:lnTo>
                          <a:lnTo>
                            <a:pt x="799" y="454"/>
                          </a:lnTo>
                          <a:lnTo>
                            <a:pt x="801" y="454"/>
                          </a:lnTo>
                          <a:lnTo>
                            <a:pt x="804" y="455"/>
                          </a:lnTo>
                          <a:lnTo>
                            <a:pt x="806" y="456"/>
                          </a:lnTo>
                          <a:lnTo>
                            <a:pt x="809" y="456"/>
                          </a:lnTo>
                          <a:lnTo>
                            <a:pt x="811" y="457"/>
                          </a:lnTo>
                          <a:lnTo>
                            <a:pt x="813" y="458"/>
                          </a:lnTo>
                          <a:lnTo>
                            <a:pt x="816" y="458"/>
                          </a:lnTo>
                          <a:lnTo>
                            <a:pt x="818" y="459"/>
                          </a:lnTo>
                          <a:lnTo>
                            <a:pt x="821" y="460"/>
                          </a:lnTo>
                          <a:lnTo>
                            <a:pt x="823" y="460"/>
                          </a:lnTo>
                          <a:lnTo>
                            <a:pt x="825" y="461"/>
                          </a:lnTo>
                          <a:lnTo>
                            <a:pt x="828" y="462"/>
                          </a:lnTo>
                          <a:lnTo>
                            <a:pt x="830" y="462"/>
                          </a:lnTo>
                          <a:lnTo>
                            <a:pt x="833" y="463"/>
                          </a:lnTo>
                          <a:lnTo>
                            <a:pt x="835" y="464"/>
                          </a:lnTo>
                          <a:lnTo>
                            <a:pt x="837" y="464"/>
                          </a:lnTo>
                          <a:lnTo>
                            <a:pt x="840" y="465"/>
                          </a:lnTo>
                          <a:lnTo>
                            <a:pt x="842" y="466"/>
                          </a:lnTo>
                          <a:lnTo>
                            <a:pt x="845" y="467"/>
                          </a:lnTo>
                          <a:lnTo>
                            <a:pt x="847" y="467"/>
                          </a:lnTo>
                          <a:lnTo>
                            <a:pt x="849" y="468"/>
                          </a:lnTo>
                          <a:lnTo>
                            <a:pt x="852" y="468"/>
                          </a:lnTo>
                          <a:lnTo>
                            <a:pt x="854" y="469"/>
                          </a:lnTo>
                          <a:lnTo>
                            <a:pt x="856" y="470"/>
                          </a:lnTo>
                          <a:lnTo>
                            <a:pt x="859" y="470"/>
                          </a:lnTo>
                          <a:lnTo>
                            <a:pt x="861" y="471"/>
                          </a:lnTo>
                          <a:lnTo>
                            <a:pt x="864" y="472"/>
                          </a:lnTo>
                          <a:lnTo>
                            <a:pt x="866" y="472"/>
                          </a:lnTo>
                          <a:lnTo>
                            <a:pt x="868" y="473"/>
                          </a:lnTo>
                          <a:lnTo>
                            <a:pt x="871" y="474"/>
                          </a:lnTo>
                          <a:lnTo>
                            <a:pt x="873" y="474"/>
                          </a:lnTo>
                          <a:lnTo>
                            <a:pt x="876" y="475"/>
                          </a:lnTo>
                          <a:lnTo>
                            <a:pt x="878" y="476"/>
                          </a:lnTo>
                          <a:lnTo>
                            <a:pt x="880" y="476"/>
                          </a:lnTo>
                          <a:lnTo>
                            <a:pt x="883" y="477"/>
                          </a:lnTo>
                          <a:lnTo>
                            <a:pt x="885" y="478"/>
                          </a:lnTo>
                          <a:lnTo>
                            <a:pt x="888" y="479"/>
                          </a:lnTo>
                          <a:lnTo>
                            <a:pt x="890" y="479"/>
                          </a:lnTo>
                          <a:lnTo>
                            <a:pt x="892" y="480"/>
                          </a:lnTo>
                          <a:lnTo>
                            <a:pt x="895" y="480"/>
                          </a:lnTo>
                          <a:lnTo>
                            <a:pt x="897" y="481"/>
                          </a:lnTo>
                          <a:lnTo>
                            <a:pt x="900" y="482"/>
                          </a:lnTo>
                          <a:lnTo>
                            <a:pt x="902" y="482"/>
                          </a:lnTo>
                          <a:lnTo>
                            <a:pt x="904" y="483"/>
                          </a:lnTo>
                          <a:lnTo>
                            <a:pt x="907" y="484"/>
                          </a:lnTo>
                          <a:lnTo>
                            <a:pt x="909" y="484"/>
                          </a:lnTo>
                          <a:lnTo>
                            <a:pt x="912" y="485"/>
                          </a:lnTo>
                          <a:lnTo>
                            <a:pt x="914" y="486"/>
                          </a:lnTo>
                          <a:lnTo>
                            <a:pt x="916" y="487"/>
                          </a:lnTo>
                          <a:lnTo>
                            <a:pt x="919" y="487"/>
                          </a:lnTo>
                          <a:lnTo>
                            <a:pt x="921" y="488"/>
                          </a:lnTo>
                          <a:lnTo>
                            <a:pt x="924" y="488"/>
                          </a:lnTo>
                          <a:lnTo>
                            <a:pt x="926" y="489"/>
                          </a:lnTo>
                          <a:lnTo>
                            <a:pt x="929" y="490"/>
                          </a:lnTo>
                          <a:lnTo>
                            <a:pt x="931" y="490"/>
                          </a:lnTo>
                          <a:lnTo>
                            <a:pt x="933" y="491"/>
                          </a:lnTo>
                          <a:lnTo>
                            <a:pt x="936" y="492"/>
                          </a:lnTo>
                          <a:lnTo>
                            <a:pt x="938" y="493"/>
                          </a:lnTo>
                          <a:lnTo>
                            <a:pt x="941" y="493"/>
                          </a:lnTo>
                          <a:lnTo>
                            <a:pt x="943" y="494"/>
                          </a:lnTo>
                          <a:lnTo>
                            <a:pt x="945" y="494"/>
                          </a:lnTo>
                          <a:lnTo>
                            <a:pt x="948" y="495"/>
                          </a:lnTo>
                          <a:lnTo>
                            <a:pt x="950" y="496"/>
                          </a:lnTo>
                          <a:lnTo>
                            <a:pt x="953" y="497"/>
                          </a:lnTo>
                          <a:lnTo>
                            <a:pt x="955" y="497"/>
                          </a:lnTo>
                          <a:lnTo>
                            <a:pt x="957" y="498"/>
                          </a:lnTo>
                          <a:lnTo>
                            <a:pt x="960" y="499"/>
                          </a:lnTo>
                          <a:lnTo>
                            <a:pt x="962" y="499"/>
                          </a:lnTo>
                          <a:lnTo>
                            <a:pt x="965" y="500"/>
                          </a:lnTo>
                          <a:lnTo>
                            <a:pt x="967" y="500"/>
                          </a:lnTo>
                          <a:lnTo>
                            <a:pt x="970" y="501"/>
                          </a:lnTo>
                          <a:lnTo>
                            <a:pt x="972" y="502"/>
                          </a:lnTo>
                          <a:lnTo>
                            <a:pt x="974" y="502"/>
                          </a:lnTo>
                          <a:lnTo>
                            <a:pt x="977" y="503"/>
                          </a:lnTo>
                          <a:lnTo>
                            <a:pt x="979" y="504"/>
                          </a:lnTo>
                          <a:lnTo>
                            <a:pt x="982" y="504"/>
                          </a:lnTo>
                          <a:lnTo>
                            <a:pt x="984" y="505"/>
                          </a:lnTo>
                          <a:lnTo>
                            <a:pt x="986" y="506"/>
                          </a:lnTo>
                          <a:lnTo>
                            <a:pt x="989" y="506"/>
                          </a:lnTo>
                          <a:lnTo>
                            <a:pt x="991" y="507"/>
                          </a:lnTo>
                          <a:lnTo>
                            <a:pt x="994" y="508"/>
                          </a:lnTo>
                          <a:lnTo>
                            <a:pt x="996" y="508"/>
                          </a:lnTo>
                          <a:lnTo>
                            <a:pt x="998" y="509"/>
                          </a:lnTo>
                          <a:lnTo>
                            <a:pt x="1001" y="510"/>
                          </a:lnTo>
                          <a:lnTo>
                            <a:pt x="1003" y="510"/>
                          </a:lnTo>
                          <a:lnTo>
                            <a:pt x="1006" y="511"/>
                          </a:lnTo>
                          <a:lnTo>
                            <a:pt x="1008" y="511"/>
                          </a:lnTo>
                          <a:lnTo>
                            <a:pt x="1010" y="512"/>
                          </a:lnTo>
                          <a:lnTo>
                            <a:pt x="1013" y="513"/>
                          </a:lnTo>
                          <a:lnTo>
                            <a:pt x="1015" y="513"/>
                          </a:lnTo>
                          <a:lnTo>
                            <a:pt x="1018" y="514"/>
                          </a:lnTo>
                          <a:lnTo>
                            <a:pt x="1020" y="514"/>
                          </a:lnTo>
                          <a:lnTo>
                            <a:pt x="1023" y="515"/>
                          </a:lnTo>
                          <a:lnTo>
                            <a:pt x="1025" y="516"/>
                          </a:lnTo>
                          <a:lnTo>
                            <a:pt x="1027" y="516"/>
                          </a:lnTo>
                          <a:lnTo>
                            <a:pt x="1030" y="517"/>
                          </a:lnTo>
                          <a:lnTo>
                            <a:pt x="1032" y="518"/>
                          </a:lnTo>
                          <a:lnTo>
                            <a:pt x="1035" y="518"/>
                          </a:lnTo>
                          <a:lnTo>
                            <a:pt x="1037" y="519"/>
                          </a:lnTo>
                          <a:lnTo>
                            <a:pt x="1039" y="519"/>
                          </a:lnTo>
                          <a:lnTo>
                            <a:pt x="1042" y="520"/>
                          </a:lnTo>
                          <a:lnTo>
                            <a:pt x="1044" y="521"/>
                          </a:lnTo>
                          <a:lnTo>
                            <a:pt x="1047" y="521"/>
                          </a:lnTo>
                          <a:lnTo>
                            <a:pt x="1049" y="522"/>
                          </a:lnTo>
                          <a:lnTo>
                            <a:pt x="1051" y="522"/>
                          </a:lnTo>
                          <a:lnTo>
                            <a:pt x="1054" y="523"/>
                          </a:lnTo>
                          <a:lnTo>
                            <a:pt x="1056" y="524"/>
                          </a:lnTo>
                          <a:lnTo>
                            <a:pt x="1059" y="524"/>
                          </a:lnTo>
                          <a:lnTo>
                            <a:pt x="1061" y="525"/>
                          </a:lnTo>
                          <a:lnTo>
                            <a:pt x="1064" y="525"/>
                          </a:lnTo>
                          <a:lnTo>
                            <a:pt x="1066" y="526"/>
                          </a:lnTo>
                          <a:lnTo>
                            <a:pt x="1068" y="526"/>
                          </a:lnTo>
                          <a:lnTo>
                            <a:pt x="1071" y="527"/>
                          </a:lnTo>
                          <a:lnTo>
                            <a:pt x="1073" y="528"/>
                          </a:lnTo>
                          <a:lnTo>
                            <a:pt x="1076" y="528"/>
                          </a:lnTo>
                          <a:lnTo>
                            <a:pt x="1078" y="529"/>
                          </a:lnTo>
                          <a:lnTo>
                            <a:pt x="1080" y="530"/>
                          </a:lnTo>
                          <a:lnTo>
                            <a:pt x="1083" y="530"/>
                          </a:lnTo>
                          <a:lnTo>
                            <a:pt x="1085" y="531"/>
                          </a:lnTo>
                          <a:lnTo>
                            <a:pt x="1088" y="531"/>
                          </a:lnTo>
                          <a:lnTo>
                            <a:pt x="1090" y="532"/>
                          </a:lnTo>
                          <a:lnTo>
                            <a:pt x="1092" y="532"/>
                          </a:lnTo>
                          <a:lnTo>
                            <a:pt x="1095" y="533"/>
                          </a:lnTo>
                          <a:lnTo>
                            <a:pt x="1097" y="533"/>
                          </a:lnTo>
                          <a:lnTo>
                            <a:pt x="1099" y="534"/>
                          </a:lnTo>
                          <a:lnTo>
                            <a:pt x="1102" y="534"/>
                          </a:lnTo>
                          <a:lnTo>
                            <a:pt x="1104" y="535"/>
                          </a:lnTo>
                          <a:lnTo>
                            <a:pt x="1107" y="536"/>
                          </a:lnTo>
                          <a:lnTo>
                            <a:pt x="1109" y="536"/>
                          </a:lnTo>
                          <a:lnTo>
                            <a:pt x="1111" y="537"/>
                          </a:lnTo>
                          <a:lnTo>
                            <a:pt x="1114" y="537"/>
                          </a:lnTo>
                          <a:lnTo>
                            <a:pt x="1116" y="537"/>
                          </a:lnTo>
                          <a:lnTo>
                            <a:pt x="1119" y="538"/>
                          </a:lnTo>
                          <a:lnTo>
                            <a:pt x="1121" y="539"/>
                          </a:lnTo>
                          <a:lnTo>
                            <a:pt x="1123" y="539"/>
                          </a:lnTo>
                          <a:lnTo>
                            <a:pt x="1126" y="539"/>
                          </a:lnTo>
                          <a:lnTo>
                            <a:pt x="1128" y="540"/>
                          </a:lnTo>
                          <a:lnTo>
                            <a:pt x="1131" y="540"/>
                          </a:lnTo>
                          <a:lnTo>
                            <a:pt x="1133" y="541"/>
                          </a:lnTo>
                          <a:lnTo>
                            <a:pt x="1135" y="542"/>
                          </a:lnTo>
                          <a:lnTo>
                            <a:pt x="1138" y="542"/>
                          </a:lnTo>
                          <a:lnTo>
                            <a:pt x="1140" y="542"/>
                          </a:lnTo>
                          <a:lnTo>
                            <a:pt x="1143" y="543"/>
                          </a:lnTo>
                          <a:lnTo>
                            <a:pt x="1145" y="543"/>
                          </a:lnTo>
                          <a:lnTo>
                            <a:pt x="1147" y="543"/>
                          </a:lnTo>
                          <a:lnTo>
                            <a:pt x="1150" y="544"/>
                          </a:lnTo>
                          <a:lnTo>
                            <a:pt x="1152" y="545"/>
                          </a:lnTo>
                          <a:lnTo>
                            <a:pt x="1155" y="545"/>
                          </a:lnTo>
                          <a:lnTo>
                            <a:pt x="1157" y="545"/>
                          </a:lnTo>
                          <a:lnTo>
                            <a:pt x="1159" y="546"/>
                          </a:lnTo>
                          <a:lnTo>
                            <a:pt x="1162" y="546"/>
                          </a:lnTo>
                          <a:lnTo>
                            <a:pt x="1164" y="547"/>
                          </a:lnTo>
                          <a:lnTo>
                            <a:pt x="1167" y="547"/>
                          </a:lnTo>
                          <a:lnTo>
                            <a:pt x="1169" y="548"/>
                          </a:lnTo>
                          <a:lnTo>
                            <a:pt x="1171" y="548"/>
                          </a:lnTo>
                          <a:lnTo>
                            <a:pt x="1174" y="549"/>
                          </a:lnTo>
                          <a:lnTo>
                            <a:pt x="1176" y="549"/>
                          </a:lnTo>
                          <a:lnTo>
                            <a:pt x="1179" y="549"/>
                          </a:lnTo>
                          <a:lnTo>
                            <a:pt x="1181" y="550"/>
                          </a:lnTo>
                          <a:lnTo>
                            <a:pt x="1183" y="550"/>
                          </a:lnTo>
                          <a:lnTo>
                            <a:pt x="1186" y="551"/>
                          </a:lnTo>
                          <a:lnTo>
                            <a:pt x="1188" y="551"/>
                          </a:lnTo>
                          <a:lnTo>
                            <a:pt x="1191" y="552"/>
                          </a:lnTo>
                          <a:lnTo>
                            <a:pt x="1193" y="552"/>
                          </a:lnTo>
                          <a:lnTo>
                            <a:pt x="1196" y="553"/>
                          </a:lnTo>
                          <a:lnTo>
                            <a:pt x="1198" y="553"/>
                          </a:lnTo>
                          <a:lnTo>
                            <a:pt x="1200" y="553"/>
                          </a:lnTo>
                          <a:lnTo>
                            <a:pt x="1203" y="554"/>
                          </a:lnTo>
                          <a:lnTo>
                            <a:pt x="1205" y="554"/>
                          </a:lnTo>
                          <a:lnTo>
                            <a:pt x="1208" y="555"/>
                          </a:lnTo>
                          <a:lnTo>
                            <a:pt x="1210" y="555"/>
                          </a:lnTo>
                          <a:lnTo>
                            <a:pt x="1212" y="556"/>
                          </a:lnTo>
                          <a:lnTo>
                            <a:pt x="1215" y="556"/>
                          </a:lnTo>
                          <a:lnTo>
                            <a:pt x="1217" y="556"/>
                          </a:lnTo>
                          <a:lnTo>
                            <a:pt x="1220" y="557"/>
                          </a:lnTo>
                          <a:lnTo>
                            <a:pt x="1222" y="557"/>
                          </a:lnTo>
                          <a:lnTo>
                            <a:pt x="1224" y="557"/>
                          </a:lnTo>
                          <a:lnTo>
                            <a:pt x="1227" y="558"/>
                          </a:lnTo>
                          <a:lnTo>
                            <a:pt x="1229" y="558"/>
                          </a:lnTo>
                          <a:lnTo>
                            <a:pt x="1232" y="559"/>
                          </a:lnTo>
                          <a:lnTo>
                            <a:pt x="1234" y="559"/>
                          </a:lnTo>
                          <a:lnTo>
                            <a:pt x="1237" y="559"/>
                          </a:lnTo>
                          <a:lnTo>
                            <a:pt x="1239" y="560"/>
                          </a:lnTo>
                          <a:lnTo>
                            <a:pt x="1241" y="560"/>
                          </a:lnTo>
                          <a:lnTo>
                            <a:pt x="1244" y="560"/>
                          </a:lnTo>
                          <a:lnTo>
                            <a:pt x="1246" y="560"/>
                          </a:lnTo>
                          <a:lnTo>
                            <a:pt x="1249" y="561"/>
                          </a:lnTo>
                          <a:lnTo>
                            <a:pt x="1251" y="561"/>
                          </a:lnTo>
                          <a:lnTo>
                            <a:pt x="1253" y="562"/>
                          </a:lnTo>
                          <a:lnTo>
                            <a:pt x="1256" y="562"/>
                          </a:lnTo>
                          <a:lnTo>
                            <a:pt x="1258" y="562"/>
                          </a:lnTo>
                          <a:lnTo>
                            <a:pt x="1261" y="563"/>
                          </a:lnTo>
                          <a:lnTo>
                            <a:pt x="1263" y="563"/>
                          </a:lnTo>
                          <a:lnTo>
                            <a:pt x="1265" y="563"/>
                          </a:lnTo>
                          <a:lnTo>
                            <a:pt x="1268" y="563"/>
                          </a:lnTo>
                          <a:lnTo>
                            <a:pt x="1270" y="564"/>
                          </a:lnTo>
                          <a:lnTo>
                            <a:pt x="1273" y="564"/>
                          </a:lnTo>
                          <a:lnTo>
                            <a:pt x="1275" y="565"/>
                          </a:lnTo>
                          <a:lnTo>
                            <a:pt x="1277" y="565"/>
                          </a:lnTo>
                          <a:lnTo>
                            <a:pt x="1280" y="565"/>
                          </a:lnTo>
                          <a:lnTo>
                            <a:pt x="1282" y="565"/>
                          </a:lnTo>
                          <a:lnTo>
                            <a:pt x="1285" y="566"/>
                          </a:lnTo>
                          <a:lnTo>
                            <a:pt x="1287" y="566"/>
                          </a:lnTo>
                          <a:lnTo>
                            <a:pt x="1290" y="566"/>
                          </a:lnTo>
                          <a:lnTo>
                            <a:pt x="1292" y="566"/>
                          </a:lnTo>
                          <a:lnTo>
                            <a:pt x="1294" y="567"/>
                          </a:lnTo>
                          <a:lnTo>
                            <a:pt x="1297" y="567"/>
                          </a:lnTo>
                          <a:lnTo>
                            <a:pt x="1299" y="568"/>
                          </a:lnTo>
                          <a:lnTo>
                            <a:pt x="1302" y="568"/>
                          </a:lnTo>
                          <a:lnTo>
                            <a:pt x="1304" y="568"/>
                          </a:lnTo>
                          <a:lnTo>
                            <a:pt x="1306" y="568"/>
                          </a:lnTo>
                          <a:lnTo>
                            <a:pt x="1309" y="569"/>
                          </a:lnTo>
                          <a:lnTo>
                            <a:pt x="1311" y="569"/>
                          </a:lnTo>
                          <a:lnTo>
                            <a:pt x="1314" y="569"/>
                          </a:lnTo>
                          <a:lnTo>
                            <a:pt x="1316" y="569"/>
                          </a:lnTo>
                          <a:lnTo>
                            <a:pt x="1318" y="569"/>
                          </a:lnTo>
                          <a:lnTo>
                            <a:pt x="1321" y="570"/>
                          </a:lnTo>
                          <a:lnTo>
                            <a:pt x="1323" y="570"/>
                          </a:lnTo>
                          <a:lnTo>
                            <a:pt x="1326" y="571"/>
                          </a:lnTo>
                          <a:lnTo>
                            <a:pt x="1328" y="571"/>
                          </a:lnTo>
                          <a:lnTo>
                            <a:pt x="1331" y="571"/>
                          </a:lnTo>
                          <a:lnTo>
                            <a:pt x="1333" y="571"/>
                          </a:lnTo>
                          <a:lnTo>
                            <a:pt x="1335" y="571"/>
                          </a:lnTo>
                          <a:lnTo>
                            <a:pt x="1338" y="572"/>
                          </a:lnTo>
                          <a:lnTo>
                            <a:pt x="1340" y="572"/>
                          </a:lnTo>
                          <a:lnTo>
                            <a:pt x="1342" y="572"/>
                          </a:lnTo>
                          <a:lnTo>
                            <a:pt x="1345" y="573"/>
                          </a:lnTo>
                          <a:lnTo>
                            <a:pt x="1347" y="573"/>
                          </a:lnTo>
                          <a:lnTo>
                            <a:pt x="1350" y="573"/>
                          </a:lnTo>
                          <a:lnTo>
                            <a:pt x="1352" y="573"/>
                          </a:lnTo>
                          <a:lnTo>
                            <a:pt x="1354" y="573"/>
                          </a:lnTo>
                          <a:lnTo>
                            <a:pt x="1357" y="574"/>
                          </a:lnTo>
                          <a:lnTo>
                            <a:pt x="1359" y="574"/>
                          </a:lnTo>
                          <a:lnTo>
                            <a:pt x="1362" y="574"/>
                          </a:lnTo>
                          <a:lnTo>
                            <a:pt x="1364" y="574"/>
                          </a:lnTo>
                          <a:lnTo>
                            <a:pt x="1366" y="574"/>
                          </a:lnTo>
                          <a:lnTo>
                            <a:pt x="1369" y="575"/>
                          </a:lnTo>
                          <a:lnTo>
                            <a:pt x="1371" y="575"/>
                          </a:lnTo>
                          <a:lnTo>
                            <a:pt x="1374" y="575"/>
                          </a:lnTo>
                          <a:lnTo>
                            <a:pt x="1376" y="576"/>
                          </a:lnTo>
                          <a:lnTo>
                            <a:pt x="1378" y="576"/>
                          </a:lnTo>
                          <a:lnTo>
                            <a:pt x="1381" y="576"/>
                          </a:lnTo>
                          <a:lnTo>
                            <a:pt x="1383" y="576"/>
                          </a:lnTo>
                          <a:lnTo>
                            <a:pt x="1386" y="576"/>
                          </a:lnTo>
                          <a:lnTo>
                            <a:pt x="1388" y="577"/>
                          </a:lnTo>
                          <a:lnTo>
                            <a:pt x="1390" y="577"/>
                          </a:lnTo>
                          <a:lnTo>
                            <a:pt x="1393" y="577"/>
                          </a:lnTo>
                          <a:lnTo>
                            <a:pt x="1395" y="577"/>
                          </a:lnTo>
                          <a:lnTo>
                            <a:pt x="1398" y="577"/>
                          </a:lnTo>
                          <a:lnTo>
                            <a:pt x="1400" y="578"/>
                          </a:lnTo>
                          <a:lnTo>
                            <a:pt x="1402" y="578"/>
                          </a:lnTo>
                          <a:lnTo>
                            <a:pt x="1405" y="578"/>
                          </a:lnTo>
                          <a:lnTo>
                            <a:pt x="1407" y="579"/>
                          </a:lnTo>
                          <a:lnTo>
                            <a:pt x="1410" y="579"/>
                          </a:lnTo>
                          <a:lnTo>
                            <a:pt x="1412" y="579"/>
                          </a:lnTo>
                          <a:lnTo>
                            <a:pt x="1414" y="579"/>
                          </a:lnTo>
                          <a:lnTo>
                            <a:pt x="1417" y="579"/>
                          </a:lnTo>
                          <a:lnTo>
                            <a:pt x="1419" y="579"/>
                          </a:lnTo>
                          <a:lnTo>
                            <a:pt x="1422" y="580"/>
                          </a:lnTo>
                          <a:lnTo>
                            <a:pt x="1424" y="580"/>
                          </a:lnTo>
                          <a:lnTo>
                            <a:pt x="1426" y="580"/>
                          </a:lnTo>
                          <a:lnTo>
                            <a:pt x="1429" y="580"/>
                          </a:lnTo>
                          <a:lnTo>
                            <a:pt x="1431" y="580"/>
                          </a:lnTo>
                          <a:lnTo>
                            <a:pt x="1434" y="580"/>
                          </a:lnTo>
                          <a:lnTo>
                            <a:pt x="1436" y="581"/>
                          </a:lnTo>
                          <a:lnTo>
                            <a:pt x="1438" y="581"/>
                          </a:lnTo>
                          <a:lnTo>
                            <a:pt x="1441" y="581"/>
                          </a:lnTo>
                          <a:lnTo>
                            <a:pt x="1443" y="581"/>
                          </a:lnTo>
                          <a:lnTo>
                            <a:pt x="1446" y="582"/>
                          </a:lnTo>
                          <a:lnTo>
                            <a:pt x="1448" y="582"/>
                          </a:lnTo>
                          <a:lnTo>
                            <a:pt x="1450" y="582"/>
                          </a:lnTo>
                          <a:lnTo>
                            <a:pt x="1453" y="582"/>
                          </a:lnTo>
                          <a:lnTo>
                            <a:pt x="1455" y="582"/>
                          </a:lnTo>
                          <a:lnTo>
                            <a:pt x="1458" y="582"/>
                          </a:lnTo>
                          <a:lnTo>
                            <a:pt x="1460" y="582"/>
                          </a:lnTo>
                          <a:lnTo>
                            <a:pt x="1463" y="582"/>
                          </a:lnTo>
                          <a:lnTo>
                            <a:pt x="1465" y="583"/>
                          </a:lnTo>
                          <a:lnTo>
                            <a:pt x="1467" y="583"/>
                          </a:lnTo>
                          <a:lnTo>
                            <a:pt x="1470" y="583"/>
                          </a:lnTo>
                          <a:lnTo>
                            <a:pt x="1472" y="583"/>
                          </a:lnTo>
                          <a:lnTo>
                            <a:pt x="1475" y="583"/>
                          </a:lnTo>
                          <a:lnTo>
                            <a:pt x="1477" y="583"/>
                          </a:lnTo>
                          <a:lnTo>
                            <a:pt x="1479" y="583"/>
                          </a:lnTo>
                          <a:lnTo>
                            <a:pt x="1482" y="583"/>
                          </a:lnTo>
                          <a:lnTo>
                            <a:pt x="1484" y="583"/>
                          </a:lnTo>
                          <a:lnTo>
                            <a:pt x="1487" y="583"/>
                          </a:lnTo>
                          <a:lnTo>
                            <a:pt x="1489" y="583"/>
                          </a:lnTo>
                          <a:lnTo>
                            <a:pt x="1491" y="584"/>
                          </a:lnTo>
                          <a:lnTo>
                            <a:pt x="1494" y="584"/>
                          </a:lnTo>
                          <a:lnTo>
                            <a:pt x="1496" y="584"/>
                          </a:lnTo>
                          <a:lnTo>
                            <a:pt x="1499" y="584"/>
                          </a:lnTo>
                          <a:lnTo>
                            <a:pt x="1501" y="584"/>
                          </a:lnTo>
                          <a:lnTo>
                            <a:pt x="1504" y="584"/>
                          </a:lnTo>
                          <a:lnTo>
                            <a:pt x="1506" y="584"/>
                          </a:lnTo>
                          <a:lnTo>
                            <a:pt x="1508" y="584"/>
                          </a:lnTo>
                          <a:lnTo>
                            <a:pt x="1511" y="585"/>
                          </a:lnTo>
                          <a:lnTo>
                            <a:pt x="1513" y="585"/>
                          </a:lnTo>
                          <a:lnTo>
                            <a:pt x="1516" y="585"/>
                          </a:lnTo>
                          <a:lnTo>
                            <a:pt x="1518" y="585"/>
                          </a:lnTo>
                          <a:lnTo>
                            <a:pt x="1520" y="585"/>
                          </a:lnTo>
                          <a:lnTo>
                            <a:pt x="1523" y="585"/>
                          </a:lnTo>
                          <a:lnTo>
                            <a:pt x="1525" y="585"/>
                          </a:lnTo>
                          <a:lnTo>
                            <a:pt x="1528" y="585"/>
                          </a:lnTo>
                          <a:lnTo>
                            <a:pt x="1530" y="585"/>
                          </a:lnTo>
                          <a:lnTo>
                            <a:pt x="1532" y="585"/>
                          </a:lnTo>
                          <a:lnTo>
                            <a:pt x="1535" y="585"/>
                          </a:lnTo>
                          <a:lnTo>
                            <a:pt x="1537" y="585"/>
                          </a:lnTo>
                          <a:lnTo>
                            <a:pt x="1540" y="586"/>
                          </a:lnTo>
                          <a:lnTo>
                            <a:pt x="1542" y="586"/>
                          </a:lnTo>
                          <a:lnTo>
                            <a:pt x="1544" y="586"/>
                          </a:lnTo>
                          <a:lnTo>
                            <a:pt x="1547" y="586"/>
                          </a:lnTo>
                          <a:lnTo>
                            <a:pt x="1549" y="586"/>
                          </a:lnTo>
                          <a:lnTo>
                            <a:pt x="1552" y="586"/>
                          </a:lnTo>
                          <a:lnTo>
                            <a:pt x="1554" y="586"/>
                          </a:lnTo>
                          <a:lnTo>
                            <a:pt x="1557" y="586"/>
                          </a:lnTo>
                          <a:lnTo>
                            <a:pt x="1559" y="586"/>
                          </a:lnTo>
                          <a:lnTo>
                            <a:pt x="1561" y="586"/>
                          </a:lnTo>
                          <a:lnTo>
                            <a:pt x="1564" y="586"/>
                          </a:lnTo>
                          <a:lnTo>
                            <a:pt x="1566" y="587"/>
                          </a:lnTo>
                          <a:lnTo>
                            <a:pt x="1569" y="587"/>
                          </a:lnTo>
                          <a:lnTo>
                            <a:pt x="1571" y="587"/>
                          </a:lnTo>
                          <a:lnTo>
                            <a:pt x="1573" y="587"/>
                          </a:lnTo>
                          <a:lnTo>
                            <a:pt x="1576" y="587"/>
                          </a:lnTo>
                          <a:lnTo>
                            <a:pt x="1578" y="587"/>
                          </a:lnTo>
                          <a:lnTo>
                            <a:pt x="1581" y="586"/>
                          </a:lnTo>
                          <a:lnTo>
                            <a:pt x="1583" y="585"/>
                          </a:lnTo>
                          <a:lnTo>
                            <a:pt x="1585" y="582"/>
                          </a:lnTo>
                          <a:lnTo>
                            <a:pt x="1588" y="579"/>
                          </a:lnTo>
                          <a:lnTo>
                            <a:pt x="1590" y="576"/>
                          </a:lnTo>
                          <a:lnTo>
                            <a:pt x="1593" y="571"/>
                          </a:lnTo>
                          <a:lnTo>
                            <a:pt x="1595" y="567"/>
                          </a:lnTo>
                          <a:lnTo>
                            <a:pt x="1597" y="563"/>
                          </a:lnTo>
                          <a:lnTo>
                            <a:pt x="1600" y="559"/>
                          </a:lnTo>
                          <a:lnTo>
                            <a:pt x="1602" y="554"/>
                          </a:lnTo>
                          <a:lnTo>
                            <a:pt x="1605" y="549"/>
                          </a:lnTo>
                          <a:lnTo>
                            <a:pt x="1607" y="545"/>
                          </a:lnTo>
                          <a:lnTo>
                            <a:pt x="1609" y="541"/>
                          </a:lnTo>
                          <a:lnTo>
                            <a:pt x="1612" y="536"/>
                          </a:lnTo>
                          <a:lnTo>
                            <a:pt x="1614" y="532"/>
                          </a:lnTo>
                          <a:lnTo>
                            <a:pt x="1617" y="528"/>
                          </a:lnTo>
                          <a:lnTo>
                            <a:pt x="1619" y="523"/>
                          </a:lnTo>
                          <a:lnTo>
                            <a:pt x="1621" y="519"/>
                          </a:lnTo>
                          <a:lnTo>
                            <a:pt x="1624" y="514"/>
                          </a:lnTo>
                          <a:lnTo>
                            <a:pt x="1626" y="510"/>
                          </a:lnTo>
                          <a:lnTo>
                            <a:pt x="1629" y="506"/>
                          </a:lnTo>
                          <a:lnTo>
                            <a:pt x="1631" y="501"/>
                          </a:lnTo>
                          <a:lnTo>
                            <a:pt x="1633" y="497"/>
                          </a:lnTo>
                          <a:lnTo>
                            <a:pt x="1636" y="492"/>
                          </a:lnTo>
                          <a:lnTo>
                            <a:pt x="1638" y="487"/>
                          </a:lnTo>
                          <a:lnTo>
                            <a:pt x="1641" y="483"/>
                          </a:lnTo>
                          <a:lnTo>
                            <a:pt x="1643" y="478"/>
                          </a:lnTo>
                          <a:lnTo>
                            <a:pt x="1645" y="473"/>
                          </a:lnTo>
                          <a:lnTo>
                            <a:pt x="1648" y="468"/>
                          </a:lnTo>
                          <a:lnTo>
                            <a:pt x="1650" y="463"/>
                          </a:lnTo>
                          <a:lnTo>
                            <a:pt x="1653" y="458"/>
                          </a:lnTo>
                          <a:lnTo>
                            <a:pt x="1655" y="453"/>
                          </a:lnTo>
                          <a:lnTo>
                            <a:pt x="1657" y="448"/>
                          </a:lnTo>
                          <a:lnTo>
                            <a:pt x="1660" y="444"/>
                          </a:lnTo>
                          <a:lnTo>
                            <a:pt x="1662" y="438"/>
                          </a:lnTo>
                          <a:lnTo>
                            <a:pt x="1665" y="433"/>
                          </a:lnTo>
                          <a:lnTo>
                            <a:pt x="1667" y="428"/>
                          </a:lnTo>
                          <a:lnTo>
                            <a:pt x="1669" y="423"/>
                          </a:lnTo>
                          <a:lnTo>
                            <a:pt x="1672" y="418"/>
                          </a:lnTo>
                          <a:lnTo>
                            <a:pt x="1674" y="413"/>
                          </a:lnTo>
                          <a:lnTo>
                            <a:pt x="1677" y="408"/>
                          </a:lnTo>
                          <a:lnTo>
                            <a:pt x="1679" y="402"/>
                          </a:lnTo>
                          <a:lnTo>
                            <a:pt x="1681" y="397"/>
                          </a:lnTo>
                          <a:lnTo>
                            <a:pt x="1684" y="392"/>
                          </a:lnTo>
                          <a:lnTo>
                            <a:pt x="1686" y="387"/>
                          </a:lnTo>
                          <a:lnTo>
                            <a:pt x="1689" y="381"/>
                          </a:lnTo>
                          <a:lnTo>
                            <a:pt x="1691" y="376"/>
                          </a:lnTo>
                          <a:lnTo>
                            <a:pt x="1693" y="371"/>
                          </a:lnTo>
                          <a:lnTo>
                            <a:pt x="1696" y="366"/>
                          </a:lnTo>
                          <a:lnTo>
                            <a:pt x="1698" y="361"/>
                          </a:lnTo>
                          <a:lnTo>
                            <a:pt x="1701" y="356"/>
                          </a:lnTo>
                          <a:lnTo>
                            <a:pt x="1703" y="351"/>
                          </a:lnTo>
                          <a:lnTo>
                            <a:pt x="1705" y="347"/>
                          </a:lnTo>
                          <a:lnTo>
                            <a:pt x="1708" y="342"/>
                          </a:lnTo>
                          <a:lnTo>
                            <a:pt x="1710" y="337"/>
                          </a:lnTo>
                          <a:lnTo>
                            <a:pt x="1713" y="332"/>
                          </a:lnTo>
                          <a:lnTo>
                            <a:pt x="1715" y="327"/>
                          </a:lnTo>
                          <a:lnTo>
                            <a:pt x="1717" y="323"/>
                          </a:lnTo>
                          <a:lnTo>
                            <a:pt x="1720" y="318"/>
                          </a:lnTo>
                          <a:lnTo>
                            <a:pt x="1722" y="313"/>
                          </a:lnTo>
                          <a:lnTo>
                            <a:pt x="1725" y="309"/>
                          </a:lnTo>
                          <a:lnTo>
                            <a:pt x="1727" y="305"/>
                          </a:lnTo>
                          <a:lnTo>
                            <a:pt x="1730" y="300"/>
                          </a:lnTo>
                          <a:lnTo>
                            <a:pt x="1732" y="296"/>
                          </a:lnTo>
                          <a:lnTo>
                            <a:pt x="1734" y="291"/>
                          </a:lnTo>
                          <a:lnTo>
                            <a:pt x="1737" y="287"/>
                          </a:lnTo>
                          <a:lnTo>
                            <a:pt x="1739" y="283"/>
                          </a:lnTo>
                          <a:lnTo>
                            <a:pt x="1742" y="278"/>
                          </a:lnTo>
                          <a:lnTo>
                            <a:pt x="1744" y="274"/>
                          </a:lnTo>
                          <a:lnTo>
                            <a:pt x="1746" y="270"/>
                          </a:lnTo>
                          <a:lnTo>
                            <a:pt x="1749" y="266"/>
                          </a:lnTo>
                          <a:lnTo>
                            <a:pt x="1751" y="261"/>
                          </a:lnTo>
                          <a:lnTo>
                            <a:pt x="1754" y="258"/>
                          </a:lnTo>
                          <a:lnTo>
                            <a:pt x="1756" y="253"/>
                          </a:lnTo>
                          <a:lnTo>
                            <a:pt x="1758" y="249"/>
                          </a:lnTo>
                          <a:lnTo>
                            <a:pt x="1761" y="245"/>
                          </a:lnTo>
                          <a:lnTo>
                            <a:pt x="1763" y="241"/>
                          </a:lnTo>
                          <a:lnTo>
                            <a:pt x="1766" y="237"/>
                          </a:lnTo>
                          <a:lnTo>
                            <a:pt x="1768" y="233"/>
                          </a:lnTo>
                          <a:lnTo>
                            <a:pt x="1771" y="229"/>
                          </a:lnTo>
                          <a:lnTo>
                            <a:pt x="1773" y="225"/>
                          </a:lnTo>
                          <a:lnTo>
                            <a:pt x="1775" y="221"/>
                          </a:lnTo>
                          <a:lnTo>
                            <a:pt x="1778" y="218"/>
                          </a:lnTo>
                          <a:lnTo>
                            <a:pt x="1780" y="214"/>
                          </a:lnTo>
                          <a:lnTo>
                            <a:pt x="1783" y="210"/>
                          </a:lnTo>
                          <a:lnTo>
                            <a:pt x="1785" y="207"/>
                          </a:lnTo>
                          <a:lnTo>
                            <a:pt x="1787" y="203"/>
                          </a:lnTo>
                          <a:lnTo>
                            <a:pt x="1790" y="200"/>
                          </a:lnTo>
                          <a:lnTo>
                            <a:pt x="1792" y="196"/>
                          </a:lnTo>
                          <a:lnTo>
                            <a:pt x="1795" y="193"/>
                          </a:lnTo>
                          <a:lnTo>
                            <a:pt x="1797" y="189"/>
                          </a:lnTo>
                          <a:lnTo>
                            <a:pt x="1799" y="186"/>
                          </a:lnTo>
                          <a:lnTo>
                            <a:pt x="1802" y="182"/>
                          </a:lnTo>
                          <a:lnTo>
                            <a:pt x="1804" y="179"/>
                          </a:lnTo>
                          <a:lnTo>
                            <a:pt x="1807" y="176"/>
                          </a:lnTo>
                          <a:lnTo>
                            <a:pt x="1809" y="173"/>
                          </a:lnTo>
                          <a:lnTo>
                            <a:pt x="1811" y="169"/>
                          </a:lnTo>
                          <a:lnTo>
                            <a:pt x="1814" y="166"/>
                          </a:lnTo>
                          <a:lnTo>
                            <a:pt x="1816" y="163"/>
                          </a:lnTo>
                          <a:lnTo>
                            <a:pt x="1819" y="160"/>
                          </a:lnTo>
                          <a:lnTo>
                            <a:pt x="1821" y="157"/>
                          </a:lnTo>
                          <a:lnTo>
                            <a:pt x="1824" y="154"/>
                          </a:lnTo>
                          <a:lnTo>
                            <a:pt x="1826" y="151"/>
                          </a:lnTo>
                          <a:lnTo>
                            <a:pt x="1828" y="149"/>
                          </a:lnTo>
                          <a:lnTo>
                            <a:pt x="1831" y="146"/>
                          </a:lnTo>
                          <a:lnTo>
                            <a:pt x="1833" y="143"/>
                          </a:lnTo>
                          <a:lnTo>
                            <a:pt x="1836" y="140"/>
                          </a:lnTo>
                          <a:lnTo>
                            <a:pt x="1838" y="137"/>
                          </a:lnTo>
                          <a:lnTo>
                            <a:pt x="1840" y="135"/>
                          </a:lnTo>
                          <a:lnTo>
                            <a:pt x="1843" y="132"/>
                          </a:lnTo>
                          <a:lnTo>
                            <a:pt x="1845" y="129"/>
                          </a:lnTo>
                          <a:lnTo>
                            <a:pt x="1848" y="126"/>
                          </a:lnTo>
                          <a:lnTo>
                            <a:pt x="1850" y="124"/>
                          </a:lnTo>
                          <a:lnTo>
                            <a:pt x="1852" y="121"/>
                          </a:lnTo>
                          <a:lnTo>
                            <a:pt x="1855" y="119"/>
                          </a:lnTo>
                          <a:lnTo>
                            <a:pt x="1857" y="116"/>
                          </a:lnTo>
                          <a:lnTo>
                            <a:pt x="1860" y="114"/>
                          </a:lnTo>
                          <a:lnTo>
                            <a:pt x="1862" y="112"/>
                          </a:lnTo>
                          <a:lnTo>
                            <a:pt x="1864" y="109"/>
                          </a:lnTo>
                          <a:lnTo>
                            <a:pt x="1867" y="107"/>
                          </a:lnTo>
                          <a:lnTo>
                            <a:pt x="1869" y="105"/>
                          </a:lnTo>
                          <a:lnTo>
                            <a:pt x="1872" y="103"/>
                          </a:lnTo>
                          <a:lnTo>
                            <a:pt x="1874" y="101"/>
                          </a:lnTo>
                          <a:lnTo>
                            <a:pt x="1876" y="99"/>
                          </a:lnTo>
                          <a:lnTo>
                            <a:pt x="1879" y="97"/>
                          </a:lnTo>
                          <a:lnTo>
                            <a:pt x="1881" y="95"/>
                          </a:lnTo>
                          <a:lnTo>
                            <a:pt x="1884" y="93"/>
                          </a:lnTo>
                          <a:lnTo>
                            <a:pt x="1886" y="91"/>
                          </a:lnTo>
                          <a:lnTo>
                            <a:pt x="1888" y="89"/>
                          </a:lnTo>
                          <a:lnTo>
                            <a:pt x="1891" y="87"/>
                          </a:lnTo>
                          <a:lnTo>
                            <a:pt x="1893" y="86"/>
                          </a:lnTo>
                          <a:lnTo>
                            <a:pt x="1896" y="84"/>
                          </a:lnTo>
                          <a:lnTo>
                            <a:pt x="1898" y="82"/>
                          </a:lnTo>
                          <a:lnTo>
                            <a:pt x="1900" y="80"/>
                          </a:lnTo>
                          <a:lnTo>
                            <a:pt x="1903" y="78"/>
                          </a:lnTo>
                          <a:lnTo>
                            <a:pt x="1905" y="76"/>
                          </a:lnTo>
                          <a:lnTo>
                            <a:pt x="1908" y="75"/>
                          </a:lnTo>
                          <a:lnTo>
                            <a:pt x="1910" y="73"/>
                          </a:lnTo>
                          <a:lnTo>
                            <a:pt x="1912" y="71"/>
                          </a:lnTo>
                          <a:lnTo>
                            <a:pt x="1915" y="69"/>
                          </a:lnTo>
                          <a:lnTo>
                            <a:pt x="1917" y="68"/>
                          </a:lnTo>
                          <a:lnTo>
                            <a:pt x="1920" y="66"/>
                          </a:lnTo>
                          <a:lnTo>
                            <a:pt x="1922" y="64"/>
                          </a:lnTo>
                          <a:lnTo>
                            <a:pt x="1924" y="63"/>
                          </a:lnTo>
                          <a:lnTo>
                            <a:pt x="1927" y="61"/>
                          </a:lnTo>
                          <a:lnTo>
                            <a:pt x="1929" y="60"/>
                          </a:lnTo>
                          <a:lnTo>
                            <a:pt x="1932" y="58"/>
                          </a:lnTo>
                          <a:lnTo>
                            <a:pt x="1934" y="56"/>
                          </a:lnTo>
                          <a:lnTo>
                            <a:pt x="1936" y="55"/>
                          </a:lnTo>
                          <a:lnTo>
                            <a:pt x="1939" y="53"/>
                          </a:lnTo>
                          <a:lnTo>
                            <a:pt x="1941" y="52"/>
                          </a:lnTo>
                          <a:lnTo>
                            <a:pt x="1944" y="50"/>
                          </a:lnTo>
                          <a:lnTo>
                            <a:pt x="1946" y="49"/>
                          </a:lnTo>
                          <a:lnTo>
                            <a:pt x="1948" y="47"/>
                          </a:lnTo>
                          <a:lnTo>
                            <a:pt x="1951" y="46"/>
                          </a:lnTo>
                          <a:lnTo>
                            <a:pt x="1953" y="44"/>
                          </a:lnTo>
                          <a:lnTo>
                            <a:pt x="1956" y="43"/>
                          </a:lnTo>
                          <a:lnTo>
                            <a:pt x="1958" y="41"/>
                          </a:lnTo>
                          <a:lnTo>
                            <a:pt x="1960" y="41"/>
                          </a:lnTo>
                          <a:lnTo>
                            <a:pt x="1963" y="39"/>
                          </a:lnTo>
                          <a:lnTo>
                            <a:pt x="1965" y="38"/>
                          </a:lnTo>
                          <a:lnTo>
                            <a:pt x="1968" y="37"/>
                          </a:lnTo>
                          <a:lnTo>
                            <a:pt x="1970" y="36"/>
                          </a:lnTo>
                          <a:lnTo>
                            <a:pt x="1972" y="35"/>
                          </a:lnTo>
                          <a:lnTo>
                            <a:pt x="1975" y="34"/>
                          </a:lnTo>
                          <a:lnTo>
                            <a:pt x="1977" y="33"/>
                          </a:lnTo>
                          <a:lnTo>
                            <a:pt x="1980" y="32"/>
                          </a:lnTo>
                          <a:lnTo>
                            <a:pt x="1982" y="31"/>
                          </a:lnTo>
                          <a:lnTo>
                            <a:pt x="1984" y="30"/>
                          </a:lnTo>
                          <a:lnTo>
                            <a:pt x="1987" y="29"/>
                          </a:lnTo>
                          <a:lnTo>
                            <a:pt x="1989" y="28"/>
                          </a:lnTo>
                          <a:lnTo>
                            <a:pt x="1992" y="27"/>
                          </a:lnTo>
                          <a:lnTo>
                            <a:pt x="1994" y="26"/>
                          </a:lnTo>
                          <a:lnTo>
                            <a:pt x="1997" y="25"/>
                          </a:lnTo>
                          <a:lnTo>
                            <a:pt x="1999" y="24"/>
                          </a:lnTo>
                          <a:lnTo>
                            <a:pt x="2001" y="23"/>
                          </a:lnTo>
                          <a:lnTo>
                            <a:pt x="2004" y="23"/>
                          </a:lnTo>
                          <a:lnTo>
                            <a:pt x="2006" y="22"/>
                          </a:lnTo>
                          <a:lnTo>
                            <a:pt x="2009" y="21"/>
                          </a:lnTo>
                          <a:lnTo>
                            <a:pt x="2011" y="20"/>
                          </a:lnTo>
                          <a:lnTo>
                            <a:pt x="2013" y="20"/>
                          </a:lnTo>
                          <a:lnTo>
                            <a:pt x="2016" y="18"/>
                          </a:lnTo>
                          <a:lnTo>
                            <a:pt x="2018" y="18"/>
                          </a:lnTo>
                          <a:lnTo>
                            <a:pt x="2021" y="17"/>
                          </a:lnTo>
                          <a:lnTo>
                            <a:pt x="2023" y="16"/>
                          </a:lnTo>
                          <a:lnTo>
                            <a:pt x="2025" y="16"/>
                          </a:lnTo>
                          <a:lnTo>
                            <a:pt x="2028" y="15"/>
                          </a:lnTo>
                          <a:lnTo>
                            <a:pt x="2030" y="14"/>
                          </a:lnTo>
                          <a:lnTo>
                            <a:pt x="2033" y="13"/>
                          </a:lnTo>
                          <a:lnTo>
                            <a:pt x="2035" y="13"/>
                          </a:lnTo>
                          <a:lnTo>
                            <a:pt x="2038" y="12"/>
                          </a:lnTo>
                          <a:lnTo>
                            <a:pt x="2040" y="12"/>
                          </a:lnTo>
                          <a:lnTo>
                            <a:pt x="2042" y="11"/>
                          </a:lnTo>
                          <a:lnTo>
                            <a:pt x="2045" y="10"/>
                          </a:lnTo>
                          <a:lnTo>
                            <a:pt x="2047" y="10"/>
                          </a:lnTo>
                          <a:lnTo>
                            <a:pt x="2050" y="9"/>
                          </a:lnTo>
                          <a:lnTo>
                            <a:pt x="2052" y="9"/>
                          </a:lnTo>
                          <a:lnTo>
                            <a:pt x="2054" y="9"/>
                          </a:lnTo>
                          <a:lnTo>
                            <a:pt x="2057" y="8"/>
                          </a:lnTo>
                          <a:lnTo>
                            <a:pt x="2059" y="8"/>
                          </a:lnTo>
                          <a:lnTo>
                            <a:pt x="2062" y="7"/>
                          </a:lnTo>
                          <a:lnTo>
                            <a:pt x="2064" y="7"/>
                          </a:lnTo>
                          <a:lnTo>
                            <a:pt x="2066" y="7"/>
                          </a:lnTo>
                          <a:lnTo>
                            <a:pt x="2069" y="6"/>
                          </a:lnTo>
                          <a:lnTo>
                            <a:pt x="2071" y="6"/>
                          </a:lnTo>
                          <a:lnTo>
                            <a:pt x="2074" y="6"/>
                          </a:lnTo>
                          <a:lnTo>
                            <a:pt x="2076" y="6"/>
                          </a:lnTo>
                          <a:lnTo>
                            <a:pt x="2078" y="5"/>
                          </a:lnTo>
                          <a:lnTo>
                            <a:pt x="2081" y="5"/>
                          </a:lnTo>
                          <a:lnTo>
                            <a:pt x="2083" y="5"/>
                          </a:lnTo>
                          <a:lnTo>
                            <a:pt x="2086" y="5"/>
                          </a:lnTo>
                          <a:lnTo>
                            <a:pt x="2088" y="4"/>
                          </a:lnTo>
                          <a:lnTo>
                            <a:pt x="2091" y="4"/>
                          </a:lnTo>
                          <a:lnTo>
                            <a:pt x="2093" y="4"/>
                          </a:lnTo>
                          <a:lnTo>
                            <a:pt x="2095" y="4"/>
                          </a:lnTo>
                          <a:lnTo>
                            <a:pt x="2098" y="4"/>
                          </a:lnTo>
                          <a:lnTo>
                            <a:pt x="2100" y="4"/>
                          </a:lnTo>
                          <a:lnTo>
                            <a:pt x="2103" y="3"/>
                          </a:lnTo>
                          <a:lnTo>
                            <a:pt x="2105" y="3"/>
                          </a:lnTo>
                          <a:lnTo>
                            <a:pt x="2107" y="3"/>
                          </a:lnTo>
                          <a:lnTo>
                            <a:pt x="2110" y="3"/>
                          </a:lnTo>
                          <a:lnTo>
                            <a:pt x="2112" y="2"/>
                          </a:lnTo>
                          <a:lnTo>
                            <a:pt x="2115" y="2"/>
                          </a:lnTo>
                          <a:lnTo>
                            <a:pt x="2117" y="2"/>
                          </a:lnTo>
                          <a:lnTo>
                            <a:pt x="2119" y="2"/>
                          </a:lnTo>
                          <a:lnTo>
                            <a:pt x="2122" y="1"/>
                          </a:lnTo>
                          <a:lnTo>
                            <a:pt x="2124" y="1"/>
                          </a:lnTo>
                          <a:lnTo>
                            <a:pt x="2127" y="1"/>
                          </a:lnTo>
                          <a:lnTo>
                            <a:pt x="2129" y="1"/>
                          </a:lnTo>
                          <a:lnTo>
                            <a:pt x="2131" y="1"/>
                          </a:lnTo>
                          <a:lnTo>
                            <a:pt x="2134" y="1"/>
                          </a:lnTo>
                          <a:lnTo>
                            <a:pt x="2136" y="0"/>
                          </a:lnTo>
                          <a:lnTo>
                            <a:pt x="2139" y="0"/>
                          </a:lnTo>
                          <a:lnTo>
                            <a:pt x="2141" y="0"/>
                          </a:lnTo>
                          <a:lnTo>
                            <a:pt x="2143" y="0"/>
                          </a:lnTo>
                          <a:lnTo>
                            <a:pt x="2146" y="0"/>
                          </a:lnTo>
                          <a:lnTo>
                            <a:pt x="2148" y="0"/>
                          </a:lnTo>
                          <a:lnTo>
                            <a:pt x="2151" y="0"/>
                          </a:lnTo>
                          <a:lnTo>
                            <a:pt x="2153" y="0"/>
                          </a:lnTo>
                          <a:lnTo>
                            <a:pt x="2155" y="0"/>
                          </a:lnTo>
                          <a:lnTo>
                            <a:pt x="2158" y="0"/>
                          </a:lnTo>
                          <a:lnTo>
                            <a:pt x="2160" y="1"/>
                          </a:lnTo>
                          <a:lnTo>
                            <a:pt x="2163" y="1"/>
                          </a:lnTo>
                          <a:lnTo>
                            <a:pt x="2165" y="1"/>
                          </a:lnTo>
                          <a:lnTo>
                            <a:pt x="2166" y="2"/>
                          </a:lnTo>
                        </a:path>
                      </a:pathLst>
                    </a:custGeom>
                    <a:noFill/>
                    <a:ln w="17526" cap="flat">
                      <a:solidFill>
                        <a:srgbClr val="FFFF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</p:grpSp>
          </p:grpSp>
          <p:grpSp>
            <p:nvGrpSpPr>
              <p:cNvPr id="294" name="그룹 293">
                <a:extLst>
                  <a:ext uri="{FF2B5EF4-FFF2-40B4-BE49-F238E27FC236}">
                    <a16:creationId xmlns:a16="http://schemas.microsoft.com/office/drawing/2014/main" id="{9030A872-EC81-4632-9680-1E9A06DCF6C7}"/>
                  </a:ext>
                </a:extLst>
              </p:cNvPr>
              <p:cNvGrpSpPr/>
              <p:nvPr/>
            </p:nvGrpSpPr>
            <p:grpSpPr>
              <a:xfrm>
                <a:off x="4646149" y="873610"/>
                <a:ext cx="559738" cy="458936"/>
                <a:chOff x="4646149" y="873610"/>
                <a:chExt cx="559738" cy="458936"/>
              </a:xfrm>
            </p:grpSpPr>
            <p:grpSp>
              <p:nvGrpSpPr>
                <p:cNvPr id="295" name="그룹 294">
                  <a:extLst>
                    <a:ext uri="{FF2B5EF4-FFF2-40B4-BE49-F238E27FC236}">
                      <a16:creationId xmlns:a16="http://schemas.microsoft.com/office/drawing/2014/main" id="{55F61214-082A-45E3-9EF4-5DE8126744E4}"/>
                    </a:ext>
                  </a:extLst>
                </p:cNvPr>
                <p:cNvGrpSpPr/>
                <p:nvPr/>
              </p:nvGrpSpPr>
              <p:grpSpPr>
                <a:xfrm>
                  <a:off x="4646149" y="873610"/>
                  <a:ext cx="559738" cy="299663"/>
                  <a:chOff x="3867261" y="6197894"/>
                  <a:chExt cx="617024" cy="330331"/>
                </a:xfrm>
              </p:grpSpPr>
              <p:grpSp>
                <p:nvGrpSpPr>
                  <p:cNvPr id="298" name="그룹 297">
                    <a:extLst>
                      <a:ext uri="{FF2B5EF4-FFF2-40B4-BE49-F238E27FC236}">
                        <a16:creationId xmlns:a16="http://schemas.microsoft.com/office/drawing/2014/main" id="{50DDA48B-0087-49CC-AD0F-B4E34A107812}"/>
                      </a:ext>
                    </a:extLst>
                  </p:cNvPr>
                  <p:cNvGrpSpPr/>
                  <p:nvPr/>
                </p:nvGrpSpPr>
                <p:grpSpPr>
                  <a:xfrm>
                    <a:off x="3867282" y="6197894"/>
                    <a:ext cx="445598" cy="169284"/>
                    <a:chOff x="3867282" y="6197894"/>
                    <a:chExt cx="445598" cy="169284"/>
                  </a:xfrm>
                </p:grpSpPr>
                <p:cxnSp>
                  <p:nvCxnSpPr>
                    <p:cNvPr id="302" name="직선 연결선 301">
                      <a:extLst>
                        <a:ext uri="{FF2B5EF4-FFF2-40B4-BE49-F238E27FC236}">
                          <a16:creationId xmlns:a16="http://schemas.microsoft.com/office/drawing/2014/main" id="{15B2AA6F-47DA-42D6-A291-1C06A61D49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67282" y="6282532"/>
                      <a:ext cx="215350" cy="0"/>
                    </a:xfrm>
                    <a:prstGeom prst="line">
                      <a:avLst/>
                    </a:prstGeom>
                    <a:ln w="19050" cap="rnd">
                      <a:solidFill>
                        <a:srgbClr val="0000FF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03" name="직사각형 302">
                      <a:extLst>
                        <a:ext uri="{FF2B5EF4-FFF2-40B4-BE49-F238E27FC236}">
                          <a16:creationId xmlns:a16="http://schemas.microsoft.com/office/drawing/2014/main" id="{CDAAB0C3-4711-48F5-9D81-9D10523AAC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2640" y="6197894"/>
                      <a:ext cx="180240" cy="1692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defTabSz="829544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ko-KR" sz="998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</a:t>
                      </a:r>
                    </a:p>
                  </p:txBody>
                </p:sp>
              </p:grpSp>
              <p:grpSp>
                <p:nvGrpSpPr>
                  <p:cNvPr id="299" name="그룹 298">
                    <a:extLst>
                      <a:ext uri="{FF2B5EF4-FFF2-40B4-BE49-F238E27FC236}">
                        <a16:creationId xmlns:a16="http://schemas.microsoft.com/office/drawing/2014/main" id="{E92B42B8-3167-4F78-BA7E-40D66BCA32CA}"/>
                      </a:ext>
                    </a:extLst>
                  </p:cNvPr>
                  <p:cNvGrpSpPr/>
                  <p:nvPr/>
                </p:nvGrpSpPr>
                <p:grpSpPr>
                  <a:xfrm>
                    <a:off x="3867261" y="6358941"/>
                    <a:ext cx="617024" cy="169284"/>
                    <a:chOff x="3867261" y="6358941"/>
                    <a:chExt cx="617024" cy="169284"/>
                  </a:xfrm>
                </p:grpSpPr>
                <p:cxnSp>
                  <p:nvCxnSpPr>
                    <p:cNvPr id="300" name="직선 연결선 299">
                      <a:extLst>
                        <a:ext uri="{FF2B5EF4-FFF2-40B4-BE49-F238E27FC236}">
                          <a16:creationId xmlns:a16="http://schemas.microsoft.com/office/drawing/2014/main" id="{7B01C492-797D-4135-9456-BB9406CB7B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67261" y="6443579"/>
                      <a:ext cx="215350" cy="0"/>
                    </a:xfrm>
                    <a:prstGeom prst="line">
                      <a:avLst/>
                    </a:prstGeom>
                    <a:ln w="19050" cap="rnd">
                      <a:solidFill>
                        <a:srgbClr val="FF0000"/>
                      </a:solidFill>
                      <a:round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01" name="직사각형 300">
                      <a:extLst>
                        <a:ext uri="{FF2B5EF4-FFF2-40B4-BE49-F238E27FC236}">
                          <a16:creationId xmlns:a16="http://schemas.microsoft.com/office/drawing/2014/main" id="{E947CE48-1D55-4FA7-B7EB-F3A0436FE2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6736" y="6358941"/>
                      <a:ext cx="367549" cy="1692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defTabSz="829544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ko-KR" sz="998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HbO2</a:t>
                      </a:r>
                    </a:p>
                  </p:txBody>
                </p:sp>
              </p:grpSp>
            </p:grpSp>
            <p:cxnSp>
              <p:nvCxnSpPr>
                <p:cNvPr id="296" name="직선 연결선 295">
                  <a:extLst>
                    <a:ext uri="{FF2B5EF4-FFF2-40B4-BE49-F238E27FC236}">
                      <a16:creationId xmlns:a16="http://schemas.microsoft.com/office/drawing/2014/main" id="{2BB4E9AC-74C0-4283-9793-59BFD4C1C8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55677" y="1255762"/>
                  <a:ext cx="195357" cy="0"/>
                </a:xfrm>
                <a:prstGeom prst="line">
                  <a:avLst/>
                </a:prstGeom>
                <a:ln w="19050" cap="rnd">
                  <a:solidFill>
                    <a:srgbClr val="FFFF00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9EAE1D7C-42ED-454D-BCF1-77A443D5BA7B}"/>
                    </a:ext>
                  </a:extLst>
                </p:cNvPr>
                <p:cNvSpPr/>
                <p:nvPr/>
              </p:nvSpPr>
              <p:spPr>
                <a:xfrm>
                  <a:off x="4872465" y="1178978"/>
                  <a:ext cx="242054" cy="1535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defTabSz="829544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ko-KR" sz="998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HbT</a:t>
                  </a:r>
                  <a:endParaRPr lang="en-US" altLang="ko-KR" sz="998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69A43DFD-3441-45C3-819C-A8E282EE1EB1}"/>
                </a:ext>
              </a:extLst>
            </p:cNvPr>
            <p:cNvSpPr txBox="1"/>
            <p:nvPr/>
          </p:nvSpPr>
          <p:spPr>
            <a:xfrm>
              <a:off x="6653478" y="757187"/>
              <a:ext cx="591829" cy="287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70" dirty="0">
                  <a:latin typeface="Arial" panose="020B0604020202020204" pitchFamily="34" charset="0"/>
                  <a:cs typeface="Arial" panose="020B0604020202020204" pitchFamily="34" charset="0"/>
                </a:rPr>
                <a:t>x 10</a:t>
              </a:r>
              <a:r>
                <a:rPr lang="en-US" altLang="ko-KR" sz="127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-5</a:t>
              </a:r>
              <a:endParaRPr lang="ko-KR" altLang="en-US" sz="127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2FBC14A-8180-461A-BFCC-F4B9E9D1D537}"/>
              </a:ext>
            </a:extLst>
          </p:cNvPr>
          <p:cNvGrpSpPr/>
          <p:nvPr/>
        </p:nvGrpSpPr>
        <p:grpSpPr>
          <a:xfrm>
            <a:off x="6242554" y="3076443"/>
            <a:ext cx="4366622" cy="2644367"/>
            <a:chOff x="6242554" y="3076443"/>
            <a:chExt cx="4366622" cy="2644367"/>
          </a:xfrm>
        </p:grpSpPr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E50FF964-8F3A-41AC-8060-BE6BF151B88D}"/>
                </a:ext>
              </a:extLst>
            </p:cNvPr>
            <p:cNvGrpSpPr/>
            <p:nvPr/>
          </p:nvGrpSpPr>
          <p:grpSpPr>
            <a:xfrm>
              <a:off x="6242554" y="3319880"/>
              <a:ext cx="4366622" cy="2400930"/>
              <a:chOff x="854708" y="749404"/>
              <a:chExt cx="4366622" cy="2400930"/>
            </a:xfrm>
          </p:grpSpPr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9C6BC3D7-93EE-4475-947A-05B3338967C6}"/>
                  </a:ext>
                </a:extLst>
              </p:cNvPr>
              <p:cNvGrpSpPr/>
              <p:nvPr/>
            </p:nvGrpSpPr>
            <p:grpSpPr>
              <a:xfrm>
                <a:off x="1655740" y="860293"/>
                <a:ext cx="3457137" cy="1539677"/>
                <a:chOff x="3425388" y="1958464"/>
                <a:chExt cx="3457137" cy="1539677"/>
              </a:xfrm>
            </p:grpSpPr>
            <p:grpSp>
              <p:nvGrpSpPr>
                <p:cNvPr id="403" name="그룹 402">
                  <a:extLst>
                    <a:ext uri="{FF2B5EF4-FFF2-40B4-BE49-F238E27FC236}">
                      <a16:creationId xmlns:a16="http://schemas.microsoft.com/office/drawing/2014/main" id="{CD32B318-B2F4-4589-B541-ECE1E832C6B1}"/>
                    </a:ext>
                  </a:extLst>
                </p:cNvPr>
                <p:cNvGrpSpPr/>
                <p:nvPr/>
              </p:nvGrpSpPr>
              <p:grpSpPr>
                <a:xfrm>
                  <a:off x="3434475" y="2913503"/>
                  <a:ext cx="3448050" cy="309563"/>
                  <a:chOff x="7579995" y="2573487"/>
                  <a:chExt cx="3448050" cy="309563"/>
                </a:xfrm>
              </p:grpSpPr>
              <p:sp>
                <p:nvSpPr>
                  <p:cNvPr id="411" name="Freeform 24">
                    <a:extLst>
                      <a:ext uri="{FF2B5EF4-FFF2-40B4-BE49-F238E27FC236}">
                        <a16:creationId xmlns:a16="http://schemas.microsoft.com/office/drawing/2014/main" id="{CBF69111-3955-405F-9719-AD440EACB2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89520" y="2573487"/>
                    <a:ext cx="3438525" cy="309563"/>
                  </a:xfrm>
                  <a:custGeom>
                    <a:avLst/>
                    <a:gdLst>
                      <a:gd name="T0" fmla="*/ 279 w 2166"/>
                      <a:gd name="T1" fmla="*/ 108 h 195"/>
                      <a:gd name="T2" fmla="*/ 349 w 2166"/>
                      <a:gd name="T3" fmla="*/ 108 h 195"/>
                      <a:gd name="T4" fmla="*/ 419 w 2166"/>
                      <a:gd name="T5" fmla="*/ 105 h 195"/>
                      <a:gd name="T6" fmla="*/ 489 w 2166"/>
                      <a:gd name="T7" fmla="*/ 88 h 195"/>
                      <a:gd name="T8" fmla="*/ 558 w 2166"/>
                      <a:gd name="T9" fmla="*/ 81 h 195"/>
                      <a:gd name="T10" fmla="*/ 628 w 2166"/>
                      <a:gd name="T11" fmla="*/ 80 h 195"/>
                      <a:gd name="T12" fmla="*/ 698 w 2166"/>
                      <a:gd name="T13" fmla="*/ 80 h 195"/>
                      <a:gd name="T14" fmla="*/ 768 w 2166"/>
                      <a:gd name="T15" fmla="*/ 80 h 195"/>
                      <a:gd name="T16" fmla="*/ 837 w 2166"/>
                      <a:gd name="T17" fmla="*/ 81 h 195"/>
                      <a:gd name="T18" fmla="*/ 907 w 2166"/>
                      <a:gd name="T19" fmla="*/ 82 h 195"/>
                      <a:gd name="T20" fmla="*/ 977 w 2166"/>
                      <a:gd name="T21" fmla="*/ 82 h 195"/>
                      <a:gd name="T22" fmla="*/ 1047 w 2166"/>
                      <a:gd name="T23" fmla="*/ 83 h 195"/>
                      <a:gd name="T24" fmla="*/ 1116 w 2166"/>
                      <a:gd name="T25" fmla="*/ 83 h 195"/>
                      <a:gd name="T26" fmla="*/ 1186 w 2166"/>
                      <a:gd name="T27" fmla="*/ 83 h 195"/>
                      <a:gd name="T28" fmla="*/ 1256 w 2166"/>
                      <a:gd name="T29" fmla="*/ 83 h 195"/>
                      <a:gd name="T30" fmla="*/ 1326 w 2166"/>
                      <a:gd name="T31" fmla="*/ 84 h 195"/>
                      <a:gd name="T32" fmla="*/ 1395 w 2166"/>
                      <a:gd name="T33" fmla="*/ 86 h 195"/>
                      <a:gd name="T34" fmla="*/ 1465 w 2166"/>
                      <a:gd name="T35" fmla="*/ 86 h 195"/>
                      <a:gd name="T36" fmla="*/ 1535 w 2166"/>
                      <a:gd name="T37" fmla="*/ 86 h 195"/>
                      <a:gd name="T38" fmla="*/ 1605 w 2166"/>
                      <a:gd name="T39" fmla="*/ 94 h 195"/>
                      <a:gd name="T40" fmla="*/ 1674 w 2166"/>
                      <a:gd name="T41" fmla="*/ 186 h 195"/>
                      <a:gd name="T42" fmla="*/ 1744 w 2166"/>
                      <a:gd name="T43" fmla="*/ 185 h 195"/>
                      <a:gd name="T44" fmla="*/ 1814 w 2166"/>
                      <a:gd name="T45" fmla="*/ 170 h 195"/>
                      <a:gd name="T46" fmla="*/ 1884 w 2166"/>
                      <a:gd name="T47" fmla="*/ 151 h 195"/>
                      <a:gd name="T48" fmla="*/ 1953 w 2166"/>
                      <a:gd name="T49" fmla="*/ 147 h 195"/>
                      <a:gd name="T50" fmla="*/ 2023 w 2166"/>
                      <a:gd name="T51" fmla="*/ 135 h 195"/>
                      <a:gd name="T52" fmla="*/ 2093 w 2166"/>
                      <a:gd name="T53" fmla="*/ 131 h 195"/>
                      <a:gd name="T54" fmla="*/ 2163 w 2166"/>
                      <a:gd name="T55" fmla="*/ 130 h 195"/>
                      <a:gd name="T56" fmla="*/ 2107 w 2166"/>
                      <a:gd name="T57" fmla="*/ 122 h 195"/>
                      <a:gd name="T58" fmla="*/ 2038 w 2166"/>
                      <a:gd name="T59" fmla="*/ 125 h 195"/>
                      <a:gd name="T60" fmla="*/ 1968 w 2166"/>
                      <a:gd name="T61" fmla="*/ 135 h 195"/>
                      <a:gd name="T62" fmla="*/ 1898 w 2166"/>
                      <a:gd name="T63" fmla="*/ 140 h 195"/>
                      <a:gd name="T64" fmla="*/ 1828 w 2166"/>
                      <a:gd name="T65" fmla="*/ 146 h 195"/>
                      <a:gd name="T66" fmla="*/ 1758 w 2166"/>
                      <a:gd name="T67" fmla="*/ 159 h 195"/>
                      <a:gd name="T68" fmla="*/ 1689 w 2166"/>
                      <a:gd name="T69" fmla="*/ 169 h 195"/>
                      <a:gd name="T70" fmla="*/ 1619 w 2166"/>
                      <a:gd name="T71" fmla="*/ 121 h 195"/>
                      <a:gd name="T72" fmla="*/ 1549 w 2166"/>
                      <a:gd name="T73" fmla="*/ 73 h 195"/>
                      <a:gd name="T74" fmla="*/ 1479 w 2166"/>
                      <a:gd name="T75" fmla="*/ 71 h 195"/>
                      <a:gd name="T76" fmla="*/ 1410 w 2166"/>
                      <a:gd name="T77" fmla="*/ 71 h 195"/>
                      <a:gd name="T78" fmla="*/ 1340 w 2166"/>
                      <a:gd name="T79" fmla="*/ 73 h 195"/>
                      <a:gd name="T80" fmla="*/ 1270 w 2166"/>
                      <a:gd name="T81" fmla="*/ 74 h 195"/>
                      <a:gd name="T82" fmla="*/ 1200 w 2166"/>
                      <a:gd name="T83" fmla="*/ 76 h 195"/>
                      <a:gd name="T84" fmla="*/ 1131 w 2166"/>
                      <a:gd name="T85" fmla="*/ 77 h 195"/>
                      <a:gd name="T86" fmla="*/ 1061 w 2166"/>
                      <a:gd name="T87" fmla="*/ 77 h 195"/>
                      <a:gd name="T88" fmla="*/ 991 w 2166"/>
                      <a:gd name="T89" fmla="*/ 79 h 195"/>
                      <a:gd name="T90" fmla="*/ 921 w 2166"/>
                      <a:gd name="T91" fmla="*/ 77 h 195"/>
                      <a:gd name="T92" fmla="*/ 852 w 2166"/>
                      <a:gd name="T93" fmla="*/ 74 h 195"/>
                      <a:gd name="T94" fmla="*/ 782 w 2166"/>
                      <a:gd name="T95" fmla="*/ 72 h 195"/>
                      <a:gd name="T96" fmla="*/ 712 w 2166"/>
                      <a:gd name="T97" fmla="*/ 71 h 195"/>
                      <a:gd name="T98" fmla="*/ 642 w 2166"/>
                      <a:gd name="T99" fmla="*/ 69 h 195"/>
                      <a:gd name="T100" fmla="*/ 573 w 2166"/>
                      <a:gd name="T101" fmla="*/ 67 h 195"/>
                      <a:gd name="T102" fmla="*/ 503 w 2166"/>
                      <a:gd name="T103" fmla="*/ 72 h 195"/>
                      <a:gd name="T104" fmla="*/ 433 w 2166"/>
                      <a:gd name="T105" fmla="*/ 88 h 195"/>
                      <a:gd name="T106" fmla="*/ 363 w 2166"/>
                      <a:gd name="T107" fmla="*/ 99 h 195"/>
                      <a:gd name="T108" fmla="*/ 294 w 2166"/>
                      <a:gd name="T109" fmla="*/ 97 h 195"/>
                      <a:gd name="T110" fmla="*/ 224 w 2166"/>
                      <a:gd name="T111" fmla="*/ 105 h 195"/>
                      <a:gd name="T112" fmla="*/ 154 w 2166"/>
                      <a:gd name="T113" fmla="*/ 100 h 195"/>
                      <a:gd name="T114" fmla="*/ 84 w 2166"/>
                      <a:gd name="T115" fmla="*/ 100 h 195"/>
                      <a:gd name="T116" fmla="*/ 15 w 2166"/>
                      <a:gd name="T117" fmla="*/ 103 h 195"/>
                      <a:gd name="T118" fmla="*/ 53 w 2166"/>
                      <a:gd name="T119" fmla="*/ 115 h 195"/>
                      <a:gd name="T120" fmla="*/ 123 w 2166"/>
                      <a:gd name="T121" fmla="*/ 115 h 195"/>
                      <a:gd name="T122" fmla="*/ 193 w 2166"/>
                      <a:gd name="T123" fmla="*/ 115 h 1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2166" h="195">
                        <a:moveTo>
                          <a:pt x="212" y="111"/>
                        </a:moveTo>
                        <a:lnTo>
                          <a:pt x="214" y="114"/>
                        </a:lnTo>
                        <a:lnTo>
                          <a:pt x="217" y="110"/>
                        </a:lnTo>
                        <a:lnTo>
                          <a:pt x="219" y="110"/>
                        </a:lnTo>
                        <a:lnTo>
                          <a:pt x="222" y="115"/>
                        </a:lnTo>
                        <a:lnTo>
                          <a:pt x="224" y="110"/>
                        </a:lnTo>
                        <a:lnTo>
                          <a:pt x="226" y="112"/>
                        </a:lnTo>
                        <a:lnTo>
                          <a:pt x="229" y="114"/>
                        </a:lnTo>
                        <a:lnTo>
                          <a:pt x="231" y="109"/>
                        </a:lnTo>
                        <a:lnTo>
                          <a:pt x="234" y="111"/>
                        </a:lnTo>
                        <a:lnTo>
                          <a:pt x="236" y="113"/>
                        </a:lnTo>
                        <a:lnTo>
                          <a:pt x="238" y="107"/>
                        </a:lnTo>
                        <a:lnTo>
                          <a:pt x="241" y="110"/>
                        </a:lnTo>
                        <a:lnTo>
                          <a:pt x="243" y="115"/>
                        </a:lnTo>
                        <a:lnTo>
                          <a:pt x="246" y="107"/>
                        </a:lnTo>
                        <a:lnTo>
                          <a:pt x="248" y="109"/>
                        </a:lnTo>
                        <a:lnTo>
                          <a:pt x="250" y="112"/>
                        </a:lnTo>
                        <a:lnTo>
                          <a:pt x="253" y="107"/>
                        </a:lnTo>
                        <a:lnTo>
                          <a:pt x="255" y="109"/>
                        </a:lnTo>
                        <a:lnTo>
                          <a:pt x="258" y="111"/>
                        </a:lnTo>
                        <a:lnTo>
                          <a:pt x="260" y="106"/>
                        </a:lnTo>
                        <a:lnTo>
                          <a:pt x="263" y="109"/>
                        </a:lnTo>
                        <a:lnTo>
                          <a:pt x="265" y="112"/>
                        </a:lnTo>
                        <a:lnTo>
                          <a:pt x="267" y="106"/>
                        </a:lnTo>
                        <a:lnTo>
                          <a:pt x="270" y="110"/>
                        </a:lnTo>
                        <a:lnTo>
                          <a:pt x="272" y="111"/>
                        </a:lnTo>
                        <a:lnTo>
                          <a:pt x="275" y="107"/>
                        </a:lnTo>
                        <a:lnTo>
                          <a:pt x="277" y="109"/>
                        </a:lnTo>
                        <a:lnTo>
                          <a:pt x="279" y="108"/>
                        </a:lnTo>
                        <a:lnTo>
                          <a:pt x="282" y="107"/>
                        </a:lnTo>
                        <a:lnTo>
                          <a:pt x="284" y="109"/>
                        </a:lnTo>
                        <a:lnTo>
                          <a:pt x="287" y="106"/>
                        </a:lnTo>
                        <a:lnTo>
                          <a:pt x="289" y="107"/>
                        </a:lnTo>
                        <a:lnTo>
                          <a:pt x="291" y="109"/>
                        </a:lnTo>
                        <a:lnTo>
                          <a:pt x="294" y="105"/>
                        </a:lnTo>
                        <a:lnTo>
                          <a:pt x="296" y="106"/>
                        </a:lnTo>
                        <a:lnTo>
                          <a:pt x="299" y="109"/>
                        </a:lnTo>
                        <a:lnTo>
                          <a:pt x="301" y="105"/>
                        </a:lnTo>
                        <a:lnTo>
                          <a:pt x="303" y="105"/>
                        </a:lnTo>
                        <a:lnTo>
                          <a:pt x="306" y="109"/>
                        </a:lnTo>
                        <a:lnTo>
                          <a:pt x="308" y="105"/>
                        </a:lnTo>
                        <a:lnTo>
                          <a:pt x="311" y="105"/>
                        </a:lnTo>
                        <a:lnTo>
                          <a:pt x="313" y="108"/>
                        </a:lnTo>
                        <a:lnTo>
                          <a:pt x="315" y="107"/>
                        </a:lnTo>
                        <a:lnTo>
                          <a:pt x="318" y="106"/>
                        </a:lnTo>
                        <a:lnTo>
                          <a:pt x="320" y="108"/>
                        </a:lnTo>
                        <a:lnTo>
                          <a:pt x="323" y="105"/>
                        </a:lnTo>
                        <a:lnTo>
                          <a:pt x="325" y="106"/>
                        </a:lnTo>
                        <a:lnTo>
                          <a:pt x="327" y="108"/>
                        </a:lnTo>
                        <a:lnTo>
                          <a:pt x="330" y="102"/>
                        </a:lnTo>
                        <a:lnTo>
                          <a:pt x="332" y="106"/>
                        </a:lnTo>
                        <a:lnTo>
                          <a:pt x="335" y="111"/>
                        </a:lnTo>
                        <a:lnTo>
                          <a:pt x="337" y="103"/>
                        </a:lnTo>
                        <a:lnTo>
                          <a:pt x="339" y="106"/>
                        </a:lnTo>
                        <a:lnTo>
                          <a:pt x="342" y="111"/>
                        </a:lnTo>
                        <a:lnTo>
                          <a:pt x="344" y="103"/>
                        </a:lnTo>
                        <a:lnTo>
                          <a:pt x="347" y="107"/>
                        </a:lnTo>
                        <a:lnTo>
                          <a:pt x="349" y="108"/>
                        </a:lnTo>
                        <a:lnTo>
                          <a:pt x="351" y="103"/>
                        </a:lnTo>
                        <a:lnTo>
                          <a:pt x="354" y="104"/>
                        </a:lnTo>
                        <a:lnTo>
                          <a:pt x="356" y="108"/>
                        </a:lnTo>
                        <a:lnTo>
                          <a:pt x="358" y="106"/>
                        </a:lnTo>
                        <a:lnTo>
                          <a:pt x="361" y="109"/>
                        </a:lnTo>
                        <a:lnTo>
                          <a:pt x="363" y="110"/>
                        </a:lnTo>
                        <a:lnTo>
                          <a:pt x="366" y="112"/>
                        </a:lnTo>
                        <a:lnTo>
                          <a:pt x="368" y="112"/>
                        </a:lnTo>
                        <a:lnTo>
                          <a:pt x="370" y="113"/>
                        </a:lnTo>
                        <a:lnTo>
                          <a:pt x="373" y="114"/>
                        </a:lnTo>
                        <a:lnTo>
                          <a:pt x="375" y="114"/>
                        </a:lnTo>
                        <a:lnTo>
                          <a:pt x="378" y="114"/>
                        </a:lnTo>
                        <a:lnTo>
                          <a:pt x="380" y="113"/>
                        </a:lnTo>
                        <a:lnTo>
                          <a:pt x="382" y="113"/>
                        </a:lnTo>
                        <a:lnTo>
                          <a:pt x="385" y="112"/>
                        </a:lnTo>
                        <a:lnTo>
                          <a:pt x="387" y="112"/>
                        </a:lnTo>
                        <a:lnTo>
                          <a:pt x="390" y="111"/>
                        </a:lnTo>
                        <a:lnTo>
                          <a:pt x="392" y="110"/>
                        </a:lnTo>
                        <a:lnTo>
                          <a:pt x="395" y="110"/>
                        </a:lnTo>
                        <a:lnTo>
                          <a:pt x="397" y="109"/>
                        </a:lnTo>
                        <a:lnTo>
                          <a:pt x="399" y="109"/>
                        </a:lnTo>
                        <a:lnTo>
                          <a:pt x="402" y="109"/>
                        </a:lnTo>
                        <a:lnTo>
                          <a:pt x="404" y="108"/>
                        </a:lnTo>
                        <a:lnTo>
                          <a:pt x="407" y="108"/>
                        </a:lnTo>
                        <a:lnTo>
                          <a:pt x="409" y="107"/>
                        </a:lnTo>
                        <a:lnTo>
                          <a:pt x="411" y="106"/>
                        </a:lnTo>
                        <a:lnTo>
                          <a:pt x="414" y="106"/>
                        </a:lnTo>
                        <a:lnTo>
                          <a:pt x="416" y="105"/>
                        </a:lnTo>
                        <a:lnTo>
                          <a:pt x="419" y="105"/>
                        </a:lnTo>
                        <a:lnTo>
                          <a:pt x="421" y="104"/>
                        </a:lnTo>
                        <a:lnTo>
                          <a:pt x="423" y="103"/>
                        </a:lnTo>
                        <a:lnTo>
                          <a:pt x="426" y="103"/>
                        </a:lnTo>
                        <a:lnTo>
                          <a:pt x="428" y="102"/>
                        </a:lnTo>
                        <a:lnTo>
                          <a:pt x="431" y="101"/>
                        </a:lnTo>
                        <a:lnTo>
                          <a:pt x="433" y="101"/>
                        </a:lnTo>
                        <a:lnTo>
                          <a:pt x="436" y="100"/>
                        </a:lnTo>
                        <a:lnTo>
                          <a:pt x="438" y="99"/>
                        </a:lnTo>
                        <a:lnTo>
                          <a:pt x="440" y="99"/>
                        </a:lnTo>
                        <a:lnTo>
                          <a:pt x="443" y="97"/>
                        </a:lnTo>
                        <a:lnTo>
                          <a:pt x="445" y="97"/>
                        </a:lnTo>
                        <a:lnTo>
                          <a:pt x="448" y="97"/>
                        </a:lnTo>
                        <a:lnTo>
                          <a:pt x="450" y="95"/>
                        </a:lnTo>
                        <a:lnTo>
                          <a:pt x="452" y="94"/>
                        </a:lnTo>
                        <a:lnTo>
                          <a:pt x="455" y="95"/>
                        </a:lnTo>
                        <a:lnTo>
                          <a:pt x="457" y="94"/>
                        </a:lnTo>
                        <a:lnTo>
                          <a:pt x="460" y="93"/>
                        </a:lnTo>
                        <a:lnTo>
                          <a:pt x="462" y="93"/>
                        </a:lnTo>
                        <a:lnTo>
                          <a:pt x="464" y="92"/>
                        </a:lnTo>
                        <a:lnTo>
                          <a:pt x="467" y="91"/>
                        </a:lnTo>
                        <a:lnTo>
                          <a:pt x="469" y="91"/>
                        </a:lnTo>
                        <a:lnTo>
                          <a:pt x="472" y="91"/>
                        </a:lnTo>
                        <a:lnTo>
                          <a:pt x="474" y="90"/>
                        </a:lnTo>
                        <a:lnTo>
                          <a:pt x="476" y="90"/>
                        </a:lnTo>
                        <a:lnTo>
                          <a:pt x="479" y="89"/>
                        </a:lnTo>
                        <a:lnTo>
                          <a:pt x="481" y="89"/>
                        </a:lnTo>
                        <a:lnTo>
                          <a:pt x="484" y="88"/>
                        </a:lnTo>
                        <a:lnTo>
                          <a:pt x="486" y="88"/>
                        </a:lnTo>
                        <a:lnTo>
                          <a:pt x="489" y="88"/>
                        </a:lnTo>
                        <a:lnTo>
                          <a:pt x="491" y="87"/>
                        </a:lnTo>
                        <a:lnTo>
                          <a:pt x="493" y="86"/>
                        </a:lnTo>
                        <a:lnTo>
                          <a:pt x="496" y="86"/>
                        </a:lnTo>
                        <a:lnTo>
                          <a:pt x="498" y="85"/>
                        </a:lnTo>
                        <a:lnTo>
                          <a:pt x="501" y="85"/>
                        </a:lnTo>
                        <a:lnTo>
                          <a:pt x="503" y="85"/>
                        </a:lnTo>
                        <a:lnTo>
                          <a:pt x="505" y="85"/>
                        </a:lnTo>
                        <a:lnTo>
                          <a:pt x="508" y="85"/>
                        </a:lnTo>
                        <a:lnTo>
                          <a:pt x="510" y="84"/>
                        </a:lnTo>
                        <a:lnTo>
                          <a:pt x="513" y="84"/>
                        </a:lnTo>
                        <a:lnTo>
                          <a:pt x="515" y="84"/>
                        </a:lnTo>
                        <a:lnTo>
                          <a:pt x="517" y="83"/>
                        </a:lnTo>
                        <a:lnTo>
                          <a:pt x="520" y="83"/>
                        </a:lnTo>
                        <a:lnTo>
                          <a:pt x="522" y="84"/>
                        </a:lnTo>
                        <a:lnTo>
                          <a:pt x="525" y="83"/>
                        </a:lnTo>
                        <a:lnTo>
                          <a:pt x="527" y="83"/>
                        </a:lnTo>
                        <a:lnTo>
                          <a:pt x="530" y="83"/>
                        </a:lnTo>
                        <a:lnTo>
                          <a:pt x="532" y="82"/>
                        </a:lnTo>
                        <a:lnTo>
                          <a:pt x="534" y="83"/>
                        </a:lnTo>
                        <a:lnTo>
                          <a:pt x="537" y="82"/>
                        </a:lnTo>
                        <a:lnTo>
                          <a:pt x="539" y="82"/>
                        </a:lnTo>
                        <a:lnTo>
                          <a:pt x="542" y="82"/>
                        </a:lnTo>
                        <a:lnTo>
                          <a:pt x="544" y="81"/>
                        </a:lnTo>
                        <a:lnTo>
                          <a:pt x="546" y="81"/>
                        </a:lnTo>
                        <a:lnTo>
                          <a:pt x="549" y="82"/>
                        </a:lnTo>
                        <a:lnTo>
                          <a:pt x="551" y="81"/>
                        </a:lnTo>
                        <a:lnTo>
                          <a:pt x="554" y="81"/>
                        </a:lnTo>
                        <a:lnTo>
                          <a:pt x="556" y="81"/>
                        </a:lnTo>
                        <a:lnTo>
                          <a:pt x="558" y="81"/>
                        </a:lnTo>
                        <a:lnTo>
                          <a:pt x="561" y="81"/>
                        </a:lnTo>
                        <a:lnTo>
                          <a:pt x="563" y="81"/>
                        </a:lnTo>
                        <a:lnTo>
                          <a:pt x="566" y="80"/>
                        </a:lnTo>
                        <a:lnTo>
                          <a:pt x="568" y="80"/>
                        </a:lnTo>
                        <a:lnTo>
                          <a:pt x="570" y="80"/>
                        </a:lnTo>
                        <a:lnTo>
                          <a:pt x="573" y="80"/>
                        </a:lnTo>
                        <a:lnTo>
                          <a:pt x="575" y="80"/>
                        </a:lnTo>
                        <a:lnTo>
                          <a:pt x="578" y="80"/>
                        </a:lnTo>
                        <a:lnTo>
                          <a:pt x="580" y="80"/>
                        </a:lnTo>
                        <a:lnTo>
                          <a:pt x="582" y="80"/>
                        </a:lnTo>
                        <a:lnTo>
                          <a:pt x="585" y="80"/>
                        </a:lnTo>
                        <a:lnTo>
                          <a:pt x="587" y="80"/>
                        </a:lnTo>
                        <a:lnTo>
                          <a:pt x="590" y="80"/>
                        </a:lnTo>
                        <a:lnTo>
                          <a:pt x="592" y="80"/>
                        </a:lnTo>
                        <a:lnTo>
                          <a:pt x="594" y="80"/>
                        </a:lnTo>
                        <a:lnTo>
                          <a:pt x="597" y="80"/>
                        </a:lnTo>
                        <a:lnTo>
                          <a:pt x="599" y="80"/>
                        </a:lnTo>
                        <a:lnTo>
                          <a:pt x="601" y="80"/>
                        </a:lnTo>
                        <a:lnTo>
                          <a:pt x="604" y="80"/>
                        </a:lnTo>
                        <a:lnTo>
                          <a:pt x="606" y="80"/>
                        </a:lnTo>
                        <a:lnTo>
                          <a:pt x="609" y="80"/>
                        </a:lnTo>
                        <a:lnTo>
                          <a:pt x="611" y="80"/>
                        </a:lnTo>
                        <a:lnTo>
                          <a:pt x="613" y="80"/>
                        </a:lnTo>
                        <a:lnTo>
                          <a:pt x="616" y="80"/>
                        </a:lnTo>
                        <a:lnTo>
                          <a:pt x="618" y="80"/>
                        </a:lnTo>
                        <a:lnTo>
                          <a:pt x="621" y="80"/>
                        </a:lnTo>
                        <a:lnTo>
                          <a:pt x="623" y="80"/>
                        </a:lnTo>
                        <a:lnTo>
                          <a:pt x="625" y="79"/>
                        </a:lnTo>
                        <a:lnTo>
                          <a:pt x="628" y="80"/>
                        </a:lnTo>
                        <a:lnTo>
                          <a:pt x="630" y="80"/>
                        </a:lnTo>
                        <a:lnTo>
                          <a:pt x="633" y="79"/>
                        </a:lnTo>
                        <a:lnTo>
                          <a:pt x="635" y="80"/>
                        </a:lnTo>
                        <a:lnTo>
                          <a:pt x="637" y="80"/>
                        </a:lnTo>
                        <a:lnTo>
                          <a:pt x="640" y="79"/>
                        </a:lnTo>
                        <a:lnTo>
                          <a:pt x="642" y="80"/>
                        </a:lnTo>
                        <a:lnTo>
                          <a:pt x="645" y="80"/>
                        </a:lnTo>
                        <a:lnTo>
                          <a:pt x="647" y="80"/>
                        </a:lnTo>
                        <a:lnTo>
                          <a:pt x="649" y="80"/>
                        </a:lnTo>
                        <a:lnTo>
                          <a:pt x="652" y="80"/>
                        </a:lnTo>
                        <a:lnTo>
                          <a:pt x="654" y="80"/>
                        </a:lnTo>
                        <a:lnTo>
                          <a:pt x="657" y="80"/>
                        </a:lnTo>
                        <a:lnTo>
                          <a:pt x="659" y="80"/>
                        </a:lnTo>
                        <a:lnTo>
                          <a:pt x="662" y="80"/>
                        </a:lnTo>
                        <a:lnTo>
                          <a:pt x="664" y="80"/>
                        </a:lnTo>
                        <a:lnTo>
                          <a:pt x="666" y="80"/>
                        </a:lnTo>
                        <a:lnTo>
                          <a:pt x="669" y="80"/>
                        </a:lnTo>
                        <a:lnTo>
                          <a:pt x="671" y="80"/>
                        </a:lnTo>
                        <a:lnTo>
                          <a:pt x="674" y="79"/>
                        </a:lnTo>
                        <a:lnTo>
                          <a:pt x="676" y="80"/>
                        </a:lnTo>
                        <a:lnTo>
                          <a:pt x="678" y="79"/>
                        </a:lnTo>
                        <a:lnTo>
                          <a:pt x="681" y="79"/>
                        </a:lnTo>
                        <a:lnTo>
                          <a:pt x="683" y="80"/>
                        </a:lnTo>
                        <a:lnTo>
                          <a:pt x="686" y="79"/>
                        </a:lnTo>
                        <a:lnTo>
                          <a:pt x="688" y="80"/>
                        </a:lnTo>
                        <a:lnTo>
                          <a:pt x="690" y="80"/>
                        </a:lnTo>
                        <a:lnTo>
                          <a:pt x="693" y="79"/>
                        </a:lnTo>
                        <a:lnTo>
                          <a:pt x="695" y="80"/>
                        </a:lnTo>
                        <a:lnTo>
                          <a:pt x="698" y="80"/>
                        </a:lnTo>
                        <a:lnTo>
                          <a:pt x="700" y="80"/>
                        </a:lnTo>
                        <a:lnTo>
                          <a:pt x="703" y="80"/>
                        </a:lnTo>
                        <a:lnTo>
                          <a:pt x="705" y="80"/>
                        </a:lnTo>
                        <a:lnTo>
                          <a:pt x="707" y="80"/>
                        </a:lnTo>
                        <a:lnTo>
                          <a:pt x="710" y="80"/>
                        </a:lnTo>
                        <a:lnTo>
                          <a:pt x="712" y="80"/>
                        </a:lnTo>
                        <a:lnTo>
                          <a:pt x="715" y="80"/>
                        </a:lnTo>
                        <a:lnTo>
                          <a:pt x="717" y="80"/>
                        </a:lnTo>
                        <a:lnTo>
                          <a:pt x="719" y="80"/>
                        </a:lnTo>
                        <a:lnTo>
                          <a:pt x="722" y="80"/>
                        </a:lnTo>
                        <a:lnTo>
                          <a:pt x="724" y="80"/>
                        </a:lnTo>
                        <a:lnTo>
                          <a:pt x="727" y="80"/>
                        </a:lnTo>
                        <a:lnTo>
                          <a:pt x="729" y="81"/>
                        </a:lnTo>
                        <a:lnTo>
                          <a:pt x="731" y="80"/>
                        </a:lnTo>
                        <a:lnTo>
                          <a:pt x="734" y="80"/>
                        </a:lnTo>
                        <a:lnTo>
                          <a:pt x="736" y="81"/>
                        </a:lnTo>
                        <a:lnTo>
                          <a:pt x="739" y="80"/>
                        </a:lnTo>
                        <a:lnTo>
                          <a:pt x="741" y="80"/>
                        </a:lnTo>
                        <a:lnTo>
                          <a:pt x="743" y="81"/>
                        </a:lnTo>
                        <a:lnTo>
                          <a:pt x="746" y="80"/>
                        </a:lnTo>
                        <a:lnTo>
                          <a:pt x="748" y="81"/>
                        </a:lnTo>
                        <a:lnTo>
                          <a:pt x="751" y="81"/>
                        </a:lnTo>
                        <a:lnTo>
                          <a:pt x="753" y="80"/>
                        </a:lnTo>
                        <a:lnTo>
                          <a:pt x="756" y="80"/>
                        </a:lnTo>
                        <a:lnTo>
                          <a:pt x="758" y="80"/>
                        </a:lnTo>
                        <a:lnTo>
                          <a:pt x="760" y="80"/>
                        </a:lnTo>
                        <a:lnTo>
                          <a:pt x="763" y="80"/>
                        </a:lnTo>
                        <a:lnTo>
                          <a:pt x="765" y="80"/>
                        </a:lnTo>
                        <a:lnTo>
                          <a:pt x="768" y="80"/>
                        </a:lnTo>
                        <a:lnTo>
                          <a:pt x="770" y="81"/>
                        </a:lnTo>
                        <a:lnTo>
                          <a:pt x="772" y="80"/>
                        </a:lnTo>
                        <a:lnTo>
                          <a:pt x="775" y="80"/>
                        </a:lnTo>
                        <a:lnTo>
                          <a:pt x="777" y="81"/>
                        </a:lnTo>
                        <a:lnTo>
                          <a:pt x="780" y="80"/>
                        </a:lnTo>
                        <a:lnTo>
                          <a:pt x="782" y="80"/>
                        </a:lnTo>
                        <a:lnTo>
                          <a:pt x="784" y="80"/>
                        </a:lnTo>
                        <a:lnTo>
                          <a:pt x="787" y="80"/>
                        </a:lnTo>
                        <a:lnTo>
                          <a:pt x="789" y="80"/>
                        </a:lnTo>
                        <a:lnTo>
                          <a:pt x="792" y="80"/>
                        </a:lnTo>
                        <a:lnTo>
                          <a:pt x="794" y="80"/>
                        </a:lnTo>
                        <a:lnTo>
                          <a:pt x="797" y="80"/>
                        </a:lnTo>
                        <a:lnTo>
                          <a:pt x="799" y="80"/>
                        </a:lnTo>
                        <a:lnTo>
                          <a:pt x="801" y="80"/>
                        </a:lnTo>
                        <a:lnTo>
                          <a:pt x="804" y="80"/>
                        </a:lnTo>
                        <a:lnTo>
                          <a:pt x="806" y="80"/>
                        </a:lnTo>
                        <a:lnTo>
                          <a:pt x="809" y="80"/>
                        </a:lnTo>
                        <a:lnTo>
                          <a:pt x="811" y="80"/>
                        </a:lnTo>
                        <a:lnTo>
                          <a:pt x="813" y="80"/>
                        </a:lnTo>
                        <a:lnTo>
                          <a:pt x="816" y="80"/>
                        </a:lnTo>
                        <a:lnTo>
                          <a:pt x="818" y="80"/>
                        </a:lnTo>
                        <a:lnTo>
                          <a:pt x="821" y="80"/>
                        </a:lnTo>
                        <a:lnTo>
                          <a:pt x="823" y="80"/>
                        </a:lnTo>
                        <a:lnTo>
                          <a:pt x="825" y="80"/>
                        </a:lnTo>
                        <a:lnTo>
                          <a:pt x="828" y="80"/>
                        </a:lnTo>
                        <a:lnTo>
                          <a:pt x="830" y="80"/>
                        </a:lnTo>
                        <a:lnTo>
                          <a:pt x="833" y="80"/>
                        </a:lnTo>
                        <a:lnTo>
                          <a:pt x="835" y="80"/>
                        </a:lnTo>
                        <a:lnTo>
                          <a:pt x="837" y="81"/>
                        </a:lnTo>
                        <a:lnTo>
                          <a:pt x="840" y="80"/>
                        </a:lnTo>
                        <a:lnTo>
                          <a:pt x="842" y="80"/>
                        </a:lnTo>
                        <a:lnTo>
                          <a:pt x="845" y="80"/>
                        </a:lnTo>
                        <a:lnTo>
                          <a:pt x="847" y="80"/>
                        </a:lnTo>
                        <a:lnTo>
                          <a:pt x="849" y="80"/>
                        </a:lnTo>
                        <a:lnTo>
                          <a:pt x="852" y="81"/>
                        </a:lnTo>
                        <a:lnTo>
                          <a:pt x="854" y="80"/>
                        </a:lnTo>
                        <a:lnTo>
                          <a:pt x="856" y="80"/>
                        </a:lnTo>
                        <a:lnTo>
                          <a:pt x="859" y="81"/>
                        </a:lnTo>
                        <a:lnTo>
                          <a:pt x="861" y="80"/>
                        </a:lnTo>
                        <a:lnTo>
                          <a:pt x="864" y="81"/>
                        </a:lnTo>
                        <a:lnTo>
                          <a:pt x="866" y="81"/>
                        </a:lnTo>
                        <a:lnTo>
                          <a:pt x="868" y="80"/>
                        </a:lnTo>
                        <a:lnTo>
                          <a:pt x="871" y="81"/>
                        </a:lnTo>
                        <a:lnTo>
                          <a:pt x="873" y="81"/>
                        </a:lnTo>
                        <a:lnTo>
                          <a:pt x="876" y="81"/>
                        </a:lnTo>
                        <a:lnTo>
                          <a:pt x="878" y="81"/>
                        </a:lnTo>
                        <a:lnTo>
                          <a:pt x="880" y="80"/>
                        </a:lnTo>
                        <a:lnTo>
                          <a:pt x="883" y="80"/>
                        </a:lnTo>
                        <a:lnTo>
                          <a:pt x="885" y="81"/>
                        </a:lnTo>
                        <a:lnTo>
                          <a:pt x="888" y="80"/>
                        </a:lnTo>
                        <a:lnTo>
                          <a:pt x="890" y="80"/>
                        </a:lnTo>
                        <a:lnTo>
                          <a:pt x="892" y="81"/>
                        </a:lnTo>
                        <a:lnTo>
                          <a:pt x="895" y="81"/>
                        </a:lnTo>
                        <a:lnTo>
                          <a:pt x="897" y="80"/>
                        </a:lnTo>
                        <a:lnTo>
                          <a:pt x="900" y="81"/>
                        </a:lnTo>
                        <a:lnTo>
                          <a:pt x="902" y="81"/>
                        </a:lnTo>
                        <a:lnTo>
                          <a:pt x="904" y="81"/>
                        </a:lnTo>
                        <a:lnTo>
                          <a:pt x="907" y="82"/>
                        </a:lnTo>
                        <a:lnTo>
                          <a:pt x="909" y="81"/>
                        </a:lnTo>
                        <a:lnTo>
                          <a:pt x="912" y="82"/>
                        </a:lnTo>
                        <a:lnTo>
                          <a:pt x="914" y="82"/>
                        </a:lnTo>
                        <a:lnTo>
                          <a:pt x="916" y="82"/>
                        </a:lnTo>
                        <a:lnTo>
                          <a:pt x="919" y="82"/>
                        </a:lnTo>
                        <a:lnTo>
                          <a:pt x="921" y="82"/>
                        </a:lnTo>
                        <a:lnTo>
                          <a:pt x="924" y="82"/>
                        </a:lnTo>
                        <a:lnTo>
                          <a:pt x="926" y="81"/>
                        </a:lnTo>
                        <a:lnTo>
                          <a:pt x="929" y="82"/>
                        </a:lnTo>
                        <a:lnTo>
                          <a:pt x="931" y="81"/>
                        </a:lnTo>
                        <a:lnTo>
                          <a:pt x="933" y="81"/>
                        </a:lnTo>
                        <a:lnTo>
                          <a:pt x="936" y="82"/>
                        </a:lnTo>
                        <a:lnTo>
                          <a:pt x="938" y="81"/>
                        </a:lnTo>
                        <a:lnTo>
                          <a:pt x="941" y="82"/>
                        </a:lnTo>
                        <a:lnTo>
                          <a:pt x="943" y="82"/>
                        </a:lnTo>
                        <a:lnTo>
                          <a:pt x="945" y="81"/>
                        </a:lnTo>
                        <a:lnTo>
                          <a:pt x="948" y="82"/>
                        </a:lnTo>
                        <a:lnTo>
                          <a:pt x="950" y="82"/>
                        </a:lnTo>
                        <a:lnTo>
                          <a:pt x="953" y="82"/>
                        </a:lnTo>
                        <a:lnTo>
                          <a:pt x="955" y="82"/>
                        </a:lnTo>
                        <a:lnTo>
                          <a:pt x="957" y="82"/>
                        </a:lnTo>
                        <a:lnTo>
                          <a:pt x="960" y="82"/>
                        </a:lnTo>
                        <a:lnTo>
                          <a:pt x="962" y="82"/>
                        </a:lnTo>
                        <a:lnTo>
                          <a:pt x="965" y="82"/>
                        </a:lnTo>
                        <a:lnTo>
                          <a:pt x="967" y="82"/>
                        </a:lnTo>
                        <a:lnTo>
                          <a:pt x="970" y="82"/>
                        </a:lnTo>
                        <a:lnTo>
                          <a:pt x="972" y="82"/>
                        </a:lnTo>
                        <a:lnTo>
                          <a:pt x="974" y="82"/>
                        </a:lnTo>
                        <a:lnTo>
                          <a:pt x="977" y="82"/>
                        </a:lnTo>
                        <a:lnTo>
                          <a:pt x="979" y="82"/>
                        </a:lnTo>
                        <a:lnTo>
                          <a:pt x="982" y="82"/>
                        </a:lnTo>
                        <a:lnTo>
                          <a:pt x="984" y="83"/>
                        </a:lnTo>
                        <a:lnTo>
                          <a:pt x="986" y="83"/>
                        </a:lnTo>
                        <a:lnTo>
                          <a:pt x="989" y="83"/>
                        </a:lnTo>
                        <a:lnTo>
                          <a:pt x="991" y="83"/>
                        </a:lnTo>
                        <a:lnTo>
                          <a:pt x="994" y="83"/>
                        </a:lnTo>
                        <a:lnTo>
                          <a:pt x="996" y="83"/>
                        </a:lnTo>
                        <a:lnTo>
                          <a:pt x="998" y="82"/>
                        </a:lnTo>
                        <a:lnTo>
                          <a:pt x="1001" y="83"/>
                        </a:lnTo>
                        <a:lnTo>
                          <a:pt x="1003" y="82"/>
                        </a:lnTo>
                        <a:lnTo>
                          <a:pt x="1006" y="82"/>
                        </a:lnTo>
                        <a:lnTo>
                          <a:pt x="1008" y="83"/>
                        </a:lnTo>
                        <a:lnTo>
                          <a:pt x="1010" y="82"/>
                        </a:lnTo>
                        <a:lnTo>
                          <a:pt x="1013" y="83"/>
                        </a:lnTo>
                        <a:lnTo>
                          <a:pt x="1015" y="83"/>
                        </a:lnTo>
                        <a:lnTo>
                          <a:pt x="1018" y="82"/>
                        </a:lnTo>
                        <a:lnTo>
                          <a:pt x="1020" y="83"/>
                        </a:lnTo>
                        <a:lnTo>
                          <a:pt x="1023" y="83"/>
                        </a:lnTo>
                        <a:lnTo>
                          <a:pt x="1025" y="83"/>
                        </a:lnTo>
                        <a:lnTo>
                          <a:pt x="1027" y="83"/>
                        </a:lnTo>
                        <a:lnTo>
                          <a:pt x="1030" y="83"/>
                        </a:lnTo>
                        <a:lnTo>
                          <a:pt x="1032" y="83"/>
                        </a:lnTo>
                        <a:lnTo>
                          <a:pt x="1035" y="83"/>
                        </a:lnTo>
                        <a:lnTo>
                          <a:pt x="1037" y="83"/>
                        </a:lnTo>
                        <a:lnTo>
                          <a:pt x="1039" y="83"/>
                        </a:lnTo>
                        <a:lnTo>
                          <a:pt x="1042" y="83"/>
                        </a:lnTo>
                        <a:lnTo>
                          <a:pt x="1044" y="83"/>
                        </a:lnTo>
                        <a:lnTo>
                          <a:pt x="1047" y="83"/>
                        </a:lnTo>
                        <a:lnTo>
                          <a:pt x="1049" y="83"/>
                        </a:lnTo>
                        <a:lnTo>
                          <a:pt x="1051" y="84"/>
                        </a:lnTo>
                        <a:lnTo>
                          <a:pt x="1054" y="83"/>
                        </a:lnTo>
                        <a:lnTo>
                          <a:pt x="1056" y="84"/>
                        </a:lnTo>
                        <a:lnTo>
                          <a:pt x="1059" y="83"/>
                        </a:lnTo>
                        <a:lnTo>
                          <a:pt x="1061" y="83"/>
                        </a:lnTo>
                        <a:lnTo>
                          <a:pt x="1064" y="84"/>
                        </a:lnTo>
                        <a:lnTo>
                          <a:pt x="1066" y="83"/>
                        </a:lnTo>
                        <a:lnTo>
                          <a:pt x="1068" y="83"/>
                        </a:lnTo>
                        <a:lnTo>
                          <a:pt x="1071" y="83"/>
                        </a:lnTo>
                        <a:lnTo>
                          <a:pt x="1073" y="83"/>
                        </a:lnTo>
                        <a:lnTo>
                          <a:pt x="1076" y="83"/>
                        </a:lnTo>
                        <a:lnTo>
                          <a:pt x="1078" y="83"/>
                        </a:lnTo>
                        <a:lnTo>
                          <a:pt x="1080" y="83"/>
                        </a:lnTo>
                        <a:lnTo>
                          <a:pt x="1083" y="83"/>
                        </a:lnTo>
                        <a:lnTo>
                          <a:pt x="1085" y="83"/>
                        </a:lnTo>
                        <a:lnTo>
                          <a:pt x="1088" y="83"/>
                        </a:lnTo>
                        <a:lnTo>
                          <a:pt x="1090" y="84"/>
                        </a:lnTo>
                        <a:lnTo>
                          <a:pt x="1092" y="83"/>
                        </a:lnTo>
                        <a:lnTo>
                          <a:pt x="1095" y="83"/>
                        </a:lnTo>
                        <a:lnTo>
                          <a:pt x="1097" y="83"/>
                        </a:lnTo>
                        <a:lnTo>
                          <a:pt x="1099" y="83"/>
                        </a:lnTo>
                        <a:lnTo>
                          <a:pt x="1102" y="83"/>
                        </a:lnTo>
                        <a:lnTo>
                          <a:pt x="1104" y="83"/>
                        </a:lnTo>
                        <a:lnTo>
                          <a:pt x="1107" y="83"/>
                        </a:lnTo>
                        <a:lnTo>
                          <a:pt x="1109" y="83"/>
                        </a:lnTo>
                        <a:lnTo>
                          <a:pt x="1111" y="83"/>
                        </a:lnTo>
                        <a:lnTo>
                          <a:pt x="1114" y="83"/>
                        </a:lnTo>
                        <a:lnTo>
                          <a:pt x="1116" y="83"/>
                        </a:lnTo>
                        <a:lnTo>
                          <a:pt x="1119" y="83"/>
                        </a:lnTo>
                        <a:lnTo>
                          <a:pt x="1121" y="83"/>
                        </a:lnTo>
                        <a:lnTo>
                          <a:pt x="1123" y="83"/>
                        </a:lnTo>
                        <a:lnTo>
                          <a:pt x="1126" y="83"/>
                        </a:lnTo>
                        <a:lnTo>
                          <a:pt x="1128" y="84"/>
                        </a:lnTo>
                        <a:lnTo>
                          <a:pt x="1131" y="83"/>
                        </a:lnTo>
                        <a:lnTo>
                          <a:pt x="1133" y="83"/>
                        </a:lnTo>
                        <a:lnTo>
                          <a:pt x="1135" y="83"/>
                        </a:lnTo>
                        <a:lnTo>
                          <a:pt x="1138" y="83"/>
                        </a:lnTo>
                        <a:lnTo>
                          <a:pt x="1140" y="83"/>
                        </a:lnTo>
                        <a:lnTo>
                          <a:pt x="1143" y="83"/>
                        </a:lnTo>
                        <a:lnTo>
                          <a:pt x="1145" y="83"/>
                        </a:lnTo>
                        <a:lnTo>
                          <a:pt x="1147" y="83"/>
                        </a:lnTo>
                        <a:lnTo>
                          <a:pt x="1150" y="83"/>
                        </a:lnTo>
                        <a:lnTo>
                          <a:pt x="1152" y="83"/>
                        </a:lnTo>
                        <a:lnTo>
                          <a:pt x="1155" y="84"/>
                        </a:lnTo>
                        <a:lnTo>
                          <a:pt x="1157" y="83"/>
                        </a:lnTo>
                        <a:lnTo>
                          <a:pt x="1159" y="83"/>
                        </a:lnTo>
                        <a:lnTo>
                          <a:pt x="1162" y="83"/>
                        </a:lnTo>
                        <a:lnTo>
                          <a:pt x="1164" y="83"/>
                        </a:lnTo>
                        <a:lnTo>
                          <a:pt x="1167" y="84"/>
                        </a:lnTo>
                        <a:lnTo>
                          <a:pt x="1169" y="83"/>
                        </a:lnTo>
                        <a:lnTo>
                          <a:pt x="1171" y="84"/>
                        </a:lnTo>
                        <a:lnTo>
                          <a:pt x="1174" y="83"/>
                        </a:lnTo>
                        <a:lnTo>
                          <a:pt x="1176" y="83"/>
                        </a:lnTo>
                        <a:lnTo>
                          <a:pt x="1179" y="83"/>
                        </a:lnTo>
                        <a:lnTo>
                          <a:pt x="1181" y="83"/>
                        </a:lnTo>
                        <a:lnTo>
                          <a:pt x="1183" y="83"/>
                        </a:lnTo>
                        <a:lnTo>
                          <a:pt x="1186" y="83"/>
                        </a:lnTo>
                        <a:lnTo>
                          <a:pt x="1188" y="83"/>
                        </a:lnTo>
                        <a:lnTo>
                          <a:pt x="1191" y="84"/>
                        </a:lnTo>
                        <a:lnTo>
                          <a:pt x="1193" y="84"/>
                        </a:lnTo>
                        <a:lnTo>
                          <a:pt x="1196" y="83"/>
                        </a:lnTo>
                        <a:lnTo>
                          <a:pt x="1198" y="84"/>
                        </a:lnTo>
                        <a:lnTo>
                          <a:pt x="1200" y="84"/>
                        </a:lnTo>
                        <a:lnTo>
                          <a:pt x="1203" y="84"/>
                        </a:lnTo>
                        <a:lnTo>
                          <a:pt x="1205" y="84"/>
                        </a:lnTo>
                        <a:lnTo>
                          <a:pt x="1208" y="83"/>
                        </a:lnTo>
                        <a:lnTo>
                          <a:pt x="1210" y="83"/>
                        </a:lnTo>
                        <a:lnTo>
                          <a:pt x="1212" y="83"/>
                        </a:lnTo>
                        <a:lnTo>
                          <a:pt x="1215" y="83"/>
                        </a:lnTo>
                        <a:lnTo>
                          <a:pt x="1217" y="83"/>
                        </a:lnTo>
                        <a:lnTo>
                          <a:pt x="1220" y="83"/>
                        </a:lnTo>
                        <a:lnTo>
                          <a:pt x="1222" y="83"/>
                        </a:lnTo>
                        <a:lnTo>
                          <a:pt x="1224" y="83"/>
                        </a:lnTo>
                        <a:lnTo>
                          <a:pt x="1227" y="83"/>
                        </a:lnTo>
                        <a:lnTo>
                          <a:pt x="1229" y="83"/>
                        </a:lnTo>
                        <a:lnTo>
                          <a:pt x="1232" y="83"/>
                        </a:lnTo>
                        <a:lnTo>
                          <a:pt x="1234" y="83"/>
                        </a:lnTo>
                        <a:lnTo>
                          <a:pt x="1237" y="83"/>
                        </a:lnTo>
                        <a:lnTo>
                          <a:pt x="1239" y="83"/>
                        </a:lnTo>
                        <a:lnTo>
                          <a:pt x="1241" y="84"/>
                        </a:lnTo>
                        <a:lnTo>
                          <a:pt x="1244" y="83"/>
                        </a:lnTo>
                        <a:lnTo>
                          <a:pt x="1246" y="83"/>
                        </a:lnTo>
                        <a:lnTo>
                          <a:pt x="1249" y="83"/>
                        </a:lnTo>
                        <a:lnTo>
                          <a:pt x="1251" y="83"/>
                        </a:lnTo>
                        <a:lnTo>
                          <a:pt x="1253" y="83"/>
                        </a:lnTo>
                        <a:lnTo>
                          <a:pt x="1256" y="83"/>
                        </a:lnTo>
                        <a:lnTo>
                          <a:pt x="1258" y="83"/>
                        </a:lnTo>
                        <a:lnTo>
                          <a:pt x="1261" y="83"/>
                        </a:lnTo>
                        <a:lnTo>
                          <a:pt x="1263" y="83"/>
                        </a:lnTo>
                        <a:lnTo>
                          <a:pt x="1265" y="83"/>
                        </a:lnTo>
                        <a:lnTo>
                          <a:pt x="1268" y="83"/>
                        </a:lnTo>
                        <a:lnTo>
                          <a:pt x="1270" y="83"/>
                        </a:lnTo>
                        <a:lnTo>
                          <a:pt x="1273" y="83"/>
                        </a:lnTo>
                        <a:lnTo>
                          <a:pt x="1275" y="83"/>
                        </a:lnTo>
                        <a:lnTo>
                          <a:pt x="1277" y="83"/>
                        </a:lnTo>
                        <a:lnTo>
                          <a:pt x="1280" y="83"/>
                        </a:lnTo>
                        <a:lnTo>
                          <a:pt x="1282" y="84"/>
                        </a:lnTo>
                        <a:lnTo>
                          <a:pt x="1285" y="83"/>
                        </a:lnTo>
                        <a:lnTo>
                          <a:pt x="1287" y="83"/>
                        </a:lnTo>
                        <a:lnTo>
                          <a:pt x="1290" y="83"/>
                        </a:lnTo>
                        <a:lnTo>
                          <a:pt x="1292" y="83"/>
                        </a:lnTo>
                        <a:lnTo>
                          <a:pt x="1294" y="84"/>
                        </a:lnTo>
                        <a:lnTo>
                          <a:pt x="1297" y="83"/>
                        </a:lnTo>
                        <a:lnTo>
                          <a:pt x="1299" y="84"/>
                        </a:lnTo>
                        <a:lnTo>
                          <a:pt x="1302" y="84"/>
                        </a:lnTo>
                        <a:lnTo>
                          <a:pt x="1304" y="83"/>
                        </a:lnTo>
                        <a:lnTo>
                          <a:pt x="1306" y="84"/>
                        </a:lnTo>
                        <a:lnTo>
                          <a:pt x="1309" y="83"/>
                        </a:lnTo>
                        <a:lnTo>
                          <a:pt x="1311" y="84"/>
                        </a:lnTo>
                        <a:lnTo>
                          <a:pt x="1314" y="84"/>
                        </a:lnTo>
                        <a:lnTo>
                          <a:pt x="1316" y="84"/>
                        </a:lnTo>
                        <a:lnTo>
                          <a:pt x="1318" y="84"/>
                        </a:lnTo>
                        <a:lnTo>
                          <a:pt x="1321" y="84"/>
                        </a:lnTo>
                        <a:lnTo>
                          <a:pt x="1323" y="84"/>
                        </a:lnTo>
                        <a:lnTo>
                          <a:pt x="1326" y="84"/>
                        </a:lnTo>
                        <a:lnTo>
                          <a:pt x="1328" y="84"/>
                        </a:lnTo>
                        <a:lnTo>
                          <a:pt x="1331" y="85"/>
                        </a:lnTo>
                        <a:lnTo>
                          <a:pt x="1333" y="83"/>
                        </a:lnTo>
                        <a:lnTo>
                          <a:pt x="1335" y="84"/>
                        </a:lnTo>
                        <a:lnTo>
                          <a:pt x="1338" y="84"/>
                        </a:lnTo>
                        <a:lnTo>
                          <a:pt x="1340" y="84"/>
                        </a:lnTo>
                        <a:lnTo>
                          <a:pt x="1342" y="84"/>
                        </a:lnTo>
                        <a:lnTo>
                          <a:pt x="1345" y="84"/>
                        </a:lnTo>
                        <a:lnTo>
                          <a:pt x="1347" y="84"/>
                        </a:lnTo>
                        <a:lnTo>
                          <a:pt x="1350" y="84"/>
                        </a:lnTo>
                        <a:lnTo>
                          <a:pt x="1352" y="84"/>
                        </a:lnTo>
                        <a:lnTo>
                          <a:pt x="1354" y="85"/>
                        </a:lnTo>
                        <a:lnTo>
                          <a:pt x="1357" y="85"/>
                        </a:lnTo>
                        <a:lnTo>
                          <a:pt x="1359" y="85"/>
                        </a:lnTo>
                        <a:lnTo>
                          <a:pt x="1362" y="85"/>
                        </a:lnTo>
                        <a:lnTo>
                          <a:pt x="1364" y="85"/>
                        </a:lnTo>
                        <a:lnTo>
                          <a:pt x="1366" y="85"/>
                        </a:lnTo>
                        <a:lnTo>
                          <a:pt x="1369" y="85"/>
                        </a:lnTo>
                        <a:lnTo>
                          <a:pt x="1371" y="85"/>
                        </a:lnTo>
                        <a:lnTo>
                          <a:pt x="1374" y="86"/>
                        </a:lnTo>
                        <a:lnTo>
                          <a:pt x="1376" y="85"/>
                        </a:lnTo>
                        <a:lnTo>
                          <a:pt x="1378" y="86"/>
                        </a:lnTo>
                        <a:lnTo>
                          <a:pt x="1381" y="86"/>
                        </a:lnTo>
                        <a:lnTo>
                          <a:pt x="1383" y="85"/>
                        </a:lnTo>
                        <a:lnTo>
                          <a:pt x="1386" y="86"/>
                        </a:lnTo>
                        <a:lnTo>
                          <a:pt x="1388" y="86"/>
                        </a:lnTo>
                        <a:lnTo>
                          <a:pt x="1390" y="86"/>
                        </a:lnTo>
                        <a:lnTo>
                          <a:pt x="1393" y="86"/>
                        </a:lnTo>
                        <a:lnTo>
                          <a:pt x="1395" y="86"/>
                        </a:lnTo>
                        <a:lnTo>
                          <a:pt x="1398" y="86"/>
                        </a:lnTo>
                        <a:lnTo>
                          <a:pt x="1400" y="87"/>
                        </a:lnTo>
                        <a:lnTo>
                          <a:pt x="1402" y="87"/>
                        </a:lnTo>
                        <a:lnTo>
                          <a:pt x="1405" y="87"/>
                        </a:lnTo>
                        <a:lnTo>
                          <a:pt x="1407" y="86"/>
                        </a:lnTo>
                        <a:lnTo>
                          <a:pt x="1410" y="86"/>
                        </a:lnTo>
                        <a:lnTo>
                          <a:pt x="1412" y="86"/>
                        </a:lnTo>
                        <a:lnTo>
                          <a:pt x="1414" y="86"/>
                        </a:lnTo>
                        <a:lnTo>
                          <a:pt x="1417" y="86"/>
                        </a:lnTo>
                        <a:lnTo>
                          <a:pt x="1419" y="86"/>
                        </a:lnTo>
                        <a:lnTo>
                          <a:pt x="1422" y="86"/>
                        </a:lnTo>
                        <a:lnTo>
                          <a:pt x="1424" y="87"/>
                        </a:lnTo>
                        <a:lnTo>
                          <a:pt x="1426" y="86"/>
                        </a:lnTo>
                        <a:lnTo>
                          <a:pt x="1429" y="86"/>
                        </a:lnTo>
                        <a:lnTo>
                          <a:pt x="1431" y="87"/>
                        </a:lnTo>
                        <a:lnTo>
                          <a:pt x="1434" y="86"/>
                        </a:lnTo>
                        <a:lnTo>
                          <a:pt x="1436" y="87"/>
                        </a:lnTo>
                        <a:lnTo>
                          <a:pt x="1438" y="87"/>
                        </a:lnTo>
                        <a:lnTo>
                          <a:pt x="1441" y="86"/>
                        </a:lnTo>
                        <a:lnTo>
                          <a:pt x="1443" y="87"/>
                        </a:lnTo>
                        <a:lnTo>
                          <a:pt x="1446" y="87"/>
                        </a:lnTo>
                        <a:lnTo>
                          <a:pt x="1448" y="86"/>
                        </a:lnTo>
                        <a:lnTo>
                          <a:pt x="1450" y="86"/>
                        </a:lnTo>
                        <a:lnTo>
                          <a:pt x="1453" y="86"/>
                        </a:lnTo>
                        <a:lnTo>
                          <a:pt x="1455" y="86"/>
                        </a:lnTo>
                        <a:lnTo>
                          <a:pt x="1458" y="86"/>
                        </a:lnTo>
                        <a:lnTo>
                          <a:pt x="1460" y="86"/>
                        </a:lnTo>
                        <a:lnTo>
                          <a:pt x="1463" y="86"/>
                        </a:lnTo>
                        <a:lnTo>
                          <a:pt x="1465" y="86"/>
                        </a:lnTo>
                        <a:lnTo>
                          <a:pt x="1467" y="86"/>
                        </a:lnTo>
                        <a:lnTo>
                          <a:pt x="1470" y="86"/>
                        </a:lnTo>
                        <a:lnTo>
                          <a:pt x="1472" y="86"/>
                        </a:lnTo>
                        <a:lnTo>
                          <a:pt x="1475" y="86"/>
                        </a:lnTo>
                        <a:lnTo>
                          <a:pt x="1477" y="86"/>
                        </a:lnTo>
                        <a:lnTo>
                          <a:pt x="1479" y="86"/>
                        </a:lnTo>
                        <a:lnTo>
                          <a:pt x="1482" y="86"/>
                        </a:lnTo>
                        <a:lnTo>
                          <a:pt x="1484" y="85"/>
                        </a:lnTo>
                        <a:lnTo>
                          <a:pt x="1487" y="85"/>
                        </a:lnTo>
                        <a:lnTo>
                          <a:pt x="1489" y="85"/>
                        </a:lnTo>
                        <a:lnTo>
                          <a:pt x="1491" y="85"/>
                        </a:lnTo>
                        <a:lnTo>
                          <a:pt x="1494" y="86"/>
                        </a:lnTo>
                        <a:lnTo>
                          <a:pt x="1496" y="85"/>
                        </a:lnTo>
                        <a:lnTo>
                          <a:pt x="1499" y="86"/>
                        </a:lnTo>
                        <a:lnTo>
                          <a:pt x="1501" y="86"/>
                        </a:lnTo>
                        <a:lnTo>
                          <a:pt x="1504" y="86"/>
                        </a:lnTo>
                        <a:lnTo>
                          <a:pt x="1506" y="86"/>
                        </a:lnTo>
                        <a:lnTo>
                          <a:pt x="1508" y="86"/>
                        </a:lnTo>
                        <a:lnTo>
                          <a:pt x="1511" y="86"/>
                        </a:lnTo>
                        <a:lnTo>
                          <a:pt x="1513" y="86"/>
                        </a:lnTo>
                        <a:lnTo>
                          <a:pt x="1516" y="86"/>
                        </a:lnTo>
                        <a:lnTo>
                          <a:pt x="1518" y="86"/>
                        </a:lnTo>
                        <a:lnTo>
                          <a:pt x="1520" y="86"/>
                        </a:lnTo>
                        <a:lnTo>
                          <a:pt x="1523" y="86"/>
                        </a:lnTo>
                        <a:lnTo>
                          <a:pt x="1525" y="86"/>
                        </a:lnTo>
                        <a:lnTo>
                          <a:pt x="1528" y="86"/>
                        </a:lnTo>
                        <a:lnTo>
                          <a:pt x="1530" y="86"/>
                        </a:lnTo>
                        <a:lnTo>
                          <a:pt x="1532" y="86"/>
                        </a:lnTo>
                        <a:lnTo>
                          <a:pt x="1535" y="86"/>
                        </a:lnTo>
                        <a:lnTo>
                          <a:pt x="1537" y="87"/>
                        </a:lnTo>
                        <a:lnTo>
                          <a:pt x="1540" y="87"/>
                        </a:lnTo>
                        <a:lnTo>
                          <a:pt x="1542" y="88"/>
                        </a:lnTo>
                        <a:lnTo>
                          <a:pt x="1544" y="87"/>
                        </a:lnTo>
                        <a:lnTo>
                          <a:pt x="1547" y="87"/>
                        </a:lnTo>
                        <a:lnTo>
                          <a:pt x="1549" y="87"/>
                        </a:lnTo>
                        <a:lnTo>
                          <a:pt x="1552" y="86"/>
                        </a:lnTo>
                        <a:lnTo>
                          <a:pt x="1554" y="87"/>
                        </a:lnTo>
                        <a:lnTo>
                          <a:pt x="1557" y="87"/>
                        </a:lnTo>
                        <a:lnTo>
                          <a:pt x="1559" y="87"/>
                        </a:lnTo>
                        <a:lnTo>
                          <a:pt x="1561" y="88"/>
                        </a:lnTo>
                        <a:lnTo>
                          <a:pt x="1564" y="87"/>
                        </a:lnTo>
                        <a:lnTo>
                          <a:pt x="1566" y="88"/>
                        </a:lnTo>
                        <a:lnTo>
                          <a:pt x="1569" y="87"/>
                        </a:lnTo>
                        <a:lnTo>
                          <a:pt x="1571" y="87"/>
                        </a:lnTo>
                        <a:lnTo>
                          <a:pt x="1573" y="89"/>
                        </a:lnTo>
                        <a:lnTo>
                          <a:pt x="1576" y="89"/>
                        </a:lnTo>
                        <a:lnTo>
                          <a:pt x="1578" y="86"/>
                        </a:lnTo>
                        <a:lnTo>
                          <a:pt x="1581" y="76"/>
                        </a:lnTo>
                        <a:lnTo>
                          <a:pt x="1583" y="64"/>
                        </a:lnTo>
                        <a:lnTo>
                          <a:pt x="1585" y="53"/>
                        </a:lnTo>
                        <a:lnTo>
                          <a:pt x="1588" y="41"/>
                        </a:lnTo>
                        <a:lnTo>
                          <a:pt x="1590" y="42"/>
                        </a:lnTo>
                        <a:lnTo>
                          <a:pt x="1593" y="42"/>
                        </a:lnTo>
                        <a:lnTo>
                          <a:pt x="1595" y="50"/>
                        </a:lnTo>
                        <a:lnTo>
                          <a:pt x="1597" y="63"/>
                        </a:lnTo>
                        <a:lnTo>
                          <a:pt x="1600" y="72"/>
                        </a:lnTo>
                        <a:lnTo>
                          <a:pt x="1602" y="82"/>
                        </a:lnTo>
                        <a:lnTo>
                          <a:pt x="1605" y="94"/>
                        </a:lnTo>
                        <a:lnTo>
                          <a:pt x="1607" y="105"/>
                        </a:lnTo>
                        <a:lnTo>
                          <a:pt x="1609" y="116"/>
                        </a:lnTo>
                        <a:lnTo>
                          <a:pt x="1612" y="123"/>
                        </a:lnTo>
                        <a:lnTo>
                          <a:pt x="1614" y="131"/>
                        </a:lnTo>
                        <a:lnTo>
                          <a:pt x="1617" y="137"/>
                        </a:lnTo>
                        <a:lnTo>
                          <a:pt x="1619" y="141"/>
                        </a:lnTo>
                        <a:lnTo>
                          <a:pt x="1621" y="145"/>
                        </a:lnTo>
                        <a:lnTo>
                          <a:pt x="1624" y="152"/>
                        </a:lnTo>
                        <a:lnTo>
                          <a:pt x="1626" y="153"/>
                        </a:lnTo>
                        <a:lnTo>
                          <a:pt x="1629" y="157"/>
                        </a:lnTo>
                        <a:lnTo>
                          <a:pt x="1631" y="163"/>
                        </a:lnTo>
                        <a:lnTo>
                          <a:pt x="1633" y="164"/>
                        </a:lnTo>
                        <a:lnTo>
                          <a:pt x="1636" y="168"/>
                        </a:lnTo>
                        <a:lnTo>
                          <a:pt x="1638" y="172"/>
                        </a:lnTo>
                        <a:lnTo>
                          <a:pt x="1641" y="172"/>
                        </a:lnTo>
                        <a:lnTo>
                          <a:pt x="1643" y="175"/>
                        </a:lnTo>
                        <a:lnTo>
                          <a:pt x="1645" y="177"/>
                        </a:lnTo>
                        <a:lnTo>
                          <a:pt x="1648" y="177"/>
                        </a:lnTo>
                        <a:lnTo>
                          <a:pt x="1650" y="181"/>
                        </a:lnTo>
                        <a:lnTo>
                          <a:pt x="1653" y="179"/>
                        </a:lnTo>
                        <a:lnTo>
                          <a:pt x="1655" y="181"/>
                        </a:lnTo>
                        <a:lnTo>
                          <a:pt x="1657" y="185"/>
                        </a:lnTo>
                        <a:lnTo>
                          <a:pt x="1660" y="182"/>
                        </a:lnTo>
                        <a:lnTo>
                          <a:pt x="1662" y="185"/>
                        </a:lnTo>
                        <a:lnTo>
                          <a:pt x="1665" y="189"/>
                        </a:lnTo>
                        <a:lnTo>
                          <a:pt x="1667" y="185"/>
                        </a:lnTo>
                        <a:lnTo>
                          <a:pt x="1669" y="189"/>
                        </a:lnTo>
                        <a:lnTo>
                          <a:pt x="1672" y="191"/>
                        </a:lnTo>
                        <a:lnTo>
                          <a:pt x="1674" y="186"/>
                        </a:lnTo>
                        <a:lnTo>
                          <a:pt x="1677" y="192"/>
                        </a:lnTo>
                        <a:lnTo>
                          <a:pt x="1679" y="192"/>
                        </a:lnTo>
                        <a:lnTo>
                          <a:pt x="1681" y="188"/>
                        </a:lnTo>
                        <a:lnTo>
                          <a:pt x="1684" y="193"/>
                        </a:lnTo>
                        <a:lnTo>
                          <a:pt x="1686" y="189"/>
                        </a:lnTo>
                        <a:lnTo>
                          <a:pt x="1689" y="189"/>
                        </a:lnTo>
                        <a:lnTo>
                          <a:pt x="1691" y="195"/>
                        </a:lnTo>
                        <a:lnTo>
                          <a:pt x="1693" y="189"/>
                        </a:lnTo>
                        <a:lnTo>
                          <a:pt x="1696" y="190"/>
                        </a:lnTo>
                        <a:lnTo>
                          <a:pt x="1698" y="195"/>
                        </a:lnTo>
                        <a:lnTo>
                          <a:pt x="1701" y="188"/>
                        </a:lnTo>
                        <a:lnTo>
                          <a:pt x="1703" y="192"/>
                        </a:lnTo>
                        <a:lnTo>
                          <a:pt x="1705" y="194"/>
                        </a:lnTo>
                        <a:lnTo>
                          <a:pt x="1708" y="188"/>
                        </a:lnTo>
                        <a:lnTo>
                          <a:pt x="1710" y="192"/>
                        </a:lnTo>
                        <a:lnTo>
                          <a:pt x="1713" y="195"/>
                        </a:lnTo>
                        <a:lnTo>
                          <a:pt x="1715" y="189"/>
                        </a:lnTo>
                        <a:lnTo>
                          <a:pt x="1717" y="192"/>
                        </a:lnTo>
                        <a:lnTo>
                          <a:pt x="1720" y="193"/>
                        </a:lnTo>
                        <a:lnTo>
                          <a:pt x="1722" y="186"/>
                        </a:lnTo>
                        <a:lnTo>
                          <a:pt x="1725" y="190"/>
                        </a:lnTo>
                        <a:lnTo>
                          <a:pt x="1727" y="193"/>
                        </a:lnTo>
                        <a:lnTo>
                          <a:pt x="1730" y="185"/>
                        </a:lnTo>
                        <a:lnTo>
                          <a:pt x="1732" y="189"/>
                        </a:lnTo>
                        <a:lnTo>
                          <a:pt x="1734" y="192"/>
                        </a:lnTo>
                        <a:lnTo>
                          <a:pt x="1737" y="185"/>
                        </a:lnTo>
                        <a:lnTo>
                          <a:pt x="1739" y="188"/>
                        </a:lnTo>
                        <a:lnTo>
                          <a:pt x="1742" y="189"/>
                        </a:lnTo>
                        <a:lnTo>
                          <a:pt x="1744" y="185"/>
                        </a:lnTo>
                        <a:lnTo>
                          <a:pt x="1746" y="186"/>
                        </a:lnTo>
                        <a:lnTo>
                          <a:pt x="1749" y="188"/>
                        </a:lnTo>
                        <a:lnTo>
                          <a:pt x="1751" y="181"/>
                        </a:lnTo>
                        <a:lnTo>
                          <a:pt x="1754" y="184"/>
                        </a:lnTo>
                        <a:lnTo>
                          <a:pt x="1756" y="187"/>
                        </a:lnTo>
                        <a:lnTo>
                          <a:pt x="1758" y="178"/>
                        </a:lnTo>
                        <a:lnTo>
                          <a:pt x="1761" y="183"/>
                        </a:lnTo>
                        <a:lnTo>
                          <a:pt x="1763" y="185"/>
                        </a:lnTo>
                        <a:lnTo>
                          <a:pt x="1766" y="177"/>
                        </a:lnTo>
                        <a:lnTo>
                          <a:pt x="1768" y="181"/>
                        </a:lnTo>
                        <a:lnTo>
                          <a:pt x="1771" y="183"/>
                        </a:lnTo>
                        <a:lnTo>
                          <a:pt x="1773" y="178"/>
                        </a:lnTo>
                        <a:lnTo>
                          <a:pt x="1775" y="180"/>
                        </a:lnTo>
                        <a:lnTo>
                          <a:pt x="1778" y="180"/>
                        </a:lnTo>
                        <a:lnTo>
                          <a:pt x="1780" y="174"/>
                        </a:lnTo>
                        <a:lnTo>
                          <a:pt x="1783" y="179"/>
                        </a:lnTo>
                        <a:lnTo>
                          <a:pt x="1785" y="178"/>
                        </a:lnTo>
                        <a:lnTo>
                          <a:pt x="1787" y="172"/>
                        </a:lnTo>
                        <a:lnTo>
                          <a:pt x="1790" y="176"/>
                        </a:lnTo>
                        <a:lnTo>
                          <a:pt x="1792" y="177"/>
                        </a:lnTo>
                        <a:lnTo>
                          <a:pt x="1795" y="171"/>
                        </a:lnTo>
                        <a:lnTo>
                          <a:pt x="1797" y="175"/>
                        </a:lnTo>
                        <a:lnTo>
                          <a:pt x="1799" y="175"/>
                        </a:lnTo>
                        <a:lnTo>
                          <a:pt x="1802" y="168"/>
                        </a:lnTo>
                        <a:lnTo>
                          <a:pt x="1804" y="173"/>
                        </a:lnTo>
                        <a:lnTo>
                          <a:pt x="1807" y="173"/>
                        </a:lnTo>
                        <a:lnTo>
                          <a:pt x="1809" y="169"/>
                        </a:lnTo>
                        <a:lnTo>
                          <a:pt x="1811" y="170"/>
                        </a:lnTo>
                        <a:lnTo>
                          <a:pt x="1814" y="170"/>
                        </a:lnTo>
                        <a:lnTo>
                          <a:pt x="1816" y="174"/>
                        </a:lnTo>
                        <a:lnTo>
                          <a:pt x="1819" y="168"/>
                        </a:lnTo>
                        <a:lnTo>
                          <a:pt x="1821" y="169"/>
                        </a:lnTo>
                        <a:lnTo>
                          <a:pt x="1824" y="171"/>
                        </a:lnTo>
                        <a:lnTo>
                          <a:pt x="1826" y="166"/>
                        </a:lnTo>
                        <a:lnTo>
                          <a:pt x="1828" y="168"/>
                        </a:lnTo>
                        <a:lnTo>
                          <a:pt x="1831" y="166"/>
                        </a:lnTo>
                        <a:lnTo>
                          <a:pt x="1833" y="165"/>
                        </a:lnTo>
                        <a:lnTo>
                          <a:pt x="1836" y="166"/>
                        </a:lnTo>
                        <a:lnTo>
                          <a:pt x="1838" y="163"/>
                        </a:lnTo>
                        <a:lnTo>
                          <a:pt x="1840" y="163"/>
                        </a:lnTo>
                        <a:lnTo>
                          <a:pt x="1843" y="165"/>
                        </a:lnTo>
                        <a:lnTo>
                          <a:pt x="1845" y="165"/>
                        </a:lnTo>
                        <a:lnTo>
                          <a:pt x="1848" y="161"/>
                        </a:lnTo>
                        <a:lnTo>
                          <a:pt x="1850" y="163"/>
                        </a:lnTo>
                        <a:lnTo>
                          <a:pt x="1852" y="168"/>
                        </a:lnTo>
                        <a:lnTo>
                          <a:pt x="1855" y="158"/>
                        </a:lnTo>
                        <a:lnTo>
                          <a:pt x="1857" y="161"/>
                        </a:lnTo>
                        <a:lnTo>
                          <a:pt x="1860" y="164"/>
                        </a:lnTo>
                        <a:lnTo>
                          <a:pt x="1862" y="156"/>
                        </a:lnTo>
                        <a:lnTo>
                          <a:pt x="1864" y="159"/>
                        </a:lnTo>
                        <a:lnTo>
                          <a:pt x="1867" y="162"/>
                        </a:lnTo>
                        <a:lnTo>
                          <a:pt x="1869" y="155"/>
                        </a:lnTo>
                        <a:lnTo>
                          <a:pt x="1872" y="159"/>
                        </a:lnTo>
                        <a:lnTo>
                          <a:pt x="1874" y="159"/>
                        </a:lnTo>
                        <a:lnTo>
                          <a:pt x="1876" y="152"/>
                        </a:lnTo>
                        <a:lnTo>
                          <a:pt x="1879" y="156"/>
                        </a:lnTo>
                        <a:lnTo>
                          <a:pt x="1881" y="163"/>
                        </a:lnTo>
                        <a:lnTo>
                          <a:pt x="1884" y="151"/>
                        </a:lnTo>
                        <a:lnTo>
                          <a:pt x="1886" y="153"/>
                        </a:lnTo>
                        <a:lnTo>
                          <a:pt x="1888" y="162"/>
                        </a:lnTo>
                        <a:lnTo>
                          <a:pt x="1891" y="149"/>
                        </a:lnTo>
                        <a:lnTo>
                          <a:pt x="1893" y="151"/>
                        </a:lnTo>
                        <a:lnTo>
                          <a:pt x="1896" y="159"/>
                        </a:lnTo>
                        <a:lnTo>
                          <a:pt x="1898" y="146"/>
                        </a:lnTo>
                        <a:lnTo>
                          <a:pt x="1900" y="150"/>
                        </a:lnTo>
                        <a:lnTo>
                          <a:pt x="1903" y="158"/>
                        </a:lnTo>
                        <a:lnTo>
                          <a:pt x="1905" y="147"/>
                        </a:lnTo>
                        <a:lnTo>
                          <a:pt x="1908" y="150"/>
                        </a:lnTo>
                        <a:lnTo>
                          <a:pt x="1910" y="155"/>
                        </a:lnTo>
                        <a:lnTo>
                          <a:pt x="1912" y="147"/>
                        </a:lnTo>
                        <a:lnTo>
                          <a:pt x="1915" y="150"/>
                        </a:lnTo>
                        <a:lnTo>
                          <a:pt x="1917" y="149"/>
                        </a:lnTo>
                        <a:lnTo>
                          <a:pt x="1920" y="146"/>
                        </a:lnTo>
                        <a:lnTo>
                          <a:pt x="1922" y="150"/>
                        </a:lnTo>
                        <a:lnTo>
                          <a:pt x="1924" y="150"/>
                        </a:lnTo>
                        <a:lnTo>
                          <a:pt x="1927" y="145"/>
                        </a:lnTo>
                        <a:lnTo>
                          <a:pt x="1929" y="148"/>
                        </a:lnTo>
                        <a:lnTo>
                          <a:pt x="1932" y="153"/>
                        </a:lnTo>
                        <a:lnTo>
                          <a:pt x="1934" y="142"/>
                        </a:lnTo>
                        <a:lnTo>
                          <a:pt x="1936" y="146"/>
                        </a:lnTo>
                        <a:lnTo>
                          <a:pt x="1939" y="150"/>
                        </a:lnTo>
                        <a:lnTo>
                          <a:pt x="1941" y="141"/>
                        </a:lnTo>
                        <a:lnTo>
                          <a:pt x="1944" y="145"/>
                        </a:lnTo>
                        <a:lnTo>
                          <a:pt x="1946" y="148"/>
                        </a:lnTo>
                        <a:lnTo>
                          <a:pt x="1948" y="140"/>
                        </a:lnTo>
                        <a:lnTo>
                          <a:pt x="1951" y="144"/>
                        </a:lnTo>
                        <a:lnTo>
                          <a:pt x="1953" y="147"/>
                        </a:lnTo>
                        <a:lnTo>
                          <a:pt x="1956" y="141"/>
                        </a:lnTo>
                        <a:lnTo>
                          <a:pt x="1958" y="143"/>
                        </a:lnTo>
                        <a:lnTo>
                          <a:pt x="1960" y="148"/>
                        </a:lnTo>
                        <a:lnTo>
                          <a:pt x="1963" y="139"/>
                        </a:lnTo>
                        <a:lnTo>
                          <a:pt x="1965" y="140"/>
                        </a:lnTo>
                        <a:lnTo>
                          <a:pt x="1968" y="146"/>
                        </a:lnTo>
                        <a:lnTo>
                          <a:pt x="1970" y="137"/>
                        </a:lnTo>
                        <a:lnTo>
                          <a:pt x="1972" y="139"/>
                        </a:lnTo>
                        <a:lnTo>
                          <a:pt x="1975" y="145"/>
                        </a:lnTo>
                        <a:lnTo>
                          <a:pt x="1977" y="136"/>
                        </a:lnTo>
                        <a:lnTo>
                          <a:pt x="1980" y="139"/>
                        </a:lnTo>
                        <a:lnTo>
                          <a:pt x="1982" y="142"/>
                        </a:lnTo>
                        <a:lnTo>
                          <a:pt x="1984" y="135"/>
                        </a:lnTo>
                        <a:lnTo>
                          <a:pt x="1987" y="139"/>
                        </a:lnTo>
                        <a:lnTo>
                          <a:pt x="1989" y="140"/>
                        </a:lnTo>
                        <a:lnTo>
                          <a:pt x="1992" y="134"/>
                        </a:lnTo>
                        <a:lnTo>
                          <a:pt x="1994" y="136"/>
                        </a:lnTo>
                        <a:lnTo>
                          <a:pt x="1997" y="139"/>
                        </a:lnTo>
                        <a:lnTo>
                          <a:pt x="1999" y="134"/>
                        </a:lnTo>
                        <a:lnTo>
                          <a:pt x="2001" y="135"/>
                        </a:lnTo>
                        <a:lnTo>
                          <a:pt x="2004" y="142"/>
                        </a:lnTo>
                        <a:lnTo>
                          <a:pt x="2006" y="133"/>
                        </a:lnTo>
                        <a:lnTo>
                          <a:pt x="2009" y="134"/>
                        </a:lnTo>
                        <a:lnTo>
                          <a:pt x="2011" y="138"/>
                        </a:lnTo>
                        <a:lnTo>
                          <a:pt x="2013" y="135"/>
                        </a:lnTo>
                        <a:lnTo>
                          <a:pt x="2016" y="135"/>
                        </a:lnTo>
                        <a:lnTo>
                          <a:pt x="2018" y="134"/>
                        </a:lnTo>
                        <a:lnTo>
                          <a:pt x="2021" y="135"/>
                        </a:lnTo>
                        <a:lnTo>
                          <a:pt x="2023" y="135"/>
                        </a:lnTo>
                        <a:lnTo>
                          <a:pt x="2025" y="133"/>
                        </a:lnTo>
                        <a:lnTo>
                          <a:pt x="2028" y="135"/>
                        </a:lnTo>
                        <a:lnTo>
                          <a:pt x="2030" y="134"/>
                        </a:lnTo>
                        <a:lnTo>
                          <a:pt x="2033" y="133"/>
                        </a:lnTo>
                        <a:lnTo>
                          <a:pt x="2035" y="135"/>
                        </a:lnTo>
                        <a:lnTo>
                          <a:pt x="2038" y="133"/>
                        </a:lnTo>
                        <a:lnTo>
                          <a:pt x="2040" y="132"/>
                        </a:lnTo>
                        <a:lnTo>
                          <a:pt x="2042" y="135"/>
                        </a:lnTo>
                        <a:lnTo>
                          <a:pt x="2045" y="131"/>
                        </a:lnTo>
                        <a:lnTo>
                          <a:pt x="2047" y="135"/>
                        </a:lnTo>
                        <a:lnTo>
                          <a:pt x="2050" y="135"/>
                        </a:lnTo>
                        <a:lnTo>
                          <a:pt x="2052" y="131"/>
                        </a:lnTo>
                        <a:lnTo>
                          <a:pt x="2054" y="133"/>
                        </a:lnTo>
                        <a:lnTo>
                          <a:pt x="2057" y="134"/>
                        </a:lnTo>
                        <a:lnTo>
                          <a:pt x="2059" y="131"/>
                        </a:lnTo>
                        <a:lnTo>
                          <a:pt x="2062" y="131"/>
                        </a:lnTo>
                        <a:lnTo>
                          <a:pt x="2064" y="134"/>
                        </a:lnTo>
                        <a:lnTo>
                          <a:pt x="2066" y="131"/>
                        </a:lnTo>
                        <a:lnTo>
                          <a:pt x="2069" y="132"/>
                        </a:lnTo>
                        <a:lnTo>
                          <a:pt x="2071" y="134"/>
                        </a:lnTo>
                        <a:lnTo>
                          <a:pt x="2074" y="131"/>
                        </a:lnTo>
                        <a:lnTo>
                          <a:pt x="2076" y="132"/>
                        </a:lnTo>
                        <a:lnTo>
                          <a:pt x="2078" y="132"/>
                        </a:lnTo>
                        <a:lnTo>
                          <a:pt x="2081" y="128"/>
                        </a:lnTo>
                        <a:lnTo>
                          <a:pt x="2083" y="130"/>
                        </a:lnTo>
                        <a:lnTo>
                          <a:pt x="2086" y="132"/>
                        </a:lnTo>
                        <a:lnTo>
                          <a:pt x="2088" y="127"/>
                        </a:lnTo>
                        <a:lnTo>
                          <a:pt x="2091" y="132"/>
                        </a:lnTo>
                        <a:lnTo>
                          <a:pt x="2093" y="131"/>
                        </a:lnTo>
                        <a:lnTo>
                          <a:pt x="2095" y="128"/>
                        </a:lnTo>
                        <a:lnTo>
                          <a:pt x="2098" y="130"/>
                        </a:lnTo>
                        <a:lnTo>
                          <a:pt x="2100" y="131"/>
                        </a:lnTo>
                        <a:lnTo>
                          <a:pt x="2103" y="128"/>
                        </a:lnTo>
                        <a:lnTo>
                          <a:pt x="2105" y="129"/>
                        </a:lnTo>
                        <a:lnTo>
                          <a:pt x="2107" y="131"/>
                        </a:lnTo>
                        <a:lnTo>
                          <a:pt x="2110" y="128"/>
                        </a:lnTo>
                        <a:lnTo>
                          <a:pt x="2112" y="130"/>
                        </a:lnTo>
                        <a:lnTo>
                          <a:pt x="2115" y="130"/>
                        </a:lnTo>
                        <a:lnTo>
                          <a:pt x="2117" y="125"/>
                        </a:lnTo>
                        <a:lnTo>
                          <a:pt x="2119" y="131"/>
                        </a:lnTo>
                        <a:lnTo>
                          <a:pt x="2122" y="129"/>
                        </a:lnTo>
                        <a:lnTo>
                          <a:pt x="2124" y="125"/>
                        </a:lnTo>
                        <a:lnTo>
                          <a:pt x="2127" y="131"/>
                        </a:lnTo>
                        <a:lnTo>
                          <a:pt x="2129" y="128"/>
                        </a:lnTo>
                        <a:lnTo>
                          <a:pt x="2131" y="126"/>
                        </a:lnTo>
                        <a:lnTo>
                          <a:pt x="2134" y="131"/>
                        </a:lnTo>
                        <a:lnTo>
                          <a:pt x="2136" y="122"/>
                        </a:lnTo>
                        <a:lnTo>
                          <a:pt x="2139" y="126"/>
                        </a:lnTo>
                        <a:lnTo>
                          <a:pt x="2141" y="131"/>
                        </a:lnTo>
                        <a:lnTo>
                          <a:pt x="2143" y="122"/>
                        </a:lnTo>
                        <a:lnTo>
                          <a:pt x="2146" y="126"/>
                        </a:lnTo>
                        <a:lnTo>
                          <a:pt x="2148" y="131"/>
                        </a:lnTo>
                        <a:lnTo>
                          <a:pt x="2151" y="122"/>
                        </a:lnTo>
                        <a:lnTo>
                          <a:pt x="2153" y="128"/>
                        </a:lnTo>
                        <a:lnTo>
                          <a:pt x="2155" y="131"/>
                        </a:lnTo>
                        <a:lnTo>
                          <a:pt x="2158" y="130"/>
                        </a:lnTo>
                        <a:lnTo>
                          <a:pt x="2160" y="127"/>
                        </a:lnTo>
                        <a:lnTo>
                          <a:pt x="2163" y="130"/>
                        </a:lnTo>
                        <a:lnTo>
                          <a:pt x="2165" y="129"/>
                        </a:lnTo>
                        <a:lnTo>
                          <a:pt x="2166" y="128"/>
                        </a:lnTo>
                        <a:lnTo>
                          <a:pt x="2166" y="125"/>
                        </a:lnTo>
                        <a:lnTo>
                          <a:pt x="2166" y="122"/>
                        </a:lnTo>
                        <a:lnTo>
                          <a:pt x="2165" y="120"/>
                        </a:lnTo>
                        <a:lnTo>
                          <a:pt x="2163" y="119"/>
                        </a:lnTo>
                        <a:lnTo>
                          <a:pt x="2160" y="123"/>
                        </a:lnTo>
                        <a:lnTo>
                          <a:pt x="2158" y="120"/>
                        </a:lnTo>
                        <a:lnTo>
                          <a:pt x="2155" y="118"/>
                        </a:lnTo>
                        <a:lnTo>
                          <a:pt x="2153" y="123"/>
                        </a:lnTo>
                        <a:lnTo>
                          <a:pt x="2151" y="119"/>
                        </a:lnTo>
                        <a:lnTo>
                          <a:pt x="2148" y="117"/>
                        </a:lnTo>
                        <a:lnTo>
                          <a:pt x="2146" y="122"/>
                        </a:lnTo>
                        <a:lnTo>
                          <a:pt x="2143" y="119"/>
                        </a:lnTo>
                        <a:lnTo>
                          <a:pt x="2141" y="117"/>
                        </a:lnTo>
                        <a:lnTo>
                          <a:pt x="2139" y="122"/>
                        </a:lnTo>
                        <a:lnTo>
                          <a:pt x="2136" y="119"/>
                        </a:lnTo>
                        <a:lnTo>
                          <a:pt x="2134" y="117"/>
                        </a:lnTo>
                        <a:lnTo>
                          <a:pt x="2131" y="123"/>
                        </a:lnTo>
                        <a:lnTo>
                          <a:pt x="2129" y="118"/>
                        </a:lnTo>
                        <a:lnTo>
                          <a:pt x="2127" y="116"/>
                        </a:lnTo>
                        <a:lnTo>
                          <a:pt x="2124" y="124"/>
                        </a:lnTo>
                        <a:lnTo>
                          <a:pt x="2122" y="118"/>
                        </a:lnTo>
                        <a:lnTo>
                          <a:pt x="2119" y="116"/>
                        </a:lnTo>
                        <a:lnTo>
                          <a:pt x="2117" y="123"/>
                        </a:lnTo>
                        <a:lnTo>
                          <a:pt x="2115" y="121"/>
                        </a:lnTo>
                        <a:lnTo>
                          <a:pt x="2112" y="117"/>
                        </a:lnTo>
                        <a:lnTo>
                          <a:pt x="2110" y="123"/>
                        </a:lnTo>
                        <a:lnTo>
                          <a:pt x="2107" y="122"/>
                        </a:lnTo>
                        <a:lnTo>
                          <a:pt x="2105" y="121"/>
                        </a:lnTo>
                        <a:lnTo>
                          <a:pt x="2103" y="121"/>
                        </a:lnTo>
                        <a:lnTo>
                          <a:pt x="2100" y="121"/>
                        </a:lnTo>
                        <a:lnTo>
                          <a:pt x="2098" y="127"/>
                        </a:lnTo>
                        <a:lnTo>
                          <a:pt x="2095" y="122"/>
                        </a:lnTo>
                        <a:lnTo>
                          <a:pt x="2093" y="120"/>
                        </a:lnTo>
                        <a:lnTo>
                          <a:pt x="2091" y="129"/>
                        </a:lnTo>
                        <a:lnTo>
                          <a:pt x="2088" y="126"/>
                        </a:lnTo>
                        <a:lnTo>
                          <a:pt x="2086" y="120"/>
                        </a:lnTo>
                        <a:lnTo>
                          <a:pt x="2083" y="129"/>
                        </a:lnTo>
                        <a:lnTo>
                          <a:pt x="2081" y="126"/>
                        </a:lnTo>
                        <a:lnTo>
                          <a:pt x="2078" y="120"/>
                        </a:lnTo>
                        <a:lnTo>
                          <a:pt x="2076" y="124"/>
                        </a:lnTo>
                        <a:lnTo>
                          <a:pt x="2074" y="126"/>
                        </a:lnTo>
                        <a:lnTo>
                          <a:pt x="2071" y="120"/>
                        </a:lnTo>
                        <a:lnTo>
                          <a:pt x="2069" y="122"/>
                        </a:lnTo>
                        <a:lnTo>
                          <a:pt x="2066" y="125"/>
                        </a:lnTo>
                        <a:lnTo>
                          <a:pt x="2064" y="123"/>
                        </a:lnTo>
                        <a:lnTo>
                          <a:pt x="2062" y="126"/>
                        </a:lnTo>
                        <a:lnTo>
                          <a:pt x="2059" y="124"/>
                        </a:lnTo>
                        <a:lnTo>
                          <a:pt x="2057" y="120"/>
                        </a:lnTo>
                        <a:lnTo>
                          <a:pt x="2054" y="129"/>
                        </a:lnTo>
                        <a:lnTo>
                          <a:pt x="2052" y="125"/>
                        </a:lnTo>
                        <a:lnTo>
                          <a:pt x="2050" y="120"/>
                        </a:lnTo>
                        <a:lnTo>
                          <a:pt x="2047" y="129"/>
                        </a:lnTo>
                        <a:lnTo>
                          <a:pt x="2045" y="124"/>
                        </a:lnTo>
                        <a:lnTo>
                          <a:pt x="2042" y="122"/>
                        </a:lnTo>
                        <a:lnTo>
                          <a:pt x="2040" y="128"/>
                        </a:lnTo>
                        <a:lnTo>
                          <a:pt x="2038" y="125"/>
                        </a:lnTo>
                        <a:lnTo>
                          <a:pt x="2035" y="122"/>
                        </a:lnTo>
                        <a:lnTo>
                          <a:pt x="2033" y="126"/>
                        </a:lnTo>
                        <a:lnTo>
                          <a:pt x="2030" y="125"/>
                        </a:lnTo>
                        <a:lnTo>
                          <a:pt x="2028" y="126"/>
                        </a:lnTo>
                        <a:lnTo>
                          <a:pt x="2025" y="125"/>
                        </a:lnTo>
                        <a:lnTo>
                          <a:pt x="2023" y="125"/>
                        </a:lnTo>
                        <a:lnTo>
                          <a:pt x="2021" y="125"/>
                        </a:lnTo>
                        <a:lnTo>
                          <a:pt x="2018" y="128"/>
                        </a:lnTo>
                        <a:lnTo>
                          <a:pt x="2016" y="125"/>
                        </a:lnTo>
                        <a:lnTo>
                          <a:pt x="2013" y="127"/>
                        </a:lnTo>
                        <a:lnTo>
                          <a:pt x="2011" y="131"/>
                        </a:lnTo>
                        <a:lnTo>
                          <a:pt x="2009" y="128"/>
                        </a:lnTo>
                        <a:lnTo>
                          <a:pt x="2006" y="128"/>
                        </a:lnTo>
                        <a:lnTo>
                          <a:pt x="2004" y="132"/>
                        </a:lnTo>
                        <a:lnTo>
                          <a:pt x="2001" y="133"/>
                        </a:lnTo>
                        <a:lnTo>
                          <a:pt x="1999" y="128"/>
                        </a:lnTo>
                        <a:lnTo>
                          <a:pt x="1997" y="132"/>
                        </a:lnTo>
                        <a:lnTo>
                          <a:pt x="1994" y="132"/>
                        </a:lnTo>
                        <a:lnTo>
                          <a:pt x="1992" y="130"/>
                        </a:lnTo>
                        <a:lnTo>
                          <a:pt x="1989" y="129"/>
                        </a:lnTo>
                        <a:lnTo>
                          <a:pt x="1987" y="128"/>
                        </a:lnTo>
                        <a:lnTo>
                          <a:pt x="1984" y="132"/>
                        </a:lnTo>
                        <a:lnTo>
                          <a:pt x="1982" y="130"/>
                        </a:lnTo>
                        <a:lnTo>
                          <a:pt x="1980" y="131"/>
                        </a:lnTo>
                        <a:lnTo>
                          <a:pt x="1977" y="132"/>
                        </a:lnTo>
                        <a:lnTo>
                          <a:pt x="1975" y="134"/>
                        </a:lnTo>
                        <a:lnTo>
                          <a:pt x="1972" y="133"/>
                        </a:lnTo>
                        <a:lnTo>
                          <a:pt x="1970" y="132"/>
                        </a:lnTo>
                        <a:lnTo>
                          <a:pt x="1968" y="135"/>
                        </a:lnTo>
                        <a:lnTo>
                          <a:pt x="1965" y="132"/>
                        </a:lnTo>
                        <a:lnTo>
                          <a:pt x="1963" y="134"/>
                        </a:lnTo>
                        <a:lnTo>
                          <a:pt x="1960" y="134"/>
                        </a:lnTo>
                        <a:lnTo>
                          <a:pt x="1958" y="133"/>
                        </a:lnTo>
                        <a:lnTo>
                          <a:pt x="1956" y="135"/>
                        </a:lnTo>
                        <a:lnTo>
                          <a:pt x="1953" y="131"/>
                        </a:lnTo>
                        <a:lnTo>
                          <a:pt x="1951" y="135"/>
                        </a:lnTo>
                        <a:lnTo>
                          <a:pt x="1948" y="130"/>
                        </a:lnTo>
                        <a:lnTo>
                          <a:pt x="1946" y="130"/>
                        </a:lnTo>
                        <a:lnTo>
                          <a:pt x="1944" y="136"/>
                        </a:lnTo>
                        <a:lnTo>
                          <a:pt x="1941" y="131"/>
                        </a:lnTo>
                        <a:lnTo>
                          <a:pt x="1939" y="129"/>
                        </a:lnTo>
                        <a:lnTo>
                          <a:pt x="1936" y="137"/>
                        </a:lnTo>
                        <a:lnTo>
                          <a:pt x="1934" y="131"/>
                        </a:lnTo>
                        <a:lnTo>
                          <a:pt x="1932" y="132"/>
                        </a:lnTo>
                        <a:lnTo>
                          <a:pt x="1929" y="139"/>
                        </a:lnTo>
                        <a:lnTo>
                          <a:pt x="1927" y="134"/>
                        </a:lnTo>
                        <a:lnTo>
                          <a:pt x="1924" y="132"/>
                        </a:lnTo>
                        <a:lnTo>
                          <a:pt x="1922" y="139"/>
                        </a:lnTo>
                        <a:lnTo>
                          <a:pt x="1920" y="135"/>
                        </a:lnTo>
                        <a:lnTo>
                          <a:pt x="1917" y="134"/>
                        </a:lnTo>
                        <a:lnTo>
                          <a:pt x="1915" y="140"/>
                        </a:lnTo>
                        <a:lnTo>
                          <a:pt x="1912" y="137"/>
                        </a:lnTo>
                        <a:lnTo>
                          <a:pt x="1910" y="135"/>
                        </a:lnTo>
                        <a:lnTo>
                          <a:pt x="1908" y="143"/>
                        </a:lnTo>
                        <a:lnTo>
                          <a:pt x="1905" y="137"/>
                        </a:lnTo>
                        <a:lnTo>
                          <a:pt x="1903" y="137"/>
                        </a:lnTo>
                        <a:lnTo>
                          <a:pt x="1900" y="146"/>
                        </a:lnTo>
                        <a:lnTo>
                          <a:pt x="1898" y="140"/>
                        </a:lnTo>
                        <a:lnTo>
                          <a:pt x="1896" y="138"/>
                        </a:lnTo>
                        <a:lnTo>
                          <a:pt x="1893" y="148"/>
                        </a:lnTo>
                        <a:lnTo>
                          <a:pt x="1891" y="142"/>
                        </a:lnTo>
                        <a:lnTo>
                          <a:pt x="1888" y="139"/>
                        </a:lnTo>
                        <a:lnTo>
                          <a:pt x="1886" y="148"/>
                        </a:lnTo>
                        <a:lnTo>
                          <a:pt x="1884" y="144"/>
                        </a:lnTo>
                        <a:lnTo>
                          <a:pt x="1881" y="142"/>
                        </a:lnTo>
                        <a:lnTo>
                          <a:pt x="1879" y="149"/>
                        </a:lnTo>
                        <a:lnTo>
                          <a:pt x="1876" y="146"/>
                        </a:lnTo>
                        <a:lnTo>
                          <a:pt x="1874" y="138"/>
                        </a:lnTo>
                        <a:lnTo>
                          <a:pt x="1872" y="148"/>
                        </a:lnTo>
                        <a:lnTo>
                          <a:pt x="1869" y="146"/>
                        </a:lnTo>
                        <a:lnTo>
                          <a:pt x="1867" y="141"/>
                        </a:lnTo>
                        <a:lnTo>
                          <a:pt x="1864" y="147"/>
                        </a:lnTo>
                        <a:lnTo>
                          <a:pt x="1862" y="147"/>
                        </a:lnTo>
                        <a:lnTo>
                          <a:pt x="1860" y="141"/>
                        </a:lnTo>
                        <a:lnTo>
                          <a:pt x="1857" y="145"/>
                        </a:lnTo>
                        <a:lnTo>
                          <a:pt x="1855" y="147"/>
                        </a:lnTo>
                        <a:lnTo>
                          <a:pt x="1852" y="141"/>
                        </a:lnTo>
                        <a:lnTo>
                          <a:pt x="1850" y="144"/>
                        </a:lnTo>
                        <a:lnTo>
                          <a:pt x="1848" y="149"/>
                        </a:lnTo>
                        <a:lnTo>
                          <a:pt x="1845" y="144"/>
                        </a:lnTo>
                        <a:lnTo>
                          <a:pt x="1843" y="141"/>
                        </a:lnTo>
                        <a:lnTo>
                          <a:pt x="1840" y="151"/>
                        </a:lnTo>
                        <a:lnTo>
                          <a:pt x="1838" y="146"/>
                        </a:lnTo>
                        <a:lnTo>
                          <a:pt x="1836" y="142"/>
                        </a:lnTo>
                        <a:lnTo>
                          <a:pt x="1833" y="152"/>
                        </a:lnTo>
                        <a:lnTo>
                          <a:pt x="1831" y="149"/>
                        </a:lnTo>
                        <a:lnTo>
                          <a:pt x="1828" y="146"/>
                        </a:lnTo>
                        <a:lnTo>
                          <a:pt x="1826" y="153"/>
                        </a:lnTo>
                        <a:lnTo>
                          <a:pt x="1824" y="149"/>
                        </a:lnTo>
                        <a:lnTo>
                          <a:pt x="1821" y="150"/>
                        </a:lnTo>
                        <a:lnTo>
                          <a:pt x="1819" y="152"/>
                        </a:lnTo>
                        <a:lnTo>
                          <a:pt x="1816" y="148"/>
                        </a:lnTo>
                        <a:lnTo>
                          <a:pt x="1814" y="150"/>
                        </a:lnTo>
                        <a:lnTo>
                          <a:pt x="1811" y="154"/>
                        </a:lnTo>
                        <a:lnTo>
                          <a:pt x="1809" y="149"/>
                        </a:lnTo>
                        <a:lnTo>
                          <a:pt x="1807" y="145"/>
                        </a:lnTo>
                        <a:lnTo>
                          <a:pt x="1804" y="155"/>
                        </a:lnTo>
                        <a:lnTo>
                          <a:pt x="1802" y="152"/>
                        </a:lnTo>
                        <a:lnTo>
                          <a:pt x="1799" y="148"/>
                        </a:lnTo>
                        <a:lnTo>
                          <a:pt x="1797" y="157"/>
                        </a:lnTo>
                        <a:lnTo>
                          <a:pt x="1795" y="155"/>
                        </a:lnTo>
                        <a:lnTo>
                          <a:pt x="1792" y="151"/>
                        </a:lnTo>
                        <a:lnTo>
                          <a:pt x="1790" y="158"/>
                        </a:lnTo>
                        <a:lnTo>
                          <a:pt x="1787" y="156"/>
                        </a:lnTo>
                        <a:lnTo>
                          <a:pt x="1785" y="154"/>
                        </a:lnTo>
                        <a:lnTo>
                          <a:pt x="1783" y="160"/>
                        </a:lnTo>
                        <a:lnTo>
                          <a:pt x="1780" y="156"/>
                        </a:lnTo>
                        <a:lnTo>
                          <a:pt x="1778" y="151"/>
                        </a:lnTo>
                        <a:lnTo>
                          <a:pt x="1775" y="161"/>
                        </a:lnTo>
                        <a:lnTo>
                          <a:pt x="1773" y="154"/>
                        </a:lnTo>
                        <a:lnTo>
                          <a:pt x="1771" y="148"/>
                        </a:lnTo>
                        <a:lnTo>
                          <a:pt x="1768" y="161"/>
                        </a:lnTo>
                        <a:lnTo>
                          <a:pt x="1766" y="156"/>
                        </a:lnTo>
                        <a:lnTo>
                          <a:pt x="1763" y="149"/>
                        </a:lnTo>
                        <a:lnTo>
                          <a:pt x="1761" y="163"/>
                        </a:lnTo>
                        <a:lnTo>
                          <a:pt x="1758" y="159"/>
                        </a:lnTo>
                        <a:lnTo>
                          <a:pt x="1756" y="152"/>
                        </a:lnTo>
                        <a:lnTo>
                          <a:pt x="1754" y="165"/>
                        </a:lnTo>
                        <a:lnTo>
                          <a:pt x="1751" y="161"/>
                        </a:lnTo>
                        <a:lnTo>
                          <a:pt x="1749" y="154"/>
                        </a:lnTo>
                        <a:lnTo>
                          <a:pt x="1746" y="165"/>
                        </a:lnTo>
                        <a:lnTo>
                          <a:pt x="1744" y="161"/>
                        </a:lnTo>
                        <a:lnTo>
                          <a:pt x="1742" y="157"/>
                        </a:lnTo>
                        <a:lnTo>
                          <a:pt x="1739" y="168"/>
                        </a:lnTo>
                        <a:lnTo>
                          <a:pt x="1737" y="163"/>
                        </a:lnTo>
                        <a:lnTo>
                          <a:pt x="1734" y="157"/>
                        </a:lnTo>
                        <a:lnTo>
                          <a:pt x="1732" y="169"/>
                        </a:lnTo>
                        <a:lnTo>
                          <a:pt x="1730" y="164"/>
                        </a:lnTo>
                        <a:lnTo>
                          <a:pt x="1727" y="158"/>
                        </a:lnTo>
                        <a:lnTo>
                          <a:pt x="1725" y="169"/>
                        </a:lnTo>
                        <a:lnTo>
                          <a:pt x="1722" y="165"/>
                        </a:lnTo>
                        <a:lnTo>
                          <a:pt x="1720" y="160"/>
                        </a:lnTo>
                        <a:lnTo>
                          <a:pt x="1717" y="169"/>
                        </a:lnTo>
                        <a:lnTo>
                          <a:pt x="1715" y="165"/>
                        </a:lnTo>
                        <a:lnTo>
                          <a:pt x="1713" y="160"/>
                        </a:lnTo>
                        <a:lnTo>
                          <a:pt x="1710" y="168"/>
                        </a:lnTo>
                        <a:lnTo>
                          <a:pt x="1708" y="166"/>
                        </a:lnTo>
                        <a:lnTo>
                          <a:pt x="1705" y="163"/>
                        </a:lnTo>
                        <a:lnTo>
                          <a:pt x="1703" y="169"/>
                        </a:lnTo>
                        <a:lnTo>
                          <a:pt x="1701" y="166"/>
                        </a:lnTo>
                        <a:lnTo>
                          <a:pt x="1698" y="164"/>
                        </a:lnTo>
                        <a:lnTo>
                          <a:pt x="1696" y="170"/>
                        </a:lnTo>
                        <a:lnTo>
                          <a:pt x="1693" y="165"/>
                        </a:lnTo>
                        <a:lnTo>
                          <a:pt x="1691" y="165"/>
                        </a:lnTo>
                        <a:lnTo>
                          <a:pt x="1689" y="169"/>
                        </a:lnTo>
                        <a:lnTo>
                          <a:pt x="1686" y="164"/>
                        </a:lnTo>
                        <a:lnTo>
                          <a:pt x="1684" y="163"/>
                        </a:lnTo>
                        <a:lnTo>
                          <a:pt x="1681" y="167"/>
                        </a:lnTo>
                        <a:lnTo>
                          <a:pt x="1679" y="160"/>
                        </a:lnTo>
                        <a:lnTo>
                          <a:pt x="1677" y="161"/>
                        </a:lnTo>
                        <a:lnTo>
                          <a:pt x="1674" y="164"/>
                        </a:lnTo>
                        <a:lnTo>
                          <a:pt x="1672" y="158"/>
                        </a:lnTo>
                        <a:lnTo>
                          <a:pt x="1669" y="158"/>
                        </a:lnTo>
                        <a:lnTo>
                          <a:pt x="1667" y="160"/>
                        </a:lnTo>
                        <a:lnTo>
                          <a:pt x="1665" y="155"/>
                        </a:lnTo>
                        <a:lnTo>
                          <a:pt x="1662" y="159"/>
                        </a:lnTo>
                        <a:lnTo>
                          <a:pt x="1660" y="158"/>
                        </a:lnTo>
                        <a:lnTo>
                          <a:pt x="1657" y="154"/>
                        </a:lnTo>
                        <a:lnTo>
                          <a:pt x="1655" y="159"/>
                        </a:lnTo>
                        <a:lnTo>
                          <a:pt x="1653" y="155"/>
                        </a:lnTo>
                        <a:lnTo>
                          <a:pt x="1650" y="151"/>
                        </a:lnTo>
                        <a:lnTo>
                          <a:pt x="1648" y="154"/>
                        </a:lnTo>
                        <a:lnTo>
                          <a:pt x="1645" y="150"/>
                        </a:lnTo>
                        <a:lnTo>
                          <a:pt x="1643" y="146"/>
                        </a:lnTo>
                        <a:lnTo>
                          <a:pt x="1641" y="149"/>
                        </a:lnTo>
                        <a:lnTo>
                          <a:pt x="1638" y="143"/>
                        </a:lnTo>
                        <a:lnTo>
                          <a:pt x="1636" y="141"/>
                        </a:lnTo>
                        <a:lnTo>
                          <a:pt x="1633" y="144"/>
                        </a:lnTo>
                        <a:lnTo>
                          <a:pt x="1631" y="138"/>
                        </a:lnTo>
                        <a:lnTo>
                          <a:pt x="1629" y="136"/>
                        </a:lnTo>
                        <a:lnTo>
                          <a:pt x="1626" y="135"/>
                        </a:lnTo>
                        <a:lnTo>
                          <a:pt x="1624" y="129"/>
                        </a:lnTo>
                        <a:lnTo>
                          <a:pt x="1621" y="126"/>
                        </a:lnTo>
                        <a:lnTo>
                          <a:pt x="1619" y="121"/>
                        </a:lnTo>
                        <a:lnTo>
                          <a:pt x="1617" y="113"/>
                        </a:lnTo>
                        <a:lnTo>
                          <a:pt x="1614" y="108"/>
                        </a:lnTo>
                        <a:lnTo>
                          <a:pt x="1612" y="102"/>
                        </a:lnTo>
                        <a:lnTo>
                          <a:pt x="1609" y="94"/>
                        </a:lnTo>
                        <a:lnTo>
                          <a:pt x="1607" y="91"/>
                        </a:lnTo>
                        <a:lnTo>
                          <a:pt x="1605" y="85"/>
                        </a:lnTo>
                        <a:lnTo>
                          <a:pt x="1602" y="76"/>
                        </a:lnTo>
                        <a:lnTo>
                          <a:pt x="1600" y="65"/>
                        </a:lnTo>
                        <a:lnTo>
                          <a:pt x="1597" y="51"/>
                        </a:lnTo>
                        <a:lnTo>
                          <a:pt x="1595" y="37"/>
                        </a:lnTo>
                        <a:lnTo>
                          <a:pt x="1593" y="22"/>
                        </a:lnTo>
                        <a:lnTo>
                          <a:pt x="1590" y="10"/>
                        </a:lnTo>
                        <a:lnTo>
                          <a:pt x="1588" y="3"/>
                        </a:lnTo>
                        <a:lnTo>
                          <a:pt x="1585" y="0"/>
                        </a:lnTo>
                        <a:lnTo>
                          <a:pt x="1583" y="11"/>
                        </a:lnTo>
                        <a:lnTo>
                          <a:pt x="1581" y="27"/>
                        </a:lnTo>
                        <a:lnTo>
                          <a:pt x="1578" y="51"/>
                        </a:lnTo>
                        <a:lnTo>
                          <a:pt x="1576" y="62"/>
                        </a:lnTo>
                        <a:lnTo>
                          <a:pt x="1573" y="68"/>
                        </a:lnTo>
                        <a:lnTo>
                          <a:pt x="1571" y="74"/>
                        </a:lnTo>
                        <a:lnTo>
                          <a:pt x="1569" y="74"/>
                        </a:lnTo>
                        <a:lnTo>
                          <a:pt x="1566" y="73"/>
                        </a:lnTo>
                        <a:lnTo>
                          <a:pt x="1564" y="74"/>
                        </a:lnTo>
                        <a:lnTo>
                          <a:pt x="1561" y="74"/>
                        </a:lnTo>
                        <a:lnTo>
                          <a:pt x="1559" y="73"/>
                        </a:lnTo>
                        <a:lnTo>
                          <a:pt x="1557" y="73"/>
                        </a:lnTo>
                        <a:lnTo>
                          <a:pt x="1554" y="73"/>
                        </a:lnTo>
                        <a:lnTo>
                          <a:pt x="1552" y="73"/>
                        </a:lnTo>
                        <a:lnTo>
                          <a:pt x="1549" y="73"/>
                        </a:lnTo>
                        <a:lnTo>
                          <a:pt x="1547" y="72"/>
                        </a:lnTo>
                        <a:lnTo>
                          <a:pt x="1544" y="72"/>
                        </a:lnTo>
                        <a:lnTo>
                          <a:pt x="1542" y="72"/>
                        </a:lnTo>
                        <a:lnTo>
                          <a:pt x="1540" y="72"/>
                        </a:lnTo>
                        <a:lnTo>
                          <a:pt x="1537" y="72"/>
                        </a:lnTo>
                        <a:lnTo>
                          <a:pt x="1535" y="72"/>
                        </a:lnTo>
                        <a:lnTo>
                          <a:pt x="1532" y="72"/>
                        </a:lnTo>
                        <a:lnTo>
                          <a:pt x="1530" y="72"/>
                        </a:lnTo>
                        <a:lnTo>
                          <a:pt x="1528" y="73"/>
                        </a:lnTo>
                        <a:lnTo>
                          <a:pt x="1525" y="72"/>
                        </a:lnTo>
                        <a:lnTo>
                          <a:pt x="1523" y="72"/>
                        </a:lnTo>
                        <a:lnTo>
                          <a:pt x="1520" y="72"/>
                        </a:lnTo>
                        <a:lnTo>
                          <a:pt x="1518" y="72"/>
                        </a:lnTo>
                        <a:lnTo>
                          <a:pt x="1516" y="72"/>
                        </a:lnTo>
                        <a:lnTo>
                          <a:pt x="1513" y="72"/>
                        </a:lnTo>
                        <a:lnTo>
                          <a:pt x="1511" y="71"/>
                        </a:lnTo>
                        <a:lnTo>
                          <a:pt x="1508" y="72"/>
                        </a:lnTo>
                        <a:lnTo>
                          <a:pt x="1506" y="71"/>
                        </a:lnTo>
                        <a:lnTo>
                          <a:pt x="1504" y="71"/>
                        </a:lnTo>
                        <a:lnTo>
                          <a:pt x="1501" y="72"/>
                        </a:lnTo>
                        <a:lnTo>
                          <a:pt x="1499" y="71"/>
                        </a:lnTo>
                        <a:lnTo>
                          <a:pt x="1496" y="72"/>
                        </a:lnTo>
                        <a:lnTo>
                          <a:pt x="1494" y="72"/>
                        </a:lnTo>
                        <a:lnTo>
                          <a:pt x="1491" y="72"/>
                        </a:lnTo>
                        <a:lnTo>
                          <a:pt x="1489" y="72"/>
                        </a:lnTo>
                        <a:lnTo>
                          <a:pt x="1487" y="72"/>
                        </a:lnTo>
                        <a:lnTo>
                          <a:pt x="1484" y="72"/>
                        </a:lnTo>
                        <a:lnTo>
                          <a:pt x="1482" y="72"/>
                        </a:lnTo>
                        <a:lnTo>
                          <a:pt x="1479" y="71"/>
                        </a:lnTo>
                        <a:lnTo>
                          <a:pt x="1477" y="71"/>
                        </a:lnTo>
                        <a:lnTo>
                          <a:pt x="1475" y="71"/>
                        </a:lnTo>
                        <a:lnTo>
                          <a:pt x="1472" y="71"/>
                        </a:lnTo>
                        <a:lnTo>
                          <a:pt x="1470" y="71"/>
                        </a:lnTo>
                        <a:lnTo>
                          <a:pt x="1467" y="71"/>
                        </a:lnTo>
                        <a:lnTo>
                          <a:pt x="1465" y="71"/>
                        </a:lnTo>
                        <a:lnTo>
                          <a:pt x="1463" y="72"/>
                        </a:lnTo>
                        <a:lnTo>
                          <a:pt x="1460" y="71"/>
                        </a:lnTo>
                        <a:lnTo>
                          <a:pt x="1458" y="72"/>
                        </a:lnTo>
                        <a:lnTo>
                          <a:pt x="1455" y="72"/>
                        </a:lnTo>
                        <a:lnTo>
                          <a:pt x="1453" y="71"/>
                        </a:lnTo>
                        <a:lnTo>
                          <a:pt x="1450" y="72"/>
                        </a:lnTo>
                        <a:lnTo>
                          <a:pt x="1448" y="72"/>
                        </a:lnTo>
                        <a:lnTo>
                          <a:pt x="1446" y="71"/>
                        </a:lnTo>
                        <a:lnTo>
                          <a:pt x="1443" y="71"/>
                        </a:lnTo>
                        <a:lnTo>
                          <a:pt x="1441" y="71"/>
                        </a:lnTo>
                        <a:lnTo>
                          <a:pt x="1438" y="71"/>
                        </a:lnTo>
                        <a:lnTo>
                          <a:pt x="1436" y="71"/>
                        </a:lnTo>
                        <a:lnTo>
                          <a:pt x="1434" y="71"/>
                        </a:lnTo>
                        <a:lnTo>
                          <a:pt x="1431" y="71"/>
                        </a:lnTo>
                        <a:lnTo>
                          <a:pt x="1429" y="71"/>
                        </a:lnTo>
                        <a:lnTo>
                          <a:pt x="1426" y="71"/>
                        </a:lnTo>
                        <a:lnTo>
                          <a:pt x="1424" y="71"/>
                        </a:lnTo>
                        <a:lnTo>
                          <a:pt x="1422" y="72"/>
                        </a:lnTo>
                        <a:lnTo>
                          <a:pt x="1419" y="71"/>
                        </a:lnTo>
                        <a:lnTo>
                          <a:pt x="1417" y="71"/>
                        </a:lnTo>
                        <a:lnTo>
                          <a:pt x="1414" y="72"/>
                        </a:lnTo>
                        <a:lnTo>
                          <a:pt x="1412" y="71"/>
                        </a:lnTo>
                        <a:lnTo>
                          <a:pt x="1410" y="71"/>
                        </a:lnTo>
                        <a:lnTo>
                          <a:pt x="1407" y="71"/>
                        </a:lnTo>
                        <a:lnTo>
                          <a:pt x="1405" y="71"/>
                        </a:lnTo>
                        <a:lnTo>
                          <a:pt x="1402" y="71"/>
                        </a:lnTo>
                        <a:lnTo>
                          <a:pt x="1400" y="71"/>
                        </a:lnTo>
                        <a:lnTo>
                          <a:pt x="1398" y="71"/>
                        </a:lnTo>
                        <a:lnTo>
                          <a:pt x="1395" y="71"/>
                        </a:lnTo>
                        <a:lnTo>
                          <a:pt x="1393" y="71"/>
                        </a:lnTo>
                        <a:lnTo>
                          <a:pt x="1390" y="71"/>
                        </a:lnTo>
                        <a:lnTo>
                          <a:pt x="1388" y="71"/>
                        </a:lnTo>
                        <a:lnTo>
                          <a:pt x="1386" y="71"/>
                        </a:lnTo>
                        <a:lnTo>
                          <a:pt x="1383" y="72"/>
                        </a:lnTo>
                        <a:lnTo>
                          <a:pt x="1381" y="72"/>
                        </a:lnTo>
                        <a:lnTo>
                          <a:pt x="1378" y="72"/>
                        </a:lnTo>
                        <a:lnTo>
                          <a:pt x="1376" y="72"/>
                        </a:lnTo>
                        <a:lnTo>
                          <a:pt x="1374" y="72"/>
                        </a:lnTo>
                        <a:lnTo>
                          <a:pt x="1371" y="72"/>
                        </a:lnTo>
                        <a:lnTo>
                          <a:pt x="1369" y="72"/>
                        </a:lnTo>
                        <a:lnTo>
                          <a:pt x="1366" y="72"/>
                        </a:lnTo>
                        <a:lnTo>
                          <a:pt x="1364" y="71"/>
                        </a:lnTo>
                        <a:lnTo>
                          <a:pt x="1362" y="72"/>
                        </a:lnTo>
                        <a:lnTo>
                          <a:pt x="1359" y="72"/>
                        </a:lnTo>
                        <a:lnTo>
                          <a:pt x="1357" y="72"/>
                        </a:lnTo>
                        <a:lnTo>
                          <a:pt x="1354" y="73"/>
                        </a:lnTo>
                        <a:lnTo>
                          <a:pt x="1352" y="72"/>
                        </a:lnTo>
                        <a:lnTo>
                          <a:pt x="1350" y="72"/>
                        </a:lnTo>
                        <a:lnTo>
                          <a:pt x="1347" y="73"/>
                        </a:lnTo>
                        <a:lnTo>
                          <a:pt x="1345" y="72"/>
                        </a:lnTo>
                        <a:lnTo>
                          <a:pt x="1342" y="73"/>
                        </a:lnTo>
                        <a:lnTo>
                          <a:pt x="1340" y="73"/>
                        </a:lnTo>
                        <a:lnTo>
                          <a:pt x="1338" y="73"/>
                        </a:lnTo>
                        <a:lnTo>
                          <a:pt x="1335" y="74"/>
                        </a:lnTo>
                        <a:lnTo>
                          <a:pt x="1333" y="73"/>
                        </a:lnTo>
                        <a:lnTo>
                          <a:pt x="1331" y="73"/>
                        </a:lnTo>
                        <a:lnTo>
                          <a:pt x="1328" y="73"/>
                        </a:lnTo>
                        <a:lnTo>
                          <a:pt x="1326" y="73"/>
                        </a:lnTo>
                        <a:lnTo>
                          <a:pt x="1323" y="73"/>
                        </a:lnTo>
                        <a:lnTo>
                          <a:pt x="1321" y="73"/>
                        </a:lnTo>
                        <a:lnTo>
                          <a:pt x="1318" y="73"/>
                        </a:lnTo>
                        <a:lnTo>
                          <a:pt x="1316" y="73"/>
                        </a:lnTo>
                        <a:lnTo>
                          <a:pt x="1314" y="73"/>
                        </a:lnTo>
                        <a:lnTo>
                          <a:pt x="1311" y="73"/>
                        </a:lnTo>
                        <a:lnTo>
                          <a:pt x="1309" y="73"/>
                        </a:lnTo>
                        <a:lnTo>
                          <a:pt x="1306" y="74"/>
                        </a:lnTo>
                        <a:lnTo>
                          <a:pt x="1304" y="73"/>
                        </a:lnTo>
                        <a:lnTo>
                          <a:pt x="1302" y="73"/>
                        </a:lnTo>
                        <a:lnTo>
                          <a:pt x="1299" y="74"/>
                        </a:lnTo>
                        <a:lnTo>
                          <a:pt x="1297" y="73"/>
                        </a:lnTo>
                        <a:lnTo>
                          <a:pt x="1294" y="74"/>
                        </a:lnTo>
                        <a:lnTo>
                          <a:pt x="1292" y="74"/>
                        </a:lnTo>
                        <a:lnTo>
                          <a:pt x="1290" y="73"/>
                        </a:lnTo>
                        <a:lnTo>
                          <a:pt x="1287" y="74"/>
                        </a:lnTo>
                        <a:lnTo>
                          <a:pt x="1285" y="74"/>
                        </a:lnTo>
                        <a:lnTo>
                          <a:pt x="1282" y="73"/>
                        </a:lnTo>
                        <a:lnTo>
                          <a:pt x="1280" y="74"/>
                        </a:lnTo>
                        <a:lnTo>
                          <a:pt x="1277" y="74"/>
                        </a:lnTo>
                        <a:lnTo>
                          <a:pt x="1275" y="74"/>
                        </a:lnTo>
                        <a:lnTo>
                          <a:pt x="1273" y="74"/>
                        </a:lnTo>
                        <a:lnTo>
                          <a:pt x="1270" y="74"/>
                        </a:lnTo>
                        <a:lnTo>
                          <a:pt x="1268" y="74"/>
                        </a:lnTo>
                        <a:lnTo>
                          <a:pt x="1265" y="75"/>
                        </a:lnTo>
                        <a:lnTo>
                          <a:pt x="1263" y="75"/>
                        </a:lnTo>
                        <a:lnTo>
                          <a:pt x="1261" y="75"/>
                        </a:lnTo>
                        <a:lnTo>
                          <a:pt x="1258" y="75"/>
                        </a:lnTo>
                        <a:lnTo>
                          <a:pt x="1256" y="75"/>
                        </a:lnTo>
                        <a:lnTo>
                          <a:pt x="1253" y="75"/>
                        </a:lnTo>
                        <a:lnTo>
                          <a:pt x="1251" y="75"/>
                        </a:lnTo>
                        <a:lnTo>
                          <a:pt x="1249" y="75"/>
                        </a:lnTo>
                        <a:lnTo>
                          <a:pt x="1246" y="75"/>
                        </a:lnTo>
                        <a:lnTo>
                          <a:pt x="1244" y="75"/>
                        </a:lnTo>
                        <a:lnTo>
                          <a:pt x="1241" y="75"/>
                        </a:lnTo>
                        <a:lnTo>
                          <a:pt x="1239" y="75"/>
                        </a:lnTo>
                        <a:lnTo>
                          <a:pt x="1237" y="75"/>
                        </a:lnTo>
                        <a:lnTo>
                          <a:pt x="1234" y="75"/>
                        </a:lnTo>
                        <a:lnTo>
                          <a:pt x="1232" y="75"/>
                        </a:lnTo>
                        <a:lnTo>
                          <a:pt x="1229" y="76"/>
                        </a:lnTo>
                        <a:lnTo>
                          <a:pt x="1227" y="76"/>
                        </a:lnTo>
                        <a:lnTo>
                          <a:pt x="1224" y="76"/>
                        </a:lnTo>
                        <a:lnTo>
                          <a:pt x="1222" y="76"/>
                        </a:lnTo>
                        <a:lnTo>
                          <a:pt x="1220" y="76"/>
                        </a:lnTo>
                        <a:lnTo>
                          <a:pt x="1217" y="76"/>
                        </a:lnTo>
                        <a:lnTo>
                          <a:pt x="1215" y="76"/>
                        </a:lnTo>
                        <a:lnTo>
                          <a:pt x="1212" y="76"/>
                        </a:lnTo>
                        <a:lnTo>
                          <a:pt x="1210" y="76"/>
                        </a:lnTo>
                        <a:lnTo>
                          <a:pt x="1208" y="76"/>
                        </a:lnTo>
                        <a:lnTo>
                          <a:pt x="1205" y="75"/>
                        </a:lnTo>
                        <a:lnTo>
                          <a:pt x="1203" y="76"/>
                        </a:lnTo>
                        <a:lnTo>
                          <a:pt x="1200" y="76"/>
                        </a:lnTo>
                        <a:lnTo>
                          <a:pt x="1198" y="76"/>
                        </a:lnTo>
                        <a:lnTo>
                          <a:pt x="1196" y="76"/>
                        </a:lnTo>
                        <a:lnTo>
                          <a:pt x="1193" y="76"/>
                        </a:lnTo>
                        <a:lnTo>
                          <a:pt x="1191" y="76"/>
                        </a:lnTo>
                        <a:lnTo>
                          <a:pt x="1188" y="77"/>
                        </a:lnTo>
                        <a:lnTo>
                          <a:pt x="1186" y="76"/>
                        </a:lnTo>
                        <a:lnTo>
                          <a:pt x="1183" y="76"/>
                        </a:lnTo>
                        <a:lnTo>
                          <a:pt x="1181" y="77"/>
                        </a:lnTo>
                        <a:lnTo>
                          <a:pt x="1179" y="77"/>
                        </a:lnTo>
                        <a:lnTo>
                          <a:pt x="1176" y="76"/>
                        </a:lnTo>
                        <a:lnTo>
                          <a:pt x="1174" y="76"/>
                        </a:lnTo>
                        <a:lnTo>
                          <a:pt x="1171" y="76"/>
                        </a:lnTo>
                        <a:lnTo>
                          <a:pt x="1169" y="76"/>
                        </a:lnTo>
                        <a:lnTo>
                          <a:pt x="1167" y="76"/>
                        </a:lnTo>
                        <a:lnTo>
                          <a:pt x="1164" y="76"/>
                        </a:lnTo>
                        <a:lnTo>
                          <a:pt x="1162" y="76"/>
                        </a:lnTo>
                        <a:lnTo>
                          <a:pt x="1159" y="76"/>
                        </a:lnTo>
                        <a:lnTo>
                          <a:pt x="1157" y="76"/>
                        </a:lnTo>
                        <a:lnTo>
                          <a:pt x="1155" y="76"/>
                        </a:lnTo>
                        <a:lnTo>
                          <a:pt x="1152" y="77"/>
                        </a:lnTo>
                        <a:lnTo>
                          <a:pt x="1150" y="76"/>
                        </a:lnTo>
                        <a:lnTo>
                          <a:pt x="1147" y="77"/>
                        </a:lnTo>
                        <a:lnTo>
                          <a:pt x="1145" y="77"/>
                        </a:lnTo>
                        <a:lnTo>
                          <a:pt x="1143" y="76"/>
                        </a:lnTo>
                        <a:lnTo>
                          <a:pt x="1140" y="77"/>
                        </a:lnTo>
                        <a:lnTo>
                          <a:pt x="1138" y="76"/>
                        </a:lnTo>
                        <a:lnTo>
                          <a:pt x="1135" y="76"/>
                        </a:lnTo>
                        <a:lnTo>
                          <a:pt x="1133" y="77"/>
                        </a:lnTo>
                        <a:lnTo>
                          <a:pt x="1131" y="77"/>
                        </a:lnTo>
                        <a:lnTo>
                          <a:pt x="1128" y="77"/>
                        </a:lnTo>
                        <a:lnTo>
                          <a:pt x="1126" y="77"/>
                        </a:lnTo>
                        <a:lnTo>
                          <a:pt x="1123" y="77"/>
                        </a:lnTo>
                        <a:lnTo>
                          <a:pt x="1121" y="77"/>
                        </a:lnTo>
                        <a:lnTo>
                          <a:pt x="1119" y="77"/>
                        </a:lnTo>
                        <a:lnTo>
                          <a:pt x="1116" y="77"/>
                        </a:lnTo>
                        <a:lnTo>
                          <a:pt x="1114" y="77"/>
                        </a:lnTo>
                        <a:lnTo>
                          <a:pt x="1111" y="77"/>
                        </a:lnTo>
                        <a:lnTo>
                          <a:pt x="1109" y="77"/>
                        </a:lnTo>
                        <a:lnTo>
                          <a:pt x="1107" y="77"/>
                        </a:lnTo>
                        <a:lnTo>
                          <a:pt x="1104" y="78"/>
                        </a:lnTo>
                        <a:lnTo>
                          <a:pt x="1102" y="77"/>
                        </a:lnTo>
                        <a:lnTo>
                          <a:pt x="1099" y="78"/>
                        </a:lnTo>
                        <a:lnTo>
                          <a:pt x="1097" y="78"/>
                        </a:lnTo>
                        <a:lnTo>
                          <a:pt x="1095" y="77"/>
                        </a:lnTo>
                        <a:lnTo>
                          <a:pt x="1092" y="78"/>
                        </a:lnTo>
                        <a:lnTo>
                          <a:pt x="1090" y="78"/>
                        </a:lnTo>
                        <a:lnTo>
                          <a:pt x="1088" y="78"/>
                        </a:lnTo>
                        <a:lnTo>
                          <a:pt x="1085" y="78"/>
                        </a:lnTo>
                        <a:lnTo>
                          <a:pt x="1083" y="78"/>
                        </a:lnTo>
                        <a:lnTo>
                          <a:pt x="1080" y="78"/>
                        </a:lnTo>
                        <a:lnTo>
                          <a:pt x="1078" y="78"/>
                        </a:lnTo>
                        <a:lnTo>
                          <a:pt x="1076" y="77"/>
                        </a:lnTo>
                        <a:lnTo>
                          <a:pt x="1073" y="78"/>
                        </a:lnTo>
                        <a:lnTo>
                          <a:pt x="1071" y="78"/>
                        </a:lnTo>
                        <a:lnTo>
                          <a:pt x="1068" y="78"/>
                        </a:lnTo>
                        <a:lnTo>
                          <a:pt x="1066" y="78"/>
                        </a:lnTo>
                        <a:lnTo>
                          <a:pt x="1064" y="77"/>
                        </a:lnTo>
                        <a:lnTo>
                          <a:pt x="1061" y="77"/>
                        </a:lnTo>
                        <a:lnTo>
                          <a:pt x="1059" y="77"/>
                        </a:lnTo>
                        <a:lnTo>
                          <a:pt x="1056" y="78"/>
                        </a:lnTo>
                        <a:lnTo>
                          <a:pt x="1054" y="78"/>
                        </a:lnTo>
                        <a:lnTo>
                          <a:pt x="1051" y="78"/>
                        </a:lnTo>
                        <a:lnTo>
                          <a:pt x="1049" y="79"/>
                        </a:lnTo>
                        <a:lnTo>
                          <a:pt x="1047" y="78"/>
                        </a:lnTo>
                        <a:lnTo>
                          <a:pt x="1044" y="78"/>
                        </a:lnTo>
                        <a:lnTo>
                          <a:pt x="1042" y="79"/>
                        </a:lnTo>
                        <a:lnTo>
                          <a:pt x="1039" y="78"/>
                        </a:lnTo>
                        <a:lnTo>
                          <a:pt x="1037" y="78"/>
                        </a:lnTo>
                        <a:lnTo>
                          <a:pt x="1035" y="79"/>
                        </a:lnTo>
                        <a:lnTo>
                          <a:pt x="1032" y="78"/>
                        </a:lnTo>
                        <a:lnTo>
                          <a:pt x="1030" y="79"/>
                        </a:lnTo>
                        <a:lnTo>
                          <a:pt x="1027" y="79"/>
                        </a:lnTo>
                        <a:lnTo>
                          <a:pt x="1025" y="78"/>
                        </a:lnTo>
                        <a:lnTo>
                          <a:pt x="1023" y="79"/>
                        </a:lnTo>
                        <a:lnTo>
                          <a:pt x="1020" y="78"/>
                        </a:lnTo>
                        <a:lnTo>
                          <a:pt x="1018" y="78"/>
                        </a:lnTo>
                        <a:lnTo>
                          <a:pt x="1015" y="79"/>
                        </a:lnTo>
                        <a:lnTo>
                          <a:pt x="1013" y="78"/>
                        </a:lnTo>
                        <a:lnTo>
                          <a:pt x="1010" y="79"/>
                        </a:lnTo>
                        <a:lnTo>
                          <a:pt x="1008" y="79"/>
                        </a:lnTo>
                        <a:lnTo>
                          <a:pt x="1006" y="78"/>
                        </a:lnTo>
                        <a:lnTo>
                          <a:pt x="1003" y="79"/>
                        </a:lnTo>
                        <a:lnTo>
                          <a:pt x="1001" y="78"/>
                        </a:lnTo>
                        <a:lnTo>
                          <a:pt x="998" y="79"/>
                        </a:lnTo>
                        <a:lnTo>
                          <a:pt x="996" y="79"/>
                        </a:lnTo>
                        <a:lnTo>
                          <a:pt x="994" y="78"/>
                        </a:lnTo>
                        <a:lnTo>
                          <a:pt x="991" y="79"/>
                        </a:lnTo>
                        <a:lnTo>
                          <a:pt x="989" y="79"/>
                        </a:lnTo>
                        <a:lnTo>
                          <a:pt x="986" y="78"/>
                        </a:lnTo>
                        <a:lnTo>
                          <a:pt x="984" y="79"/>
                        </a:lnTo>
                        <a:lnTo>
                          <a:pt x="982" y="78"/>
                        </a:lnTo>
                        <a:lnTo>
                          <a:pt x="979" y="79"/>
                        </a:lnTo>
                        <a:lnTo>
                          <a:pt x="977" y="79"/>
                        </a:lnTo>
                        <a:lnTo>
                          <a:pt x="974" y="78"/>
                        </a:lnTo>
                        <a:lnTo>
                          <a:pt x="972" y="79"/>
                        </a:lnTo>
                        <a:lnTo>
                          <a:pt x="970" y="79"/>
                        </a:lnTo>
                        <a:lnTo>
                          <a:pt x="967" y="78"/>
                        </a:lnTo>
                        <a:lnTo>
                          <a:pt x="965" y="79"/>
                        </a:lnTo>
                        <a:lnTo>
                          <a:pt x="962" y="78"/>
                        </a:lnTo>
                        <a:lnTo>
                          <a:pt x="960" y="78"/>
                        </a:lnTo>
                        <a:lnTo>
                          <a:pt x="957" y="78"/>
                        </a:lnTo>
                        <a:lnTo>
                          <a:pt x="955" y="78"/>
                        </a:lnTo>
                        <a:lnTo>
                          <a:pt x="953" y="79"/>
                        </a:lnTo>
                        <a:lnTo>
                          <a:pt x="950" y="78"/>
                        </a:lnTo>
                        <a:lnTo>
                          <a:pt x="948" y="78"/>
                        </a:lnTo>
                        <a:lnTo>
                          <a:pt x="945" y="79"/>
                        </a:lnTo>
                        <a:lnTo>
                          <a:pt x="943" y="78"/>
                        </a:lnTo>
                        <a:lnTo>
                          <a:pt x="941" y="78"/>
                        </a:lnTo>
                        <a:lnTo>
                          <a:pt x="938" y="78"/>
                        </a:lnTo>
                        <a:lnTo>
                          <a:pt x="936" y="78"/>
                        </a:lnTo>
                        <a:lnTo>
                          <a:pt x="933" y="78"/>
                        </a:lnTo>
                        <a:lnTo>
                          <a:pt x="931" y="78"/>
                        </a:lnTo>
                        <a:lnTo>
                          <a:pt x="929" y="77"/>
                        </a:lnTo>
                        <a:lnTo>
                          <a:pt x="926" y="77"/>
                        </a:lnTo>
                        <a:lnTo>
                          <a:pt x="924" y="77"/>
                        </a:lnTo>
                        <a:lnTo>
                          <a:pt x="921" y="77"/>
                        </a:lnTo>
                        <a:lnTo>
                          <a:pt x="919" y="77"/>
                        </a:lnTo>
                        <a:lnTo>
                          <a:pt x="916" y="77"/>
                        </a:lnTo>
                        <a:lnTo>
                          <a:pt x="914" y="77"/>
                        </a:lnTo>
                        <a:lnTo>
                          <a:pt x="912" y="78"/>
                        </a:lnTo>
                        <a:lnTo>
                          <a:pt x="909" y="77"/>
                        </a:lnTo>
                        <a:lnTo>
                          <a:pt x="907" y="77"/>
                        </a:lnTo>
                        <a:lnTo>
                          <a:pt x="904" y="77"/>
                        </a:lnTo>
                        <a:lnTo>
                          <a:pt x="902" y="77"/>
                        </a:lnTo>
                        <a:lnTo>
                          <a:pt x="900" y="77"/>
                        </a:lnTo>
                        <a:lnTo>
                          <a:pt x="897" y="76"/>
                        </a:lnTo>
                        <a:lnTo>
                          <a:pt x="895" y="76"/>
                        </a:lnTo>
                        <a:lnTo>
                          <a:pt x="892" y="76"/>
                        </a:lnTo>
                        <a:lnTo>
                          <a:pt x="890" y="76"/>
                        </a:lnTo>
                        <a:lnTo>
                          <a:pt x="888" y="77"/>
                        </a:lnTo>
                        <a:lnTo>
                          <a:pt x="885" y="76"/>
                        </a:lnTo>
                        <a:lnTo>
                          <a:pt x="883" y="76"/>
                        </a:lnTo>
                        <a:lnTo>
                          <a:pt x="880" y="77"/>
                        </a:lnTo>
                        <a:lnTo>
                          <a:pt x="878" y="76"/>
                        </a:lnTo>
                        <a:lnTo>
                          <a:pt x="876" y="76"/>
                        </a:lnTo>
                        <a:lnTo>
                          <a:pt x="873" y="77"/>
                        </a:lnTo>
                        <a:lnTo>
                          <a:pt x="871" y="76"/>
                        </a:lnTo>
                        <a:lnTo>
                          <a:pt x="868" y="76"/>
                        </a:lnTo>
                        <a:lnTo>
                          <a:pt x="866" y="76"/>
                        </a:lnTo>
                        <a:lnTo>
                          <a:pt x="864" y="75"/>
                        </a:lnTo>
                        <a:lnTo>
                          <a:pt x="861" y="76"/>
                        </a:lnTo>
                        <a:lnTo>
                          <a:pt x="859" y="75"/>
                        </a:lnTo>
                        <a:lnTo>
                          <a:pt x="856" y="75"/>
                        </a:lnTo>
                        <a:lnTo>
                          <a:pt x="854" y="75"/>
                        </a:lnTo>
                        <a:lnTo>
                          <a:pt x="852" y="74"/>
                        </a:lnTo>
                        <a:lnTo>
                          <a:pt x="849" y="74"/>
                        </a:lnTo>
                        <a:lnTo>
                          <a:pt x="847" y="74"/>
                        </a:lnTo>
                        <a:lnTo>
                          <a:pt x="845" y="74"/>
                        </a:lnTo>
                        <a:lnTo>
                          <a:pt x="842" y="74"/>
                        </a:lnTo>
                        <a:lnTo>
                          <a:pt x="840" y="75"/>
                        </a:lnTo>
                        <a:lnTo>
                          <a:pt x="837" y="74"/>
                        </a:lnTo>
                        <a:lnTo>
                          <a:pt x="835" y="74"/>
                        </a:lnTo>
                        <a:lnTo>
                          <a:pt x="833" y="74"/>
                        </a:lnTo>
                        <a:lnTo>
                          <a:pt x="830" y="74"/>
                        </a:lnTo>
                        <a:lnTo>
                          <a:pt x="828" y="74"/>
                        </a:lnTo>
                        <a:lnTo>
                          <a:pt x="825" y="74"/>
                        </a:lnTo>
                        <a:lnTo>
                          <a:pt x="823" y="74"/>
                        </a:lnTo>
                        <a:lnTo>
                          <a:pt x="821" y="74"/>
                        </a:lnTo>
                        <a:lnTo>
                          <a:pt x="818" y="73"/>
                        </a:lnTo>
                        <a:lnTo>
                          <a:pt x="816" y="74"/>
                        </a:lnTo>
                        <a:lnTo>
                          <a:pt x="813" y="73"/>
                        </a:lnTo>
                        <a:lnTo>
                          <a:pt x="811" y="73"/>
                        </a:lnTo>
                        <a:lnTo>
                          <a:pt x="809" y="73"/>
                        </a:lnTo>
                        <a:lnTo>
                          <a:pt x="806" y="73"/>
                        </a:lnTo>
                        <a:lnTo>
                          <a:pt x="804" y="74"/>
                        </a:lnTo>
                        <a:lnTo>
                          <a:pt x="801" y="73"/>
                        </a:lnTo>
                        <a:lnTo>
                          <a:pt x="799" y="73"/>
                        </a:lnTo>
                        <a:lnTo>
                          <a:pt x="797" y="74"/>
                        </a:lnTo>
                        <a:lnTo>
                          <a:pt x="794" y="73"/>
                        </a:lnTo>
                        <a:lnTo>
                          <a:pt x="792" y="73"/>
                        </a:lnTo>
                        <a:lnTo>
                          <a:pt x="789" y="73"/>
                        </a:lnTo>
                        <a:lnTo>
                          <a:pt x="787" y="72"/>
                        </a:lnTo>
                        <a:lnTo>
                          <a:pt x="784" y="72"/>
                        </a:lnTo>
                        <a:lnTo>
                          <a:pt x="782" y="72"/>
                        </a:lnTo>
                        <a:lnTo>
                          <a:pt x="780" y="72"/>
                        </a:lnTo>
                        <a:lnTo>
                          <a:pt x="777" y="72"/>
                        </a:lnTo>
                        <a:lnTo>
                          <a:pt x="775" y="72"/>
                        </a:lnTo>
                        <a:lnTo>
                          <a:pt x="772" y="72"/>
                        </a:lnTo>
                        <a:lnTo>
                          <a:pt x="770" y="72"/>
                        </a:lnTo>
                        <a:lnTo>
                          <a:pt x="768" y="71"/>
                        </a:lnTo>
                        <a:lnTo>
                          <a:pt x="765" y="72"/>
                        </a:lnTo>
                        <a:lnTo>
                          <a:pt x="763" y="71"/>
                        </a:lnTo>
                        <a:lnTo>
                          <a:pt x="760" y="71"/>
                        </a:lnTo>
                        <a:lnTo>
                          <a:pt x="758" y="72"/>
                        </a:lnTo>
                        <a:lnTo>
                          <a:pt x="756" y="71"/>
                        </a:lnTo>
                        <a:lnTo>
                          <a:pt x="753" y="71"/>
                        </a:lnTo>
                        <a:lnTo>
                          <a:pt x="751" y="71"/>
                        </a:lnTo>
                        <a:lnTo>
                          <a:pt x="748" y="71"/>
                        </a:lnTo>
                        <a:lnTo>
                          <a:pt x="746" y="71"/>
                        </a:lnTo>
                        <a:lnTo>
                          <a:pt x="743" y="71"/>
                        </a:lnTo>
                        <a:lnTo>
                          <a:pt x="741" y="71"/>
                        </a:lnTo>
                        <a:lnTo>
                          <a:pt x="739" y="71"/>
                        </a:lnTo>
                        <a:lnTo>
                          <a:pt x="736" y="71"/>
                        </a:lnTo>
                        <a:lnTo>
                          <a:pt x="734" y="70"/>
                        </a:lnTo>
                        <a:lnTo>
                          <a:pt x="731" y="71"/>
                        </a:lnTo>
                        <a:lnTo>
                          <a:pt x="729" y="70"/>
                        </a:lnTo>
                        <a:lnTo>
                          <a:pt x="727" y="70"/>
                        </a:lnTo>
                        <a:lnTo>
                          <a:pt x="724" y="71"/>
                        </a:lnTo>
                        <a:lnTo>
                          <a:pt x="722" y="70"/>
                        </a:lnTo>
                        <a:lnTo>
                          <a:pt x="719" y="71"/>
                        </a:lnTo>
                        <a:lnTo>
                          <a:pt x="717" y="70"/>
                        </a:lnTo>
                        <a:lnTo>
                          <a:pt x="715" y="70"/>
                        </a:lnTo>
                        <a:lnTo>
                          <a:pt x="712" y="71"/>
                        </a:lnTo>
                        <a:lnTo>
                          <a:pt x="710" y="70"/>
                        </a:lnTo>
                        <a:lnTo>
                          <a:pt x="707" y="70"/>
                        </a:lnTo>
                        <a:lnTo>
                          <a:pt x="705" y="70"/>
                        </a:lnTo>
                        <a:lnTo>
                          <a:pt x="703" y="70"/>
                        </a:lnTo>
                        <a:lnTo>
                          <a:pt x="700" y="70"/>
                        </a:lnTo>
                        <a:lnTo>
                          <a:pt x="698" y="69"/>
                        </a:lnTo>
                        <a:lnTo>
                          <a:pt x="695" y="70"/>
                        </a:lnTo>
                        <a:lnTo>
                          <a:pt x="693" y="70"/>
                        </a:lnTo>
                        <a:lnTo>
                          <a:pt x="690" y="69"/>
                        </a:lnTo>
                        <a:lnTo>
                          <a:pt x="688" y="70"/>
                        </a:lnTo>
                        <a:lnTo>
                          <a:pt x="686" y="69"/>
                        </a:lnTo>
                        <a:lnTo>
                          <a:pt x="683" y="69"/>
                        </a:lnTo>
                        <a:lnTo>
                          <a:pt x="681" y="69"/>
                        </a:lnTo>
                        <a:lnTo>
                          <a:pt x="678" y="69"/>
                        </a:lnTo>
                        <a:lnTo>
                          <a:pt x="676" y="70"/>
                        </a:lnTo>
                        <a:lnTo>
                          <a:pt x="674" y="70"/>
                        </a:lnTo>
                        <a:lnTo>
                          <a:pt x="671" y="69"/>
                        </a:lnTo>
                        <a:lnTo>
                          <a:pt x="669" y="70"/>
                        </a:lnTo>
                        <a:lnTo>
                          <a:pt x="666" y="69"/>
                        </a:lnTo>
                        <a:lnTo>
                          <a:pt x="664" y="69"/>
                        </a:lnTo>
                        <a:lnTo>
                          <a:pt x="662" y="69"/>
                        </a:lnTo>
                        <a:lnTo>
                          <a:pt x="659" y="69"/>
                        </a:lnTo>
                        <a:lnTo>
                          <a:pt x="657" y="69"/>
                        </a:lnTo>
                        <a:lnTo>
                          <a:pt x="654" y="69"/>
                        </a:lnTo>
                        <a:lnTo>
                          <a:pt x="652" y="68"/>
                        </a:lnTo>
                        <a:lnTo>
                          <a:pt x="649" y="69"/>
                        </a:lnTo>
                        <a:lnTo>
                          <a:pt x="647" y="68"/>
                        </a:lnTo>
                        <a:lnTo>
                          <a:pt x="645" y="68"/>
                        </a:lnTo>
                        <a:lnTo>
                          <a:pt x="642" y="69"/>
                        </a:lnTo>
                        <a:lnTo>
                          <a:pt x="640" y="69"/>
                        </a:lnTo>
                        <a:lnTo>
                          <a:pt x="637" y="69"/>
                        </a:lnTo>
                        <a:lnTo>
                          <a:pt x="635" y="69"/>
                        </a:lnTo>
                        <a:lnTo>
                          <a:pt x="633" y="68"/>
                        </a:lnTo>
                        <a:lnTo>
                          <a:pt x="630" y="69"/>
                        </a:lnTo>
                        <a:lnTo>
                          <a:pt x="628" y="68"/>
                        </a:lnTo>
                        <a:lnTo>
                          <a:pt x="625" y="68"/>
                        </a:lnTo>
                        <a:lnTo>
                          <a:pt x="623" y="69"/>
                        </a:lnTo>
                        <a:lnTo>
                          <a:pt x="621" y="68"/>
                        </a:lnTo>
                        <a:lnTo>
                          <a:pt x="618" y="68"/>
                        </a:lnTo>
                        <a:lnTo>
                          <a:pt x="616" y="68"/>
                        </a:lnTo>
                        <a:lnTo>
                          <a:pt x="613" y="68"/>
                        </a:lnTo>
                        <a:lnTo>
                          <a:pt x="611" y="68"/>
                        </a:lnTo>
                        <a:lnTo>
                          <a:pt x="609" y="68"/>
                        </a:lnTo>
                        <a:lnTo>
                          <a:pt x="606" y="68"/>
                        </a:lnTo>
                        <a:lnTo>
                          <a:pt x="604" y="68"/>
                        </a:lnTo>
                        <a:lnTo>
                          <a:pt x="601" y="68"/>
                        </a:lnTo>
                        <a:lnTo>
                          <a:pt x="599" y="68"/>
                        </a:lnTo>
                        <a:lnTo>
                          <a:pt x="597" y="68"/>
                        </a:lnTo>
                        <a:lnTo>
                          <a:pt x="594" y="68"/>
                        </a:lnTo>
                        <a:lnTo>
                          <a:pt x="592" y="68"/>
                        </a:lnTo>
                        <a:lnTo>
                          <a:pt x="590" y="68"/>
                        </a:lnTo>
                        <a:lnTo>
                          <a:pt x="587" y="68"/>
                        </a:lnTo>
                        <a:lnTo>
                          <a:pt x="585" y="68"/>
                        </a:lnTo>
                        <a:lnTo>
                          <a:pt x="582" y="68"/>
                        </a:lnTo>
                        <a:lnTo>
                          <a:pt x="580" y="68"/>
                        </a:lnTo>
                        <a:lnTo>
                          <a:pt x="578" y="67"/>
                        </a:lnTo>
                        <a:lnTo>
                          <a:pt x="575" y="67"/>
                        </a:lnTo>
                        <a:lnTo>
                          <a:pt x="573" y="67"/>
                        </a:lnTo>
                        <a:lnTo>
                          <a:pt x="570" y="67"/>
                        </a:lnTo>
                        <a:lnTo>
                          <a:pt x="568" y="67"/>
                        </a:lnTo>
                        <a:lnTo>
                          <a:pt x="566" y="68"/>
                        </a:lnTo>
                        <a:lnTo>
                          <a:pt x="563" y="67"/>
                        </a:lnTo>
                        <a:lnTo>
                          <a:pt x="561" y="68"/>
                        </a:lnTo>
                        <a:lnTo>
                          <a:pt x="558" y="67"/>
                        </a:lnTo>
                        <a:lnTo>
                          <a:pt x="556" y="67"/>
                        </a:lnTo>
                        <a:lnTo>
                          <a:pt x="554" y="68"/>
                        </a:lnTo>
                        <a:lnTo>
                          <a:pt x="551" y="67"/>
                        </a:lnTo>
                        <a:lnTo>
                          <a:pt x="549" y="67"/>
                        </a:lnTo>
                        <a:lnTo>
                          <a:pt x="546" y="68"/>
                        </a:lnTo>
                        <a:lnTo>
                          <a:pt x="544" y="68"/>
                        </a:lnTo>
                        <a:lnTo>
                          <a:pt x="542" y="68"/>
                        </a:lnTo>
                        <a:lnTo>
                          <a:pt x="539" y="68"/>
                        </a:lnTo>
                        <a:lnTo>
                          <a:pt x="537" y="68"/>
                        </a:lnTo>
                        <a:lnTo>
                          <a:pt x="534" y="68"/>
                        </a:lnTo>
                        <a:lnTo>
                          <a:pt x="532" y="68"/>
                        </a:lnTo>
                        <a:lnTo>
                          <a:pt x="530" y="69"/>
                        </a:lnTo>
                        <a:lnTo>
                          <a:pt x="527" y="69"/>
                        </a:lnTo>
                        <a:lnTo>
                          <a:pt x="525" y="69"/>
                        </a:lnTo>
                        <a:lnTo>
                          <a:pt x="522" y="70"/>
                        </a:lnTo>
                        <a:lnTo>
                          <a:pt x="520" y="70"/>
                        </a:lnTo>
                        <a:lnTo>
                          <a:pt x="517" y="71"/>
                        </a:lnTo>
                        <a:lnTo>
                          <a:pt x="515" y="71"/>
                        </a:lnTo>
                        <a:lnTo>
                          <a:pt x="513" y="71"/>
                        </a:lnTo>
                        <a:lnTo>
                          <a:pt x="510" y="72"/>
                        </a:lnTo>
                        <a:lnTo>
                          <a:pt x="508" y="71"/>
                        </a:lnTo>
                        <a:lnTo>
                          <a:pt x="505" y="72"/>
                        </a:lnTo>
                        <a:lnTo>
                          <a:pt x="503" y="72"/>
                        </a:lnTo>
                        <a:lnTo>
                          <a:pt x="501" y="72"/>
                        </a:lnTo>
                        <a:lnTo>
                          <a:pt x="498" y="73"/>
                        </a:lnTo>
                        <a:lnTo>
                          <a:pt x="496" y="73"/>
                        </a:lnTo>
                        <a:lnTo>
                          <a:pt x="493" y="74"/>
                        </a:lnTo>
                        <a:lnTo>
                          <a:pt x="491" y="74"/>
                        </a:lnTo>
                        <a:lnTo>
                          <a:pt x="489" y="74"/>
                        </a:lnTo>
                        <a:lnTo>
                          <a:pt x="486" y="75"/>
                        </a:lnTo>
                        <a:lnTo>
                          <a:pt x="484" y="75"/>
                        </a:lnTo>
                        <a:lnTo>
                          <a:pt x="481" y="75"/>
                        </a:lnTo>
                        <a:lnTo>
                          <a:pt x="479" y="76"/>
                        </a:lnTo>
                        <a:lnTo>
                          <a:pt x="476" y="76"/>
                        </a:lnTo>
                        <a:lnTo>
                          <a:pt x="474" y="76"/>
                        </a:lnTo>
                        <a:lnTo>
                          <a:pt x="472" y="77"/>
                        </a:lnTo>
                        <a:lnTo>
                          <a:pt x="469" y="77"/>
                        </a:lnTo>
                        <a:lnTo>
                          <a:pt x="467" y="78"/>
                        </a:lnTo>
                        <a:lnTo>
                          <a:pt x="464" y="79"/>
                        </a:lnTo>
                        <a:lnTo>
                          <a:pt x="462" y="79"/>
                        </a:lnTo>
                        <a:lnTo>
                          <a:pt x="460" y="79"/>
                        </a:lnTo>
                        <a:lnTo>
                          <a:pt x="457" y="80"/>
                        </a:lnTo>
                        <a:lnTo>
                          <a:pt x="455" y="80"/>
                        </a:lnTo>
                        <a:lnTo>
                          <a:pt x="452" y="82"/>
                        </a:lnTo>
                        <a:lnTo>
                          <a:pt x="450" y="82"/>
                        </a:lnTo>
                        <a:lnTo>
                          <a:pt x="448" y="82"/>
                        </a:lnTo>
                        <a:lnTo>
                          <a:pt x="445" y="83"/>
                        </a:lnTo>
                        <a:lnTo>
                          <a:pt x="443" y="83"/>
                        </a:lnTo>
                        <a:lnTo>
                          <a:pt x="440" y="85"/>
                        </a:lnTo>
                        <a:lnTo>
                          <a:pt x="438" y="86"/>
                        </a:lnTo>
                        <a:lnTo>
                          <a:pt x="436" y="86"/>
                        </a:lnTo>
                        <a:lnTo>
                          <a:pt x="433" y="88"/>
                        </a:lnTo>
                        <a:lnTo>
                          <a:pt x="431" y="88"/>
                        </a:lnTo>
                        <a:lnTo>
                          <a:pt x="428" y="89"/>
                        </a:lnTo>
                        <a:lnTo>
                          <a:pt x="426" y="90"/>
                        </a:lnTo>
                        <a:lnTo>
                          <a:pt x="423" y="91"/>
                        </a:lnTo>
                        <a:lnTo>
                          <a:pt x="421" y="92"/>
                        </a:lnTo>
                        <a:lnTo>
                          <a:pt x="419" y="92"/>
                        </a:lnTo>
                        <a:lnTo>
                          <a:pt x="416" y="94"/>
                        </a:lnTo>
                        <a:lnTo>
                          <a:pt x="414" y="95"/>
                        </a:lnTo>
                        <a:lnTo>
                          <a:pt x="411" y="96"/>
                        </a:lnTo>
                        <a:lnTo>
                          <a:pt x="409" y="97"/>
                        </a:lnTo>
                        <a:lnTo>
                          <a:pt x="407" y="98"/>
                        </a:lnTo>
                        <a:lnTo>
                          <a:pt x="404" y="100"/>
                        </a:lnTo>
                        <a:lnTo>
                          <a:pt x="402" y="101"/>
                        </a:lnTo>
                        <a:lnTo>
                          <a:pt x="399" y="102"/>
                        </a:lnTo>
                        <a:lnTo>
                          <a:pt x="397" y="103"/>
                        </a:lnTo>
                        <a:lnTo>
                          <a:pt x="395" y="103"/>
                        </a:lnTo>
                        <a:lnTo>
                          <a:pt x="392" y="105"/>
                        </a:lnTo>
                        <a:lnTo>
                          <a:pt x="390" y="106"/>
                        </a:lnTo>
                        <a:lnTo>
                          <a:pt x="387" y="105"/>
                        </a:lnTo>
                        <a:lnTo>
                          <a:pt x="385" y="106"/>
                        </a:lnTo>
                        <a:lnTo>
                          <a:pt x="382" y="105"/>
                        </a:lnTo>
                        <a:lnTo>
                          <a:pt x="380" y="105"/>
                        </a:lnTo>
                        <a:lnTo>
                          <a:pt x="378" y="105"/>
                        </a:lnTo>
                        <a:lnTo>
                          <a:pt x="375" y="103"/>
                        </a:lnTo>
                        <a:lnTo>
                          <a:pt x="373" y="103"/>
                        </a:lnTo>
                        <a:lnTo>
                          <a:pt x="370" y="100"/>
                        </a:lnTo>
                        <a:lnTo>
                          <a:pt x="368" y="99"/>
                        </a:lnTo>
                        <a:lnTo>
                          <a:pt x="366" y="97"/>
                        </a:lnTo>
                        <a:lnTo>
                          <a:pt x="363" y="99"/>
                        </a:lnTo>
                        <a:lnTo>
                          <a:pt x="361" y="96"/>
                        </a:lnTo>
                        <a:lnTo>
                          <a:pt x="358" y="93"/>
                        </a:lnTo>
                        <a:lnTo>
                          <a:pt x="356" y="95"/>
                        </a:lnTo>
                        <a:lnTo>
                          <a:pt x="354" y="99"/>
                        </a:lnTo>
                        <a:lnTo>
                          <a:pt x="351" y="96"/>
                        </a:lnTo>
                        <a:lnTo>
                          <a:pt x="349" y="98"/>
                        </a:lnTo>
                        <a:lnTo>
                          <a:pt x="347" y="102"/>
                        </a:lnTo>
                        <a:lnTo>
                          <a:pt x="344" y="99"/>
                        </a:lnTo>
                        <a:lnTo>
                          <a:pt x="342" y="99"/>
                        </a:lnTo>
                        <a:lnTo>
                          <a:pt x="339" y="101"/>
                        </a:lnTo>
                        <a:lnTo>
                          <a:pt x="337" y="100"/>
                        </a:lnTo>
                        <a:lnTo>
                          <a:pt x="335" y="102"/>
                        </a:lnTo>
                        <a:lnTo>
                          <a:pt x="332" y="102"/>
                        </a:lnTo>
                        <a:lnTo>
                          <a:pt x="330" y="99"/>
                        </a:lnTo>
                        <a:lnTo>
                          <a:pt x="327" y="94"/>
                        </a:lnTo>
                        <a:lnTo>
                          <a:pt x="325" y="103"/>
                        </a:lnTo>
                        <a:lnTo>
                          <a:pt x="323" y="99"/>
                        </a:lnTo>
                        <a:lnTo>
                          <a:pt x="320" y="93"/>
                        </a:lnTo>
                        <a:lnTo>
                          <a:pt x="318" y="95"/>
                        </a:lnTo>
                        <a:lnTo>
                          <a:pt x="315" y="99"/>
                        </a:lnTo>
                        <a:lnTo>
                          <a:pt x="313" y="93"/>
                        </a:lnTo>
                        <a:lnTo>
                          <a:pt x="311" y="92"/>
                        </a:lnTo>
                        <a:lnTo>
                          <a:pt x="308" y="97"/>
                        </a:lnTo>
                        <a:lnTo>
                          <a:pt x="306" y="93"/>
                        </a:lnTo>
                        <a:lnTo>
                          <a:pt x="303" y="94"/>
                        </a:lnTo>
                        <a:lnTo>
                          <a:pt x="301" y="97"/>
                        </a:lnTo>
                        <a:lnTo>
                          <a:pt x="299" y="94"/>
                        </a:lnTo>
                        <a:lnTo>
                          <a:pt x="296" y="96"/>
                        </a:lnTo>
                        <a:lnTo>
                          <a:pt x="294" y="97"/>
                        </a:lnTo>
                        <a:lnTo>
                          <a:pt x="291" y="94"/>
                        </a:lnTo>
                        <a:lnTo>
                          <a:pt x="289" y="97"/>
                        </a:lnTo>
                        <a:lnTo>
                          <a:pt x="287" y="98"/>
                        </a:lnTo>
                        <a:lnTo>
                          <a:pt x="284" y="95"/>
                        </a:lnTo>
                        <a:lnTo>
                          <a:pt x="282" y="97"/>
                        </a:lnTo>
                        <a:lnTo>
                          <a:pt x="279" y="100"/>
                        </a:lnTo>
                        <a:lnTo>
                          <a:pt x="277" y="96"/>
                        </a:lnTo>
                        <a:lnTo>
                          <a:pt x="275" y="97"/>
                        </a:lnTo>
                        <a:lnTo>
                          <a:pt x="272" y="99"/>
                        </a:lnTo>
                        <a:lnTo>
                          <a:pt x="270" y="99"/>
                        </a:lnTo>
                        <a:lnTo>
                          <a:pt x="267" y="100"/>
                        </a:lnTo>
                        <a:lnTo>
                          <a:pt x="265" y="97"/>
                        </a:lnTo>
                        <a:lnTo>
                          <a:pt x="263" y="102"/>
                        </a:lnTo>
                        <a:lnTo>
                          <a:pt x="260" y="104"/>
                        </a:lnTo>
                        <a:lnTo>
                          <a:pt x="258" y="100"/>
                        </a:lnTo>
                        <a:lnTo>
                          <a:pt x="255" y="101"/>
                        </a:lnTo>
                        <a:lnTo>
                          <a:pt x="253" y="106"/>
                        </a:lnTo>
                        <a:lnTo>
                          <a:pt x="250" y="102"/>
                        </a:lnTo>
                        <a:lnTo>
                          <a:pt x="248" y="102"/>
                        </a:lnTo>
                        <a:lnTo>
                          <a:pt x="246" y="103"/>
                        </a:lnTo>
                        <a:lnTo>
                          <a:pt x="243" y="104"/>
                        </a:lnTo>
                        <a:lnTo>
                          <a:pt x="241" y="102"/>
                        </a:lnTo>
                        <a:lnTo>
                          <a:pt x="238" y="105"/>
                        </a:lnTo>
                        <a:lnTo>
                          <a:pt x="236" y="104"/>
                        </a:lnTo>
                        <a:lnTo>
                          <a:pt x="234" y="104"/>
                        </a:lnTo>
                        <a:lnTo>
                          <a:pt x="231" y="106"/>
                        </a:lnTo>
                        <a:lnTo>
                          <a:pt x="229" y="103"/>
                        </a:lnTo>
                        <a:lnTo>
                          <a:pt x="226" y="102"/>
                        </a:lnTo>
                        <a:lnTo>
                          <a:pt x="224" y="105"/>
                        </a:lnTo>
                        <a:lnTo>
                          <a:pt x="222" y="102"/>
                        </a:lnTo>
                        <a:lnTo>
                          <a:pt x="219" y="106"/>
                        </a:lnTo>
                        <a:lnTo>
                          <a:pt x="217" y="105"/>
                        </a:lnTo>
                        <a:lnTo>
                          <a:pt x="214" y="102"/>
                        </a:lnTo>
                        <a:lnTo>
                          <a:pt x="212" y="104"/>
                        </a:lnTo>
                        <a:lnTo>
                          <a:pt x="209" y="105"/>
                        </a:lnTo>
                        <a:lnTo>
                          <a:pt x="207" y="101"/>
                        </a:lnTo>
                        <a:lnTo>
                          <a:pt x="205" y="103"/>
                        </a:lnTo>
                        <a:lnTo>
                          <a:pt x="202" y="104"/>
                        </a:lnTo>
                        <a:lnTo>
                          <a:pt x="200" y="103"/>
                        </a:lnTo>
                        <a:lnTo>
                          <a:pt x="197" y="103"/>
                        </a:lnTo>
                        <a:lnTo>
                          <a:pt x="195" y="104"/>
                        </a:lnTo>
                        <a:lnTo>
                          <a:pt x="193" y="104"/>
                        </a:lnTo>
                        <a:lnTo>
                          <a:pt x="190" y="102"/>
                        </a:lnTo>
                        <a:lnTo>
                          <a:pt x="188" y="102"/>
                        </a:lnTo>
                        <a:lnTo>
                          <a:pt x="185" y="104"/>
                        </a:lnTo>
                        <a:lnTo>
                          <a:pt x="183" y="100"/>
                        </a:lnTo>
                        <a:lnTo>
                          <a:pt x="181" y="102"/>
                        </a:lnTo>
                        <a:lnTo>
                          <a:pt x="178" y="103"/>
                        </a:lnTo>
                        <a:lnTo>
                          <a:pt x="176" y="100"/>
                        </a:lnTo>
                        <a:lnTo>
                          <a:pt x="173" y="105"/>
                        </a:lnTo>
                        <a:lnTo>
                          <a:pt x="171" y="102"/>
                        </a:lnTo>
                        <a:lnTo>
                          <a:pt x="169" y="99"/>
                        </a:lnTo>
                        <a:lnTo>
                          <a:pt x="166" y="105"/>
                        </a:lnTo>
                        <a:lnTo>
                          <a:pt x="164" y="100"/>
                        </a:lnTo>
                        <a:lnTo>
                          <a:pt x="161" y="99"/>
                        </a:lnTo>
                        <a:lnTo>
                          <a:pt x="159" y="104"/>
                        </a:lnTo>
                        <a:lnTo>
                          <a:pt x="156" y="99"/>
                        </a:lnTo>
                        <a:lnTo>
                          <a:pt x="154" y="100"/>
                        </a:lnTo>
                        <a:lnTo>
                          <a:pt x="152" y="103"/>
                        </a:lnTo>
                        <a:lnTo>
                          <a:pt x="149" y="100"/>
                        </a:lnTo>
                        <a:lnTo>
                          <a:pt x="147" y="100"/>
                        </a:lnTo>
                        <a:lnTo>
                          <a:pt x="144" y="98"/>
                        </a:lnTo>
                        <a:lnTo>
                          <a:pt x="142" y="100"/>
                        </a:lnTo>
                        <a:lnTo>
                          <a:pt x="140" y="101"/>
                        </a:lnTo>
                        <a:lnTo>
                          <a:pt x="137" y="98"/>
                        </a:lnTo>
                        <a:lnTo>
                          <a:pt x="135" y="100"/>
                        </a:lnTo>
                        <a:lnTo>
                          <a:pt x="132" y="102"/>
                        </a:lnTo>
                        <a:lnTo>
                          <a:pt x="130" y="99"/>
                        </a:lnTo>
                        <a:lnTo>
                          <a:pt x="128" y="102"/>
                        </a:lnTo>
                        <a:lnTo>
                          <a:pt x="125" y="102"/>
                        </a:lnTo>
                        <a:lnTo>
                          <a:pt x="123" y="100"/>
                        </a:lnTo>
                        <a:lnTo>
                          <a:pt x="120" y="102"/>
                        </a:lnTo>
                        <a:lnTo>
                          <a:pt x="118" y="104"/>
                        </a:lnTo>
                        <a:lnTo>
                          <a:pt x="115" y="102"/>
                        </a:lnTo>
                        <a:lnTo>
                          <a:pt x="113" y="105"/>
                        </a:lnTo>
                        <a:lnTo>
                          <a:pt x="111" y="105"/>
                        </a:lnTo>
                        <a:lnTo>
                          <a:pt x="108" y="101"/>
                        </a:lnTo>
                        <a:lnTo>
                          <a:pt x="106" y="100"/>
                        </a:lnTo>
                        <a:lnTo>
                          <a:pt x="104" y="107"/>
                        </a:lnTo>
                        <a:lnTo>
                          <a:pt x="101" y="101"/>
                        </a:lnTo>
                        <a:lnTo>
                          <a:pt x="99" y="99"/>
                        </a:lnTo>
                        <a:lnTo>
                          <a:pt x="96" y="108"/>
                        </a:lnTo>
                        <a:lnTo>
                          <a:pt x="94" y="103"/>
                        </a:lnTo>
                        <a:lnTo>
                          <a:pt x="92" y="100"/>
                        </a:lnTo>
                        <a:lnTo>
                          <a:pt x="89" y="99"/>
                        </a:lnTo>
                        <a:lnTo>
                          <a:pt x="87" y="105"/>
                        </a:lnTo>
                        <a:lnTo>
                          <a:pt x="84" y="100"/>
                        </a:lnTo>
                        <a:lnTo>
                          <a:pt x="82" y="97"/>
                        </a:lnTo>
                        <a:lnTo>
                          <a:pt x="80" y="106"/>
                        </a:lnTo>
                        <a:lnTo>
                          <a:pt x="77" y="99"/>
                        </a:lnTo>
                        <a:lnTo>
                          <a:pt x="75" y="97"/>
                        </a:lnTo>
                        <a:lnTo>
                          <a:pt x="72" y="105"/>
                        </a:lnTo>
                        <a:lnTo>
                          <a:pt x="70" y="99"/>
                        </a:lnTo>
                        <a:lnTo>
                          <a:pt x="68" y="97"/>
                        </a:lnTo>
                        <a:lnTo>
                          <a:pt x="65" y="100"/>
                        </a:lnTo>
                        <a:lnTo>
                          <a:pt x="63" y="100"/>
                        </a:lnTo>
                        <a:lnTo>
                          <a:pt x="60" y="98"/>
                        </a:lnTo>
                        <a:lnTo>
                          <a:pt x="58" y="97"/>
                        </a:lnTo>
                        <a:lnTo>
                          <a:pt x="56" y="101"/>
                        </a:lnTo>
                        <a:lnTo>
                          <a:pt x="53" y="100"/>
                        </a:lnTo>
                        <a:lnTo>
                          <a:pt x="51" y="100"/>
                        </a:lnTo>
                        <a:lnTo>
                          <a:pt x="48" y="102"/>
                        </a:lnTo>
                        <a:lnTo>
                          <a:pt x="46" y="100"/>
                        </a:lnTo>
                        <a:lnTo>
                          <a:pt x="44" y="103"/>
                        </a:lnTo>
                        <a:lnTo>
                          <a:pt x="41" y="104"/>
                        </a:lnTo>
                        <a:lnTo>
                          <a:pt x="39" y="102"/>
                        </a:lnTo>
                        <a:lnTo>
                          <a:pt x="36" y="101"/>
                        </a:lnTo>
                        <a:lnTo>
                          <a:pt x="34" y="105"/>
                        </a:lnTo>
                        <a:lnTo>
                          <a:pt x="32" y="103"/>
                        </a:lnTo>
                        <a:lnTo>
                          <a:pt x="29" y="99"/>
                        </a:lnTo>
                        <a:lnTo>
                          <a:pt x="27" y="102"/>
                        </a:lnTo>
                        <a:lnTo>
                          <a:pt x="24" y="104"/>
                        </a:lnTo>
                        <a:lnTo>
                          <a:pt x="22" y="100"/>
                        </a:lnTo>
                        <a:lnTo>
                          <a:pt x="20" y="103"/>
                        </a:lnTo>
                        <a:lnTo>
                          <a:pt x="17" y="106"/>
                        </a:lnTo>
                        <a:lnTo>
                          <a:pt x="15" y="103"/>
                        </a:lnTo>
                        <a:lnTo>
                          <a:pt x="12" y="104"/>
                        </a:lnTo>
                        <a:lnTo>
                          <a:pt x="10" y="99"/>
                        </a:lnTo>
                        <a:lnTo>
                          <a:pt x="8" y="102"/>
                        </a:lnTo>
                        <a:lnTo>
                          <a:pt x="5" y="104"/>
                        </a:lnTo>
                        <a:lnTo>
                          <a:pt x="3" y="100"/>
                        </a:lnTo>
                        <a:lnTo>
                          <a:pt x="0" y="105"/>
                        </a:lnTo>
                        <a:lnTo>
                          <a:pt x="0" y="119"/>
                        </a:lnTo>
                        <a:lnTo>
                          <a:pt x="3" y="116"/>
                        </a:lnTo>
                        <a:lnTo>
                          <a:pt x="5" y="119"/>
                        </a:lnTo>
                        <a:lnTo>
                          <a:pt x="8" y="119"/>
                        </a:lnTo>
                        <a:lnTo>
                          <a:pt x="10" y="114"/>
                        </a:lnTo>
                        <a:lnTo>
                          <a:pt x="12" y="119"/>
                        </a:lnTo>
                        <a:lnTo>
                          <a:pt x="15" y="119"/>
                        </a:lnTo>
                        <a:lnTo>
                          <a:pt x="17" y="115"/>
                        </a:lnTo>
                        <a:lnTo>
                          <a:pt x="20" y="117"/>
                        </a:lnTo>
                        <a:lnTo>
                          <a:pt x="22" y="119"/>
                        </a:lnTo>
                        <a:lnTo>
                          <a:pt x="24" y="113"/>
                        </a:lnTo>
                        <a:lnTo>
                          <a:pt x="27" y="114"/>
                        </a:lnTo>
                        <a:lnTo>
                          <a:pt x="29" y="119"/>
                        </a:lnTo>
                        <a:lnTo>
                          <a:pt x="32" y="114"/>
                        </a:lnTo>
                        <a:lnTo>
                          <a:pt x="34" y="117"/>
                        </a:lnTo>
                        <a:lnTo>
                          <a:pt x="36" y="119"/>
                        </a:lnTo>
                        <a:lnTo>
                          <a:pt x="39" y="114"/>
                        </a:lnTo>
                        <a:lnTo>
                          <a:pt x="41" y="117"/>
                        </a:lnTo>
                        <a:lnTo>
                          <a:pt x="44" y="117"/>
                        </a:lnTo>
                        <a:lnTo>
                          <a:pt x="46" y="115"/>
                        </a:lnTo>
                        <a:lnTo>
                          <a:pt x="48" y="119"/>
                        </a:lnTo>
                        <a:lnTo>
                          <a:pt x="51" y="114"/>
                        </a:lnTo>
                        <a:lnTo>
                          <a:pt x="53" y="115"/>
                        </a:lnTo>
                        <a:lnTo>
                          <a:pt x="56" y="120"/>
                        </a:lnTo>
                        <a:lnTo>
                          <a:pt x="58" y="112"/>
                        </a:lnTo>
                        <a:lnTo>
                          <a:pt x="60" y="115"/>
                        </a:lnTo>
                        <a:lnTo>
                          <a:pt x="63" y="119"/>
                        </a:lnTo>
                        <a:lnTo>
                          <a:pt x="65" y="114"/>
                        </a:lnTo>
                        <a:lnTo>
                          <a:pt x="68" y="115"/>
                        </a:lnTo>
                        <a:lnTo>
                          <a:pt x="70" y="120"/>
                        </a:lnTo>
                        <a:lnTo>
                          <a:pt x="72" y="113"/>
                        </a:lnTo>
                        <a:lnTo>
                          <a:pt x="75" y="116"/>
                        </a:lnTo>
                        <a:lnTo>
                          <a:pt x="77" y="119"/>
                        </a:lnTo>
                        <a:lnTo>
                          <a:pt x="80" y="114"/>
                        </a:lnTo>
                        <a:lnTo>
                          <a:pt x="82" y="116"/>
                        </a:lnTo>
                        <a:lnTo>
                          <a:pt x="84" y="119"/>
                        </a:lnTo>
                        <a:lnTo>
                          <a:pt x="87" y="115"/>
                        </a:lnTo>
                        <a:lnTo>
                          <a:pt x="89" y="116"/>
                        </a:lnTo>
                        <a:lnTo>
                          <a:pt x="92" y="117"/>
                        </a:lnTo>
                        <a:lnTo>
                          <a:pt x="94" y="115"/>
                        </a:lnTo>
                        <a:lnTo>
                          <a:pt x="96" y="117"/>
                        </a:lnTo>
                        <a:lnTo>
                          <a:pt x="99" y="114"/>
                        </a:lnTo>
                        <a:lnTo>
                          <a:pt x="101" y="115"/>
                        </a:lnTo>
                        <a:lnTo>
                          <a:pt x="104" y="118"/>
                        </a:lnTo>
                        <a:lnTo>
                          <a:pt x="106" y="114"/>
                        </a:lnTo>
                        <a:lnTo>
                          <a:pt x="108" y="115"/>
                        </a:lnTo>
                        <a:lnTo>
                          <a:pt x="111" y="118"/>
                        </a:lnTo>
                        <a:lnTo>
                          <a:pt x="113" y="114"/>
                        </a:lnTo>
                        <a:lnTo>
                          <a:pt x="115" y="115"/>
                        </a:lnTo>
                        <a:lnTo>
                          <a:pt x="118" y="113"/>
                        </a:lnTo>
                        <a:lnTo>
                          <a:pt x="120" y="114"/>
                        </a:lnTo>
                        <a:lnTo>
                          <a:pt x="123" y="115"/>
                        </a:lnTo>
                        <a:lnTo>
                          <a:pt x="125" y="112"/>
                        </a:lnTo>
                        <a:lnTo>
                          <a:pt x="128" y="114"/>
                        </a:lnTo>
                        <a:lnTo>
                          <a:pt x="130" y="110"/>
                        </a:lnTo>
                        <a:lnTo>
                          <a:pt x="132" y="114"/>
                        </a:lnTo>
                        <a:lnTo>
                          <a:pt x="135" y="114"/>
                        </a:lnTo>
                        <a:lnTo>
                          <a:pt x="137" y="110"/>
                        </a:lnTo>
                        <a:lnTo>
                          <a:pt x="140" y="113"/>
                        </a:lnTo>
                        <a:lnTo>
                          <a:pt x="142" y="111"/>
                        </a:lnTo>
                        <a:lnTo>
                          <a:pt x="144" y="111"/>
                        </a:lnTo>
                        <a:lnTo>
                          <a:pt x="147" y="115"/>
                        </a:lnTo>
                        <a:lnTo>
                          <a:pt x="149" y="110"/>
                        </a:lnTo>
                        <a:lnTo>
                          <a:pt x="152" y="112"/>
                        </a:lnTo>
                        <a:lnTo>
                          <a:pt x="154" y="116"/>
                        </a:lnTo>
                        <a:lnTo>
                          <a:pt x="156" y="112"/>
                        </a:lnTo>
                        <a:lnTo>
                          <a:pt x="159" y="112"/>
                        </a:lnTo>
                        <a:lnTo>
                          <a:pt x="161" y="116"/>
                        </a:lnTo>
                        <a:lnTo>
                          <a:pt x="164" y="111"/>
                        </a:lnTo>
                        <a:lnTo>
                          <a:pt x="166" y="112"/>
                        </a:lnTo>
                        <a:lnTo>
                          <a:pt x="169" y="115"/>
                        </a:lnTo>
                        <a:lnTo>
                          <a:pt x="171" y="111"/>
                        </a:lnTo>
                        <a:lnTo>
                          <a:pt x="173" y="112"/>
                        </a:lnTo>
                        <a:lnTo>
                          <a:pt x="176" y="114"/>
                        </a:lnTo>
                        <a:lnTo>
                          <a:pt x="178" y="113"/>
                        </a:lnTo>
                        <a:lnTo>
                          <a:pt x="181" y="113"/>
                        </a:lnTo>
                        <a:lnTo>
                          <a:pt x="183" y="114"/>
                        </a:lnTo>
                        <a:lnTo>
                          <a:pt x="185" y="116"/>
                        </a:lnTo>
                        <a:lnTo>
                          <a:pt x="188" y="113"/>
                        </a:lnTo>
                        <a:lnTo>
                          <a:pt x="190" y="113"/>
                        </a:lnTo>
                        <a:lnTo>
                          <a:pt x="193" y="115"/>
                        </a:lnTo>
                        <a:lnTo>
                          <a:pt x="195" y="112"/>
                        </a:lnTo>
                        <a:lnTo>
                          <a:pt x="197" y="114"/>
                        </a:lnTo>
                        <a:lnTo>
                          <a:pt x="200" y="117"/>
                        </a:lnTo>
                        <a:lnTo>
                          <a:pt x="202" y="115"/>
                        </a:lnTo>
                        <a:lnTo>
                          <a:pt x="205" y="112"/>
                        </a:lnTo>
                        <a:lnTo>
                          <a:pt x="207" y="116"/>
                        </a:lnTo>
                        <a:lnTo>
                          <a:pt x="209" y="112"/>
                        </a:lnTo>
                        <a:lnTo>
                          <a:pt x="212" y="111"/>
                        </a:lnTo>
                        <a:close/>
                      </a:path>
                    </a:pathLst>
                  </a:custGeom>
                  <a:solidFill>
                    <a:srgbClr val="0000FF">
                      <a:alpha val="20000"/>
                    </a:srgb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  <p:sp>
                <p:nvSpPr>
                  <p:cNvPr id="412" name="Freeform 29">
                    <a:extLst>
                      <a:ext uri="{FF2B5EF4-FFF2-40B4-BE49-F238E27FC236}">
                        <a16:creationId xmlns:a16="http://schemas.microsoft.com/office/drawing/2014/main" id="{E3117525-B4CC-4CD2-A359-4626508E4F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579995" y="2607301"/>
                    <a:ext cx="3438525" cy="250825"/>
                  </a:xfrm>
                  <a:custGeom>
                    <a:avLst/>
                    <a:gdLst>
                      <a:gd name="T0" fmla="*/ 34 w 2166"/>
                      <a:gd name="T1" fmla="*/ 89 h 158"/>
                      <a:gd name="T2" fmla="*/ 70 w 2166"/>
                      <a:gd name="T3" fmla="*/ 87 h 158"/>
                      <a:gd name="T4" fmla="*/ 106 w 2166"/>
                      <a:gd name="T5" fmla="*/ 85 h 158"/>
                      <a:gd name="T6" fmla="*/ 142 w 2166"/>
                      <a:gd name="T7" fmla="*/ 84 h 158"/>
                      <a:gd name="T8" fmla="*/ 178 w 2166"/>
                      <a:gd name="T9" fmla="*/ 86 h 158"/>
                      <a:gd name="T10" fmla="*/ 214 w 2166"/>
                      <a:gd name="T11" fmla="*/ 86 h 158"/>
                      <a:gd name="T12" fmla="*/ 250 w 2166"/>
                      <a:gd name="T13" fmla="*/ 85 h 158"/>
                      <a:gd name="T14" fmla="*/ 287 w 2166"/>
                      <a:gd name="T15" fmla="*/ 80 h 158"/>
                      <a:gd name="T16" fmla="*/ 323 w 2166"/>
                      <a:gd name="T17" fmla="*/ 80 h 158"/>
                      <a:gd name="T18" fmla="*/ 358 w 2166"/>
                      <a:gd name="T19" fmla="*/ 78 h 158"/>
                      <a:gd name="T20" fmla="*/ 395 w 2166"/>
                      <a:gd name="T21" fmla="*/ 85 h 158"/>
                      <a:gd name="T22" fmla="*/ 431 w 2166"/>
                      <a:gd name="T23" fmla="*/ 72 h 158"/>
                      <a:gd name="T24" fmla="*/ 467 w 2166"/>
                      <a:gd name="T25" fmla="*/ 63 h 158"/>
                      <a:gd name="T26" fmla="*/ 503 w 2166"/>
                      <a:gd name="T27" fmla="*/ 57 h 158"/>
                      <a:gd name="T28" fmla="*/ 539 w 2166"/>
                      <a:gd name="T29" fmla="*/ 53 h 158"/>
                      <a:gd name="T30" fmla="*/ 575 w 2166"/>
                      <a:gd name="T31" fmla="*/ 52 h 158"/>
                      <a:gd name="T32" fmla="*/ 611 w 2166"/>
                      <a:gd name="T33" fmla="*/ 52 h 158"/>
                      <a:gd name="T34" fmla="*/ 647 w 2166"/>
                      <a:gd name="T35" fmla="*/ 52 h 158"/>
                      <a:gd name="T36" fmla="*/ 683 w 2166"/>
                      <a:gd name="T37" fmla="*/ 53 h 158"/>
                      <a:gd name="T38" fmla="*/ 719 w 2166"/>
                      <a:gd name="T39" fmla="*/ 53 h 158"/>
                      <a:gd name="T40" fmla="*/ 756 w 2166"/>
                      <a:gd name="T41" fmla="*/ 54 h 158"/>
                      <a:gd name="T42" fmla="*/ 792 w 2166"/>
                      <a:gd name="T43" fmla="*/ 55 h 158"/>
                      <a:gd name="T44" fmla="*/ 828 w 2166"/>
                      <a:gd name="T45" fmla="*/ 55 h 158"/>
                      <a:gd name="T46" fmla="*/ 864 w 2166"/>
                      <a:gd name="T47" fmla="*/ 56 h 158"/>
                      <a:gd name="T48" fmla="*/ 900 w 2166"/>
                      <a:gd name="T49" fmla="*/ 57 h 158"/>
                      <a:gd name="T50" fmla="*/ 936 w 2166"/>
                      <a:gd name="T51" fmla="*/ 58 h 158"/>
                      <a:gd name="T52" fmla="*/ 972 w 2166"/>
                      <a:gd name="T53" fmla="*/ 58 h 158"/>
                      <a:gd name="T54" fmla="*/ 1008 w 2166"/>
                      <a:gd name="T55" fmla="*/ 59 h 158"/>
                      <a:gd name="T56" fmla="*/ 1044 w 2166"/>
                      <a:gd name="T57" fmla="*/ 59 h 158"/>
                      <a:gd name="T58" fmla="*/ 1080 w 2166"/>
                      <a:gd name="T59" fmla="*/ 58 h 158"/>
                      <a:gd name="T60" fmla="*/ 1116 w 2166"/>
                      <a:gd name="T61" fmla="*/ 58 h 158"/>
                      <a:gd name="T62" fmla="*/ 1152 w 2166"/>
                      <a:gd name="T63" fmla="*/ 58 h 158"/>
                      <a:gd name="T64" fmla="*/ 1188 w 2166"/>
                      <a:gd name="T65" fmla="*/ 58 h 158"/>
                      <a:gd name="T66" fmla="*/ 1224 w 2166"/>
                      <a:gd name="T67" fmla="*/ 57 h 158"/>
                      <a:gd name="T68" fmla="*/ 1261 w 2166"/>
                      <a:gd name="T69" fmla="*/ 57 h 158"/>
                      <a:gd name="T70" fmla="*/ 1297 w 2166"/>
                      <a:gd name="T71" fmla="*/ 56 h 158"/>
                      <a:gd name="T72" fmla="*/ 1333 w 2166"/>
                      <a:gd name="T73" fmla="*/ 56 h 158"/>
                      <a:gd name="T74" fmla="*/ 1369 w 2166"/>
                      <a:gd name="T75" fmla="*/ 57 h 158"/>
                      <a:gd name="T76" fmla="*/ 1405 w 2166"/>
                      <a:gd name="T77" fmla="*/ 57 h 158"/>
                      <a:gd name="T78" fmla="*/ 1441 w 2166"/>
                      <a:gd name="T79" fmla="*/ 57 h 158"/>
                      <a:gd name="T80" fmla="*/ 1477 w 2166"/>
                      <a:gd name="T81" fmla="*/ 57 h 158"/>
                      <a:gd name="T82" fmla="*/ 1513 w 2166"/>
                      <a:gd name="T83" fmla="*/ 57 h 158"/>
                      <a:gd name="T84" fmla="*/ 1549 w 2166"/>
                      <a:gd name="T85" fmla="*/ 58 h 158"/>
                      <a:gd name="T86" fmla="*/ 1585 w 2166"/>
                      <a:gd name="T87" fmla="*/ 4 h 158"/>
                      <a:gd name="T88" fmla="*/ 1621 w 2166"/>
                      <a:gd name="T89" fmla="*/ 114 h 158"/>
                      <a:gd name="T90" fmla="*/ 1657 w 2166"/>
                      <a:gd name="T91" fmla="*/ 147 h 158"/>
                      <a:gd name="T92" fmla="*/ 1693 w 2166"/>
                      <a:gd name="T93" fmla="*/ 155 h 158"/>
                      <a:gd name="T94" fmla="*/ 1730 w 2166"/>
                      <a:gd name="T95" fmla="*/ 152 h 158"/>
                      <a:gd name="T96" fmla="*/ 1766 w 2166"/>
                      <a:gd name="T97" fmla="*/ 144 h 158"/>
                      <a:gd name="T98" fmla="*/ 1802 w 2166"/>
                      <a:gd name="T99" fmla="*/ 138 h 158"/>
                      <a:gd name="T100" fmla="*/ 1838 w 2166"/>
                      <a:gd name="T101" fmla="*/ 133 h 158"/>
                      <a:gd name="T102" fmla="*/ 1874 w 2166"/>
                      <a:gd name="T103" fmla="*/ 127 h 158"/>
                      <a:gd name="T104" fmla="*/ 1910 w 2166"/>
                      <a:gd name="T105" fmla="*/ 123 h 158"/>
                      <a:gd name="T106" fmla="*/ 1946 w 2166"/>
                      <a:gd name="T107" fmla="*/ 117 h 158"/>
                      <a:gd name="T108" fmla="*/ 1982 w 2166"/>
                      <a:gd name="T109" fmla="*/ 114 h 158"/>
                      <a:gd name="T110" fmla="*/ 2018 w 2166"/>
                      <a:gd name="T111" fmla="*/ 109 h 158"/>
                      <a:gd name="T112" fmla="*/ 2054 w 2166"/>
                      <a:gd name="T113" fmla="*/ 109 h 158"/>
                      <a:gd name="T114" fmla="*/ 2091 w 2166"/>
                      <a:gd name="T115" fmla="*/ 109 h 158"/>
                      <a:gd name="T116" fmla="*/ 2127 w 2166"/>
                      <a:gd name="T117" fmla="*/ 101 h 158"/>
                      <a:gd name="T118" fmla="*/ 2163 w 2166"/>
                      <a:gd name="T119" fmla="*/ 102 h 1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2166" h="158">
                        <a:moveTo>
                          <a:pt x="0" y="90"/>
                        </a:moveTo>
                        <a:lnTo>
                          <a:pt x="3" y="86"/>
                        </a:lnTo>
                        <a:lnTo>
                          <a:pt x="5" y="90"/>
                        </a:lnTo>
                        <a:lnTo>
                          <a:pt x="8" y="89"/>
                        </a:lnTo>
                        <a:lnTo>
                          <a:pt x="10" y="85"/>
                        </a:lnTo>
                        <a:lnTo>
                          <a:pt x="12" y="89"/>
                        </a:lnTo>
                        <a:lnTo>
                          <a:pt x="15" y="89"/>
                        </a:lnTo>
                        <a:lnTo>
                          <a:pt x="17" y="88"/>
                        </a:lnTo>
                        <a:lnTo>
                          <a:pt x="20" y="87"/>
                        </a:lnTo>
                        <a:lnTo>
                          <a:pt x="22" y="87"/>
                        </a:lnTo>
                        <a:lnTo>
                          <a:pt x="24" y="86"/>
                        </a:lnTo>
                        <a:lnTo>
                          <a:pt x="27" y="86"/>
                        </a:lnTo>
                        <a:lnTo>
                          <a:pt x="29" y="87"/>
                        </a:lnTo>
                        <a:lnTo>
                          <a:pt x="32" y="86"/>
                        </a:lnTo>
                        <a:lnTo>
                          <a:pt x="34" y="89"/>
                        </a:lnTo>
                        <a:lnTo>
                          <a:pt x="36" y="88"/>
                        </a:lnTo>
                        <a:lnTo>
                          <a:pt x="39" y="86"/>
                        </a:lnTo>
                        <a:lnTo>
                          <a:pt x="41" y="88"/>
                        </a:lnTo>
                        <a:lnTo>
                          <a:pt x="44" y="88"/>
                        </a:lnTo>
                        <a:lnTo>
                          <a:pt x="46" y="86"/>
                        </a:lnTo>
                        <a:lnTo>
                          <a:pt x="48" y="89"/>
                        </a:lnTo>
                        <a:lnTo>
                          <a:pt x="51" y="85"/>
                        </a:lnTo>
                        <a:lnTo>
                          <a:pt x="53" y="86"/>
                        </a:lnTo>
                        <a:lnTo>
                          <a:pt x="56" y="89"/>
                        </a:lnTo>
                        <a:lnTo>
                          <a:pt x="58" y="83"/>
                        </a:lnTo>
                        <a:lnTo>
                          <a:pt x="60" y="84"/>
                        </a:lnTo>
                        <a:lnTo>
                          <a:pt x="63" y="87"/>
                        </a:lnTo>
                        <a:lnTo>
                          <a:pt x="65" y="85"/>
                        </a:lnTo>
                        <a:lnTo>
                          <a:pt x="68" y="84"/>
                        </a:lnTo>
                        <a:lnTo>
                          <a:pt x="70" y="87"/>
                        </a:lnTo>
                        <a:lnTo>
                          <a:pt x="72" y="87"/>
                        </a:lnTo>
                        <a:lnTo>
                          <a:pt x="75" y="84"/>
                        </a:lnTo>
                        <a:lnTo>
                          <a:pt x="77" y="87"/>
                        </a:lnTo>
                        <a:lnTo>
                          <a:pt x="80" y="88"/>
                        </a:lnTo>
                        <a:lnTo>
                          <a:pt x="82" y="84"/>
                        </a:lnTo>
                        <a:lnTo>
                          <a:pt x="84" y="87"/>
                        </a:lnTo>
                        <a:lnTo>
                          <a:pt x="87" y="88"/>
                        </a:lnTo>
                        <a:lnTo>
                          <a:pt x="89" y="86"/>
                        </a:lnTo>
                        <a:lnTo>
                          <a:pt x="92" y="87"/>
                        </a:lnTo>
                        <a:lnTo>
                          <a:pt x="94" y="87"/>
                        </a:lnTo>
                        <a:lnTo>
                          <a:pt x="96" y="90"/>
                        </a:lnTo>
                        <a:lnTo>
                          <a:pt x="99" y="84"/>
                        </a:lnTo>
                        <a:lnTo>
                          <a:pt x="101" y="86"/>
                        </a:lnTo>
                        <a:lnTo>
                          <a:pt x="104" y="90"/>
                        </a:lnTo>
                        <a:lnTo>
                          <a:pt x="106" y="85"/>
                        </a:lnTo>
                        <a:lnTo>
                          <a:pt x="108" y="86"/>
                        </a:lnTo>
                        <a:lnTo>
                          <a:pt x="111" y="89"/>
                        </a:lnTo>
                        <a:lnTo>
                          <a:pt x="113" y="87"/>
                        </a:lnTo>
                        <a:lnTo>
                          <a:pt x="115" y="87"/>
                        </a:lnTo>
                        <a:lnTo>
                          <a:pt x="118" y="86"/>
                        </a:lnTo>
                        <a:lnTo>
                          <a:pt x="120" y="86"/>
                        </a:lnTo>
                        <a:lnTo>
                          <a:pt x="123" y="86"/>
                        </a:lnTo>
                        <a:lnTo>
                          <a:pt x="125" y="86"/>
                        </a:lnTo>
                        <a:lnTo>
                          <a:pt x="128" y="86"/>
                        </a:lnTo>
                        <a:lnTo>
                          <a:pt x="130" y="83"/>
                        </a:lnTo>
                        <a:lnTo>
                          <a:pt x="132" y="86"/>
                        </a:lnTo>
                        <a:lnTo>
                          <a:pt x="135" y="85"/>
                        </a:lnTo>
                        <a:lnTo>
                          <a:pt x="137" y="82"/>
                        </a:lnTo>
                        <a:lnTo>
                          <a:pt x="140" y="85"/>
                        </a:lnTo>
                        <a:lnTo>
                          <a:pt x="142" y="84"/>
                        </a:lnTo>
                        <a:lnTo>
                          <a:pt x="144" y="83"/>
                        </a:lnTo>
                        <a:lnTo>
                          <a:pt x="147" y="86"/>
                        </a:lnTo>
                        <a:lnTo>
                          <a:pt x="149" y="83"/>
                        </a:lnTo>
                        <a:lnTo>
                          <a:pt x="152" y="85"/>
                        </a:lnTo>
                        <a:lnTo>
                          <a:pt x="154" y="86"/>
                        </a:lnTo>
                        <a:lnTo>
                          <a:pt x="156" y="84"/>
                        </a:lnTo>
                        <a:lnTo>
                          <a:pt x="159" y="86"/>
                        </a:lnTo>
                        <a:lnTo>
                          <a:pt x="161" y="86"/>
                        </a:lnTo>
                        <a:lnTo>
                          <a:pt x="164" y="84"/>
                        </a:lnTo>
                        <a:lnTo>
                          <a:pt x="166" y="87"/>
                        </a:lnTo>
                        <a:lnTo>
                          <a:pt x="169" y="85"/>
                        </a:lnTo>
                        <a:lnTo>
                          <a:pt x="171" y="84"/>
                        </a:lnTo>
                        <a:lnTo>
                          <a:pt x="173" y="87"/>
                        </a:lnTo>
                        <a:lnTo>
                          <a:pt x="176" y="85"/>
                        </a:lnTo>
                        <a:lnTo>
                          <a:pt x="178" y="86"/>
                        </a:lnTo>
                        <a:lnTo>
                          <a:pt x="181" y="86"/>
                        </a:lnTo>
                        <a:lnTo>
                          <a:pt x="183" y="85"/>
                        </a:lnTo>
                        <a:lnTo>
                          <a:pt x="185" y="88"/>
                        </a:lnTo>
                        <a:lnTo>
                          <a:pt x="188" y="86"/>
                        </a:lnTo>
                        <a:lnTo>
                          <a:pt x="190" y="85"/>
                        </a:lnTo>
                        <a:lnTo>
                          <a:pt x="193" y="87"/>
                        </a:lnTo>
                        <a:lnTo>
                          <a:pt x="195" y="86"/>
                        </a:lnTo>
                        <a:lnTo>
                          <a:pt x="197" y="86"/>
                        </a:lnTo>
                        <a:lnTo>
                          <a:pt x="200" y="88"/>
                        </a:lnTo>
                        <a:lnTo>
                          <a:pt x="202" y="87"/>
                        </a:lnTo>
                        <a:lnTo>
                          <a:pt x="205" y="86"/>
                        </a:lnTo>
                        <a:lnTo>
                          <a:pt x="207" y="86"/>
                        </a:lnTo>
                        <a:lnTo>
                          <a:pt x="209" y="86"/>
                        </a:lnTo>
                        <a:lnTo>
                          <a:pt x="212" y="86"/>
                        </a:lnTo>
                        <a:lnTo>
                          <a:pt x="214" y="86"/>
                        </a:lnTo>
                        <a:lnTo>
                          <a:pt x="217" y="85"/>
                        </a:lnTo>
                        <a:lnTo>
                          <a:pt x="219" y="86"/>
                        </a:lnTo>
                        <a:lnTo>
                          <a:pt x="222" y="86"/>
                        </a:lnTo>
                        <a:lnTo>
                          <a:pt x="224" y="86"/>
                        </a:lnTo>
                        <a:lnTo>
                          <a:pt x="226" y="85"/>
                        </a:lnTo>
                        <a:lnTo>
                          <a:pt x="229" y="86"/>
                        </a:lnTo>
                        <a:lnTo>
                          <a:pt x="231" y="85"/>
                        </a:lnTo>
                        <a:lnTo>
                          <a:pt x="234" y="86"/>
                        </a:lnTo>
                        <a:lnTo>
                          <a:pt x="236" y="86"/>
                        </a:lnTo>
                        <a:lnTo>
                          <a:pt x="238" y="84"/>
                        </a:lnTo>
                        <a:lnTo>
                          <a:pt x="241" y="84"/>
                        </a:lnTo>
                        <a:lnTo>
                          <a:pt x="243" y="88"/>
                        </a:lnTo>
                        <a:lnTo>
                          <a:pt x="246" y="83"/>
                        </a:lnTo>
                        <a:lnTo>
                          <a:pt x="248" y="83"/>
                        </a:lnTo>
                        <a:lnTo>
                          <a:pt x="250" y="85"/>
                        </a:lnTo>
                        <a:lnTo>
                          <a:pt x="253" y="84"/>
                        </a:lnTo>
                        <a:lnTo>
                          <a:pt x="255" y="83"/>
                        </a:lnTo>
                        <a:lnTo>
                          <a:pt x="258" y="84"/>
                        </a:lnTo>
                        <a:lnTo>
                          <a:pt x="260" y="83"/>
                        </a:lnTo>
                        <a:lnTo>
                          <a:pt x="263" y="84"/>
                        </a:lnTo>
                        <a:lnTo>
                          <a:pt x="265" y="83"/>
                        </a:lnTo>
                        <a:lnTo>
                          <a:pt x="267" y="81"/>
                        </a:lnTo>
                        <a:lnTo>
                          <a:pt x="270" y="83"/>
                        </a:lnTo>
                        <a:lnTo>
                          <a:pt x="272" y="83"/>
                        </a:lnTo>
                        <a:lnTo>
                          <a:pt x="275" y="80"/>
                        </a:lnTo>
                        <a:lnTo>
                          <a:pt x="277" y="81"/>
                        </a:lnTo>
                        <a:lnTo>
                          <a:pt x="279" y="82"/>
                        </a:lnTo>
                        <a:lnTo>
                          <a:pt x="282" y="80"/>
                        </a:lnTo>
                        <a:lnTo>
                          <a:pt x="284" y="80"/>
                        </a:lnTo>
                        <a:lnTo>
                          <a:pt x="287" y="80"/>
                        </a:lnTo>
                        <a:lnTo>
                          <a:pt x="289" y="80"/>
                        </a:lnTo>
                        <a:lnTo>
                          <a:pt x="291" y="80"/>
                        </a:lnTo>
                        <a:lnTo>
                          <a:pt x="294" y="79"/>
                        </a:lnTo>
                        <a:lnTo>
                          <a:pt x="296" y="79"/>
                        </a:lnTo>
                        <a:lnTo>
                          <a:pt x="299" y="80"/>
                        </a:lnTo>
                        <a:lnTo>
                          <a:pt x="301" y="79"/>
                        </a:lnTo>
                        <a:lnTo>
                          <a:pt x="303" y="77"/>
                        </a:lnTo>
                        <a:lnTo>
                          <a:pt x="306" y="79"/>
                        </a:lnTo>
                        <a:lnTo>
                          <a:pt x="308" y="79"/>
                        </a:lnTo>
                        <a:lnTo>
                          <a:pt x="311" y="77"/>
                        </a:lnTo>
                        <a:lnTo>
                          <a:pt x="313" y="78"/>
                        </a:lnTo>
                        <a:lnTo>
                          <a:pt x="315" y="81"/>
                        </a:lnTo>
                        <a:lnTo>
                          <a:pt x="318" y="78"/>
                        </a:lnTo>
                        <a:lnTo>
                          <a:pt x="320" y="78"/>
                        </a:lnTo>
                        <a:lnTo>
                          <a:pt x="323" y="80"/>
                        </a:lnTo>
                        <a:lnTo>
                          <a:pt x="325" y="83"/>
                        </a:lnTo>
                        <a:lnTo>
                          <a:pt x="327" y="79"/>
                        </a:lnTo>
                        <a:lnTo>
                          <a:pt x="330" y="78"/>
                        </a:lnTo>
                        <a:lnTo>
                          <a:pt x="332" y="82"/>
                        </a:lnTo>
                        <a:lnTo>
                          <a:pt x="335" y="84"/>
                        </a:lnTo>
                        <a:lnTo>
                          <a:pt x="337" y="80"/>
                        </a:lnTo>
                        <a:lnTo>
                          <a:pt x="339" y="82"/>
                        </a:lnTo>
                        <a:lnTo>
                          <a:pt x="342" y="83"/>
                        </a:lnTo>
                        <a:lnTo>
                          <a:pt x="344" y="79"/>
                        </a:lnTo>
                        <a:lnTo>
                          <a:pt x="347" y="82"/>
                        </a:lnTo>
                        <a:lnTo>
                          <a:pt x="349" y="81"/>
                        </a:lnTo>
                        <a:lnTo>
                          <a:pt x="351" y="78"/>
                        </a:lnTo>
                        <a:lnTo>
                          <a:pt x="354" y="79"/>
                        </a:lnTo>
                        <a:lnTo>
                          <a:pt x="356" y="80"/>
                        </a:lnTo>
                        <a:lnTo>
                          <a:pt x="358" y="78"/>
                        </a:lnTo>
                        <a:lnTo>
                          <a:pt x="361" y="80"/>
                        </a:lnTo>
                        <a:lnTo>
                          <a:pt x="363" y="82"/>
                        </a:lnTo>
                        <a:lnTo>
                          <a:pt x="366" y="82"/>
                        </a:lnTo>
                        <a:lnTo>
                          <a:pt x="368" y="84"/>
                        </a:lnTo>
                        <a:lnTo>
                          <a:pt x="370" y="85"/>
                        </a:lnTo>
                        <a:lnTo>
                          <a:pt x="373" y="86"/>
                        </a:lnTo>
                        <a:lnTo>
                          <a:pt x="375" y="87"/>
                        </a:lnTo>
                        <a:lnTo>
                          <a:pt x="378" y="87"/>
                        </a:lnTo>
                        <a:lnTo>
                          <a:pt x="380" y="87"/>
                        </a:lnTo>
                        <a:lnTo>
                          <a:pt x="382" y="87"/>
                        </a:lnTo>
                        <a:lnTo>
                          <a:pt x="385" y="87"/>
                        </a:lnTo>
                        <a:lnTo>
                          <a:pt x="387" y="87"/>
                        </a:lnTo>
                        <a:lnTo>
                          <a:pt x="390" y="86"/>
                        </a:lnTo>
                        <a:lnTo>
                          <a:pt x="392" y="86"/>
                        </a:lnTo>
                        <a:lnTo>
                          <a:pt x="395" y="85"/>
                        </a:lnTo>
                        <a:lnTo>
                          <a:pt x="397" y="84"/>
                        </a:lnTo>
                        <a:lnTo>
                          <a:pt x="399" y="84"/>
                        </a:lnTo>
                        <a:lnTo>
                          <a:pt x="402" y="83"/>
                        </a:lnTo>
                        <a:lnTo>
                          <a:pt x="404" y="82"/>
                        </a:lnTo>
                        <a:lnTo>
                          <a:pt x="407" y="81"/>
                        </a:lnTo>
                        <a:lnTo>
                          <a:pt x="409" y="80"/>
                        </a:lnTo>
                        <a:lnTo>
                          <a:pt x="411" y="79"/>
                        </a:lnTo>
                        <a:lnTo>
                          <a:pt x="414" y="78"/>
                        </a:lnTo>
                        <a:lnTo>
                          <a:pt x="416" y="78"/>
                        </a:lnTo>
                        <a:lnTo>
                          <a:pt x="419" y="77"/>
                        </a:lnTo>
                        <a:lnTo>
                          <a:pt x="421" y="76"/>
                        </a:lnTo>
                        <a:lnTo>
                          <a:pt x="423" y="75"/>
                        </a:lnTo>
                        <a:lnTo>
                          <a:pt x="426" y="74"/>
                        </a:lnTo>
                        <a:lnTo>
                          <a:pt x="428" y="74"/>
                        </a:lnTo>
                        <a:lnTo>
                          <a:pt x="431" y="72"/>
                        </a:lnTo>
                        <a:lnTo>
                          <a:pt x="433" y="72"/>
                        </a:lnTo>
                        <a:lnTo>
                          <a:pt x="436" y="71"/>
                        </a:lnTo>
                        <a:lnTo>
                          <a:pt x="438" y="70"/>
                        </a:lnTo>
                        <a:lnTo>
                          <a:pt x="440" y="70"/>
                        </a:lnTo>
                        <a:lnTo>
                          <a:pt x="443" y="69"/>
                        </a:lnTo>
                        <a:lnTo>
                          <a:pt x="445" y="68"/>
                        </a:lnTo>
                        <a:lnTo>
                          <a:pt x="448" y="67"/>
                        </a:lnTo>
                        <a:lnTo>
                          <a:pt x="450" y="67"/>
                        </a:lnTo>
                        <a:lnTo>
                          <a:pt x="452" y="66"/>
                        </a:lnTo>
                        <a:lnTo>
                          <a:pt x="455" y="65"/>
                        </a:lnTo>
                        <a:lnTo>
                          <a:pt x="457" y="64"/>
                        </a:lnTo>
                        <a:lnTo>
                          <a:pt x="460" y="64"/>
                        </a:lnTo>
                        <a:lnTo>
                          <a:pt x="462" y="64"/>
                        </a:lnTo>
                        <a:lnTo>
                          <a:pt x="464" y="63"/>
                        </a:lnTo>
                        <a:lnTo>
                          <a:pt x="467" y="63"/>
                        </a:lnTo>
                        <a:lnTo>
                          <a:pt x="469" y="63"/>
                        </a:lnTo>
                        <a:lnTo>
                          <a:pt x="472" y="62"/>
                        </a:lnTo>
                        <a:lnTo>
                          <a:pt x="474" y="61"/>
                        </a:lnTo>
                        <a:lnTo>
                          <a:pt x="476" y="61"/>
                        </a:lnTo>
                        <a:lnTo>
                          <a:pt x="479" y="60"/>
                        </a:lnTo>
                        <a:lnTo>
                          <a:pt x="481" y="60"/>
                        </a:lnTo>
                        <a:lnTo>
                          <a:pt x="484" y="60"/>
                        </a:lnTo>
                        <a:lnTo>
                          <a:pt x="486" y="59"/>
                        </a:lnTo>
                        <a:lnTo>
                          <a:pt x="489" y="59"/>
                        </a:lnTo>
                        <a:lnTo>
                          <a:pt x="491" y="58"/>
                        </a:lnTo>
                        <a:lnTo>
                          <a:pt x="493" y="58"/>
                        </a:lnTo>
                        <a:lnTo>
                          <a:pt x="496" y="58"/>
                        </a:lnTo>
                        <a:lnTo>
                          <a:pt x="498" y="57"/>
                        </a:lnTo>
                        <a:lnTo>
                          <a:pt x="501" y="57"/>
                        </a:lnTo>
                        <a:lnTo>
                          <a:pt x="503" y="57"/>
                        </a:lnTo>
                        <a:lnTo>
                          <a:pt x="505" y="56"/>
                        </a:lnTo>
                        <a:lnTo>
                          <a:pt x="508" y="56"/>
                        </a:lnTo>
                        <a:lnTo>
                          <a:pt x="510" y="56"/>
                        </a:lnTo>
                        <a:lnTo>
                          <a:pt x="513" y="55"/>
                        </a:lnTo>
                        <a:lnTo>
                          <a:pt x="515" y="55"/>
                        </a:lnTo>
                        <a:lnTo>
                          <a:pt x="517" y="55"/>
                        </a:lnTo>
                        <a:lnTo>
                          <a:pt x="520" y="55"/>
                        </a:lnTo>
                        <a:lnTo>
                          <a:pt x="522" y="55"/>
                        </a:lnTo>
                        <a:lnTo>
                          <a:pt x="525" y="54"/>
                        </a:lnTo>
                        <a:lnTo>
                          <a:pt x="527" y="54"/>
                        </a:lnTo>
                        <a:lnTo>
                          <a:pt x="530" y="54"/>
                        </a:lnTo>
                        <a:lnTo>
                          <a:pt x="532" y="53"/>
                        </a:lnTo>
                        <a:lnTo>
                          <a:pt x="534" y="54"/>
                        </a:lnTo>
                        <a:lnTo>
                          <a:pt x="537" y="53"/>
                        </a:lnTo>
                        <a:lnTo>
                          <a:pt x="539" y="53"/>
                        </a:lnTo>
                        <a:lnTo>
                          <a:pt x="542" y="53"/>
                        </a:lnTo>
                        <a:lnTo>
                          <a:pt x="544" y="52"/>
                        </a:lnTo>
                        <a:lnTo>
                          <a:pt x="546" y="52"/>
                        </a:lnTo>
                        <a:lnTo>
                          <a:pt x="549" y="52"/>
                        </a:lnTo>
                        <a:lnTo>
                          <a:pt x="551" y="52"/>
                        </a:lnTo>
                        <a:lnTo>
                          <a:pt x="554" y="52"/>
                        </a:lnTo>
                        <a:lnTo>
                          <a:pt x="556" y="52"/>
                        </a:lnTo>
                        <a:lnTo>
                          <a:pt x="558" y="52"/>
                        </a:lnTo>
                        <a:lnTo>
                          <a:pt x="561" y="52"/>
                        </a:lnTo>
                        <a:lnTo>
                          <a:pt x="563" y="52"/>
                        </a:lnTo>
                        <a:lnTo>
                          <a:pt x="566" y="52"/>
                        </a:lnTo>
                        <a:lnTo>
                          <a:pt x="568" y="52"/>
                        </a:lnTo>
                        <a:lnTo>
                          <a:pt x="570" y="52"/>
                        </a:lnTo>
                        <a:lnTo>
                          <a:pt x="573" y="52"/>
                        </a:lnTo>
                        <a:lnTo>
                          <a:pt x="575" y="52"/>
                        </a:lnTo>
                        <a:lnTo>
                          <a:pt x="578" y="52"/>
                        </a:lnTo>
                        <a:lnTo>
                          <a:pt x="580" y="52"/>
                        </a:lnTo>
                        <a:lnTo>
                          <a:pt x="582" y="52"/>
                        </a:lnTo>
                        <a:lnTo>
                          <a:pt x="585" y="52"/>
                        </a:lnTo>
                        <a:lnTo>
                          <a:pt x="587" y="52"/>
                        </a:lnTo>
                        <a:lnTo>
                          <a:pt x="590" y="52"/>
                        </a:lnTo>
                        <a:lnTo>
                          <a:pt x="592" y="52"/>
                        </a:lnTo>
                        <a:lnTo>
                          <a:pt x="594" y="52"/>
                        </a:lnTo>
                        <a:lnTo>
                          <a:pt x="597" y="52"/>
                        </a:lnTo>
                        <a:lnTo>
                          <a:pt x="599" y="52"/>
                        </a:lnTo>
                        <a:lnTo>
                          <a:pt x="601" y="52"/>
                        </a:lnTo>
                        <a:lnTo>
                          <a:pt x="604" y="52"/>
                        </a:lnTo>
                        <a:lnTo>
                          <a:pt x="606" y="52"/>
                        </a:lnTo>
                        <a:lnTo>
                          <a:pt x="609" y="52"/>
                        </a:lnTo>
                        <a:lnTo>
                          <a:pt x="611" y="52"/>
                        </a:lnTo>
                        <a:lnTo>
                          <a:pt x="613" y="52"/>
                        </a:lnTo>
                        <a:lnTo>
                          <a:pt x="616" y="52"/>
                        </a:lnTo>
                        <a:lnTo>
                          <a:pt x="618" y="52"/>
                        </a:lnTo>
                        <a:lnTo>
                          <a:pt x="621" y="52"/>
                        </a:lnTo>
                        <a:lnTo>
                          <a:pt x="623" y="52"/>
                        </a:lnTo>
                        <a:lnTo>
                          <a:pt x="625" y="52"/>
                        </a:lnTo>
                        <a:lnTo>
                          <a:pt x="628" y="52"/>
                        </a:lnTo>
                        <a:lnTo>
                          <a:pt x="630" y="52"/>
                        </a:lnTo>
                        <a:lnTo>
                          <a:pt x="633" y="52"/>
                        </a:lnTo>
                        <a:lnTo>
                          <a:pt x="635" y="52"/>
                        </a:lnTo>
                        <a:lnTo>
                          <a:pt x="637" y="52"/>
                        </a:lnTo>
                        <a:lnTo>
                          <a:pt x="640" y="52"/>
                        </a:lnTo>
                        <a:lnTo>
                          <a:pt x="642" y="52"/>
                        </a:lnTo>
                        <a:lnTo>
                          <a:pt x="645" y="52"/>
                        </a:lnTo>
                        <a:lnTo>
                          <a:pt x="647" y="52"/>
                        </a:lnTo>
                        <a:lnTo>
                          <a:pt x="649" y="52"/>
                        </a:lnTo>
                        <a:lnTo>
                          <a:pt x="652" y="52"/>
                        </a:lnTo>
                        <a:lnTo>
                          <a:pt x="654" y="52"/>
                        </a:lnTo>
                        <a:lnTo>
                          <a:pt x="657" y="52"/>
                        </a:lnTo>
                        <a:lnTo>
                          <a:pt x="659" y="52"/>
                        </a:lnTo>
                        <a:lnTo>
                          <a:pt x="662" y="53"/>
                        </a:lnTo>
                        <a:lnTo>
                          <a:pt x="664" y="52"/>
                        </a:lnTo>
                        <a:lnTo>
                          <a:pt x="666" y="53"/>
                        </a:lnTo>
                        <a:lnTo>
                          <a:pt x="669" y="53"/>
                        </a:lnTo>
                        <a:lnTo>
                          <a:pt x="671" y="52"/>
                        </a:lnTo>
                        <a:lnTo>
                          <a:pt x="674" y="52"/>
                        </a:lnTo>
                        <a:lnTo>
                          <a:pt x="676" y="53"/>
                        </a:lnTo>
                        <a:lnTo>
                          <a:pt x="678" y="52"/>
                        </a:lnTo>
                        <a:lnTo>
                          <a:pt x="681" y="52"/>
                        </a:lnTo>
                        <a:lnTo>
                          <a:pt x="683" y="53"/>
                        </a:lnTo>
                        <a:lnTo>
                          <a:pt x="686" y="52"/>
                        </a:lnTo>
                        <a:lnTo>
                          <a:pt x="688" y="53"/>
                        </a:lnTo>
                        <a:lnTo>
                          <a:pt x="690" y="52"/>
                        </a:lnTo>
                        <a:lnTo>
                          <a:pt x="693" y="53"/>
                        </a:lnTo>
                        <a:lnTo>
                          <a:pt x="695" y="53"/>
                        </a:lnTo>
                        <a:lnTo>
                          <a:pt x="698" y="53"/>
                        </a:lnTo>
                        <a:lnTo>
                          <a:pt x="700" y="53"/>
                        </a:lnTo>
                        <a:lnTo>
                          <a:pt x="703" y="53"/>
                        </a:lnTo>
                        <a:lnTo>
                          <a:pt x="705" y="53"/>
                        </a:lnTo>
                        <a:lnTo>
                          <a:pt x="707" y="53"/>
                        </a:lnTo>
                        <a:lnTo>
                          <a:pt x="710" y="53"/>
                        </a:lnTo>
                        <a:lnTo>
                          <a:pt x="712" y="53"/>
                        </a:lnTo>
                        <a:lnTo>
                          <a:pt x="715" y="53"/>
                        </a:lnTo>
                        <a:lnTo>
                          <a:pt x="717" y="53"/>
                        </a:lnTo>
                        <a:lnTo>
                          <a:pt x="719" y="53"/>
                        </a:lnTo>
                        <a:lnTo>
                          <a:pt x="722" y="53"/>
                        </a:lnTo>
                        <a:lnTo>
                          <a:pt x="724" y="54"/>
                        </a:lnTo>
                        <a:lnTo>
                          <a:pt x="727" y="53"/>
                        </a:lnTo>
                        <a:lnTo>
                          <a:pt x="729" y="54"/>
                        </a:lnTo>
                        <a:lnTo>
                          <a:pt x="731" y="54"/>
                        </a:lnTo>
                        <a:lnTo>
                          <a:pt x="734" y="54"/>
                        </a:lnTo>
                        <a:lnTo>
                          <a:pt x="736" y="54"/>
                        </a:lnTo>
                        <a:lnTo>
                          <a:pt x="739" y="54"/>
                        </a:lnTo>
                        <a:lnTo>
                          <a:pt x="741" y="54"/>
                        </a:lnTo>
                        <a:lnTo>
                          <a:pt x="743" y="54"/>
                        </a:lnTo>
                        <a:lnTo>
                          <a:pt x="746" y="54"/>
                        </a:lnTo>
                        <a:lnTo>
                          <a:pt x="748" y="54"/>
                        </a:lnTo>
                        <a:lnTo>
                          <a:pt x="751" y="54"/>
                        </a:lnTo>
                        <a:lnTo>
                          <a:pt x="753" y="54"/>
                        </a:lnTo>
                        <a:lnTo>
                          <a:pt x="756" y="54"/>
                        </a:lnTo>
                        <a:lnTo>
                          <a:pt x="758" y="54"/>
                        </a:lnTo>
                        <a:lnTo>
                          <a:pt x="760" y="54"/>
                        </a:lnTo>
                        <a:lnTo>
                          <a:pt x="763" y="54"/>
                        </a:lnTo>
                        <a:lnTo>
                          <a:pt x="765" y="54"/>
                        </a:lnTo>
                        <a:lnTo>
                          <a:pt x="768" y="54"/>
                        </a:lnTo>
                        <a:lnTo>
                          <a:pt x="770" y="54"/>
                        </a:lnTo>
                        <a:lnTo>
                          <a:pt x="772" y="54"/>
                        </a:lnTo>
                        <a:lnTo>
                          <a:pt x="775" y="54"/>
                        </a:lnTo>
                        <a:lnTo>
                          <a:pt x="777" y="55"/>
                        </a:lnTo>
                        <a:lnTo>
                          <a:pt x="780" y="54"/>
                        </a:lnTo>
                        <a:lnTo>
                          <a:pt x="782" y="54"/>
                        </a:lnTo>
                        <a:lnTo>
                          <a:pt x="784" y="54"/>
                        </a:lnTo>
                        <a:lnTo>
                          <a:pt x="787" y="54"/>
                        </a:lnTo>
                        <a:lnTo>
                          <a:pt x="789" y="55"/>
                        </a:lnTo>
                        <a:lnTo>
                          <a:pt x="792" y="55"/>
                        </a:lnTo>
                        <a:lnTo>
                          <a:pt x="794" y="54"/>
                        </a:lnTo>
                        <a:lnTo>
                          <a:pt x="797" y="55"/>
                        </a:lnTo>
                        <a:lnTo>
                          <a:pt x="799" y="55"/>
                        </a:lnTo>
                        <a:lnTo>
                          <a:pt x="801" y="55"/>
                        </a:lnTo>
                        <a:lnTo>
                          <a:pt x="804" y="55"/>
                        </a:lnTo>
                        <a:lnTo>
                          <a:pt x="806" y="54"/>
                        </a:lnTo>
                        <a:lnTo>
                          <a:pt x="809" y="55"/>
                        </a:lnTo>
                        <a:lnTo>
                          <a:pt x="811" y="54"/>
                        </a:lnTo>
                        <a:lnTo>
                          <a:pt x="813" y="55"/>
                        </a:lnTo>
                        <a:lnTo>
                          <a:pt x="816" y="55"/>
                        </a:lnTo>
                        <a:lnTo>
                          <a:pt x="818" y="55"/>
                        </a:lnTo>
                        <a:lnTo>
                          <a:pt x="821" y="55"/>
                        </a:lnTo>
                        <a:lnTo>
                          <a:pt x="823" y="55"/>
                        </a:lnTo>
                        <a:lnTo>
                          <a:pt x="825" y="55"/>
                        </a:lnTo>
                        <a:lnTo>
                          <a:pt x="828" y="55"/>
                        </a:lnTo>
                        <a:lnTo>
                          <a:pt x="830" y="55"/>
                        </a:lnTo>
                        <a:lnTo>
                          <a:pt x="833" y="55"/>
                        </a:lnTo>
                        <a:lnTo>
                          <a:pt x="835" y="55"/>
                        </a:lnTo>
                        <a:lnTo>
                          <a:pt x="837" y="55"/>
                        </a:lnTo>
                        <a:lnTo>
                          <a:pt x="840" y="55"/>
                        </a:lnTo>
                        <a:lnTo>
                          <a:pt x="842" y="55"/>
                        </a:lnTo>
                        <a:lnTo>
                          <a:pt x="845" y="55"/>
                        </a:lnTo>
                        <a:lnTo>
                          <a:pt x="847" y="55"/>
                        </a:lnTo>
                        <a:lnTo>
                          <a:pt x="849" y="55"/>
                        </a:lnTo>
                        <a:lnTo>
                          <a:pt x="852" y="55"/>
                        </a:lnTo>
                        <a:lnTo>
                          <a:pt x="854" y="55"/>
                        </a:lnTo>
                        <a:lnTo>
                          <a:pt x="856" y="56"/>
                        </a:lnTo>
                        <a:lnTo>
                          <a:pt x="859" y="56"/>
                        </a:lnTo>
                        <a:lnTo>
                          <a:pt x="861" y="56"/>
                        </a:lnTo>
                        <a:lnTo>
                          <a:pt x="864" y="56"/>
                        </a:lnTo>
                        <a:lnTo>
                          <a:pt x="866" y="56"/>
                        </a:lnTo>
                        <a:lnTo>
                          <a:pt x="868" y="57"/>
                        </a:lnTo>
                        <a:lnTo>
                          <a:pt x="871" y="56"/>
                        </a:lnTo>
                        <a:lnTo>
                          <a:pt x="873" y="57"/>
                        </a:lnTo>
                        <a:lnTo>
                          <a:pt x="876" y="57"/>
                        </a:lnTo>
                        <a:lnTo>
                          <a:pt x="878" y="57"/>
                        </a:lnTo>
                        <a:lnTo>
                          <a:pt x="880" y="57"/>
                        </a:lnTo>
                        <a:lnTo>
                          <a:pt x="883" y="56"/>
                        </a:lnTo>
                        <a:lnTo>
                          <a:pt x="885" y="57"/>
                        </a:lnTo>
                        <a:lnTo>
                          <a:pt x="888" y="57"/>
                        </a:lnTo>
                        <a:lnTo>
                          <a:pt x="890" y="56"/>
                        </a:lnTo>
                        <a:lnTo>
                          <a:pt x="892" y="57"/>
                        </a:lnTo>
                        <a:lnTo>
                          <a:pt x="895" y="57"/>
                        </a:lnTo>
                        <a:lnTo>
                          <a:pt x="897" y="57"/>
                        </a:lnTo>
                        <a:lnTo>
                          <a:pt x="900" y="57"/>
                        </a:lnTo>
                        <a:lnTo>
                          <a:pt x="902" y="57"/>
                        </a:lnTo>
                        <a:lnTo>
                          <a:pt x="904" y="57"/>
                        </a:lnTo>
                        <a:lnTo>
                          <a:pt x="907" y="57"/>
                        </a:lnTo>
                        <a:lnTo>
                          <a:pt x="909" y="57"/>
                        </a:lnTo>
                        <a:lnTo>
                          <a:pt x="912" y="58"/>
                        </a:lnTo>
                        <a:lnTo>
                          <a:pt x="914" y="57"/>
                        </a:lnTo>
                        <a:lnTo>
                          <a:pt x="916" y="57"/>
                        </a:lnTo>
                        <a:lnTo>
                          <a:pt x="919" y="58"/>
                        </a:lnTo>
                        <a:lnTo>
                          <a:pt x="921" y="57"/>
                        </a:lnTo>
                        <a:lnTo>
                          <a:pt x="924" y="57"/>
                        </a:lnTo>
                        <a:lnTo>
                          <a:pt x="926" y="57"/>
                        </a:lnTo>
                        <a:lnTo>
                          <a:pt x="929" y="57"/>
                        </a:lnTo>
                        <a:lnTo>
                          <a:pt x="931" y="57"/>
                        </a:lnTo>
                        <a:lnTo>
                          <a:pt x="933" y="58"/>
                        </a:lnTo>
                        <a:lnTo>
                          <a:pt x="936" y="58"/>
                        </a:lnTo>
                        <a:lnTo>
                          <a:pt x="938" y="58"/>
                        </a:lnTo>
                        <a:lnTo>
                          <a:pt x="941" y="58"/>
                        </a:lnTo>
                        <a:lnTo>
                          <a:pt x="943" y="58"/>
                        </a:lnTo>
                        <a:lnTo>
                          <a:pt x="945" y="58"/>
                        </a:lnTo>
                        <a:lnTo>
                          <a:pt x="948" y="58"/>
                        </a:lnTo>
                        <a:lnTo>
                          <a:pt x="950" y="58"/>
                        </a:lnTo>
                        <a:lnTo>
                          <a:pt x="953" y="58"/>
                        </a:lnTo>
                        <a:lnTo>
                          <a:pt x="955" y="58"/>
                        </a:lnTo>
                        <a:lnTo>
                          <a:pt x="957" y="58"/>
                        </a:lnTo>
                        <a:lnTo>
                          <a:pt x="960" y="58"/>
                        </a:lnTo>
                        <a:lnTo>
                          <a:pt x="962" y="58"/>
                        </a:lnTo>
                        <a:lnTo>
                          <a:pt x="965" y="58"/>
                        </a:lnTo>
                        <a:lnTo>
                          <a:pt x="967" y="58"/>
                        </a:lnTo>
                        <a:lnTo>
                          <a:pt x="970" y="58"/>
                        </a:lnTo>
                        <a:lnTo>
                          <a:pt x="972" y="58"/>
                        </a:lnTo>
                        <a:lnTo>
                          <a:pt x="974" y="58"/>
                        </a:lnTo>
                        <a:lnTo>
                          <a:pt x="977" y="58"/>
                        </a:lnTo>
                        <a:lnTo>
                          <a:pt x="979" y="58"/>
                        </a:lnTo>
                        <a:lnTo>
                          <a:pt x="982" y="58"/>
                        </a:lnTo>
                        <a:lnTo>
                          <a:pt x="984" y="59"/>
                        </a:lnTo>
                        <a:lnTo>
                          <a:pt x="986" y="58"/>
                        </a:lnTo>
                        <a:lnTo>
                          <a:pt x="989" y="59"/>
                        </a:lnTo>
                        <a:lnTo>
                          <a:pt x="991" y="59"/>
                        </a:lnTo>
                        <a:lnTo>
                          <a:pt x="994" y="58"/>
                        </a:lnTo>
                        <a:lnTo>
                          <a:pt x="996" y="58"/>
                        </a:lnTo>
                        <a:lnTo>
                          <a:pt x="998" y="58"/>
                        </a:lnTo>
                        <a:lnTo>
                          <a:pt x="1001" y="58"/>
                        </a:lnTo>
                        <a:lnTo>
                          <a:pt x="1003" y="58"/>
                        </a:lnTo>
                        <a:lnTo>
                          <a:pt x="1006" y="58"/>
                        </a:lnTo>
                        <a:lnTo>
                          <a:pt x="1008" y="59"/>
                        </a:lnTo>
                        <a:lnTo>
                          <a:pt x="1010" y="58"/>
                        </a:lnTo>
                        <a:lnTo>
                          <a:pt x="1013" y="58"/>
                        </a:lnTo>
                        <a:lnTo>
                          <a:pt x="1015" y="59"/>
                        </a:lnTo>
                        <a:lnTo>
                          <a:pt x="1018" y="58"/>
                        </a:lnTo>
                        <a:lnTo>
                          <a:pt x="1020" y="59"/>
                        </a:lnTo>
                        <a:lnTo>
                          <a:pt x="1023" y="59"/>
                        </a:lnTo>
                        <a:lnTo>
                          <a:pt x="1025" y="58"/>
                        </a:lnTo>
                        <a:lnTo>
                          <a:pt x="1027" y="59"/>
                        </a:lnTo>
                        <a:lnTo>
                          <a:pt x="1030" y="58"/>
                        </a:lnTo>
                        <a:lnTo>
                          <a:pt x="1032" y="58"/>
                        </a:lnTo>
                        <a:lnTo>
                          <a:pt x="1035" y="59"/>
                        </a:lnTo>
                        <a:lnTo>
                          <a:pt x="1037" y="58"/>
                        </a:lnTo>
                        <a:lnTo>
                          <a:pt x="1039" y="58"/>
                        </a:lnTo>
                        <a:lnTo>
                          <a:pt x="1042" y="58"/>
                        </a:lnTo>
                        <a:lnTo>
                          <a:pt x="1044" y="59"/>
                        </a:lnTo>
                        <a:lnTo>
                          <a:pt x="1047" y="59"/>
                        </a:lnTo>
                        <a:lnTo>
                          <a:pt x="1049" y="59"/>
                        </a:lnTo>
                        <a:lnTo>
                          <a:pt x="1051" y="59"/>
                        </a:lnTo>
                        <a:lnTo>
                          <a:pt x="1054" y="59"/>
                        </a:lnTo>
                        <a:lnTo>
                          <a:pt x="1056" y="59"/>
                        </a:lnTo>
                        <a:lnTo>
                          <a:pt x="1059" y="58"/>
                        </a:lnTo>
                        <a:lnTo>
                          <a:pt x="1061" y="58"/>
                        </a:lnTo>
                        <a:lnTo>
                          <a:pt x="1064" y="59"/>
                        </a:lnTo>
                        <a:lnTo>
                          <a:pt x="1066" y="58"/>
                        </a:lnTo>
                        <a:lnTo>
                          <a:pt x="1068" y="58"/>
                        </a:lnTo>
                        <a:lnTo>
                          <a:pt x="1071" y="58"/>
                        </a:lnTo>
                        <a:lnTo>
                          <a:pt x="1073" y="58"/>
                        </a:lnTo>
                        <a:lnTo>
                          <a:pt x="1076" y="58"/>
                        </a:lnTo>
                        <a:lnTo>
                          <a:pt x="1078" y="58"/>
                        </a:lnTo>
                        <a:lnTo>
                          <a:pt x="1080" y="58"/>
                        </a:lnTo>
                        <a:lnTo>
                          <a:pt x="1083" y="59"/>
                        </a:lnTo>
                        <a:lnTo>
                          <a:pt x="1085" y="59"/>
                        </a:lnTo>
                        <a:lnTo>
                          <a:pt x="1088" y="58"/>
                        </a:lnTo>
                        <a:lnTo>
                          <a:pt x="1090" y="59"/>
                        </a:lnTo>
                        <a:lnTo>
                          <a:pt x="1092" y="59"/>
                        </a:lnTo>
                        <a:lnTo>
                          <a:pt x="1095" y="58"/>
                        </a:lnTo>
                        <a:lnTo>
                          <a:pt x="1097" y="58"/>
                        </a:lnTo>
                        <a:lnTo>
                          <a:pt x="1099" y="58"/>
                        </a:lnTo>
                        <a:lnTo>
                          <a:pt x="1102" y="58"/>
                        </a:lnTo>
                        <a:lnTo>
                          <a:pt x="1104" y="58"/>
                        </a:lnTo>
                        <a:lnTo>
                          <a:pt x="1107" y="58"/>
                        </a:lnTo>
                        <a:lnTo>
                          <a:pt x="1109" y="58"/>
                        </a:lnTo>
                        <a:lnTo>
                          <a:pt x="1111" y="58"/>
                        </a:lnTo>
                        <a:lnTo>
                          <a:pt x="1114" y="58"/>
                        </a:lnTo>
                        <a:lnTo>
                          <a:pt x="1116" y="58"/>
                        </a:lnTo>
                        <a:lnTo>
                          <a:pt x="1119" y="58"/>
                        </a:lnTo>
                        <a:lnTo>
                          <a:pt x="1121" y="58"/>
                        </a:lnTo>
                        <a:lnTo>
                          <a:pt x="1123" y="58"/>
                        </a:lnTo>
                        <a:lnTo>
                          <a:pt x="1126" y="58"/>
                        </a:lnTo>
                        <a:lnTo>
                          <a:pt x="1128" y="58"/>
                        </a:lnTo>
                        <a:lnTo>
                          <a:pt x="1131" y="58"/>
                        </a:lnTo>
                        <a:lnTo>
                          <a:pt x="1133" y="58"/>
                        </a:lnTo>
                        <a:lnTo>
                          <a:pt x="1135" y="58"/>
                        </a:lnTo>
                        <a:lnTo>
                          <a:pt x="1138" y="58"/>
                        </a:lnTo>
                        <a:lnTo>
                          <a:pt x="1140" y="58"/>
                        </a:lnTo>
                        <a:lnTo>
                          <a:pt x="1143" y="58"/>
                        </a:lnTo>
                        <a:lnTo>
                          <a:pt x="1145" y="58"/>
                        </a:lnTo>
                        <a:lnTo>
                          <a:pt x="1147" y="58"/>
                        </a:lnTo>
                        <a:lnTo>
                          <a:pt x="1150" y="58"/>
                        </a:lnTo>
                        <a:lnTo>
                          <a:pt x="1152" y="58"/>
                        </a:lnTo>
                        <a:lnTo>
                          <a:pt x="1155" y="58"/>
                        </a:lnTo>
                        <a:lnTo>
                          <a:pt x="1157" y="58"/>
                        </a:lnTo>
                        <a:lnTo>
                          <a:pt x="1159" y="58"/>
                        </a:lnTo>
                        <a:lnTo>
                          <a:pt x="1162" y="58"/>
                        </a:lnTo>
                        <a:lnTo>
                          <a:pt x="1164" y="58"/>
                        </a:lnTo>
                        <a:lnTo>
                          <a:pt x="1167" y="58"/>
                        </a:lnTo>
                        <a:lnTo>
                          <a:pt x="1169" y="58"/>
                        </a:lnTo>
                        <a:lnTo>
                          <a:pt x="1171" y="58"/>
                        </a:lnTo>
                        <a:lnTo>
                          <a:pt x="1174" y="58"/>
                        </a:lnTo>
                        <a:lnTo>
                          <a:pt x="1176" y="58"/>
                        </a:lnTo>
                        <a:lnTo>
                          <a:pt x="1179" y="58"/>
                        </a:lnTo>
                        <a:lnTo>
                          <a:pt x="1181" y="58"/>
                        </a:lnTo>
                        <a:lnTo>
                          <a:pt x="1183" y="58"/>
                        </a:lnTo>
                        <a:lnTo>
                          <a:pt x="1186" y="58"/>
                        </a:lnTo>
                        <a:lnTo>
                          <a:pt x="1188" y="58"/>
                        </a:lnTo>
                        <a:lnTo>
                          <a:pt x="1191" y="58"/>
                        </a:lnTo>
                        <a:lnTo>
                          <a:pt x="1193" y="58"/>
                        </a:lnTo>
                        <a:lnTo>
                          <a:pt x="1196" y="58"/>
                        </a:lnTo>
                        <a:lnTo>
                          <a:pt x="1198" y="58"/>
                        </a:lnTo>
                        <a:lnTo>
                          <a:pt x="1200" y="58"/>
                        </a:lnTo>
                        <a:lnTo>
                          <a:pt x="1203" y="58"/>
                        </a:lnTo>
                        <a:lnTo>
                          <a:pt x="1205" y="58"/>
                        </a:lnTo>
                        <a:lnTo>
                          <a:pt x="1208" y="58"/>
                        </a:lnTo>
                        <a:lnTo>
                          <a:pt x="1210" y="58"/>
                        </a:lnTo>
                        <a:lnTo>
                          <a:pt x="1212" y="57"/>
                        </a:lnTo>
                        <a:lnTo>
                          <a:pt x="1215" y="58"/>
                        </a:lnTo>
                        <a:lnTo>
                          <a:pt x="1217" y="58"/>
                        </a:lnTo>
                        <a:lnTo>
                          <a:pt x="1220" y="57"/>
                        </a:lnTo>
                        <a:lnTo>
                          <a:pt x="1222" y="58"/>
                        </a:lnTo>
                        <a:lnTo>
                          <a:pt x="1224" y="57"/>
                        </a:lnTo>
                        <a:lnTo>
                          <a:pt x="1227" y="57"/>
                        </a:lnTo>
                        <a:lnTo>
                          <a:pt x="1229" y="58"/>
                        </a:lnTo>
                        <a:lnTo>
                          <a:pt x="1232" y="57"/>
                        </a:lnTo>
                        <a:lnTo>
                          <a:pt x="1234" y="57"/>
                        </a:lnTo>
                        <a:lnTo>
                          <a:pt x="1237" y="57"/>
                        </a:lnTo>
                        <a:lnTo>
                          <a:pt x="1239" y="57"/>
                        </a:lnTo>
                        <a:lnTo>
                          <a:pt x="1241" y="57"/>
                        </a:lnTo>
                        <a:lnTo>
                          <a:pt x="1244" y="57"/>
                        </a:lnTo>
                        <a:lnTo>
                          <a:pt x="1246" y="57"/>
                        </a:lnTo>
                        <a:lnTo>
                          <a:pt x="1249" y="57"/>
                        </a:lnTo>
                        <a:lnTo>
                          <a:pt x="1251" y="57"/>
                        </a:lnTo>
                        <a:lnTo>
                          <a:pt x="1253" y="57"/>
                        </a:lnTo>
                        <a:lnTo>
                          <a:pt x="1256" y="57"/>
                        </a:lnTo>
                        <a:lnTo>
                          <a:pt x="1258" y="57"/>
                        </a:lnTo>
                        <a:lnTo>
                          <a:pt x="1261" y="57"/>
                        </a:lnTo>
                        <a:lnTo>
                          <a:pt x="1263" y="57"/>
                        </a:lnTo>
                        <a:lnTo>
                          <a:pt x="1265" y="57"/>
                        </a:lnTo>
                        <a:lnTo>
                          <a:pt x="1268" y="57"/>
                        </a:lnTo>
                        <a:lnTo>
                          <a:pt x="1270" y="57"/>
                        </a:lnTo>
                        <a:lnTo>
                          <a:pt x="1273" y="57"/>
                        </a:lnTo>
                        <a:lnTo>
                          <a:pt x="1275" y="57"/>
                        </a:lnTo>
                        <a:lnTo>
                          <a:pt x="1277" y="57"/>
                        </a:lnTo>
                        <a:lnTo>
                          <a:pt x="1280" y="57"/>
                        </a:lnTo>
                        <a:lnTo>
                          <a:pt x="1282" y="57"/>
                        </a:lnTo>
                        <a:lnTo>
                          <a:pt x="1285" y="57"/>
                        </a:lnTo>
                        <a:lnTo>
                          <a:pt x="1287" y="57"/>
                        </a:lnTo>
                        <a:lnTo>
                          <a:pt x="1290" y="57"/>
                        </a:lnTo>
                        <a:lnTo>
                          <a:pt x="1292" y="57"/>
                        </a:lnTo>
                        <a:lnTo>
                          <a:pt x="1294" y="57"/>
                        </a:lnTo>
                        <a:lnTo>
                          <a:pt x="1297" y="56"/>
                        </a:lnTo>
                        <a:lnTo>
                          <a:pt x="1299" y="57"/>
                        </a:lnTo>
                        <a:lnTo>
                          <a:pt x="1302" y="57"/>
                        </a:lnTo>
                        <a:lnTo>
                          <a:pt x="1304" y="56"/>
                        </a:lnTo>
                        <a:lnTo>
                          <a:pt x="1306" y="57"/>
                        </a:lnTo>
                        <a:lnTo>
                          <a:pt x="1309" y="57"/>
                        </a:lnTo>
                        <a:lnTo>
                          <a:pt x="1311" y="57"/>
                        </a:lnTo>
                        <a:lnTo>
                          <a:pt x="1314" y="57"/>
                        </a:lnTo>
                        <a:lnTo>
                          <a:pt x="1316" y="57"/>
                        </a:lnTo>
                        <a:lnTo>
                          <a:pt x="1318" y="57"/>
                        </a:lnTo>
                        <a:lnTo>
                          <a:pt x="1321" y="57"/>
                        </a:lnTo>
                        <a:lnTo>
                          <a:pt x="1323" y="57"/>
                        </a:lnTo>
                        <a:lnTo>
                          <a:pt x="1326" y="57"/>
                        </a:lnTo>
                        <a:lnTo>
                          <a:pt x="1328" y="57"/>
                        </a:lnTo>
                        <a:lnTo>
                          <a:pt x="1331" y="57"/>
                        </a:lnTo>
                        <a:lnTo>
                          <a:pt x="1333" y="56"/>
                        </a:lnTo>
                        <a:lnTo>
                          <a:pt x="1335" y="57"/>
                        </a:lnTo>
                        <a:lnTo>
                          <a:pt x="1338" y="57"/>
                        </a:lnTo>
                        <a:lnTo>
                          <a:pt x="1340" y="57"/>
                        </a:lnTo>
                        <a:lnTo>
                          <a:pt x="1342" y="57"/>
                        </a:lnTo>
                        <a:lnTo>
                          <a:pt x="1345" y="56"/>
                        </a:lnTo>
                        <a:lnTo>
                          <a:pt x="1347" y="57"/>
                        </a:lnTo>
                        <a:lnTo>
                          <a:pt x="1350" y="57"/>
                        </a:lnTo>
                        <a:lnTo>
                          <a:pt x="1352" y="56"/>
                        </a:lnTo>
                        <a:lnTo>
                          <a:pt x="1354" y="57"/>
                        </a:lnTo>
                        <a:lnTo>
                          <a:pt x="1357" y="57"/>
                        </a:lnTo>
                        <a:lnTo>
                          <a:pt x="1359" y="56"/>
                        </a:lnTo>
                        <a:lnTo>
                          <a:pt x="1362" y="57"/>
                        </a:lnTo>
                        <a:lnTo>
                          <a:pt x="1364" y="56"/>
                        </a:lnTo>
                        <a:lnTo>
                          <a:pt x="1366" y="57"/>
                        </a:lnTo>
                        <a:lnTo>
                          <a:pt x="1369" y="57"/>
                        </a:lnTo>
                        <a:lnTo>
                          <a:pt x="1371" y="56"/>
                        </a:lnTo>
                        <a:lnTo>
                          <a:pt x="1374" y="57"/>
                        </a:lnTo>
                        <a:lnTo>
                          <a:pt x="1376" y="57"/>
                        </a:lnTo>
                        <a:lnTo>
                          <a:pt x="1378" y="57"/>
                        </a:lnTo>
                        <a:lnTo>
                          <a:pt x="1381" y="57"/>
                        </a:lnTo>
                        <a:lnTo>
                          <a:pt x="1383" y="57"/>
                        </a:lnTo>
                        <a:lnTo>
                          <a:pt x="1386" y="57"/>
                        </a:lnTo>
                        <a:lnTo>
                          <a:pt x="1388" y="57"/>
                        </a:lnTo>
                        <a:lnTo>
                          <a:pt x="1390" y="57"/>
                        </a:lnTo>
                        <a:lnTo>
                          <a:pt x="1393" y="57"/>
                        </a:lnTo>
                        <a:lnTo>
                          <a:pt x="1395" y="57"/>
                        </a:lnTo>
                        <a:lnTo>
                          <a:pt x="1398" y="57"/>
                        </a:lnTo>
                        <a:lnTo>
                          <a:pt x="1400" y="57"/>
                        </a:lnTo>
                        <a:lnTo>
                          <a:pt x="1402" y="57"/>
                        </a:lnTo>
                        <a:lnTo>
                          <a:pt x="1405" y="57"/>
                        </a:lnTo>
                        <a:lnTo>
                          <a:pt x="1407" y="57"/>
                        </a:lnTo>
                        <a:lnTo>
                          <a:pt x="1410" y="57"/>
                        </a:lnTo>
                        <a:lnTo>
                          <a:pt x="1412" y="57"/>
                        </a:lnTo>
                        <a:lnTo>
                          <a:pt x="1414" y="57"/>
                        </a:lnTo>
                        <a:lnTo>
                          <a:pt x="1417" y="57"/>
                        </a:lnTo>
                        <a:lnTo>
                          <a:pt x="1419" y="57"/>
                        </a:lnTo>
                        <a:lnTo>
                          <a:pt x="1422" y="57"/>
                        </a:lnTo>
                        <a:lnTo>
                          <a:pt x="1424" y="57"/>
                        </a:lnTo>
                        <a:lnTo>
                          <a:pt x="1426" y="57"/>
                        </a:lnTo>
                        <a:lnTo>
                          <a:pt x="1429" y="57"/>
                        </a:lnTo>
                        <a:lnTo>
                          <a:pt x="1431" y="57"/>
                        </a:lnTo>
                        <a:lnTo>
                          <a:pt x="1434" y="57"/>
                        </a:lnTo>
                        <a:lnTo>
                          <a:pt x="1436" y="57"/>
                        </a:lnTo>
                        <a:lnTo>
                          <a:pt x="1438" y="57"/>
                        </a:lnTo>
                        <a:lnTo>
                          <a:pt x="1441" y="57"/>
                        </a:lnTo>
                        <a:lnTo>
                          <a:pt x="1443" y="57"/>
                        </a:lnTo>
                        <a:lnTo>
                          <a:pt x="1446" y="57"/>
                        </a:lnTo>
                        <a:lnTo>
                          <a:pt x="1448" y="57"/>
                        </a:lnTo>
                        <a:lnTo>
                          <a:pt x="1450" y="57"/>
                        </a:lnTo>
                        <a:lnTo>
                          <a:pt x="1453" y="57"/>
                        </a:lnTo>
                        <a:lnTo>
                          <a:pt x="1455" y="57"/>
                        </a:lnTo>
                        <a:lnTo>
                          <a:pt x="1458" y="57"/>
                        </a:lnTo>
                        <a:lnTo>
                          <a:pt x="1460" y="57"/>
                        </a:lnTo>
                        <a:lnTo>
                          <a:pt x="1463" y="57"/>
                        </a:lnTo>
                        <a:lnTo>
                          <a:pt x="1465" y="57"/>
                        </a:lnTo>
                        <a:lnTo>
                          <a:pt x="1467" y="57"/>
                        </a:lnTo>
                        <a:lnTo>
                          <a:pt x="1470" y="57"/>
                        </a:lnTo>
                        <a:lnTo>
                          <a:pt x="1472" y="57"/>
                        </a:lnTo>
                        <a:lnTo>
                          <a:pt x="1475" y="57"/>
                        </a:lnTo>
                        <a:lnTo>
                          <a:pt x="1477" y="57"/>
                        </a:lnTo>
                        <a:lnTo>
                          <a:pt x="1479" y="57"/>
                        </a:lnTo>
                        <a:lnTo>
                          <a:pt x="1482" y="57"/>
                        </a:lnTo>
                        <a:lnTo>
                          <a:pt x="1484" y="56"/>
                        </a:lnTo>
                        <a:lnTo>
                          <a:pt x="1487" y="57"/>
                        </a:lnTo>
                        <a:lnTo>
                          <a:pt x="1489" y="57"/>
                        </a:lnTo>
                        <a:lnTo>
                          <a:pt x="1491" y="57"/>
                        </a:lnTo>
                        <a:lnTo>
                          <a:pt x="1494" y="57"/>
                        </a:lnTo>
                        <a:lnTo>
                          <a:pt x="1496" y="57"/>
                        </a:lnTo>
                        <a:lnTo>
                          <a:pt x="1499" y="57"/>
                        </a:lnTo>
                        <a:lnTo>
                          <a:pt x="1501" y="57"/>
                        </a:lnTo>
                        <a:lnTo>
                          <a:pt x="1504" y="57"/>
                        </a:lnTo>
                        <a:lnTo>
                          <a:pt x="1506" y="57"/>
                        </a:lnTo>
                        <a:lnTo>
                          <a:pt x="1508" y="57"/>
                        </a:lnTo>
                        <a:lnTo>
                          <a:pt x="1511" y="57"/>
                        </a:lnTo>
                        <a:lnTo>
                          <a:pt x="1513" y="57"/>
                        </a:lnTo>
                        <a:lnTo>
                          <a:pt x="1516" y="57"/>
                        </a:lnTo>
                        <a:lnTo>
                          <a:pt x="1518" y="57"/>
                        </a:lnTo>
                        <a:lnTo>
                          <a:pt x="1520" y="57"/>
                        </a:lnTo>
                        <a:lnTo>
                          <a:pt x="1523" y="57"/>
                        </a:lnTo>
                        <a:lnTo>
                          <a:pt x="1525" y="57"/>
                        </a:lnTo>
                        <a:lnTo>
                          <a:pt x="1528" y="57"/>
                        </a:lnTo>
                        <a:lnTo>
                          <a:pt x="1530" y="58"/>
                        </a:lnTo>
                        <a:lnTo>
                          <a:pt x="1532" y="57"/>
                        </a:lnTo>
                        <a:lnTo>
                          <a:pt x="1535" y="58"/>
                        </a:lnTo>
                        <a:lnTo>
                          <a:pt x="1537" y="58"/>
                        </a:lnTo>
                        <a:lnTo>
                          <a:pt x="1540" y="57"/>
                        </a:lnTo>
                        <a:lnTo>
                          <a:pt x="1542" y="58"/>
                        </a:lnTo>
                        <a:lnTo>
                          <a:pt x="1544" y="58"/>
                        </a:lnTo>
                        <a:lnTo>
                          <a:pt x="1547" y="58"/>
                        </a:lnTo>
                        <a:lnTo>
                          <a:pt x="1549" y="58"/>
                        </a:lnTo>
                        <a:lnTo>
                          <a:pt x="1552" y="58"/>
                        </a:lnTo>
                        <a:lnTo>
                          <a:pt x="1554" y="58"/>
                        </a:lnTo>
                        <a:lnTo>
                          <a:pt x="1557" y="58"/>
                        </a:lnTo>
                        <a:lnTo>
                          <a:pt x="1559" y="58"/>
                        </a:lnTo>
                        <a:lnTo>
                          <a:pt x="1561" y="58"/>
                        </a:lnTo>
                        <a:lnTo>
                          <a:pt x="1564" y="58"/>
                        </a:lnTo>
                        <a:lnTo>
                          <a:pt x="1566" y="58"/>
                        </a:lnTo>
                        <a:lnTo>
                          <a:pt x="1569" y="58"/>
                        </a:lnTo>
                        <a:lnTo>
                          <a:pt x="1571" y="58"/>
                        </a:lnTo>
                        <a:lnTo>
                          <a:pt x="1573" y="57"/>
                        </a:lnTo>
                        <a:lnTo>
                          <a:pt x="1576" y="54"/>
                        </a:lnTo>
                        <a:lnTo>
                          <a:pt x="1578" y="46"/>
                        </a:lnTo>
                        <a:lnTo>
                          <a:pt x="1581" y="29"/>
                        </a:lnTo>
                        <a:lnTo>
                          <a:pt x="1583" y="15"/>
                        </a:lnTo>
                        <a:lnTo>
                          <a:pt x="1585" y="4"/>
                        </a:lnTo>
                        <a:lnTo>
                          <a:pt x="1588" y="0"/>
                        </a:lnTo>
                        <a:lnTo>
                          <a:pt x="1590" y="4"/>
                        </a:lnTo>
                        <a:lnTo>
                          <a:pt x="1593" y="10"/>
                        </a:lnTo>
                        <a:lnTo>
                          <a:pt x="1595" y="21"/>
                        </a:lnTo>
                        <a:lnTo>
                          <a:pt x="1597" y="35"/>
                        </a:lnTo>
                        <a:lnTo>
                          <a:pt x="1600" y="47"/>
                        </a:lnTo>
                        <a:lnTo>
                          <a:pt x="1602" y="57"/>
                        </a:lnTo>
                        <a:lnTo>
                          <a:pt x="1605" y="67"/>
                        </a:lnTo>
                        <a:lnTo>
                          <a:pt x="1607" y="76"/>
                        </a:lnTo>
                        <a:lnTo>
                          <a:pt x="1609" y="83"/>
                        </a:lnTo>
                        <a:lnTo>
                          <a:pt x="1612" y="90"/>
                        </a:lnTo>
                        <a:lnTo>
                          <a:pt x="1614" y="97"/>
                        </a:lnTo>
                        <a:lnTo>
                          <a:pt x="1617" y="103"/>
                        </a:lnTo>
                        <a:lnTo>
                          <a:pt x="1619" y="109"/>
                        </a:lnTo>
                        <a:lnTo>
                          <a:pt x="1621" y="114"/>
                        </a:lnTo>
                        <a:lnTo>
                          <a:pt x="1624" y="119"/>
                        </a:lnTo>
                        <a:lnTo>
                          <a:pt x="1626" y="122"/>
                        </a:lnTo>
                        <a:lnTo>
                          <a:pt x="1629" y="125"/>
                        </a:lnTo>
                        <a:lnTo>
                          <a:pt x="1631" y="129"/>
                        </a:lnTo>
                        <a:lnTo>
                          <a:pt x="1633" y="132"/>
                        </a:lnTo>
                        <a:lnTo>
                          <a:pt x="1636" y="132"/>
                        </a:lnTo>
                        <a:lnTo>
                          <a:pt x="1638" y="136"/>
                        </a:lnTo>
                        <a:lnTo>
                          <a:pt x="1641" y="139"/>
                        </a:lnTo>
                        <a:lnTo>
                          <a:pt x="1643" y="139"/>
                        </a:lnTo>
                        <a:lnTo>
                          <a:pt x="1645" y="141"/>
                        </a:lnTo>
                        <a:lnTo>
                          <a:pt x="1648" y="143"/>
                        </a:lnTo>
                        <a:lnTo>
                          <a:pt x="1650" y="144"/>
                        </a:lnTo>
                        <a:lnTo>
                          <a:pt x="1653" y="145"/>
                        </a:lnTo>
                        <a:lnTo>
                          <a:pt x="1655" y="148"/>
                        </a:lnTo>
                        <a:lnTo>
                          <a:pt x="1657" y="147"/>
                        </a:lnTo>
                        <a:lnTo>
                          <a:pt x="1660" y="148"/>
                        </a:lnTo>
                        <a:lnTo>
                          <a:pt x="1662" y="150"/>
                        </a:lnTo>
                        <a:lnTo>
                          <a:pt x="1665" y="150"/>
                        </a:lnTo>
                        <a:lnTo>
                          <a:pt x="1667" y="151"/>
                        </a:lnTo>
                        <a:lnTo>
                          <a:pt x="1669" y="152"/>
                        </a:lnTo>
                        <a:lnTo>
                          <a:pt x="1672" y="152"/>
                        </a:lnTo>
                        <a:lnTo>
                          <a:pt x="1674" y="153"/>
                        </a:lnTo>
                        <a:lnTo>
                          <a:pt x="1677" y="155"/>
                        </a:lnTo>
                        <a:lnTo>
                          <a:pt x="1679" y="154"/>
                        </a:lnTo>
                        <a:lnTo>
                          <a:pt x="1681" y="156"/>
                        </a:lnTo>
                        <a:lnTo>
                          <a:pt x="1684" y="156"/>
                        </a:lnTo>
                        <a:lnTo>
                          <a:pt x="1686" y="154"/>
                        </a:lnTo>
                        <a:lnTo>
                          <a:pt x="1689" y="157"/>
                        </a:lnTo>
                        <a:lnTo>
                          <a:pt x="1691" y="158"/>
                        </a:lnTo>
                        <a:lnTo>
                          <a:pt x="1693" y="155"/>
                        </a:lnTo>
                        <a:lnTo>
                          <a:pt x="1696" y="158"/>
                        </a:lnTo>
                        <a:lnTo>
                          <a:pt x="1698" y="158"/>
                        </a:lnTo>
                        <a:lnTo>
                          <a:pt x="1701" y="155"/>
                        </a:lnTo>
                        <a:lnTo>
                          <a:pt x="1703" y="158"/>
                        </a:lnTo>
                        <a:lnTo>
                          <a:pt x="1705" y="156"/>
                        </a:lnTo>
                        <a:lnTo>
                          <a:pt x="1708" y="155"/>
                        </a:lnTo>
                        <a:lnTo>
                          <a:pt x="1710" y="158"/>
                        </a:lnTo>
                        <a:lnTo>
                          <a:pt x="1713" y="156"/>
                        </a:lnTo>
                        <a:lnTo>
                          <a:pt x="1715" y="155"/>
                        </a:lnTo>
                        <a:lnTo>
                          <a:pt x="1717" y="158"/>
                        </a:lnTo>
                        <a:lnTo>
                          <a:pt x="1720" y="155"/>
                        </a:lnTo>
                        <a:lnTo>
                          <a:pt x="1722" y="153"/>
                        </a:lnTo>
                        <a:lnTo>
                          <a:pt x="1725" y="158"/>
                        </a:lnTo>
                        <a:lnTo>
                          <a:pt x="1727" y="153"/>
                        </a:lnTo>
                        <a:lnTo>
                          <a:pt x="1730" y="152"/>
                        </a:lnTo>
                        <a:lnTo>
                          <a:pt x="1732" y="157"/>
                        </a:lnTo>
                        <a:lnTo>
                          <a:pt x="1734" y="152"/>
                        </a:lnTo>
                        <a:lnTo>
                          <a:pt x="1737" y="152"/>
                        </a:lnTo>
                        <a:lnTo>
                          <a:pt x="1739" y="156"/>
                        </a:lnTo>
                        <a:lnTo>
                          <a:pt x="1742" y="152"/>
                        </a:lnTo>
                        <a:lnTo>
                          <a:pt x="1744" y="151"/>
                        </a:lnTo>
                        <a:lnTo>
                          <a:pt x="1746" y="154"/>
                        </a:lnTo>
                        <a:lnTo>
                          <a:pt x="1749" y="149"/>
                        </a:lnTo>
                        <a:lnTo>
                          <a:pt x="1751" y="149"/>
                        </a:lnTo>
                        <a:lnTo>
                          <a:pt x="1754" y="153"/>
                        </a:lnTo>
                        <a:lnTo>
                          <a:pt x="1756" y="147"/>
                        </a:lnTo>
                        <a:lnTo>
                          <a:pt x="1758" y="147"/>
                        </a:lnTo>
                        <a:lnTo>
                          <a:pt x="1761" y="151"/>
                        </a:lnTo>
                        <a:lnTo>
                          <a:pt x="1763" y="145"/>
                        </a:lnTo>
                        <a:lnTo>
                          <a:pt x="1766" y="144"/>
                        </a:lnTo>
                        <a:lnTo>
                          <a:pt x="1768" y="149"/>
                        </a:lnTo>
                        <a:lnTo>
                          <a:pt x="1771" y="144"/>
                        </a:lnTo>
                        <a:lnTo>
                          <a:pt x="1773" y="144"/>
                        </a:lnTo>
                        <a:lnTo>
                          <a:pt x="1775" y="148"/>
                        </a:lnTo>
                        <a:lnTo>
                          <a:pt x="1778" y="144"/>
                        </a:lnTo>
                        <a:lnTo>
                          <a:pt x="1780" y="143"/>
                        </a:lnTo>
                        <a:lnTo>
                          <a:pt x="1783" y="147"/>
                        </a:lnTo>
                        <a:lnTo>
                          <a:pt x="1785" y="144"/>
                        </a:lnTo>
                        <a:lnTo>
                          <a:pt x="1787" y="142"/>
                        </a:lnTo>
                        <a:lnTo>
                          <a:pt x="1790" y="145"/>
                        </a:lnTo>
                        <a:lnTo>
                          <a:pt x="1792" y="142"/>
                        </a:lnTo>
                        <a:lnTo>
                          <a:pt x="1795" y="141"/>
                        </a:lnTo>
                        <a:lnTo>
                          <a:pt x="1797" y="144"/>
                        </a:lnTo>
                        <a:lnTo>
                          <a:pt x="1799" y="139"/>
                        </a:lnTo>
                        <a:lnTo>
                          <a:pt x="1802" y="138"/>
                        </a:lnTo>
                        <a:lnTo>
                          <a:pt x="1804" y="142"/>
                        </a:lnTo>
                        <a:lnTo>
                          <a:pt x="1807" y="137"/>
                        </a:lnTo>
                        <a:lnTo>
                          <a:pt x="1809" y="137"/>
                        </a:lnTo>
                        <a:lnTo>
                          <a:pt x="1811" y="140"/>
                        </a:lnTo>
                        <a:lnTo>
                          <a:pt x="1814" y="138"/>
                        </a:lnTo>
                        <a:lnTo>
                          <a:pt x="1816" y="139"/>
                        </a:lnTo>
                        <a:lnTo>
                          <a:pt x="1819" y="138"/>
                        </a:lnTo>
                        <a:lnTo>
                          <a:pt x="1821" y="138"/>
                        </a:lnTo>
                        <a:lnTo>
                          <a:pt x="1824" y="138"/>
                        </a:lnTo>
                        <a:lnTo>
                          <a:pt x="1826" y="137"/>
                        </a:lnTo>
                        <a:lnTo>
                          <a:pt x="1828" y="135"/>
                        </a:lnTo>
                        <a:lnTo>
                          <a:pt x="1831" y="135"/>
                        </a:lnTo>
                        <a:lnTo>
                          <a:pt x="1833" y="136"/>
                        </a:lnTo>
                        <a:lnTo>
                          <a:pt x="1836" y="132"/>
                        </a:lnTo>
                        <a:lnTo>
                          <a:pt x="1838" y="133"/>
                        </a:lnTo>
                        <a:lnTo>
                          <a:pt x="1840" y="135"/>
                        </a:lnTo>
                        <a:lnTo>
                          <a:pt x="1843" y="131"/>
                        </a:lnTo>
                        <a:lnTo>
                          <a:pt x="1845" y="132"/>
                        </a:lnTo>
                        <a:lnTo>
                          <a:pt x="1848" y="133"/>
                        </a:lnTo>
                        <a:lnTo>
                          <a:pt x="1850" y="132"/>
                        </a:lnTo>
                        <a:lnTo>
                          <a:pt x="1852" y="132"/>
                        </a:lnTo>
                        <a:lnTo>
                          <a:pt x="1855" y="131"/>
                        </a:lnTo>
                        <a:lnTo>
                          <a:pt x="1857" y="131"/>
                        </a:lnTo>
                        <a:lnTo>
                          <a:pt x="1860" y="130"/>
                        </a:lnTo>
                        <a:lnTo>
                          <a:pt x="1862" y="130"/>
                        </a:lnTo>
                        <a:lnTo>
                          <a:pt x="1864" y="131"/>
                        </a:lnTo>
                        <a:lnTo>
                          <a:pt x="1867" y="130"/>
                        </a:lnTo>
                        <a:lnTo>
                          <a:pt x="1869" y="129"/>
                        </a:lnTo>
                        <a:lnTo>
                          <a:pt x="1872" y="132"/>
                        </a:lnTo>
                        <a:lnTo>
                          <a:pt x="1874" y="127"/>
                        </a:lnTo>
                        <a:lnTo>
                          <a:pt x="1876" y="127"/>
                        </a:lnTo>
                        <a:lnTo>
                          <a:pt x="1879" y="130"/>
                        </a:lnTo>
                        <a:lnTo>
                          <a:pt x="1881" y="130"/>
                        </a:lnTo>
                        <a:lnTo>
                          <a:pt x="1884" y="125"/>
                        </a:lnTo>
                        <a:lnTo>
                          <a:pt x="1886" y="129"/>
                        </a:lnTo>
                        <a:lnTo>
                          <a:pt x="1888" y="129"/>
                        </a:lnTo>
                        <a:lnTo>
                          <a:pt x="1891" y="123"/>
                        </a:lnTo>
                        <a:lnTo>
                          <a:pt x="1893" y="127"/>
                        </a:lnTo>
                        <a:lnTo>
                          <a:pt x="1896" y="127"/>
                        </a:lnTo>
                        <a:lnTo>
                          <a:pt x="1898" y="121"/>
                        </a:lnTo>
                        <a:lnTo>
                          <a:pt x="1900" y="126"/>
                        </a:lnTo>
                        <a:lnTo>
                          <a:pt x="1903" y="125"/>
                        </a:lnTo>
                        <a:lnTo>
                          <a:pt x="1905" y="120"/>
                        </a:lnTo>
                        <a:lnTo>
                          <a:pt x="1908" y="124"/>
                        </a:lnTo>
                        <a:lnTo>
                          <a:pt x="1910" y="123"/>
                        </a:lnTo>
                        <a:lnTo>
                          <a:pt x="1912" y="120"/>
                        </a:lnTo>
                        <a:lnTo>
                          <a:pt x="1915" y="123"/>
                        </a:lnTo>
                        <a:lnTo>
                          <a:pt x="1917" y="120"/>
                        </a:lnTo>
                        <a:lnTo>
                          <a:pt x="1920" y="119"/>
                        </a:lnTo>
                        <a:lnTo>
                          <a:pt x="1922" y="122"/>
                        </a:lnTo>
                        <a:lnTo>
                          <a:pt x="1924" y="119"/>
                        </a:lnTo>
                        <a:lnTo>
                          <a:pt x="1927" y="117"/>
                        </a:lnTo>
                        <a:lnTo>
                          <a:pt x="1929" y="121"/>
                        </a:lnTo>
                        <a:lnTo>
                          <a:pt x="1932" y="120"/>
                        </a:lnTo>
                        <a:lnTo>
                          <a:pt x="1934" y="115"/>
                        </a:lnTo>
                        <a:lnTo>
                          <a:pt x="1936" y="120"/>
                        </a:lnTo>
                        <a:lnTo>
                          <a:pt x="1939" y="118"/>
                        </a:lnTo>
                        <a:lnTo>
                          <a:pt x="1941" y="114"/>
                        </a:lnTo>
                        <a:lnTo>
                          <a:pt x="1944" y="119"/>
                        </a:lnTo>
                        <a:lnTo>
                          <a:pt x="1946" y="117"/>
                        </a:lnTo>
                        <a:lnTo>
                          <a:pt x="1948" y="113"/>
                        </a:lnTo>
                        <a:lnTo>
                          <a:pt x="1951" y="118"/>
                        </a:lnTo>
                        <a:lnTo>
                          <a:pt x="1953" y="116"/>
                        </a:lnTo>
                        <a:lnTo>
                          <a:pt x="1956" y="116"/>
                        </a:lnTo>
                        <a:lnTo>
                          <a:pt x="1958" y="116"/>
                        </a:lnTo>
                        <a:lnTo>
                          <a:pt x="1960" y="119"/>
                        </a:lnTo>
                        <a:lnTo>
                          <a:pt x="1963" y="115"/>
                        </a:lnTo>
                        <a:lnTo>
                          <a:pt x="1965" y="114"/>
                        </a:lnTo>
                        <a:lnTo>
                          <a:pt x="1968" y="118"/>
                        </a:lnTo>
                        <a:lnTo>
                          <a:pt x="1970" y="113"/>
                        </a:lnTo>
                        <a:lnTo>
                          <a:pt x="1972" y="114"/>
                        </a:lnTo>
                        <a:lnTo>
                          <a:pt x="1975" y="118"/>
                        </a:lnTo>
                        <a:lnTo>
                          <a:pt x="1977" y="112"/>
                        </a:lnTo>
                        <a:lnTo>
                          <a:pt x="1980" y="113"/>
                        </a:lnTo>
                        <a:lnTo>
                          <a:pt x="1982" y="114"/>
                        </a:lnTo>
                        <a:lnTo>
                          <a:pt x="1984" y="111"/>
                        </a:lnTo>
                        <a:lnTo>
                          <a:pt x="1987" y="111"/>
                        </a:lnTo>
                        <a:lnTo>
                          <a:pt x="1989" y="113"/>
                        </a:lnTo>
                        <a:lnTo>
                          <a:pt x="1992" y="110"/>
                        </a:lnTo>
                        <a:lnTo>
                          <a:pt x="1994" y="112"/>
                        </a:lnTo>
                        <a:lnTo>
                          <a:pt x="1997" y="113"/>
                        </a:lnTo>
                        <a:lnTo>
                          <a:pt x="1999" y="109"/>
                        </a:lnTo>
                        <a:lnTo>
                          <a:pt x="2001" y="112"/>
                        </a:lnTo>
                        <a:lnTo>
                          <a:pt x="2004" y="115"/>
                        </a:lnTo>
                        <a:lnTo>
                          <a:pt x="2006" y="109"/>
                        </a:lnTo>
                        <a:lnTo>
                          <a:pt x="2009" y="109"/>
                        </a:lnTo>
                        <a:lnTo>
                          <a:pt x="2011" y="113"/>
                        </a:lnTo>
                        <a:lnTo>
                          <a:pt x="2013" y="109"/>
                        </a:lnTo>
                        <a:lnTo>
                          <a:pt x="2016" y="107"/>
                        </a:lnTo>
                        <a:lnTo>
                          <a:pt x="2018" y="109"/>
                        </a:lnTo>
                        <a:lnTo>
                          <a:pt x="2021" y="108"/>
                        </a:lnTo>
                        <a:lnTo>
                          <a:pt x="2023" y="108"/>
                        </a:lnTo>
                        <a:lnTo>
                          <a:pt x="2025" y="107"/>
                        </a:lnTo>
                        <a:lnTo>
                          <a:pt x="2028" y="109"/>
                        </a:lnTo>
                        <a:lnTo>
                          <a:pt x="2030" y="108"/>
                        </a:lnTo>
                        <a:lnTo>
                          <a:pt x="2033" y="107"/>
                        </a:lnTo>
                        <a:lnTo>
                          <a:pt x="2035" y="107"/>
                        </a:lnTo>
                        <a:lnTo>
                          <a:pt x="2038" y="107"/>
                        </a:lnTo>
                        <a:lnTo>
                          <a:pt x="2040" y="108"/>
                        </a:lnTo>
                        <a:lnTo>
                          <a:pt x="2042" y="106"/>
                        </a:lnTo>
                        <a:lnTo>
                          <a:pt x="2045" y="106"/>
                        </a:lnTo>
                        <a:lnTo>
                          <a:pt x="2047" y="110"/>
                        </a:lnTo>
                        <a:lnTo>
                          <a:pt x="2050" y="105"/>
                        </a:lnTo>
                        <a:lnTo>
                          <a:pt x="2052" y="106"/>
                        </a:lnTo>
                        <a:lnTo>
                          <a:pt x="2054" y="109"/>
                        </a:lnTo>
                        <a:lnTo>
                          <a:pt x="2057" y="105"/>
                        </a:lnTo>
                        <a:lnTo>
                          <a:pt x="2059" y="106"/>
                        </a:lnTo>
                        <a:lnTo>
                          <a:pt x="2062" y="106"/>
                        </a:lnTo>
                        <a:lnTo>
                          <a:pt x="2064" y="106"/>
                        </a:lnTo>
                        <a:lnTo>
                          <a:pt x="2066" y="106"/>
                        </a:lnTo>
                        <a:lnTo>
                          <a:pt x="2069" y="105"/>
                        </a:lnTo>
                        <a:lnTo>
                          <a:pt x="2071" y="105"/>
                        </a:lnTo>
                        <a:lnTo>
                          <a:pt x="2074" y="106"/>
                        </a:lnTo>
                        <a:lnTo>
                          <a:pt x="2076" y="106"/>
                        </a:lnTo>
                        <a:lnTo>
                          <a:pt x="2078" y="104"/>
                        </a:lnTo>
                        <a:lnTo>
                          <a:pt x="2081" y="105"/>
                        </a:lnTo>
                        <a:lnTo>
                          <a:pt x="2083" y="107"/>
                        </a:lnTo>
                        <a:lnTo>
                          <a:pt x="2086" y="104"/>
                        </a:lnTo>
                        <a:lnTo>
                          <a:pt x="2088" y="104"/>
                        </a:lnTo>
                        <a:lnTo>
                          <a:pt x="2091" y="109"/>
                        </a:lnTo>
                        <a:lnTo>
                          <a:pt x="2093" y="104"/>
                        </a:lnTo>
                        <a:lnTo>
                          <a:pt x="2095" y="103"/>
                        </a:lnTo>
                        <a:lnTo>
                          <a:pt x="2098" y="107"/>
                        </a:lnTo>
                        <a:lnTo>
                          <a:pt x="2100" y="104"/>
                        </a:lnTo>
                        <a:lnTo>
                          <a:pt x="2103" y="103"/>
                        </a:lnTo>
                        <a:lnTo>
                          <a:pt x="2105" y="103"/>
                        </a:lnTo>
                        <a:lnTo>
                          <a:pt x="2107" y="104"/>
                        </a:lnTo>
                        <a:lnTo>
                          <a:pt x="2110" y="103"/>
                        </a:lnTo>
                        <a:lnTo>
                          <a:pt x="2112" y="101"/>
                        </a:lnTo>
                        <a:lnTo>
                          <a:pt x="2115" y="104"/>
                        </a:lnTo>
                        <a:lnTo>
                          <a:pt x="2117" y="102"/>
                        </a:lnTo>
                        <a:lnTo>
                          <a:pt x="2119" y="101"/>
                        </a:lnTo>
                        <a:lnTo>
                          <a:pt x="2122" y="101"/>
                        </a:lnTo>
                        <a:lnTo>
                          <a:pt x="2124" y="102"/>
                        </a:lnTo>
                        <a:lnTo>
                          <a:pt x="2127" y="101"/>
                        </a:lnTo>
                        <a:lnTo>
                          <a:pt x="2129" y="101"/>
                        </a:lnTo>
                        <a:lnTo>
                          <a:pt x="2131" y="102"/>
                        </a:lnTo>
                        <a:lnTo>
                          <a:pt x="2134" y="102"/>
                        </a:lnTo>
                        <a:lnTo>
                          <a:pt x="2136" y="99"/>
                        </a:lnTo>
                        <a:lnTo>
                          <a:pt x="2139" y="102"/>
                        </a:lnTo>
                        <a:lnTo>
                          <a:pt x="2141" y="102"/>
                        </a:lnTo>
                        <a:lnTo>
                          <a:pt x="2143" y="98"/>
                        </a:lnTo>
                        <a:lnTo>
                          <a:pt x="2146" y="102"/>
                        </a:lnTo>
                        <a:lnTo>
                          <a:pt x="2148" y="102"/>
                        </a:lnTo>
                        <a:lnTo>
                          <a:pt x="2151" y="99"/>
                        </a:lnTo>
                        <a:lnTo>
                          <a:pt x="2153" y="103"/>
                        </a:lnTo>
                        <a:lnTo>
                          <a:pt x="2155" y="102"/>
                        </a:lnTo>
                        <a:lnTo>
                          <a:pt x="2158" y="103"/>
                        </a:lnTo>
                        <a:lnTo>
                          <a:pt x="2160" y="103"/>
                        </a:lnTo>
                        <a:lnTo>
                          <a:pt x="2163" y="102"/>
                        </a:lnTo>
                        <a:lnTo>
                          <a:pt x="2165" y="103"/>
                        </a:lnTo>
                        <a:lnTo>
                          <a:pt x="2166" y="103"/>
                        </a:lnTo>
                      </a:path>
                    </a:pathLst>
                  </a:custGeom>
                  <a:noFill/>
                  <a:ln w="17526" cap="flat">
                    <a:solidFill>
                      <a:srgbClr val="0000FF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ko-KR" altLang="en-US"/>
                  </a:p>
                </p:txBody>
              </p:sp>
            </p:grpSp>
            <p:grpSp>
              <p:nvGrpSpPr>
                <p:cNvPr id="404" name="그룹 403">
                  <a:extLst>
                    <a:ext uri="{FF2B5EF4-FFF2-40B4-BE49-F238E27FC236}">
                      <a16:creationId xmlns:a16="http://schemas.microsoft.com/office/drawing/2014/main" id="{5AF37CF3-798A-4786-88C5-C5BE9F0AE2BE}"/>
                    </a:ext>
                  </a:extLst>
                </p:cNvPr>
                <p:cNvGrpSpPr/>
                <p:nvPr/>
              </p:nvGrpSpPr>
              <p:grpSpPr>
                <a:xfrm>
                  <a:off x="3425388" y="1958464"/>
                  <a:ext cx="3440113" cy="1539677"/>
                  <a:chOff x="3568263" y="1829876"/>
                  <a:chExt cx="3440113" cy="1539677"/>
                </a:xfrm>
              </p:grpSpPr>
              <p:grpSp>
                <p:nvGrpSpPr>
                  <p:cNvPr id="405" name="그룹 404">
                    <a:extLst>
                      <a:ext uri="{FF2B5EF4-FFF2-40B4-BE49-F238E27FC236}">
                        <a16:creationId xmlns:a16="http://schemas.microsoft.com/office/drawing/2014/main" id="{3E5CEECC-2C98-489A-B163-F0D28AFCD5BF}"/>
                      </a:ext>
                    </a:extLst>
                  </p:cNvPr>
                  <p:cNvGrpSpPr/>
                  <p:nvPr/>
                </p:nvGrpSpPr>
                <p:grpSpPr>
                  <a:xfrm>
                    <a:off x="3568263" y="1829876"/>
                    <a:ext cx="3440113" cy="1524000"/>
                    <a:chOff x="8400469" y="2523729"/>
                    <a:chExt cx="3440113" cy="1524000"/>
                  </a:xfrm>
                </p:grpSpPr>
                <p:sp>
                  <p:nvSpPr>
                    <p:cNvPr id="409" name="Freeform 25">
                      <a:extLst>
                        <a:ext uri="{FF2B5EF4-FFF2-40B4-BE49-F238E27FC236}">
                          <a16:creationId xmlns:a16="http://schemas.microsoft.com/office/drawing/2014/main" id="{6DFE58A8-4090-4FAA-9034-B9427A485C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400469" y="2523729"/>
                      <a:ext cx="3438525" cy="1524000"/>
                    </a:xfrm>
                    <a:custGeom>
                      <a:avLst/>
                      <a:gdLst>
                        <a:gd name="T0" fmla="*/ 554 w 2166"/>
                        <a:gd name="T1" fmla="*/ 898 h 960"/>
                        <a:gd name="T2" fmla="*/ 623 w 2166"/>
                        <a:gd name="T3" fmla="*/ 863 h 960"/>
                        <a:gd name="T4" fmla="*/ 693 w 2166"/>
                        <a:gd name="T5" fmla="*/ 837 h 960"/>
                        <a:gd name="T6" fmla="*/ 763 w 2166"/>
                        <a:gd name="T7" fmla="*/ 828 h 960"/>
                        <a:gd name="T8" fmla="*/ 833 w 2166"/>
                        <a:gd name="T9" fmla="*/ 816 h 960"/>
                        <a:gd name="T10" fmla="*/ 902 w 2166"/>
                        <a:gd name="T11" fmla="*/ 809 h 960"/>
                        <a:gd name="T12" fmla="*/ 972 w 2166"/>
                        <a:gd name="T13" fmla="*/ 807 h 960"/>
                        <a:gd name="T14" fmla="*/ 1042 w 2166"/>
                        <a:gd name="T15" fmla="*/ 812 h 960"/>
                        <a:gd name="T16" fmla="*/ 1111 w 2166"/>
                        <a:gd name="T17" fmla="*/ 799 h 960"/>
                        <a:gd name="T18" fmla="*/ 1181 w 2166"/>
                        <a:gd name="T19" fmla="*/ 799 h 960"/>
                        <a:gd name="T20" fmla="*/ 1251 w 2166"/>
                        <a:gd name="T21" fmla="*/ 783 h 960"/>
                        <a:gd name="T22" fmla="*/ 1321 w 2166"/>
                        <a:gd name="T23" fmla="*/ 783 h 960"/>
                        <a:gd name="T24" fmla="*/ 1390 w 2166"/>
                        <a:gd name="T25" fmla="*/ 785 h 960"/>
                        <a:gd name="T26" fmla="*/ 1460 w 2166"/>
                        <a:gd name="T27" fmla="*/ 766 h 960"/>
                        <a:gd name="T28" fmla="*/ 1530 w 2166"/>
                        <a:gd name="T29" fmla="*/ 758 h 960"/>
                        <a:gd name="T30" fmla="*/ 1600 w 2166"/>
                        <a:gd name="T31" fmla="*/ 345 h 960"/>
                        <a:gd name="T32" fmla="*/ 1669 w 2166"/>
                        <a:gd name="T33" fmla="*/ 144 h 960"/>
                        <a:gd name="T34" fmla="*/ 1739 w 2166"/>
                        <a:gd name="T35" fmla="*/ 243 h 960"/>
                        <a:gd name="T36" fmla="*/ 1809 w 2166"/>
                        <a:gd name="T37" fmla="*/ 342 h 960"/>
                        <a:gd name="T38" fmla="*/ 1879 w 2166"/>
                        <a:gd name="T39" fmla="*/ 576 h 960"/>
                        <a:gd name="T40" fmla="*/ 1948 w 2166"/>
                        <a:gd name="T41" fmla="*/ 537 h 960"/>
                        <a:gd name="T42" fmla="*/ 2018 w 2166"/>
                        <a:gd name="T43" fmla="*/ 681 h 960"/>
                        <a:gd name="T44" fmla="*/ 2088 w 2166"/>
                        <a:gd name="T45" fmla="*/ 675 h 960"/>
                        <a:gd name="T46" fmla="*/ 2158 w 2166"/>
                        <a:gd name="T47" fmla="*/ 737 h 960"/>
                        <a:gd name="T48" fmla="*/ 2112 w 2166"/>
                        <a:gd name="T49" fmla="*/ 566 h 960"/>
                        <a:gd name="T50" fmla="*/ 2042 w 2166"/>
                        <a:gd name="T51" fmla="*/ 517 h 960"/>
                        <a:gd name="T52" fmla="*/ 1972 w 2166"/>
                        <a:gd name="T53" fmla="*/ 517 h 960"/>
                        <a:gd name="T54" fmla="*/ 1903 w 2166"/>
                        <a:gd name="T55" fmla="*/ 389 h 960"/>
                        <a:gd name="T56" fmla="*/ 1833 w 2166"/>
                        <a:gd name="T57" fmla="*/ 330 h 960"/>
                        <a:gd name="T58" fmla="*/ 1763 w 2166"/>
                        <a:gd name="T59" fmla="*/ 98 h 960"/>
                        <a:gd name="T60" fmla="*/ 1693 w 2166"/>
                        <a:gd name="T61" fmla="*/ 39 h 960"/>
                        <a:gd name="T62" fmla="*/ 1624 w 2166"/>
                        <a:gd name="T63" fmla="*/ 110 h 960"/>
                        <a:gd name="T64" fmla="*/ 1554 w 2166"/>
                        <a:gd name="T65" fmla="*/ 725 h 960"/>
                        <a:gd name="T66" fmla="*/ 1484 w 2166"/>
                        <a:gd name="T67" fmla="*/ 727 h 960"/>
                        <a:gd name="T68" fmla="*/ 1414 w 2166"/>
                        <a:gd name="T69" fmla="*/ 728 h 960"/>
                        <a:gd name="T70" fmla="*/ 1345 w 2166"/>
                        <a:gd name="T71" fmla="*/ 735 h 960"/>
                        <a:gd name="T72" fmla="*/ 1275 w 2166"/>
                        <a:gd name="T73" fmla="*/ 742 h 960"/>
                        <a:gd name="T74" fmla="*/ 1205 w 2166"/>
                        <a:gd name="T75" fmla="*/ 750 h 960"/>
                        <a:gd name="T76" fmla="*/ 1135 w 2166"/>
                        <a:gd name="T77" fmla="*/ 755 h 960"/>
                        <a:gd name="T78" fmla="*/ 1066 w 2166"/>
                        <a:gd name="T79" fmla="*/ 769 h 960"/>
                        <a:gd name="T80" fmla="*/ 996 w 2166"/>
                        <a:gd name="T81" fmla="*/ 784 h 960"/>
                        <a:gd name="T82" fmla="*/ 926 w 2166"/>
                        <a:gd name="T83" fmla="*/ 792 h 960"/>
                        <a:gd name="T84" fmla="*/ 856 w 2166"/>
                        <a:gd name="T85" fmla="*/ 791 h 960"/>
                        <a:gd name="T86" fmla="*/ 787 w 2166"/>
                        <a:gd name="T87" fmla="*/ 791 h 960"/>
                        <a:gd name="T88" fmla="*/ 717 w 2166"/>
                        <a:gd name="T89" fmla="*/ 800 h 960"/>
                        <a:gd name="T90" fmla="*/ 647 w 2166"/>
                        <a:gd name="T91" fmla="*/ 814 h 960"/>
                        <a:gd name="T92" fmla="*/ 578 w 2166"/>
                        <a:gd name="T93" fmla="*/ 838 h 960"/>
                        <a:gd name="T94" fmla="*/ 508 w 2166"/>
                        <a:gd name="T95" fmla="*/ 881 h 960"/>
                        <a:gd name="T96" fmla="*/ 438 w 2166"/>
                        <a:gd name="T97" fmla="*/ 925 h 960"/>
                        <a:gd name="T98" fmla="*/ 368 w 2166"/>
                        <a:gd name="T99" fmla="*/ 702 h 960"/>
                        <a:gd name="T100" fmla="*/ 299 w 2166"/>
                        <a:gd name="T101" fmla="*/ 679 h 960"/>
                        <a:gd name="T102" fmla="*/ 229 w 2166"/>
                        <a:gd name="T103" fmla="*/ 674 h 960"/>
                        <a:gd name="T104" fmla="*/ 159 w 2166"/>
                        <a:gd name="T105" fmla="*/ 670 h 960"/>
                        <a:gd name="T106" fmla="*/ 89 w 2166"/>
                        <a:gd name="T107" fmla="*/ 610 h 960"/>
                        <a:gd name="T108" fmla="*/ 20 w 2166"/>
                        <a:gd name="T109" fmla="*/ 638 h 960"/>
                        <a:gd name="T110" fmla="*/ 48 w 2166"/>
                        <a:gd name="T111" fmla="*/ 822 h 960"/>
                        <a:gd name="T112" fmla="*/ 118 w 2166"/>
                        <a:gd name="T113" fmla="*/ 786 h 960"/>
                        <a:gd name="T114" fmla="*/ 188 w 2166"/>
                        <a:gd name="T115" fmla="*/ 740 h 960"/>
                        <a:gd name="T116" fmla="*/ 258 w 2166"/>
                        <a:gd name="T117" fmla="*/ 783 h 960"/>
                        <a:gd name="T118" fmla="*/ 327 w 2166"/>
                        <a:gd name="T119" fmla="*/ 733 h 960"/>
                        <a:gd name="T120" fmla="*/ 397 w 2166"/>
                        <a:gd name="T121" fmla="*/ 957 h 960"/>
                        <a:gd name="T122" fmla="*/ 467 w 2166"/>
                        <a:gd name="T123" fmla="*/ 934 h 9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2166" h="960">
                          <a:moveTo>
                            <a:pt x="486" y="924"/>
                          </a:moveTo>
                          <a:lnTo>
                            <a:pt x="489" y="922"/>
                          </a:lnTo>
                          <a:lnTo>
                            <a:pt x="491" y="918"/>
                          </a:lnTo>
                          <a:lnTo>
                            <a:pt x="493" y="917"/>
                          </a:lnTo>
                          <a:lnTo>
                            <a:pt x="496" y="913"/>
                          </a:lnTo>
                          <a:lnTo>
                            <a:pt x="498" y="911"/>
                          </a:lnTo>
                          <a:lnTo>
                            <a:pt x="501" y="912"/>
                          </a:lnTo>
                          <a:lnTo>
                            <a:pt x="503" y="910"/>
                          </a:lnTo>
                          <a:lnTo>
                            <a:pt x="505" y="911"/>
                          </a:lnTo>
                          <a:lnTo>
                            <a:pt x="508" y="911"/>
                          </a:lnTo>
                          <a:lnTo>
                            <a:pt x="510" y="908"/>
                          </a:lnTo>
                          <a:lnTo>
                            <a:pt x="513" y="910"/>
                          </a:lnTo>
                          <a:lnTo>
                            <a:pt x="515" y="909"/>
                          </a:lnTo>
                          <a:lnTo>
                            <a:pt x="517" y="907"/>
                          </a:lnTo>
                          <a:lnTo>
                            <a:pt x="520" y="909"/>
                          </a:lnTo>
                          <a:lnTo>
                            <a:pt x="522" y="906"/>
                          </a:lnTo>
                          <a:lnTo>
                            <a:pt x="525" y="906"/>
                          </a:lnTo>
                          <a:lnTo>
                            <a:pt x="527" y="909"/>
                          </a:lnTo>
                          <a:lnTo>
                            <a:pt x="530" y="906"/>
                          </a:lnTo>
                          <a:lnTo>
                            <a:pt x="532" y="904"/>
                          </a:lnTo>
                          <a:lnTo>
                            <a:pt x="534" y="905"/>
                          </a:lnTo>
                          <a:lnTo>
                            <a:pt x="537" y="900"/>
                          </a:lnTo>
                          <a:lnTo>
                            <a:pt x="539" y="898"/>
                          </a:lnTo>
                          <a:lnTo>
                            <a:pt x="542" y="898"/>
                          </a:lnTo>
                          <a:lnTo>
                            <a:pt x="544" y="896"/>
                          </a:lnTo>
                          <a:lnTo>
                            <a:pt x="546" y="898"/>
                          </a:lnTo>
                          <a:lnTo>
                            <a:pt x="549" y="898"/>
                          </a:lnTo>
                          <a:lnTo>
                            <a:pt x="551" y="897"/>
                          </a:lnTo>
                          <a:lnTo>
                            <a:pt x="554" y="898"/>
                          </a:lnTo>
                          <a:lnTo>
                            <a:pt x="556" y="897"/>
                          </a:lnTo>
                          <a:lnTo>
                            <a:pt x="558" y="895"/>
                          </a:lnTo>
                          <a:lnTo>
                            <a:pt x="561" y="894"/>
                          </a:lnTo>
                          <a:lnTo>
                            <a:pt x="563" y="893"/>
                          </a:lnTo>
                          <a:lnTo>
                            <a:pt x="566" y="891"/>
                          </a:lnTo>
                          <a:lnTo>
                            <a:pt x="568" y="889"/>
                          </a:lnTo>
                          <a:lnTo>
                            <a:pt x="570" y="889"/>
                          </a:lnTo>
                          <a:lnTo>
                            <a:pt x="573" y="888"/>
                          </a:lnTo>
                          <a:lnTo>
                            <a:pt x="575" y="885"/>
                          </a:lnTo>
                          <a:lnTo>
                            <a:pt x="578" y="885"/>
                          </a:lnTo>
                          <a:lnTo>
                            <a:pt x="580" y="882"/>
                          </a:lnTo>
                          <a:lnTo>
                            <a:pt x="582" y="878"/>
                          </a:lnTo>
                          <a:lnTo>
                            <a:pt x="585" y="880"/>
                          </a:lnTo>
                          <a:lnTo>
                            <a:pt x="587" y="878"/>
                          </a:lnTo>
                          <a:lnTo>
                            <a:pt x="590" y="877"/>
                          </a:lnTo>
                          <a:lnTo>
                            <a:pt x="592" y="878"/>
                          </a:lnTo>
                          <a:lnTo>
                            <a:pt x="594" y="876"/>
                          </a:lnTo>
                          <a:lnTo>
                            <a:pt x="597" y="876"/>
                          </a:lnTo>
                          <a:lnTo>
                            <a:pt x="599" y="874"/>
                          </a:lnTo>
                          <a:lnTo>
                            <a:pt x="601" y="871"/>
                          </a:lnTo>
                          <a:lnTo>
                            <a:pt x="604" y="872"/>
                          </a:lnTo>
                          <a:lnTo>
                            <a:pt x="606" y="872"/>
                          </a:lnTo>
                          <a:lnTo>
                            <a:pt x="609" y="871"/>
                          </a:lnTo>
                          <a:lnTo>
                            <a:pt x="611" y="871"/>
                          </a:lnTo>
                          <a:lnTo>
                            <a:pt x="613" y="871"/>
                          </a:lnTo>
                          <a:lnTo>
                            <a:pt x="616" y="871"/>
                          </a:lnTo>
                          <a:lnTo>
                            <a:pt x="618" y="865"/>
                          </a:lnTo>
                          <a:lnTo>
                            <a:pt x="621" y="865"/>
                          </a:lnTo>
                          <a:lnTo>
                            <a:pt x="623" y="863"/>
                          </a:lnTo>
                          <a:lnTo>
                            <a:pt x="625" y="860"/>
                          </a:lnTo>
                          <a:lnTo>
                            <a:pt x="628" y="859"/>
                          </a:lnTo>
                          <a:lnTo>
                            <a:pt x="630" y="858"/>
                          </a:lnTo>
                          <a:lnTo>
                            <a:pt x="633" y="856"/>
                          </a:lnTo>
                          <a:lnTo>
                            <a:pt x="635" y="856"/>
                          </a:lnTo>
                          <a:lnTo>
                            <a:pt x="637" y="855"/>
                          </a:lnTo>
                          <a:lnTo>
                            <a:pt x="640" y="855"/>
                          </a:lnTo>
                          <a:lnTo>
                            <a:pt x="642" y="855"/>
                          </a:lnTo>
                          <a:lnTo>
                            <a:pt x="645" y="853"/>
                          </a:lnTo>
                          <a:lnTo>
                            <a:pt x="647" y="852"/>
                          </a:lnTo>
                          <a:lnTo>
                            <a:pt x="649" y="854"/>
                          </a:lnTo>
                          <a:lnTo>
                            <a:pt x="652" y="854"/>
                          </a:lnTo>
                          <a:lnTo>
                            <a:pt x="654" y="852"/>
                          </a:lnTo>
                          <a:lnTo>
                            <a:pt x="657" y="852"/>
                          </a:lnTo>
                          <a:lnTo>
                            <a:pt x="659" y="852"/>
                          </a:lnTo>
                          <a:lnTo>
                            <a:pt x="662" y="848"/>
                          </a:lnTo>
                          <a:lnTo>
                            <a:pt x="664" y="846"/>
                          </a:lnTo>
                          <a:lnTo>
                            <a:pt x="666" y="845"/>
                          </a:lnTo>
                          <a:lnTo>
                            <a:pt x="669" y="843"/>
                          </a:lnTo>
                          <a:lnTo>
                            <a:pt x="671" y="839"/>
                          </a:lnTo>
                          <a:lnTo>
                            <a:pt x="674" y="839"/>
                          </a:lnTo>
                          <a:lnTo>
                            <a:pt x="676" y="837"/>
                          </a:lnTo>
                          <a:lnTo>
                            <a:pt x="678" y="836"/>
                          </a:lnTo>
                          <a:lnTo>
                            <a:pt x="681" y="839"/>
                          </a:lnTo>
                          <a:lnTo>
                            <a:pt x="683" y="839"/>
                          </a:lnTo>
                          <a:lnTo>
                            <a:pt x="686" y="837"/>
                          </a:lnTo>
                          <a:lnTo>
                            <a:pt x="688" y="839"/>
                          </a:lnTo>
                          <a:lnTo>
                            <a:pt x="690" y="836"/>
                          </a:lnTo>
                          <a:lnTo>
                            <a:pt x="693" y="837"/>
                          </a:lnTo>
                          <a:lnTo>
                            <a:pt x="695" y="837"/>
                          </a:lnTo>
                          <a:lnTo>
                            <a:pt x="698" y="836"/>
                          </a:lnTo>
                          <a:lnTo>
                            <a:pt x="700" y="837"/>
                          </a:lnTo>
                          <a:lnTo>
                            <a:pt x="703" y="839"/>
                          </a:lnTo>
                          <a:lnTo>
                            <a:pt x="705" y="838"/>
                          </a:lnTo>
                          <a:lnTo>
                            <a:pt x="707" y="836"/>
                          </a:lnTo>
                          <a:lnTo>
                            <a:pt x="710" y="834"/>
                          </a:lnTo>
                          <a:lnTo>
                            <a:pt x="712" y="830"/>
                          </a:lnTo>
                          <a:lnTo>
                            <a:pt x="715" y="832"/>
                          </a:lnTo>
                          <a:lnTo>
                            <a:pt x="717" y="833"/>
                          </a:lnTo>
                          <a:lnTo>
                            <a:pt x="719" y="833"/>
                          </a:lnTo>
                          <a:lnTo>
                            <a:pt x="722" y="834"/>
                          </a:lnTo>
                          <a:lnTo>
                            <a:pt x="724" y="833"/>
                          </a:lnTo>
                          <a:lnTo>
                            <a:pt x="727" y="836"/>
                          </a:lnTo>
                          <a:lnTo>
                            <a:pt x="729" y="836"/>
                          </a:lnTo>
                          <a:lnTo>
                            <a:pt x="731" y="835"/>
                          </a:lnTo>
                          <a:lnTo>
                            <a:pt x="734" y="836"/>
                          </a:lnTo>
                          <a:lnTo>
                            <a:pt x="736" y="836"/>
                          </a:lnTo>
                          <a:lnTo>
                            <a:pt x="739" y="834"/>
                          </a:lnTo>
                          <a:lnTo>
                            <a:pt x="741" y="837"/>
                          </a:lnTo>
                          <a:lnTo>
                            <a:pt x="743" y="836"/>
                          </a:lnTo>
                          <a:lnTo>
                            <a:pt x="746" y="836"/>
                          </a:lnTo>
                          <a:lnTo>
                            <a:pt x="748" y="837"/>
                          </a:lnTo>
                          <a:lnTo>
                            <a:pt x="751" y="834"/>
                          </a:lnTo>
                          <a:lnTo>
                            <a:pt x="753" y="831"/>
                          </a:lnTo>
                          <a:lnTo>
                            <a:pt x="756" y="831"/>
                          </a:lnTo>
                          <a:lnTo>
                            <a:pt x="758" y="827"/>
                          </a:lnTo>
                          <a:lnTo>
                            <a:pt x="760" y="826"/>
                          </a:lnTo>
                          <a:lnTo>
                            <a:pt x="763" y="828"/>
                          </a:lnTo>
                          <a:lnTo>
                            <a:pt x="765" y="826"/>
                          </a:lnTo>
                          <a:lnTo>
                            <a:pt x="768" y="828"/>
                          </a:lnTo>
                          <a:lnTo>
                            <a:pt x="770" y="827"/>
                          </a:lnTo>
                          <a:lnTo>
                            <a:pt x="772" y="826"/>
                          </a:lnTo>
                          <a:lnTo>
                            <a:pt x="775" y="826"/>
                          </a:lnTo>
                          <a:lnTo>
                            <a:pt x="777" y="827"/>
                          </a:lnTo>
                          <a:lnTo>
                            <a:pt x="780" y="825"/>
                          </a:lnTo>
                          <a:lnTo>
                            <a:pt x="782" y="826"/>
                          </a:lnTo>
                          <a:lnTo>
                            <a:pt x="784" y="825"/>
                          </a:lnTo>
                          <a:lnTo>
                            <a:pt x="787" y="823"/>
                          </a:lnTo>
                          <a:lnTo>
                            <a:pt x="789" y="822"/>
                          </a:lnTo>
                          <a:lnTo>
                            <a:pt x="792" y="820"/>
                          </a:lnTo>
                          <a:lnTo>
                            <a:pt x="794" y="819"/>
                          </a:lnTo>
                          <a:lnTo>
                            <a:pt x="797" y="817"/>
                          </a:lnTo>
                          <a:lnTo>
                            <a:pt x="799" y="815"/>
                          </a:lnTo>
                          <a:lnTo>
                            <a:pt x="801" y="815"/>
                          </a:lnTo>
                          <a:lnTo>
                            <a:pt x="804" y="814"/>
                          </a:lnTo>
                          <a:lnTo>
                            <a:pt x="806" y="816"/>
                          </a:lnTo>
                          <a:lnTo>
                            <a:pt x="809" y="818"/>
                          </a:lnTo>
                          <a:lnTo>
                            <a:pt x="811" y="817"/>
                          </a:lnTo>
                          <a:lnTo>
                            <a:pt x="813" y="818"/>
                          </a:lnTo>
                          <a:lnTo>
                            <a:pt x="816" y="819"/>
                          </a:lnTo>
                          <a:lnTo>
                            <a:pt x="818" y="817"/>
                          </a:lnTo>
                          <a:lnTo>
                            <a:pt x="821" y="818"/>
                          </a:lnTo>
                          <a:lnTo>
                            <a:pt x="823" y="818"/>
                          </a:lnTo>
                          <a:lnTo>
                            <a:pt x="825" y="817"/>
                          </a:lnTo>
                          <a:lnTo>
                            <a:pt x="828" y="819"/>
                          </a:lnTo>
                          <a:lnTo>
                            <a:pt x="830" y="818"/>
                          </a:lnTo>
                          <a:lnTo>
                            <a:pt x="833" y="816"/>
                          </a:lnTo>
                          <a:lnTo>
                            <a:pt x="835" y="818"/>
                          </a:lnTo>
                          <a:lnTo>
                            <a:pt x="837" y="816"/>
                          </a:lnTo>
                          <a:lnTo>
                            <a:pt x="840" y="815"/>
                          </a:lnTo>
                          <a:lnTo>
                            <a:pt x="842" y="815"/>
                          </a:lnTo>
                          <a:lnTo>
                            <a:pt x="845" y="814"/>
                          </a:lnTo>
                          <a:lnTo>
                            <a:pt x="847" y="812"/>
                          </a:lnTo>
                          <a:lnTo>
                            <a:pt x="849" y="814"/>
                          </a:lnTo>
                          <a:lnTo>
                            <a:pt x="852" y="814"/>
                          </a:lnTo>
                          <a:lnTo>
                            <a:pt x="854" y="813"/>
                          </a:lnTo>
                          <a:lnTo>
                            <a:pt x="856" y="814"/>
                          </a:lnTo>
                          <a:lnTo>
                            <a:pt x="859" y="815"/>
                          </a:lnTo>
                          <a:lnTo>
                            <a:pt x="861" y="812"/>
                          </a:lnTo>
                          <a:lnTo>
                            <a:pt x="864" y="814"/>
                          </a:lnTo>
                          <a:lnTo>
                            <a:pt x="866" y="813"/>
                          </a:lnTo>
                          <a:lnTo>
                            <a:pt x="868" y="811"/>
                          </a:lnTo>
                          <a:lnTo>
                            <a:pt x="871" y="813"/>
                          </a:lnTo>
                          <a:lnTo>
                            <a:pt x="873" y="812"/>
                          </a:lnTo>
                          <a:lnTo>
                            <a:pt x="876" y="811"/>
                          </a:lnTo>
                          <a:lnTo>
                            <a:pt x="878" y="811"/>
                          </a:lnTo>
                          <a:lnTo>
                            <a:pt x="880" y="810"/>
                          </a:lnTo>
                          <a:lnTo>
                            <a:pt x="883" y="808"/>
                          </a:lnTo>
                          <a:lnTo>
                            <a:pt x="885" y="808"/>
                          </a:lnTo>
                          <a:lnTo>
                            <a:pt x="888" y="808"/>
                          </a:lnTo>
                          <a:lnTo>
                            <a:pt x="890" y="806"/>
                          </a:lnTo>
                          <a:lnTo>
                            <a:pt x="892" y="808"/>
                          </a:lnTo>
                          <a:lnTo>
                            <a:pt x="895" y="809"/>
                          </a:lnTo>
                          <a:lnTo>
                            <a:pt x="897" y="809"/>
                          </a:lnTo>
                          <a:lnTo>
                            <a:pt x="900" y="809"/>
                          </a:lnTo>
                          <a:lnTo>
                            <a:pt x="902" y="809"/>
                          </a:lnTo>
                          <a:lnTo>
                            <a:pt x="904" y="810"/>
                          </a:lnTo>
                          <a:lnTo>
                            <a:pt x="907" y="809"/>
                          </a:lnTo>
                          <a:lnTo>
                            <a:pt x="909" y="807"/>
                          </a:lnTo>
                          <a:lnTo>
                            <a:pt x="912" y="807"/>
                          </a:lnTo>
                          <a:lnTo>
                            <a:pt x="914" y="805"/>
                          </a:lnTo>
                          <a:lnTo>
                            <a:pt x="916" y="805"/>
                          </a:lnTo>
                          <a:lnTo>
                            <a:pt x="919" y="805"/>
                          </a:lnTo>
                          <a:lnTo>
                            <a:pt x="921" y="804"/>
                          </a:lnTo>
                          <a:lnTo>
                            <a:pt x="924" y="805"/>
                          </a:lnTo>
                          <a:lnTo>
                            <a:pt x="926" y="806"/>
                          </a:lnTo>
                          <a:lnTo>
                            <a:pt x="929" y="803"/>
                          </a:lnTo>
                          <a:lnTo>
                            <a:pt x="931" y="805"/>
                          </a:lnTo>
                          <a:lnTo>
                            <a:pt x="933" y="806"/>
                          </a:lnTo>
                          <a:lnTo>
                            <a:pt x="936" y="806"/>
                          </a:lnTo>
                          <a:lnTo>
                            <a:pt x="938" y="806"/>
                          </a:lnTo>
                          <a:lnTo>
                            <a:pt x="941" y="806"/>
                          </a:lnTo>
                          <a:lnTo>
                            <a:pt x="943" y="807"/>
                          </a:lnTo>
                          <a:lnTo>
                            <a:pt x="945" y="807"/>
                          </a:lnTo>
                          <a:lnTo>
                            <a:pt x="948" y="806"/>
                          </a:lnTo>
                          <a:lnTo>
                            <a:pt x="950" y="806"/>
                          </a:lnTo>
                          <a:lnTo>
                            <a:pt x="953" y="805"/>
                          </a:lnTo>
                          <a:lnTo>
                            <a:pt x="955" y="803"/>
                          </a:lnTo>
                          <a:lnTo>
                            <a:pt x="957" y="802"/>
                          </a:lnTo>
                          <a:lnTo>
                            <a:pt x="960" y="799"/>
                          </a:lnTo>
                          <a:lnTo>
                            <a:pt x="962" y="802"/>
                          </a:lnTo>
                          <a:lnTo>
                            <a:pt x="965" y="802"/>
                          </a:lnTo>
                          <a:lnTo>
                            <a:pt x="967" y="802"/>
                          </a:lnTo>
                          <a:lnTo>
                            <a:pt x="970" y="806"/>
                          </a:lnTo>
                          <a:lnTo>
                            <a:pt x="972" y="807"/>
                          </a:lnTo>
                          <a:lnTo>
                            <a:pt x="974" y="807"/>
                          </a:lnTo>
                          <a:lnTo>
                            <a:pt x="977" y="809"/>
                          </a:lnTo>
                          <a:lnTo>
                            <a:pt x="979" y="809"/>
                          </a:lnTo>
                          <a:lnTo>
                            <a:pt x="982" y="813"/>
                          </a:lnTo>
                          <a:lnTo>
                            <a:pt x="984" y="814"/>
                          </a:lnTo>
                          <a:lnTo>
                            <a:pt x="986" y="814"/>
                          </a:lnTo>
                          <a:lnTo>
                            <a:pt x="989" y="814"/>
                          </a:lnTo>
                          <a:lnTo>
                            <a:pt x="991" y="811"/>
                          </a:lnTo>
                          <a:lnTo>
                            <a:pt x="994" y="810"/>
                          </a:lnTo>
                          <a:lnTo>
                            <a:pt x="996" y="809"/>
                          </a:lnTo>
                          <a:lnTo>
                            <a:pt x="998" y="806"/>
                          </a:lnTo>
                          <a:lnTo>
                            <a:pt x="1001" y="810"/>
                          </a:lnTo>
                          <a:lnTo>
                            <a:pt x="1003" y="809"/>
                          </a:lnTo>
                          <a:lnTo>
                            <a:pt x="1006" y="811"/>
                          </a:lnTo>
                          <a:lnTo>
                            <a:pt x="1008" y="813"/>
                          </a:lnTo>
                          <a:lnTo>
                            <a:pt x="1010" y="813"/>
                          </a:lnTo>
                          <a:lnTo>
                            <a:pt x="1013" y="814"/>
                          </a:lnTo>
                          <a:lnTo>
                            <a:pt x="1015" y="815"/>
                          </a:lnTo>
                          <a:lnTo>
                            <a:pt x="1018" y="816"/>
                          </a:lnTo>
                          <a:lnTo>
                            <a:pt x="1020" y="817"/>
                          </a:lnTo>
                          <a:lnTo>
                            <a:pt x="1023" y="816"/>
                          </a:lnTo>
                          <a:lnTo>
                            <a:pt x="1025" y="816"/>
                          </a:lnTo>
                          <a:lnTo>
                            <a:pt x="1027" y="813"/>
                          </a:lnTo>
                          <a:lnTo>
                            <a:pt x="1030" y="812"/>
                          </a:lnTo>
                          <a:lnTo>
                            <a:pt x="1032" y="810"/>
                          </a:lnTo>
                          <a:lnTo>
                            <a:pt x="1035" y="809"/>
                          </a:lnTo>
                          <a:lnTo>
                            <a:pt x="1037" y="810"/>
                          </a:lnTo>
                          <a:lnTo>
                            <a:pt x="1039" y="812"/>
                          </a:lnTo>
                          <a:lnTo>
                            <a:pt x="1042" y="812"/>
                          </a:lnTo>
                          <a:lnTo>
                            <a:pt x="1044" y="814"/>
                          </a:lnTo>
                          <a:lnTo>
                            <a:pt x="1047" y="815"/>
                          </a:lnTo>
                          <a:lnTo>
                            <a:pt x="1049" y="816"/>
                          </a:lnTo>
                          <a:lnTo>
                            <a:pt x="1051" y="817"/>
                          </a:lnTo>
                          <a:lnTo>
                            <a:pt x="1054" y="817"/>
                          </a:lnTo>
                          <a:lnTo>
                            <a:pt x="1056" y="818"/>
                          </a:lnTo>
                          <a:lnTo>
                            <a:pt x="1059" y="819"/>
                          </a:lnTo>
                          <a:lnTo>
                            <a:pt x="1061" y="819"/>
                          </a:lnTo>
                          <a:lnTo>
                            <a:pt x="1064" y="816"/>
                          </a:lnTo>
                          <a:lnTo>
                            <a:pt x="1066" y="812"/>
                          </a:lnTo>
                          <a:lnTo>
                            <a:pt x="1068" y="809"/>
                          </a:lnTo>
                          <a:lnTo>
                            <a:pt x="1071" y="806"/>
                          </a:lnTo>
                          <a:lnTo>
                            <a:pt x="1073" y="806"/>
                          </a:lnTo>
                          <a:lnTo>
                            <a:pt x="1076" y="805"/>
                          </a:lnTo>
                          <a:lnTo>
                            <a:pt x="1078" y="805"/>
                          </a:lnTo>
                          <a:lnTo>
                            <a:pt x="1080" y="808"/>
                          </a:lnTo>
                          <a:lnTo>
                            <a:pt x="1083" y="807"/>
                          </a:lnTo>
                          <a:lnTo>
                            <a:pt x="1085" y="807"/>
                          </a:lnTo>
                          <a:lnTo>
                            <a:pt x="1088" y="808"/>
                          </a:lnTo>
                          <a:lnTo>
                            <a:pt x="1090" y="808"/>
                          </a:lnTo>
                          <a:lnTo>
                            <a:pt x="1092" y="806"/>
                          </a:lnTo>
                          <a:lnTo>
                            <a:pt x="1095" y="809"/>
                          </a:lnTo>
                          <a:lnTo>
                            <a:pt x="1097" y="807"/>
                          </a:lnTo>
                          <a:lnTo>
                            <a:pt x="1099" y="806"/>
                          </a:lnTo>
                          <a:lnTo>
                            <a:pt x="1102" y="806"/>
                          </a:lnTo>
                          <a:lnTo>
                            <a:pt x="1104" y="802"/>
                          </a:lnTo>
                          <a:lnTo>
                            <a:pt x="1107" y="803"/>
                          </a:lnTo>
                          <a:lnTo>
                            <a:pt x="1109" y="801"/>
                          </a:lnTo>
                          <a:lnTo>
                            <a:pt x="1111" y="799"/>
                          </a:lnTo>
                          <a:lnTo>
                            <a:pt x="1114" y="802"/>
                          </a:lnTo>
                          <a:lnTo>
                            <a:pt x="1116" y="801"/>
                          </a:lnTo>
                          <a:lnTo>
                            <a:pt x="1119" y="801"/>
                          </a:lnTo>
                          <a:lnTo>
                            <a:pt x="1121" y="804"/>
                          </a:lnTo>
                          <a:lnTo>
                            <a:pt x="1123" y="802"/>
                          </a:lnTo>
                          <a:lnTo>
                            <a:pt x="1126" y="803"/>
                          </a:lnTo>
                          <a:lnTo>
                            <a:pt x="1128" y="804"/>
                          </a:lnTo>
                          <a:lnTo>
                            <a:pt x="1131" y="802"/>
                          </a:lnTo>
                          <a:lnTo>
                            <a:pt x="1133" y="804"/>
                          </a:lnTo>
                          <a:lnTo>
                            <a:pt x="1135" y="803"/>
                          </a:lnTo>
                          <a:lnTo>
                            <a:pt x="1138" y="801"/>
                          </a:lnTo>
                          <a:lnTo>
                            <a:pt x="1140" y="799"/>
                          </a:lnTo>
                          <a:lnTo>
                            <a:pt x="1143" y="797"/>
                          </a:lnTo>
                          <a:lnTo>
                            <a:pt x="1145" y="798"/>
                          </a:lnTo>
                          <a:lnTo>
                            <a:pt x="1147" y="798"/>
                          </a:lnTo>
                          <a:lnTo>
                            <a:pt x="1150" y="798"/>
                          </a:lnTo>
                          <a:lnTo>
                            <a:pt x="1152" y="799"/>
                          </a:lnTo>
                          <a:lnTo>
                            <a:pt x="1155" y="799"/>
                          </a:lnTo>
                          <a:lnTo>
                            <a:pt x="1157" y="799"/>
                          </a:lnTo>
                          <a:lnTo>
                            <a:pt x="1159" y="800"/>
                          </a:lnTo>
                          <a:lnTo>
                            <a:pt x="1162" y="799"/>
                          </a:lnTo>
                          <a:lnTo>
                            <a:pt x="1164" y="803"/>
                          </a:lnTo>
                          <a:lnTo>
                            <a:pt x="1167" y="802"/>
                          </a:lnTo>
                          <a:lnTo>
                            <a:pt x="1169" y="802"/>
                          </a:lnTo>
                          <a:lnTo>
                            <a:pt x="1171" y="802"/>
                          </a:lnTo>
                          <a:lnTo>
                            <a:pt x="1174" y="799"/>
                          </a:lnTo>
                          <a:lnTo>
                            <a:pt x="1176" y="799"/>
                          </a:lnTo>
                          <a:lnTo>
                            <a:pt x="1179" y="799"/>
                          </a:lnTo>
                          <a:lnTo>
                            <a:pt x="1181" y="799"/>
                          </a:lnTo>
                          <a:lnTo>
                            <a:pt x="1183" y="797"/>
                          </a:lnTo>
                          <a:lnTo>
                            <a:pt x="1186" y="796"/>
                          </a:lnTo>
                          <a:lnTo>
                            <a:pt x="1188" y="797"/>
                          </a:lnTo>
                          <a:lnTo>
                            <a:pt x="1191" y="797"/>
                          </a:lnTo>
                          <a:lnTo>
                            <a:pt x="1193" y="796"/>
                          </a:lnTo>
                          <a:lnTo>
                            <a:pt x="1196" y="798"/>
                          </a:lnTo>
                          <a:lnTo>
                            <a:pt x="1198" y="798"/>
                          </a:lnTo>
                          <a:lnTo>
                            <a:pt x="1200" y="799"/>
                          </a:lnTo>
                          <a:lnTo>
                            <a:pt x="1203" y="801"/>
                          </a:lnTo>
                          <a:lnTo>
                            <a:pt x="1205" y="797"/>
                          </a:lnTo>
                          <a:lnTo>
                            <a:pt x="1208" y="794"/>
                          </a:lnTo>
                          <a:lnTo>
                            <a:pt x="1210" y="793"/>
                          </a:lnTo>
                          <a:lnTo>
                            <a:pt x="1212" y="790"/>
                          </a:lnTo>
                          <a:lnTo>
                            <a:pt x="1215" y="790"/>
                          </a:lnTo>
                          <a:lnTo>
                            <a:pt x="1217" y="789"/>
                          </a:lnTo>
                          <a:lnTo>
                            <a:pt x="1220" y="790"/>
                          </a:lnTo>
                          <a:lnTo>
                            <a:pt x="1222" y="791"/>
                          </a:lnTo>
                          <a:lnTo>
                            <a:pt x="1224" y="790"/>
                          </a:lnTo>
                          <a:lnTo>
                            <a:pt x="1227" y="790"/>
                          </a:lnTo>
                          <a:lnTo>
                            <a:pt x="1229" y="790"/>
                          </a:lnTo>
                          <a:lnTo>
                            <a:pt x="1232" y="790"/>
                          </a:lnTo>
                          <a:lnTo>
                            <a:pt x="1234" y="791"/>
                          </a:lnTo>
                          <a:lnTo>
                            <a:pt x="1237" y="790"/>
                          </a:lnTo>
                          <a:lnTo>
                            <a:pt x="1239" y="793"/>
                          </a:lnTo>
                          <a:lnTo>
                            <a:pt x="1241" y="793"/>
                          </a:lnTo>
                          <a:lnTo>
                            <a:pt x="1244" y="788"/>
                          </a:lnTo>
                          <a:lnTo>
                            <a:pt x="1246" y="789"/>
                          </a:lnTo>
                          <a:lnTo>
                            <a:pt x="1249" y="785"/>
                          </a:lnTo>
                          <a:lnTo>
                            <a:pt x="1251" y="783"/>
                          </a:lnTo>
                          <a:lnTo>
                            <a:pt x="1253" y="785"/>
                          </a:lnTo>
                          <a:lnTo>
                            <a:pt x="1256" y="784"/>
                          </a:lnTo>
                          <a:lnTo>
                            <a:pt x="1258" y="786"/>
                          </a:lnTo>
                          <a:lnTo>
                            <a:pt x="1261" y="786"/>
                          </a:lnTo>
                          <a:lnTo>
                            <a:pt x="1263" y="785"/>
                          </a:lnTo>
                          <a:lnTo>
                            <a:pt x="1265" y="785"/>
                          </a:lnTo>
                          <a:lnTo>
                            <a:pt x="1268" y="784"/>
                          </a:lnTo>
                          <a:lnTo>
                            <a:pt x="1270" y="785"/>
                          </a:lnTo>
                          <a:lnTo>
                            <a:pt x="1273" y="785"/>
                          </a:lnTo>
                          <a:lnTo>
                            <a:pt x="1275" y="786"/>
                          </a:lnTo>
                          <a:lnTo>
                            <a:pt x="1277" y="785"/>
                          </a:lnTo>
                          <a:lnTo>
                            <a:pt x="1280" y="786"/>
                          </a:lnTo>
                          <a:lnTo>
                            <a:pt x="1282" y="786"/>
                          </a:lnTo>
                          <a:lnTo>
                            <a:pt x="1285" y="785"/>
                          </a:lnTo>
                          <a:lnTo>
                            <a:pt x="1287" y="786"/>
                          </a:lnTo>
                          <a:lnTo>
                            <a:pt x="1290" y="785"/>
                          </a:lnTo>
                          <a:lnTo>
                            <a:pt x="1292" y="786"/>
                          </a:lnTo>
                          <a:lnTo>
                            <a:pt x="1294" y="785"/>
                          </a:lnTo>
                          <a:lnTo>
                            <a:pt x="1297" y="784"/>
                          </a:lnTo>
                          <a:lnTo>
                            <a:pt x="1299" y="786"/>
                          </a:lnTo>
                          <a:lnTo>
                            <a:pt x="1302" y="782"/>
                          </a:lnTo>
                          <a:lnTo>
                            <a:pt x="1304" y="783"/>
                          </a:lnTo>
                          <a:lnTo>
                            <a:pt x="1306" y="782"/>
                          </a:lnTo>
                          <a:lnTo>
                            <a:pt x="1309" y="781"/>
                          </a:lnTo>
                          <a:lnTo>
                            <a:pt x="1311" y="783"/>
                          </a:lnTo>
                          <a:lnTo>
                            <a:pt x="1314" y="782"/>
                          </a:lnTo>
                          <a:lnTo>
                            <a:pt x="1316" y="783"/>
                          </a:lnTo>
                          <a:lnTo>
                            <a:pt x="1318" y="782"/>
                          </a:lnTo>
                          <a:lnTo>
                            <a:pt x="1321" y="783"/>
                          </a:lnTo>
                          <a:lnTo>
                            <a:pt x="1323" y="784"/>
                          </a:lnTo>
                          <a:lnTo>
                            <a:pt x="1326" y="780"/>
                          </a:lnTo>
                          <a:lnTo>
                            <a:pt x="1328" y="782"/>
                          </a:lnTo>
                          <a:lnTo>
                            <a:pt x="1331" y="780"/>
                          </a:lnTo>
                          <a:lnTo>
                            <a:pt x="1333" y="777"/>
                          </a:lnTo>
                          <a:lnTo>
                            <a:pt x="1335" y="781"/>
                          </a:lnTo>
                          <a:lnTo>
                            <a:pt x="1338" y="780"/>
                          </a:lnTo>
                          <a:lnTo>
                            <a:pt x="1340" y="779"/>
                          </a:lnTo>
                          <a:lnTo>
                            <a:pt x="1342" y="779"/>
                          </a:lnTo>
                          <a:lnTo>
                            <a:pt x="1345" y="778"/>
                          </a:lnTo>
                          <a:lnTo>
                            <a:pt x="1347" y="779"/>
                          </a:lnTo>
                          <a:lnTo>
                            <a:pt x="1350" y="779"/>
                          </a:lnTo>
                          <a:lnTo>
                            <a:pt x="1352" y="779"/>
                          </a:lnTo>
                          <a:lnTo>
                            <a:pt x="1354" y="782"/>
                          </a:lnTo>
                          <a:lnTo>
                            <a:pt x="1357" y="782"/>
                          </a:lnTo>
                          <a:lnTo>
                            <a:pt x="1359" y="783"/>
                          </a:lnTo>
                          <a:lnTo>
                            <a:pt x="1362" y="784"/>
                          </a:lnTo>
                          <a:lnTo>
                            <a:pt x="1364" y="783"/>
                          </a:lnTo>
                          <a:lnTo>
                            <a:pt x="1366" y="780"/>
                          </a:lnTo>
                          <a:lnTo>
                            <a:pt x="1369" y="776"/>
                          </a:lnTo>
                          <a:lnTo>
                            <a:pt x="1371" y="782"/>
                          </a:lnTo>
                          <a:lnTo>
                            <a:pt x="1374" y="783"/>
                          </a:lnTo>
                          <a:lnTo>
                            <a:pt x="1376" y="781"/>
                          </a:lnTo>
                          <a:lnTo>
                            <a:pt x="1378" y="783"/>
                          </a:lnTo>
                          <a:lnTo>
                            <a:pt x="1381" y="783"/>
                          </a:lnTo>
                          <a:lnTo>
                            <a:pt x="1383" y="785"/>
                          </a:lnTo>
                          <a:lnTo>
                            <a:pt x="1386" y="786"/>
                          </a:lnTo>
                          <a:lnTo>
                            <a:pt x="1388" y="785"/>
                          </a:lnTo>
                          <a:lnTo>
                            <a:pt x="1390" y="785"/>
                          </a:lnTo>
                          <a:lnTo>
                            <a:pt x="1393" y="785"/>
                          </a:lnTo>
                          <a:lnTo>
                            <a:pt x="1395" y="784"/>
                          </a:lnTo>
                          <a:lnTo>
                            <a:pt x="1398" y="787"/>
                          </a:lnTo>
                          <a:lnTo>
                            <a:pt x="1400" y="786"/>
                          </a:lnTo>
                          <a:lnTo>
                            <a:pt x="1402" y="787"/>
                          </a:lnTo>
                          <a:lnTo>
                            <a:pt x="1405" y="786"/>
                          </a:lnTo>
                          <a:lnTo>
                            <a:pt x="1407" y="782"/>
                          </a:lnTo>
                          <a:lnTo>
                            <a:pt x="1410" y="781"/>
                          </a:lnTo>
                          <a:lnTo>
                            <a:pt x="1412" y="778"/>
                          </a:lnTo>
                          <a:lnTo>
                            <a:pt x="1414" y="774"/>
                          </a:lnTo>
                          <a:lnTo>
                            <a:pt x="1417" y="776"/>
                          </a:lnTo>
                          <a:lnTo>
                            <a:pt x="1419" y="774"/>
                          </a:lnTo>
                          <a:lnTo>
                            <a:pt x="1422" y="775"/>
                          </a:lnTo>
                          <a:lnTo>
                            <a:pt x="1424" y="778"/>
                          </a:lnTo>
                          <a:lnTo>
                            <a:pt x="1426" y="776"/>
                          </a:lnTo>
                          <a:lnTo>
                            <a:pt x="1429" y="778"/>
                          </a:lnTo>
                          <a:lnTo>
                            <a:pt x="1431" y="777"/>
                          </a:lnTo>
                          <a:lnTo>
                            <a:pt x="1434" y="775"/>
                          </a:lnTo>
                          <a:lnTo>
                            <a:pt x="1436" y="779"/>
                          </a:lnTo>
                          <a:lnTo>
                            <a:pt x="1438" y="778"/>
                          </a:lnTo>
                          <a:lnTo>
                            <a:pt x="1441" y="777"/>
                          </a:lnTo>
                          <a:lnTo>
                            <a:pt x="1443" y="777"/>
                          </a:lnTo>
                          <a:lnTo>
                            <a:pt x="1446" y="772"/>
                          </a:lnTo>
                          <a:lnTo>
                            <a:pt x="1448" y="770"/>
                          </a:lnTo>
                          <a:lnTo>
                            <a:pt x="1450" y="767"/>
                          </a:lnTo>
                          <a:lnTo>
                            <a:pt x="1453" y="764"/>
                          </a:lnTo>
                          <a:lnTo>
                            <a:pt x="1455" y="765"/>
                          </a:lnTo>
                          <a:lnTo>
                            <a:pt x="1458" y="765"/>
                          </a:lnTo>
                          <a:lnTo>
                            <a:pt x="1460" y="766"/>
                          </a:lnTo>
                          <a:lnTo>
                            <a:pt x="1463" y="765"/>
                          </a:lnTo>
                          <a:lnTo>
                            <a:pt x="1465" y="765"/>
                          </a:lnTo>
                          <a:lnTo>
                            <a:pt x="1467" y="765"/>
                          </a:lnTo>
                          <a:lnTo>
                            <a:pt x="1470" y="763"/>
                          </a:lnTo>
                          <a:lnTo>
                            <a:pt x="1472" y="764"/>
                          </a:lnTo>
                          <a:lnTo>
                            <a:pt x="1475" y="765"/>
                          </a:lnTo>
                          <a:lnTo>
                            <a:pt x="1477" y="760"/>
                          </a:lnTo>
                          <a:lnTo>
                            <a:pt x="1479" y="758"/>
                          </a:lnTo>
                          <a:lnTo>
                            <a:pt x="1482" y="756"/>
                          </a:lnTo>
                          <a:lnTo>
                            <a:pt x="1484" y="753"/>
                          </a:lnTo>
                          <a:lnTo>
                            <a:pt x="1487" y="752"/>
                          </a:lnTo>
                          <a:lnTo>
                            <a:pt x="1489" y="753"/>
                          </a:lnTo>
                          <a:lnTo>
                            <a:pt x="1491" y="755"/>
                          </a:lnTo>
                          <a:lnTo>
                            <a:pt x="1494" y="756"/>
                          </a:lnTo>
                          <a:lnTo>
                            <a:pt x="1496" y="756"/>
                          </a:lnTo>
                          <a:lnTo>
                            <a:pt x="1499" y="757"/>
                          </a:lnTo>
                          <a:lnTo>
                            <a:pt x="1501" y="758"/>
                          </a:lnTo>
                          <a:lnTo>
                            <a:pt x="1504" y="760"/>
                          </a:lnTo>
                          <a:lnTo>
                            <a:pt x="1506" y="761"/>
                          </a:lnTo>
                          <a:lnTo>
                            <a:pt x="1508" y="762"/>
                          </a:lnTo>
                          <a:lnTo>
                            <a:pt x="1511" y="761"/>
                          </a:lnTo>
                          <a:lnTo>
                            <a:pt x="1513" y="757"/>
                          </a:lnTo>
                          <a:lnTo>
                            <a:pt x="1516" y="757"/>
                          </a:lnTo>
                          <a:lnTo>
                            <a:pt x="1518" y="754"/>
                          </a:lnTo>
                          <a:lnTo>
                            <a:pt x="1520" y="753"/>
                          </a:lnTo>
                          <a:lnTo>
                            <a:pt x="1523" y="755"/>
                          </a:lnTo>
                          <a:lnTo>
                            <a:pt x="1525" y="756"/>
                          </a:lnTo>
                          <a:lnTo>
                            <a:pt x="1528" y="757"/>
                          </a:lnTo>
                          <a:lnTo>
                            <a:pt x="1530" y="758"/>
                          </a:lnTo>
                          <a:lnTo>
                            <a:pt x="1532" y="758"/>
                          </a:lnTo>
                          <a:lnTo>
                            <a:pt x="1535" y="760"/>
                          </a:lnTo>
                          <a:lnTo>
                            <a:pt x="1537" y="760"/>
                          </a:lnTo>
                          <a:lnTo>
                            <a:pt x="1540" y="762"/>
                          </a:lnTo>
                          <a:lnTo>
                            <a:pt x="1542" y="764"/>
                          </a:lnTo>
                          <a:lnTo>
                            <a:pt x="1544" y="762"/>
                          </a:lnTo>
                          <a:lnTo>
                            <a:pt x="1547" y="762"/>
                          </a:lnTo>
                          <a:lnTo>
                            <a:pt x="1549" y="759"/>
                          </a:lnTo>
                          <a:lnTo>
                            <a:pt x="1552" y="757"/>
                          </a:lnTo>
                          <a:lnTo>
                            <a:pt x="1554" y="759"/>
                          </a:lnTo>
                          <a:lnTo>
                            <a:pt x="1557" y="757"/>
                          </a:lnTo>
                          <a:lnTo>
                            <a:pt x="1559" y="761"/>
                          </a:lnTo>
                          <a:lnTo>
                            <a:pt x="1561" y="759"/>
                          </a:lnTo>
                          <a:lnTo>
                            <a:pt x="1564" y="760"/>
                          </a:lnTo>
                          <a:lnTo>
                            <a:pt x="1566" y="762"/>
                          </a:lnTo>
                          <a:lnTo>
                            <a:pt x="1569" y="759"/>
                          </a:lnTo>
                          <a:lnTo>
                            <a:pt x="1571" y="763"/>
                          </a:lnTo>
                          <a:lnTo>
                            <a:pt x="1573" y="768"/>
                          </a:lnTo>
                          <a:lnTo>
                            <a:pt x="1576" y="764"/>
                          </a:lnTo>
                          <a:lnTo>
                            <a:pt x="1578" y="750"/>
                          </a:lnTo>
                          <a:lnTo>
                            <a:pt x="1581" y="720"/>
                          </a:lnTo>
                          <a:lnTo>
                            <a:pt x="1583" y="652"/>
                          </a:lnTo>
                          <a:lnTo>
                            <a:pt x="1585" y="564"/>
                          </a:lnTo>
                          <a:lnTo>
                            <a:pt x="1588" y="518"/>
                          </a:lnTo>
                          <a:lnTo>
                            <a:pt x="1590" y="457"/>
                          </a:lnTo>
                          <a:lnTo>
                            <a:pt x="1593" y="395"/>
                          </a:lnTo>
                          <a:lnTo>
                            <a:pt x="1595" y="389"/>
                          </a:lnTo>
                          <a:lnTo>
                            <a:pt x="1597" y="366"/>
                          </a:lnTo>
                          <a:lnTo>
                            <a:pt x="1600" y="345"/>
                          </a:lnTo>
                          <a:lnTo>
                            <a:pt x="1602" y="365"/>
                          </a:lnTo>
                          <a:lnTo>
                            <a:pt x="1605" y="349"/>
                          </a:lnTo>
                          <a:lnTo>
                            <a:pt x="1607" y="343"/>
                          </a:lnTo>
                          <a:lnTo>
                            <a:pt x="1609" y="363"/>
                          </a:lnTo>
                          <a:lnTo>
                            <a:pt x="1612" y="341"/>
                          </a:lnTo>
                          <a:lnTo>
                            <a:pt x="1614" y="339"/>
                          </a:lnTo>
                          <a:lnTo>
                            <a:pt x="1617" y="343"/>
                          </a:lnTo>
                          <a:lnTo>
                            <a:pt x="1619" y="311"/>
                          </a:lnTo>
                          <a:lnTo>
                            <a:pt x="1621" y="301"/>
                          </a:lnTo>
                          <a:lnTo>
                            <a:pt x="1624" y="310"/>
                          </a:lnTo>
                          <a:lnTo>
                            <a:pt x="1626" y="294"/>
                          </a:lnTo>
                          <a:lnTo>
                            <a:pt x="1629" y="273"/>
                          </a:lnTo>
                          <a:lnTo>
                            <a:pt x="1631" y="290"/>
                          </a:lnTo>
                          <a:lnTo>
                            <a:pt x="1633" y="267"/>
                          </a:lnTo>
                          <a:lnTo>
                            <a:pt x="1636" y="251"/>
                          </a:lnTo>
                          <a:lnTo>
                            <a:pt x="1638" y="254"/>
                          </a:lnTo>
                          <a:lnTo>
                            <a:pt x="1641" y="239"/>
                          </a:lnTo>
                          <a:lnTo>
                            <a:pt x="1643" y="228"/>
                          </a:lnTo>
                          <a:lnTo>
                            <a:pt x="1645" y="203"/>
                          </a:lnTo>
                          <a:lnTo>
                            <a:pt x="1648" y="210"/>
                          </a:lnTo>
                          <a:lnTo>
                            <a:pt x="1650" y="210"/>
                          </a:lnTo>
                          <a:lnTo>
                            <a:pt x="1653" y="173"/>
                          </a:lnTo>
                          <a:lnTo>
                            <a:pt x="1655" y="174"/>
                          </a:lnTo>
                          <a:lnTo>
                            <a:pt x="1657" y="197"/>
                          </a:lnTo>
                          <a:lnTo>
                            <a:pt x="1660" y="161"/>
                          </a:lnTo>
                          <a:lnTo>
                            <a:pt x="1662" y="142"/>
                          </a:lnTo>
                          <a:lnTo>
                            <a:pt x="1665" y="186"/>
                          </a:lnTo>
                          <a:lnTo>
                            <a:pt x="1667" y="148"/>
                          </a:lnTo>
                          <a:lnTo>
                            <a:pt x="1669" y="144"/>
                          </a:lnTo>
                          <a:lnTo>
                            <a:pt x="1672" y="180"/>
                          </a:lnTo>
                          <a:lnTo>
                            <a:pt x="1674" y="143"/>
                          </a:lnTo>
                          <a:lnTo>
                            <a:pt x="1677" y="147"/>
                          </a:lnTo>
                          <a:lnTo>
                            <a:pt x="1679" y="128"/>
                          </a:lnTo>
                          <a:lnTo>
                            <a:pt x="1681" y="144"/>
                          </a:lnTo>
                          <a:lnTo>
                            <a:pt x="1684" y="158"/>
                          </a:lnTo>
                          <a:lnTo>
                            <a:pt x="1686" y="105"/>
                          </a:lnTo>
                          <a:lnTo>
                            <a:pt x="1689" y="156"/>
                          </a:lnTo>
                          <a:lnTo>
                            <a:pt x="1691" y="171"/>
                          </a:lnTo>
                          <a:lnTo>
                            <a:pt x="1693" y="114"/>
                          </a:lnTo>
                          <a:lnTo>
                            <a:pt x="1696" y="171"/>
                          </a:lnTo>
                          <a:lnTo>
                            <a:pt x="1698" y="188"/>
                          </a:lnTo>
                          <a:lnTo>
                            <a:pt x="1701" y="139"/>
                          </a:lnTo>
                          <a:lnTo>
                            <a:pt x="1703" y="186"/>
                          </a:lnTo>
                          <a:lnTo>
                            <a:pt x="1705" y="217"/>
                          </a:lnTo>
                          <a:lnTo>
                            <a:pt x="1708" y="164"/>
                          </a:lnTo>
                          <a:lnTo>
                            <a:pt x="1710" y="207"/>
                          </a:lnTo>
                          <a:lnTo>
                            <a:pt x="1713" y="236"/>
                          </a:lnTo>
                          <a:lnTo>
                            <a:pt x="1715" y="163"/>
                          </a:lnTo>
                          <a:lnTo>
                            <a:pt x="1717" y="221"/>
                          </a:lnTo>
                          <a:lnTo>
                            <a:pt x="1720" y="249"/>
                          </a:lnTo>
                          <a:lnTo>
                            <a:pt x="1722" y="170"/>
                          </a:lnTo>
                          <a:lnTo>
                            <a:pt x="1725" y="226"/>
                          </a:lnTo>
                          <a:lnTo>
                            <a:pt x="1727" y="266"/>
                          </a:lnTo>
                          <a:lnTo>
                            <a:pt x="1730" y="179"/>
                          </a:lnTo>
                          <a:lnTo>
                            <a:pt x="1732" y="234"/>
                          </a:lnTo>
                          <a:lnTo>
                            <a:pt x="1734" y="282"/>
                          </a:lnTo>
                          <a:lnTo>
                            <a:pt x="1737" y="196"/>
                          </a:lnTo>
                          <a:lnTo>
                            <a:pt x="1739" y="243"/>
                          </a:lnTo>
                          <a:lnTo>
                            <a:pt x="1742" y="291"/>
                          </a:lnTo>
                          <a:lnTo>
                            <a:pt x="1744" y="211"/>
                          </a:lnTo>
                          <a:lnTo>
                            <a:pt x="1746" y="262"/>
                          </a:lnTo>
                          <a:lnTo>
                            <a:pt x="1749" y="306"/>
                          </a:lnTo>
                          <a:lnTo>
                            <a:pt x="1751" y="218"/>
                          </a:lnTo>
                          <a:lnTo>
                            <a:pt x="1754" y="265"/>
                          </a:lnTo>
                          <a:lnTo>
                            <a:pt x="1756" y="315"/>
                          </a:lnTo>
                          <a:lnTo>
                            <a:pt x="1758" y="222"/>
                          </a:lnTo>
                          <a:lnTo>
                            <a:pt x="1761" y="270"/>
                          </a:lnTo>
                          <a:lnTo>
                            <a:pt x="1763" y="316"/>
                          </a:lnTo>
                          <a:lnTo>
                            <a:pt x="1766" y="233"/>
                          </a:lnTo>
                          <a:lnTo>
                            <a:pt x="1768" y="283"/>
                          </a:lnTo>
                          <a:lnTo>
                            <a:pt x="1771" y="324"/>
                          </a:lnTo>
                          <a:lnTo>
                            <a:pt x="1773" y="260"/>
                          </a:lnTo>
                          <a:lnTo>
                            <a:pt x="1775" y="302"/>
                          </a:lnTo>
                          <a:lnTo>
                            <a:pt x="1778" y="335"/>
                          </a:lnTo>
                          <a:lnTo>
                            <a:pt x="1780" y="288"/>
                          </a:lnTo>
                          <a:lnTo>
                            <a:pt x="1783" y="306"/>
                          </a:lnTo>
                          <a:lnTo>
                            <a:pt x="1785" y="354"/>
                          </a:lnTo>
                          <a:lnTo>
                            <a:pt x="1787" y="305"/>
                          </a:lnTo>
                          <a:lnTo>
                            <a:pt x="1790" y="311"/>
                          </a:lnTo>
                          <a:lnTo>
                            <a:pt x="1792" y="375"/>
                          </a:lnTo>
                          <a:lnTo>
                            <a:pt x="1795" y="317"/>
                          </a:lnTo>
                          <a:lnTo>
                            <a:pt x="1797" y="336"/>
                          </a:lnTo>
                          <a:lnTo>
                            <a:pt x="1799" y="393"/>
                          </a:lnTo>
                          <a:lnTo>
                            <a:pt x="1802" y="331"/>
                          </a:lnTo>
                          <a:lnTo>
                            <a:pt x="1804" y="371"/>
                          </a:lnTo>
                          <a:lnTo>
                            <a:pt x="1807" y="399"/>
                          </a:lnTo>
                          <a:lnTo>
                            <a:pt x="1809" y="342"/>
                          </a:lnTo>
                          <a:lnTo>
                            <a:pt x="1811" y="400"/>
                          </a:lnTo>
                          <a:lnTo>
                            <a:pt x="1814" y="401"/>
                          </a:lnTo>
                          <a:lnTo>
                            <a:pt x="1816" y="386"/>
                          </a:lnTo>
                          <a:lnTo>
                            <a:pt x="1819" y="418"/>
                          </a:lnTo>
                          <a:lnTo>
                            <a:pt x="1821" y="428"/>
                          </a:lnTo>
                          <a:lnTo>
                            <a:pt x="1824" y="398"/>
                          </a:lnTo>
                          <a:lnTo>
                            <a:pt x="1826" y="432"/>
                          </a:lnTo>
                          <a:lnTo>
                            <a:pt x="1828" y="447"/>
                          </a:lnTo>
                          <a:lnTo>
                            <a:pt x="1831" y="405"/>
                          </a:lnTo>
                          <a:lnTo>
                            <a:pt x="1833" y="448"/>
                          </a:lnTo>
                          <a:lnTo>
                            <a:pt x="1836" y="464"/>
                          </a:lnTo>
                          <a:lnTo>
                            <a:pt x="1838" y="408"/>
                          </a:lnTo>
                          <a:lnTo>
                            <a:pt x="1840" y="456"/>
                          </a:lnTo>
                          <a:lnTo>
                            <a:pt x="1843" y="463"/>
                          </a:lnTo>
                          <a:lnTo>
                            <a:pt x="1845" y="418"/>
                          </a:lnTo>
                          <a:lnTo>
                            <a:pt x="1848" y="466"/>
                          </a:lnTo>
                          <a:lnTo>
                            <a:pt x="1850" y="466"/>
                          </a:lnTo>
                          <a:lnTo>
                            <a:pt x="1852" y="501"/>
                          </a:lnTo>
                          <a:lnTo>
                            <a:pt x="1855" y="480"/>
                          </a:lnTo>
                          <a:lnTo>
                            <a:pt x="1857" y="468"/>
                          </a:lnTo>
                          <a:lnTo>
                            <a:pt x="1860" y="532"/>
                          </a:lnTo>
                          <a:lnTo>
                            <a:pt x="1862" y="491"/>
                          </a:lnTo>
                          <a:lnTo>
                            <a:pt x="1864" y="490"/>
                          </a:lnTo>
                          <a:lnTo>
                            <a:pt x="1867" y="550"/>
                          </a:lnTo>
                          <a:lnTo>
                            <a:pt x="1869" y="501"/>
                          </a:lnTo>
                          <a:lnTo>
                            <a:pt x="1872" y="579"/>
                          </a:lnTo>
                          <a:lnTo>
                            <a:pt x="1874" y="549"/>
                          </a:lnTo>
                          <a:lnTo>
                            <a:pt x="1876" y="500"/>
                          </a:lnTo>
                          <a:lnTo>
                            <a:pt x="1879" y="576"/>
                          </a:lnTo>
                          <a:lnTo>
                            <a:pt x="1881" y="591"/>
                          </a:lnTo>
                          <a:lnTo>
                            <a:pt x="1884" y="512"/>
                          </a:lnTo>
                          <a:lnTo>
                            <a:pt x="1886" y="549"/>
                          </a:lnTo>
                          <a:lnTo>
                            <a:pt x="1888" y="600"/>
                          </a:lnTo>
                          <a:lnTo>
                            <a:pt x="1891" y="504"/>
                          </a:lnTo>
                          <a:lnTo>
                            <a:pt x="1893" y="546"/>
                          </a:lnTo>
                          <a:lnTo>
                            <a:pt x="1896" y="604"/>
                          </a:lnTo>
                          <a:lnTo>
                            <a:pt x="1898" y="489"/>
                          </a:lnTo>
                          <a:lnTo>
                            <a:pt x="1900" y="538"/>
                          </a:lnTo>
                          <a:lnTo>
                            <a:pt x="1903" y="593"/>
                          </a:lnTo>
                          <a:lnTo>
                            <a:pt x="1905" y="492"/>
                          </a:lnTo>
                          <a:lnTo>
                            <a:pt x="1908" y="551"/>
                          </a:lnTo>
                          <a:lnTo>
                            <a:pt x="1910" y="572"/>
                          </a:lnTo>
                          <a:lnTo>
                            <a:pt x="1912" y="504"/>
                          </a:lnTo>
                          <a:lnTo>
                            <a:pt x="1915" y="570"/>
                          </a:lnTo>
                          <a:lnTo>
                            <a:pt x="1917" y="571"/>
                          </a:lnTo>
                          <a:lnTo>
                            <a:pt x="1920" y="523"/>
                          </a:lnTo>
                          <a:lnTo>
                            <a:pt x="1922" y="584"/>
                          </a:lnTo>
                          <a:lnTo>
                            <a:pt x="1924" y="587"/>
                          </a:lnTo>
                          <a:lnTo>
                            <a:pt x="1927" y="533"/>
                          </a:lnTo>
                          <a:lnTo>
                            <a:pt x="1929" y="590"/>
                          </a:lnTo>
                          <a:lnTo>
                            <a:pt x="1932" y="617"/>
                          </a:lnTo>
                          <a:lnTo>
                            <a:pt x="1934" y="536"/>
                          </a:lnTo>
                          <a:lnTo>
                            <a:pt x="1936" y="578"/>
                          </a:lnTo>
                          <a:lnTo>
                            <a:pt x="1939" y="649"/>
                          </a:lnTo>
                          <a:lnTo>
                            <a:pt x="1941" y="535"/>
                          </a:lnTo>
                          <a:lnTo>
                            <a:pt x="1944" y="574"/>
                          </a:lnTo>
                          <a:lnTo>
                            <a:pt x="1946" y="659"/>
                          </a:lnTo>
                          <a:lnTo>
                            <a:pt x="1948" y="537"/>
                          </a:lnTo>
                          <a:lnTo>
                            <a:pt x="1951" y="583"/>
                          </a:lnTo>
                          <a:lnTo>
                            <a:pt x="1953" y="664"/>
                          </a:lnTo>
                          <a:lnTo>
                            <a:pt x="1956" y="559"/>
                          </a:lnTo>
                          <a:lnTo>
                            <a:pt x="1958" y="592"/>
                          </a:lnTo>
                          <a:lnTo>
                            <a:pt x="1960" y="637"/>
                          </a:lnTo>
                          <a:lnTo>
                            <a:pt x="1963" y="618"/>
                          </a:lnTo>
                          <a:lnTo>
                            <a:pt x="1965" y="593"/>
                          </a:lnTo>
                          <a:lnTo>
                            <a:pt x="1968" y="644"/>
                          </a:lnTo>
                          <a:lnTo>
                            <a:pt x="1970" y="616"/>
                          </a:lnTo>
                          <a:lnTo>
                            <a:pt x="1972" y="596"/>
                          </a:lnTo>
                          <a:lnTo>
                            <a:pt x="1975" y="663"/>
                          </a:lnTo>
                          <a:lnTo>
                            <a:pt x="1977" y="618"/>
                          </a:lnTo>
                          <a:lnTo>
                            <a:pt x="1980" y="598"/>
                          </a:lnTo>
                          <a:lnTo>
                            <a:pt x="1982" y="680"/>
                          </a:lnTo>
                          <a:lnTo>
                            <a:pt x="1984" y="630"/>
                          </a:lnTo>
                          <a:lnTo>
                            <a:pt x="1987" y="615"/>
                          </a:lnTo>
                          <a:lnTo>
                            <a:pt x="1989" y="697"/>
                          </a:lnTo>
                          <a:lnTo>
                            <a:pt x="1992" y="646"/>
                          </a:lnTo>
                          <a:lnTo>
                            <a:pt x="1994" y="617"/>
                          </a:lnTo>
                          <a:lnTo>
                            <a:pt x="1997" y="691"/>
                          </a:lnTo>
                          <a:lnTo>
                            <a:pt x="1999" y="645"/>
                          </a:lnTo>
                          <a:lnTo>
                            <a:pt x="2001" y="607"/>
                          </a:lnTo>
                          <a:lnTo>
                            <a:pt x="2004" y="664"/>
                          </a:lnTo>
                          <a:lnTo>
                            <a:pt x="2006" y="655"/>
                          </a:lnTo>
                          <a:lnTo>
                            <a:pt x="2009" y="591"/>
                          </a:lnTo>
                          <a:lnTo>
                            <a:pt x="2011" y="673"/>
                          </a:lnTo>
                          <a:lnTo>
                            <a:pt x="2013" y="664"/>
                          </a:lnTo>
                          <a:lnTo>
                            <a:pt x="2016" y="609"/>
                          </a:lnTo>
                          <a:lnTo>
                            <a:pt x="2018" y="681"/>
                          </a:lnTo>
                          <a:lnTo>
                            <a:pt x="2021" y="648"/>
                          </a:lnTo>
                          <a:lnTo>
                            <a:pt x="2023" y="624"/>
                          </a:lnTo>
                          <a:lnTo>
                            <a:pt x="2025" y="693"/>
                          </a:lnTo>
                          <a:lnTo>
                            <a:pt x="2028" y="628"/>
                          </a:lnTo>
                          <a:lnTo>
                            <a:pt x="2030" y="635"/>
                          </a:lnTo>
                          <a:lnTo>
                            <a:pt x="2033" y="707"/>
                          </a:lnTo>
                          <a:lnTo>
                            <a:pt x="2035" y="682"/>
                          </a:lnTo>
                          <a:lnTo>
                            <a:pt x="2038" y="639"/>
                          </a:lnTo>
                          <a:lnTo>
                            <a:pt x="2040" y="705"/>
                          </a:lnTo>
                          <a:lnTo>
                            <a:pt x="2042" y="704"/>
                          </a:lnTo>
                          <a:lnTo>
                            <a:pt x="2045" y="643"/>
                          </a:lnTo>
                          <a:lnTo>
                            <a:pt x="2047" y="699"/>
                          </a:lnTo>
                          <a:lnTo>
                            <a:pt x="2050" y="723"/>
                          </a:lnTo>
                          <a:lnTo>
                            <a:pt x="2052" y="652"/>
                          </a:lnTo>
                          <a:lnTo>
                            <a:pt x="2054" y="721"/>
                          </a:lnTo>
                          <a:lnTo>
                            <a:pt x="2057" y="747"/>
                          </a:lnTo>
                          <a:lnTo>
                            <a:pt x="2059" y="665"/>
                          </a:lnTo>
                          <a:lnTo>
                            <a:pt x="2062" y="735"/>
                          </a:lnTo>
                          <a:lnTo>
                            <a:pt x="2064" y="753"/>
                          </a:lnTo>
                          <a:lnTo>
                            <a:pt x="2066" y="666"/>
                          </a:lnTo>
                          <a:lnTo>
                            <a:pt x="2069" y="744"/>
                          </a:lnTo>
                          <a:lnTo>
                            <a:pt x="2071" y="763"/>
                          </a:lnTo>
                          <a:lnTo>
                            <a:pt x="2074" y="679"/>
                          </a:lnTo>
                          <a:lnTo>
                            <a:pt x="2076" y="754"/>
                          </a:lnTo>
                          <a:lnTo>
                            <a:pt x="2078" y="765"/>
                          </a:lnTo>
                          <a:lnTo>
                            <a:pt x="2081" y="695"/>
                          </a:lnTo>
                          <a:lnTo>
                            <a:pt x="2083" y="733"/>
                          </a:lnTo>
                          <a:lnTo>
                            <a:pt x="2086" y="763"/>
                          </a:lnTo>
                          <a:lnTo>
                            <a:pt x="2088" y="675"/>
                          </a:lnTo>
                          <a:lnTo>
                            <a:pt x="2091" y="718"/>
                          </a:lnTo>
                          <a:lnTo>
                            <a:pt x="2093" y="747"/>
                          </a:lnTo>
                          <a:lnTo>
                            <a:pt x="2095" y="665"/>
                          </a:lnTo>
                          <a:lnTo>
                            <a:pt x="2098" y="744"/>
                          </a:lnTo>
                          <a:lnTo>
                            <a:pt x="2100" y="711"/>
                          </a:lnTo>
                          <a:lnTo>
                            <a:pt x="2103" y="674"/>
                          </a:lnTo>
                          <a:lnTo>
                            <a:pt x="2105" y="750"/>
                          </a:lnTo>
                          <a:lnTo>
                            <a:pt x="2107" y="705"/>
                          </a:lnTo>
                          <a:lnTo>
                            <a:pt x="2110" y="674"/>
                          </a:lnTo>
                          <a:lnTo>
                            <a:pt x="2112" y="757"/>
                          </a:lnTo>
                          <a:lnTo>
                            <a:pt x="2115" y="733"/>
                          </a:lnTo>
                          <a:lnTo>
                            <a:pt x="2117" y="684"/>
                          </a:lnTo>
                          <a:lnTo>
                            <a:pt x="2119" y="766"/>
                          </a:lnTo>
                          <a:lnTo>
                            <a:pt x="2122" y="745"/>
                          </a:lnTo>
                          <a:lnTo>
                            <a:pt x="2124" y="699"/>
                          </a:lnTo>
                          <a:lnTo>
                            <a:pt x="2127" y="766"/>
                          </a:lnTo>
                          <a:lnTo>
                            <a:pt x="2129" y="671"/>
                          </a:lnTo>
                          <a:lnTo>
                            <a:pt x="2131" y="705"/>
                          </a:lnTo>
                          <a:lnTo>
                            <a:pt x="2134" y="767"/>
                          </a:lnTo>
                          <a:lnTo>
                            <a:pt x="2136" y="645"/>
                          </a:lnTo>
                          <a:lnTo>
                            <a:pt x="2139" y="707"/>
                          </a:lnTo>
                          <a:lnTo>
                            <a:pt x="2141" y="765"/>
                          </a:lnTo>
                          <a:lnTo>
                            <a:pt x="2143" y="658"/>
                          </a:lnTo>
                          <a:lnTo>
                            <a:pt x="2146" y="719"/>
                          </a:lnTo>
                          <a:lnTo>
                            <a:pt x="2148" y="780"/>
                          </a:lnTo>
                          <a:lnTo>
                            <a:pt x="2151" y="681"/>
                          </a:lnTo>
                          <a:lnTo>
                            <a:pt x="2153" y="733"/>
                          </a:lnTo>
                          <a:lnTo>
                            <a:pt x="2155" y="799"/>
                          </a:lnTo>
                          <a:lnTo>
                            <a:pt x="2158" y="737"/>
                          </a:lnTo>
                          <a:lnTo>
                            <a:pt x="2160" y="770"/>
                          </a:lnTo>
                          <a:lnTo>
                            <a:pt x="2163" y="814"/>
                          </a:lnTo>
                          <a:lnTo>
                            <a:pt x="2165" y="770"/>
                          </a:lnTo>
                          <a:lnTo>
                            <a:pt x="2166" y="784"/>
                          </a:lnTo>
                          <a:lnTo>
                            <a:pt x="2166" y="725"/>
                          </a:lnTo>
                          <a:lnTo>
                            <a:pt x="2166" y="693"/>
                          </a:lnTo>
                          <a:lnTo>
                            <a:pt x="2165" y="698"/>
                          </a:lnTo>
                          <a:lnTo>
                            <a:pt x="2163" y="650"/>
                          </a:lnTo>
                          <a:lnTo>
                            <a:pt x="2160" y="702"/>
                          </a:lnTo>
                          <a:lnTo>
                            <a:pt x="2158" y="685"/>
                          </a:lnTo>
                          <a:lnTo>
                            <a:pt x="2155" y="633"/>
                          </a:lnTo>
                          <a:lnTo>
                            <a:pt x="2153" y="688"/>
                          </a:lnTo>
                          <a:lnTo>
                            <a:pt x="2151" y="630"/>
                          </a:lnTo>
                          <a:lnTo>
                            <a:pt x="2148" y="623"/>
                          </a:lnTo>
                          <a:lnTo>
                            <a:pt x="2146" y="668"/>
                          </a:lnTo>
                          <a:lnTo>
                            <a:pt x="2143" y="606"/>
                          </a:lnTo>
                          <a:lnTo>
                            <a:pt x="2141" y="610"/>
                          </a:lnTo>
                          <a:lnTo>
                            <a:pt x="2139" y="667"/>
                          </a:lnTo>
                          <a:lnTo>
                            <a:pt x="2136" y="606"/>
                          </a:lnTo>
                          <a:lnTo>
                            <a:pt x="2134" y="596"/>
                          </a:lnTo>
                          <a:lnTo>
                            <a:pt x="2131" y="662"/>
                          </a:lnTo>
                          <a:lnTo>
                            <a:pt x="2129" y="591"/>
                          </a:lnTo>
                          <a:lnTo>
                            <a:pt x="2127" y="585"/>
                          </a:lnTo>
                          <a:lnTo>
                            <a:pt x="2124" y="667"/>
                          </a:lnTo>
                          <a:lnTo>
                            <a:pt x="2122" y="579"/>
                          </a:lnTo>
                          <a:lnTo>
                            <a:pt x="2119" y="566"/>
                          </a:lnTo>
                          <a:lnTo>
                            <a:pt x="2117" y="670"/>
                          </a:lnTo>
                          <a:lnTo>
                            <a:pt x="2115" y="582"/>
                          </a:lnTo>
                          <a:lnTo>
                            <a:pt x="2112" y="566"/>
                          </a:lnTo>
                          <a:lnTo>
                            <a:pt x="2110" y="668"/>
                          </a:lnTo>
                          <a:lnTo>
                            <a:pt x="2107" y="600"/>
                          </a:lnTo>
                          <a:lnTo>
                            <a:pt x="2105" y="569"/>
                          </a:lnTo>
                          <a:lnTo>
                            <a:pt x="2103" y="650"/>
                          </a:lnTo>
                          <a:lnTo>
                            <a:pt x="2100" y="584"/>
                          </a:lnTo>
                          <a:lnTo>
                            <a:pt x="2098" y="587"/>
                          </a:lnTo>
                          <a:lnTo>
                            <a:pt x="2095" y="663"/>
                          </a:lnTo>
                          <a:lnTo>
                            <a:pt x="2093" y="582"/>
                          </a:lnTo>
                          <a:lnTo>
                            <a:pt x="2091" y="599"/>
                          </a:lnTo>
                          <a:lnTo>
                            <a:pt x="2088" y="654"/>
                          </a:lnTo>
                          <a:lnTo>
                            <a:pt x="2086" y="568"/>
                          </a:lnTo>
                          <a:lnTo>
                            <a:pt x="2083" y="542"/>
                          </a:lnTo>
                          <a:lnTo>
                            <a:pt x="2081" y="645"/>
                          </a:lnTo>
                          <a:lnTo>
                            <a:pt x="2078" y="556"/>
                          </a:lnTo>
                          <a:lnTo>
                            <a:pt x="2076" y="536"/>
                          </a:lnTo>
                          <a:lnTo>
                            <a:pt x="2074" y="643"/>
                          </a:lnTo>
                          <a:lnTo>
                            <a:pt x="2071" y="545"/>
                          </a:lnTo>
                          <a:lnTo>
                            <a:pt x="2069" y="543"/>
                          </a:lnTo>
                          <a:lnTo>
                            <a:pt x="2066" y="633"/>
                          </a:lnTo>
                          <a:lnTo>
                            <a:pt x="2064" y="532"/>
                          </a:lnTo>
                          <a:lnTo>
                            <a:pt x="2062" y="551"/>
                          </a:lnTo>
                          <a:lnTo>
                            <a:pt x="2059" y="615"/>
                          </a:lnTo>
                          <a:lnTo>
                            <a:pt x="2057" y="536"/>
                          </a:lnTo>
                          <a:lnTo>
                            <a:pt x="2054" y="570"/>
                          </a:lnTo>
                          <a:lnTo>
                            <a:pt x="2052" y="606"/>
                          </a:lnTo>
                          <a:lnTo>
                            <a:pt x="2050" y="522"/>
                          </a:lnTo>
                          <a:lnTo>
                            <a:pt x="2047" y="580"/>
                          </a:lnTo>
                          <a:lnTo>
                            <a:pt x="2045" y="603"/>
                          </a:lnTo>
                          <a:lnTo>
                            <a:pt x="2042" y="517"/>
                          </a:lnTo>
                          <a:lnTo>
                            <a:pt x="2040" y="525"/>
                          </a:lnTo>
                          <a:lnTo>
                            <a:pt x="2038" y="607"/>
                          </a:lnTo>
                          <a:lnTo>
                            <a:pt x="2035" y="532"/>
                          </a:lnTo>
                          <a:lnTo>
                            <a:pt x="2033" y="515"/>
                          </a:lnTo>
                          <a:lnTo>
                            <a:pt x="2030" y="609"/>
                          </a:lnTo>
                          <a:lnTo>
                            <a:pt x="2028" y="546"/>
                          </a:lnTo>
                          <a:lnTo>
                            <a:pt x="2025" y="516"/>
                          </a:lnTo>
                          <a:lnTo>
                            <a:pt x="2023" y="595"/>
                          </a:lnTo>
                          <a:lnTo>
                            <a:pt x="2021" y="540"/>
                          </a:lnTo>
                          <a:lnTo>
                            <a:pt x="2018" y="518"/>
                          </a:lnTo>
                          <a:lnTo>
                            <a:pt x="2016" y="581"/>
                          </a:lnTo>
                          <a:lnTo>
                            <a:pt x="2013" y="512"/>
                          </a:lnTo>
                          <a:lnTo>
                            <a:pt x="2011" y="556"/>
                          </a:lnTo>
                          <a:lnTo>
                            <a:pt x="2009" y="583"/>
                          </a:lnTo>
                          <a:lnTo>
                            <a:pt x="2006" y="500"/>
                          </a:lnTo>
                          <a:lnTo>
                            <a:pt x="2004" y="577"/>
                          </a:lnTo>
                          <a:lnTo>
                            <a:pt x="2001" y="568"/>
                          </a:lnTo>
                          <a:lnTo>
                            <a:pt x="1999" y="499"/>
                          </a:lnTo>
                          <a:lnTo>
                            <a:pt x="1997" y="489"/>
                          </a:lnTo>
                          <a:lnTo>
                            <a:pt x="1994" y="549"/>
                          </a:lnTo>
                          <a:lnTo>
                            <a:pt x="1992" y="498"/>
                          </a:lnTo>
                          <a:lnTo>
                            <a:pt x="1989" y="445"/>
                          </a:lnTo>
                          <a:lnTo>
                            <a:pt x="1987" y="526"/>
                          </a:lnTo>
                          <a:lnTo>
                            <a:pt x="1984" y="499"/>
                          </a:lnTo>
                          <a:lnTo>
                            <a:pt x="1982" y="461"/>
                          </a:lnTo>
                          <a:lnTo>
                            <a:pt x="1980" y="527"/>
                          </a:lnTo>
                          <a:lnTo>
                            <a:pt x="1977" y="495"/>
                          </a:lnTo>
                          <a:lnTo>
                            <a:pt x="1975" y="498"/>
                          </a:lnTo>
                          <a:lnTo>
                            <a:pt x="1972" y="517"/>
                          </a:lnTo>
                          <a:lnTo>
                            <a:pt x="1970" y="488"/>
                          </a:lnTo>
                          <a:lnTo>
                            <a:pt x="1968" y="517"/>
                          </a:lnTo>
                          <a:lnTo>
                            <a:pt x="1965" y="507"/>
                          </a:lnTo>
                          <a:lnTo>
                            <a:pt x="1963" y="477"/>
                          </a:lnTo>
                          <a:lnTo>
                            <a:pt x="1960" y="451"/>
                          </a:lnTo>
                          <a:lnTo>
                            <a:pt x="1958" y="515"/>
                          </a:lnTo>
                          <a:lnTo>
                            <a:pt x="1956" y="463"/>
                          </a:lnTo>
                          <a:lnTo>
                            <a:pt x="1953" y="402"/>
                          </a:lnTo>
                          <a:lnTo>
                            <a:pt x="1951" y="501"/>
                          </a:lnTo>
                          <a:lnTo>
                            <a:pt x="1948" y="434"/>
                          </a:lnTo>
                          <a:lnTo>
                            <a:pt x="1946" y="397"/>
                          </a:lnTo>
                          <a:lnTo>
                            <a:pt x="1944" y="500"/>
                          </a:lnTo>
                          <a:lnTo>
                            <a:pt x="1941" y="443"/>
                          </a:lnTo>
                          <a:lnTo>
                            <a:pt x="1939" y="402"/>
                          </a:lnTo>
                          <a:lnTo>
                            <a:pt x="1936" y="498"/>
                          </a:lnTo>
                          <a:lnTo>
                            <a:pt x="1934" y="440"/>
                          </a:lnTo>
                          <a:lnTo>
                            <a:pt x="1932" y="387"/>
                          </a:lnTo>
                          <a:lnTo>
                            <a:pt x="1929" y="488"/>
                          </a:lnTo>
                          <a:lnTo>
                            <a:pt x="1927" y="434"/>
                          </a:lnTo>
                          <a:lnTo>
                            <a:pt x="1924" y="371"/>
                          </a:lnTo>
                          <a:lnTo>
                            <a:pt x="1922" y="478"/>
                          </a:lnTo>
                          <a:lnTo>
                            <a:pt x="1920" y="434"/>
                          </a:lnTo>
                          <a:lnTo>
                            <a:pt x="1917" y="371"/>
                          </a:lnTo>
                          <a:lnTo>
                            <a:pt x="1915" y="432"/>
                          </a:lnTo>
                          <a:lnTo>
                            <a:pt x="1912" y="430"/>
                          </a:lnTo>
                          <a:lnTo>
                            <a:pt x="1910" y="381"/>
                          </a:lnTo>
                          <a:lnTo>
                            <a:pt x="1908" y="436"/>
                          </a:lnTo>
                          <a:lnTo>
                            <a:pt x="1905" y="432"/>
                          </a:lnTo>
                          <a:lnTo>
                            <a:pt x="1903" y="389"/>
                          </a:lnTo>
                          <a:lnTo>
                            <a:pt x="1900" y="455"/>
                          </a:lnTo>
                          <a:lnTo>
                            <a:pt x="1898" y="421"/>
                          </a:lnTo>
                          <a:lnTo>
                            <a:pt x="1896" y="374"/>
                          </a:lnTo>
                          <a:lnTo>
                            <a:pt x="1893" y="449"/>
                          </a:lnTo>
                          <a:lnTo>
                            <a:pt x="1891" y="402"/>
                          </a:lnTo>
                          <a:lnTo>
                            <a:pt x="1888" y="359"/>
                          </a:lnTo>
                          <a:lnTo>
                            <a:pt x="1886" y="437"/>
                          </a:lnTo>
                          <a:lnTo>
                            <a:pt x="1884" y="394"/>
                          </a:lnTo>
                          <a:lnTo>
                            <a:pt x="1881" y="355"/>
                          </a:lnTo>
                          <a:lnTo>
                            <a:pt x="1879" y="359"/>
                          </a:lnTo>
                          <a:lnTo>
                            <a:pt x="1876" y="391"/>
                          </a:lnTo>
                          <a:lnTo>
                            <a:pt x="1874" y="334"/>
                          </a:lnTo>
                          <a:lnTo>
                            <a:pt x="1872" y="313"/>
                          </a:lnTo>
                          <a:lnTo>
                            <a:pt x="1869" y="382"/>
                          </a:lnTo>
                          <a:lnTo>
                            <a:pt x="1867" y="327"/>
                          </a:lnTo>
                          <a:lnTo>
                            <a:pt x="1864" y="299"/>
                          </a:lnTo>
                          <a:lnTo>
                            <a:pt x="1862" y="365"/>
                          </a:lnTo>
                          <a:lnTo>
                            <a:pt x="1860" y="314"/>
                          </a:lnTo>
                          <a:lnTo>
                            <a:pt x="1857" y="312"/>
                          </a:lnTo>
                          <a:lnTo>
                            <a:pt x="1855" y="348"/>
                          </a:lnTo>
                          <a:lnTo>
                            <a:pt x="1852" y="299"/>
                          </a:lnTo>
                          <a:lnTo>
                            <a:pt x="1850" y="283"/>
                          </a:lnTo>
                          <a:lnTo>
                            <a:pt x="1848" y="346"/>
                          </a:lnTo>
                          <a:lnTo>
                            <a:pt x="1845" y="287"/>
                          </a:lnTo>
                          <a:lnTo>
                            <a:pt x="1843" y="222"/>
                          </a:lnTo>
                          <a:lnTo>
                            <a:pt x="1840" y="339"/>
                          </a:lnTo>
                          <a:lnTo>
                            <a:pt x="1838" y="271"/>
                          </a:lnTo>
                          <a:lnTo>
                            <a:pt x="1836" y="217"/>
                          </a:lnTo>
                          <a:lnTo>
                            <a:pt x="1833" y="330"/>
                          </a:lnTo>
                          <a:lnTo>
                            <a:pt x="1831" y="266"/>
                          </a:lnTo>
                          <a:lnTo>
                            <a:pt x="1828" y="216"/>
                          </a:lnTo>
                          <a:lnTo>
                            <a:pt x="1826" y="312"/>
                          </a:lnTo>
                          <a:lnTo>
                            <a:pt x="1824" y="262"/>
                          </a:lnTo>
                          <a:lnTo>
                            <a:pt x="1821" y="219"/>
                          </a:lnTo>
                          <a:lnTo>
                            <a:pt x="1819" y="293"/>
                          </a:lnTo>
                          <a:lnTo>
                            <a:pt x="1816" y="246"/>
                          </a:lnTo>
                          <a:lnTo>
                            <a:pt x="1814" y="198"/>
                          </a:lnTo>
                          <a:lnTo>
                            <a:pt x="1811" y="286"/>
                          </a:lnTo>
                          <a:lnTo>
                            <a:pt x="1809" y="226"/>
                          </a:lnTo>
                          <a:lnTo>
                            <a:pt x="1807" y="170"/>
                          </a:lnTo>
                          <a:lnTo>
                            <a:pt x="1804" y="285"/>
                          </a:lnTo>
                          <a:lnTo>
                            <a:pt x="1802" y="221"/>
                          </a:lnTo>
                          <a:lnTo>
                            <a:pt x="1799" y="164"/>
                          </a:lnTo>
                          <a:lnTo>
                            <a:pt x="1797" y="283"/>
                          </a:lnTo>
                          <a:lnTo>
                            <a:pt x="1795" y="219"/>
                          </a:lnTo>
                          <a:lnTo>
                            <a:pt x="1792" y="174"/>
                          </a:lnTo>
                          <a:lnTo>
                            <a:pt x="1790" y="263"/>
                          </a:lnTo>
                          <a:lnTo>
                            <a:pt x="1787" y="217"/>
                          </a:lnTo>
                          <a:lnTo>
                            <a:pt x="1785" y="179"/>
                          </a:lnTo>
                          <a:lnTo>
                            <a:pt x="1783" y="256"/>
                          </a:lnTo>
                          <a:lnTo>
                            <a:pt x="1780" y="196"/>
                          </a:lnTo>
                          <a:lnTo>
                            <a:pt x="1778" y="143"/>
                          </a:lnTo>
                          <a:lnTo>
                            <a:pt x="1775" y="253"/>
                          </a:lnTo>
                          <a:lnTo>
                            <a:pt x="1773" y="178"/>
                          </a:lnTo>
                          <a:lnTo>
                            <a:pt x="1771" y="115"/>
                          </a:lnTo>
                          <a:lnTo>
                            <a:pt x="1768" y="237"/>
                          </a:lnTo>
                          <a:lnTo>
                            <a:pt x="1766" y="174"/>
                          </a:lnTo>
                          <a:lnTo>
                            <a:pt x="1763" y="98"/>
                          </a:lnTo>
                          <a:lnTo>
                            <a:pt x="1761" y="220"/>
                          </a:lnTo>
                          <a:lnTo>
                            <a:pt x="1758" y="170"/>
                          </a:lnTo>
                          <a:lnTo>
                            <a:pt x="1756" y="83"/>
                          </a:lnTo>
                          <a:lnTo>
                            <a:pt x="1754" y="193"/>
                          </a:lnTo>
                          <a:lnTo>
                            <a:pt x="1751" y="155"/>
                          </a:lnTo>
                          <a:lnTo>
                            <a:pt x="1749" y="70"/>
                          </a:lnTo>
                          <a:lnTo>
                            <a:pt x="1746" y="187"/>
                          </a:lnTo>
                          <a:lnTo>
                            <a:pt x="1744" y="135"/>
                          </a:lnTo>
                          <a:lnTo>
                            <a:pt x="1742" y="48"/>
                          </a:lnTo>
                          <a:lnTo>
                            <a:pt x="1739" y="173"/>
                          </a:lnTo>
                          <a:lnTo>
                            <a:pt x="1737" y="116"/>
                          </a:lnTo>
                          <a:lnTo>
                            <a:pt x="1734" y="38"/>
                          </a:lnTo>
                          <a:lnTo>
                            <a:pt x="1732" y="168"/>
                          </a:lnTo>
                          <a:lnTo>
                            <a:pt x="1730" y="105"/>
                          </a:lnTo>
                          <a:lnTo>
                            <a:pt x="1727" y="26"/>
                          </a:lnTo>
                          <a:lnTo>
                            <a:pt x="1725" y="146"/>
                          </a:lnTo>
                          <a:lnTo>
                            <a:pt x="1722" y="91"/>
                          </a:lnTo>
                          <a:lnTo>
                            <a:pt x="1720" y="10"/>
                          </a:lnTo>
                          <a:lnTo>
                            <a:pt x="1717" y="133"/>
                          </a:lnTo>
                          <a:lnTo>
                            <a:pt x="1715" y="76"/>
                          </a:lnTo>
                          <a:lnTo>
                            <a:pt x="1713" y="5"/>
                          </a:lnTo>
                          <a:lnTo>
                            <a:pt x="1710" y="115"/>
                          </a:lnTo>
                          <a:lnTo>
                            <a:pt x="1708" y="59"/>
                          </a:lnTo>
                          <a:lnTo>
                            <a:pt x="1705" y="0"/>
                          </a:lnTo>
                          <a:lnTo>
                            <a:pt x="1703" y="97"/>
                          </a:lnTo>
                          <a:lnTo>
                            <a:pt x="1701" y="50"/>
                          </a:lnTo>
                          <a:lnTo>
                            <a:pt x="1698" y="9"/>
                          </a:lnTo>
                          <a:lnTo>
                            <a:pt x="1696" y="78"/>
                          </a:lnTo>
                          <a:lnTo>
                            <a:pt x="1693" y="39"/>
                          </a:lnTo>
                          <a:lnTo>
                            <a:pt x="1691" y="9"/>
                          </a:lnTo>
                          <a:lnTo>
                            <a:pt x="1689" y="62"/>
                          </a:lnTo>
                          <a:lnTo>
                            <a:pt x="1686" y="22"/>
                          </a:lnTo>
                          <a:lnTo>
                            <a:pt x="1684" y="3"/>
                          </a:lnTo>
                          <a:lnTo>
                            <a:pt x="1681" y="54"/>
                          </a:lnTo>
                          <a:lnTo>
                            <a:pt x="1679" y="14"/>
                          </a:lnTo>
                          <a:lnTo>
                            <a:pt x="1677" y="26"/>
                          </a:lnTo>
                          <a:lnTo>
                            <a:pt x="1674" y="51"/>
                          </a:lnTo>
                          <a:lnTo>
                            <a:pt x="1672" y="6"/>
                          </a:lnTo>
                          <a:lnTo>
                            <a:pt x="1669" y="52"/>
                          </a:lnTo>
                          <a:lnTo>
                            <a:pt x="1667" y="50"/>
                          </a:lnTo>
                          <a:lnTo>
                            <a:pt x="1665" y="20"/>
                          </a:lnTo>
                          <a:lnTo>
                            <a:pt x="1662" y="76"/>
                          </a:lnTo>
                          <a:lnTo>
                            <a:pt x="1660" y="53"/>
                          </a:lnTo>
                          <a:lnTo>
                            <a:pt x="1657" y="30"/>
                          </a:lnTo>
                          <a:lnTo>
                            <a:pt x="1655" y="84"/>
                          </a:lnTo>
                          <a:lnTo>
                            <a:pt x="1653" y="48"/>
                          </a:lnTo>
                          <a:lnTo>
                            <a:pt x="1650" y="35"/>
                          </a:lnTo>
                          <a:lnTo>
                            <a:pt x="1648" y="83"/>
                          </a:lnTo>
                          <a:lnTo>
                            <a:pt x="1645" y="46"/>
                          </a:lnTo>
                          <a:lnTo>
                            <a:pt x="1643" y="34"/>
                          </a:lnTo>
                          <a:lnTo>
                            <a:pt x="1641" y="88"/>
                          </a:lnTo>
                          <a:lnTo>
                            <a:pt x="1638" y="58"/>
                          </a:lnTo>
                          <a:lnTo>
                            <a:pt x="1636" y="53"/>
                          </a:lnTo>
                          <a:lnTo>
                            <a:pt x="1633" y="112"/>
                          </a:lnTo>
                          <a:lnTo>
                            <a:pt x="1631" y="82"/>
                          </a:lnTo>
                          <a:lnTo>
                            <a:pt x="1629" y="83"/>
                          </a:lnTo>
                          <a:lnTo>
                            <a:pt x="1626" y="133"/>
                          </a:lnTo>
                          <a:lnTo>
                            <a:pt x="1624" y="110"/>
                          </a:lnTo>
                          <a:lnTo>
                            <a:pt x="1621" y="113"/>
                          </a:lnTo>
                          <a:lnTo>
                            <a:pt x="1619" y="141"/>
                          </a:lnTo>
                          <a:lnTo>
                            <a:pt x="1617" y="112"/>
                          </a:lnTo>
                          <a:lnTo>
                            <a:pt x="1614" y="114"/>
                          </a:lnTo>
                          <a:lnTo>
                            <a:pt x="1612" y="127"/>
                          </a:lnTo>
                          <a:lnTo>
                            <a:pt x="1609" y="117"/>
                          </a:lnTo>
                          <a:lnTo>
                            <a:pt x="1607" y="150"/>
                          </a:lnTo>
                          <a:lnTo>
                            <a:pt x="1605" y="178"/>
                          </a:lnTo>
                          <a:lnTo>
                            <a:pt x="1602" y="167"/>
                          </a:lnTo>
                          <a:lnTo>
                            <a:pt x="1600" y="201"/>
                          </a:lnTo>
                          <a:lnTo>
                            <a:pt x="1597" y="239"/>
                          </a:lnTo>
                          <a:lnTo>
                            <a:pt x="1595" y="228"/>
                          </a:lnTo>
                          <a:lnTo>
                            <a:pt x="1593" y="267"/>
                          </a:lnTo>
                          <a:lnTo>
                            <a:pt x="1590" y="321"/>
                          </a:lnTo>
                          <a:lnTo>
                            <a:pt x="1588" y="349"/>
                          </a:lnTo>
                          <a:lnTo>
                            <a:pt x="1585" y="421"/>
                          </a:lnTo>
                          <a:lnTo>
                            <a:pt x="1583" y="503"/>
                          </a:lnTo>
                          <a:lnTo>
                            <a:pt x="1581" y="566"/>
                          </a:lnTo>
                          <a:lnTo>
                            <a:pt x="1578" y="655"/>
                          </a:lnTo>
                          <a:lnTo>
                            <a:pt x="1576" y="698"/>
                          </a:lnTo>
                          <a:lnTo>
                            <a:pt x="1573" y="713"/>
                          </a:lnTo>
                          <a:lnTo>
                            <a:pt x="1571" y="725"/>
                          </a:lnTo>
                          <a:lnTo>
                            <a:pt x="1569" y="727"/>
                          </a:lnTo>
                          <a:lnTo>
                            <a:pt x="1566" y="725"/>
                          </a:lnTo>
                          <a:lnTo>
                            <a:pt x="1564" y="726"/>
                          </a:lnTo>
                          <a:lnTo>
                            <a:pt x="1561" y="726"/>
                          </a:lnTo>
                          <a:lnTo>
                            <a:pt x="1559" y="724"/>
                          </a:lnTo>
                          <a:lnTo>
                            <a:pt x="1557" y="725"/>
                          </a:lnTo>
                          <a:lnTo>
                            <a:pt x="1554" y="725"/>
                          </a:lnTo>
                          <a:lnTo>
                            <a:pt x="1552" y="723"/>
                          </a:lnTo>
                          <a:lnTo>
                            <a:pt x="1549" y="723"/>
                          </a:lnTo>
                          <a:lnTo>
                            <a:pt x="1547" y="723"/>
                          </a:lnTo>
                          <a:lnTo>
                            <a:pt x="1544" y="721"/>
                          </a:lnTo>
                          <a:lnTo>
                            <a:pt x="1542" y="721"/>
                          </a:lnTo>
                          <a:lnTo>
                            <a:pt x="1540" y="722"/>
                          </a:lnTo>
                          <a:lnTo>
                            <a:pt x="1537" y="722"/>
                          </a:lnTo>
                          <a:lnTo>
                            <a:pt x="1535" y="725"/>
                          </a:lnTo>
                          <a:lnTo>
                            <a:pt x="1532" y="724"/>
                          </a:lnTo>
                          <a:lnTo>
                            <a:pt x="1530" y="724"/>
                          </a:lnTo>
                          <a:lnTo>
                            <a:pt x="1528" y="726"/>
                          </a:lnTo>
                          <a:lnTo>
                            <a:pt x="1525" y="724"/>
                          </a:lnTo>
                          <a:lnTo>
                            <a:pt x="1523" y="724"/>
                          </a:lnTo>
                          <a:lnTo>
                            <a:pt x="1520" y="727"/>
                          </a:lnTo>
                          <a:lnTo>
                            <a:pt x="1518" y="724"/>
                          </a:lnTo>
                          <a:lnTo>
                            <a:pt x="1516" y="724"/>
                          </a:lnTo>
                          <a:lnTo>
                            <a:pt x="1513" y="725"/>
                          </a:lnTo>
                          <a:lnTo>
                            <a:pt x="1511" y="722"/>
                          </a:lnTo>
                          <a:lnTo>
                            <a:pt x="1508" y="722"/>
                          </a:lnTo>
                          <a:lnTo>
                            <a:pt x="1506" y="721"/>
                          </a:lnTo>
                          <a:lnTo>
                            <a:pt x="1504" y="720"/>
                          </a:lnTo>
                          <a:lnTo>
                            <a:pt x="1501" y="723"/>
                          </a:lnTo>
                          <a:lnTo>
                            <a:pt x="1499" y="724"/>
                          </a:lnTo>
                          <a:lnTo>
                            <a:pt x="1496" y="725"/>
                          </a:lnTo>
                          <a:lnTo>
                            <a:pt x="1494" y="728"/>
                          </a:lnTo>
                          <a:lnTo>
                            <a:pt x="1491" y="727"/>
                          </a:lnTo>
                          <a:lnTo>
                            <a:pt x="1489" y="728"/>
                          </a:lnTo>
                          <a:lnTo>
                            <a:pt x="1487" y="728"/>
                          </a:lnTo>
                          <a:lnTo>
                            <a:pt x="1484" y="727"/>
                          </a:lnTo>
                          <a:lnTo>
                            <a:pt x="1482" y="727"/>
                          </a:lnTo>
                          <a:lnTo>
                            <a:pt x="1479" y="726"/>
                          </a:lnTo>
                          <a:lnTo>
                            <a:pt x="1477" y="724"/>
                          </a:lnTo>
                          <a:lnTo>
                            <a:pt x="1475" y="724"/>
                          </a:lnTo>
                          <a:lnTo>
                            <a:pt x="1472" y="722"/>
                          </a:lnTo>
                          <a:lnTo>
                            <a:pt x="1470" y="724"/>
                          </a:lnTo>
                          <a:lnTo>
                            <a:pt x="1467" y="725"/>
                          </a:lnTo>
                          <a:lnTo>
                            <a:pt x="1465" y="725"/>
                          </a:lnTo>
                          <a:lnTo>
                            <a:pt x="1463" y="729"/>
                          </a:lnTo>
                          <a:lnTo>
                            <a:pt x="1460" y="729"/>
                          </a:lnTo>
                          <a:lnTo>
                            <a:pt x="1458" y="728"/>
                          </a:lnTo>
                          <a:lnTo>
                            <a:pt x="1455" y="730"/>
                          </a:lnTo>
                          <a:lnTo>
                            <a:pt x="1453" y="727"/>
                          </a:lnTo>
                          <a:lnTo>
                            <a:pt x="1450" y="726"/>
                          </a:lnTo>
                          <a:lnTo>
                            <a:pt x="1448" y="729"/>
                          </a:lnTo>
                          <a:lnTo>
                            <a:pt x="1446" y="726"/>
                          </a:lnTo>
                          <a:lnTo>
                            <a:pt x="1443" y="725"/>
                          </a:lnTo>
                          <a:lnTo>
                            <a:pt x="1441" y="726"/>
                          </a:lnTo>
                          <a:lnTo>
                            <a:pt x="1438" y="724"/>
                          </a:lnTo>
                          <a:lnTo>
                            <a:pt x="1436" y="722"/>
                          </a:lnTo>
                          <a:lnTo>
                            <a:pt x="1434" y="723"/>
                          </a:lnTo>
                          <a:lnTo>
                            <a:pt x="1431" y="722"/>
                          </a:lnTo>
                          <a:lnTo>
                            <a:pt x="1429" y="724"/>
                          </a:lnTo>
                          <a:lnTo>
                            <a:pt x="1426" y="726"/>
                          </a:lnTo>
                          <a:lnTo>
                            <a:pt x="1424" y="727"/>
                          </a:lnTo>
                          <a:lnTo>
                            <a:pt x="1422" y="730"/>
                          </a:lnTo>
                          <a:lnTo>
                            <a:pt x="1419" y="729"/>
                          </a:lnTo>
                          <a:lnTo>
                            <a:pt x="1417" y="728"/>
                          </a:lnTo>
                          <a:lnTo>
                            <a:pt x="1414" y="728"/>
                          </a:lnTo>
                          <a:lnTo>
                            <a:pt x="1412" y="728"/>
                          </a:lnTo>
                          <a:lnTo>
                            <a:pt x="1410" y="726"/>
                          </a:lnTo>
                          <a:lnTo>
                            <a:pt x="1407" y="727"/>
                          </a:lnTo>
                          <a:lnTo>
                            <a:pt x="1405" y="726"/>
                          </a:lnTo>
                          <a:lnTo>
                            <a:pt x="1402" y="724"/>
                          </a:lnTo>
                          <a:lnTo>
                            <a:pt x="1400" y="724"/>
                          </a:lnTo>
                          <a:lnTo>
                            <a:pt x="1398" y="722"/>
                          </a:lnTo>
                          <a:lnTo>
                            <a:pt x="1395" y="723"/>
                          </a:lnTo>
                          <a:lnTo>
                            <a:pt x="1393" y="724"/>
                          </a:lnTo>
                          <a:lnTo>
                            <a:pt x="1390" y="725"/>
                          </a:lnTo>
                          <a:lnTo>
                            <a:pt x="1388" y="726"/>
                          </a:lnTo>
                          <a:lnTo>
                            <a:pt x="1386" y="727"/>
                          </a:lnTo>
                          <a:lnTo>
                            <a:pt x="1383" y="730"/>
                          </a:lnTo>
                          <a:lnTo>
                            <a:pt x="1381" y="730"/>
                          </a:lnTo>
                          <a:lnTo>
                            <a:pt x="1378" y="730"/>
                          </a:lnTo>
                          <a:lnTo>
                            <a:pt x="1376" y="731"/>
                          </a:lnTo>
                          <a:lnTo>
                            <a:pt x="1374" y="731"/>
                          </a:lnTo>
                          <a:lnTo>
                            <a:pt x="1371" y="729"/>
                          </a:lnTo>
                          <a:lnTo>
                            <a:pt x="1369" y="731"/>
                          </a:lnTo>
                          <a:lnTo>
                            <a:pt x="1366" y="730"/>
                          </a:lnTo>
                          <a:lnTo>
                            <a:pt x="1364" y="729"/>
                          </a:lnTo>
                          <a:lnTo>
                            <a:pt x="1362" y="730"/>
                          </a:lnTo>
                          <a:lnTo>
                            <a:pt x="1359" y="730"/>
                          </a:lnTo>
                          <a:lnTo>
                            <a:pt x="1357" y="729"/>
                          </a:lnTo>
                          <a:lnTo>
                            <a:pt x="1354" y="732"/>
                          </a:lnTo>
                          <a:lnTo>
                            <a:pt x="1352" y="734"/>
                          </a:lnTo>
                          <a:lnTo>
                            <a:pt x="1350" y="734"/>
                          </a:lnTo>
                          <a:lnTo>
                            <a:pt x="1347" y="737"/>
                          </a:lnTo>
                          <a:lnTo>
                            <a:pt x="1345" y="735"/>
                          </a:lnTo>
                          <a:lnTo>
                            <a:pt x="1342" y="736"/>
                          </a:lnTo>
                          <a:lnTo>
                            <a:pt x="1340" y="739"/>
                          </a:lnTo>
                          <a:lnTo>
                            <a:pt x="1338" y="736"/>
                          </a:lnTo>
                          <a:lnTo>
                            <a:pt x="1335" y="738"/>
                          </a:lnTo>
                          <a:lnTo>
                            <a:pt x="1333" y="739"/>
                          </a:lnTo>
                          <a:lnTo>
                            <a:pt x="1331" y="737"/>
                          </a:lnTo>
                          <a:lnTo>
                            <a:pt x="1328" y="737"/>
                          </a:lnTo>
                          <a:lnTo>
                            <a:pt x="1326" y="737"/>
                          </a:lnTo>
                          <a:lnTo>
                            <a:pt x="1323" y="736"/>
                          </a:lnTo>
                          <a:lnTo>
                            <a:pt x="1321" y="736"/>
                          </a:lnTo>
                          <a:lnTo>
                            <a:pt x="1318" y="736"/>
                          </a:lnTo>
                          <a:lnTo>
                            <a:pt x="1316" y="736"/>
                          </a:lnTo>
                          <a:lnTo>
                            <a:pt x="1314" y="737"/>
                          </a:lnTo>
                          <a:lnTo>
                            <a:pt x="1311" y="739"/>
                          </a:lnTo>
                          <a:lnTo>
                            <a:pt x="1309" y="739"/>
                          </a:lnTo>
                          <a:lnTo>
                            <a:pt x="1306" y="740"/>
                          </a:lnTo>
                          <a:lnTo>
                            <a:pt x="1304" y="739"/>
                          </a:lnTo>
                          <a:lnTo>
                            <a:pt x="1302" y="738"/>
                          </a:lnTo>
                          <a:lnTo>
                            <a:pt x="1299" y="740"/>
                          </a:lnTo>
                          <a:lnTo>
                            <a:pt x="1297" y="739"/>
                          </a:lnTo>
                          <a:lnTo>
                            <a:pt x="1294" y="740"/>
                          </a:lnTo>
                          <a:lnTo>
                            <a:pt x="1292" y="742"/>
                          </a:lnTo>
                          <a:lnTo>
                            <a:pt x="1290" y="739"/>
                          </a:lnTo>
                          <a:lnTo>
                            <a:pt x="1287" y="739"/>
                          </a:lnTo>
                          <a:lnTo>
                            <a:pt x="1285" y="741"/>
                          </a:lnTo>
                          <a:lnTo>
                            <a:pt x="1282" y="739"/>
                          </a:lnTo>
                          <a:lnTo>
                            <a:pt x="1280" y="740"/>
                          </a:lnTo>
                          <a:lnTo>
                            <a:pt x="1277" y="744"/>
                          </a:lnTo>
                          <a:lnTo>
                            <a:pt x="1275" y="742"/>
                          </a:lnTo>
                          <a:lnTo>
                            <a:pt x="1273" y="745"/>
                          </a:lnTo>
                          <a:lnTo>
                            <a:pt x="1270" y="747"/>
                          </a:lnTo>
                          <a:lnTo>
                            <a:pt x="1268" y="746"/>
                          </a:lnTo>
                          <a:lnTo>
                            <a:pt x="1265" y="747"/>
                          </a:lnTo>
                          <a:lnTo>
                            <a:pt x="1263" y="747"/>
                          </a:lnTo>
                          <a:lnTo>
                            <a:pt x="1261" y="747"/>
                          </a:lnTo>
                          <a:lnTo>
                            <a:pt x="1258" y="749"/>
                          </a:lnTo>
                          <a:lnTo>
                            <a:pt x="1256" y="749"/>
                          </a:lnTo>
                          <a:lnTo>
                            <a:pt x="1253" y="746"/>
                          </a:lnTo>
                          <a:lnTo>
                            <a:pt x="1251" y="747"/>
                          </a:lnTo>
                          <a:lnTo>
                            <a:pt x="1249" y="748"/>
                          </a:lnTo>
                          <a:lnTo>
                            <a:pt x="1246" y="745"/>
                          </a:lnTo>
                          <a:lnTo>
                            <a:pt x="1244" y="747"/>
                          </a:lnTo>
                          <a:lnTo>
                            <a:pt x="1241" y="744"/>
                          </a:lnTo>
                          <a:lnTo>
                            <a:pt x="1239" y="742"/>
                          </a:lnTo>
                          <a:lnTo>
                            <a:pt x="1237" y="745"/>
                          </a:lnTo>
                          <a:lnTo>
                            <a:pt x="1234" y="748"/>
                          </a:lnTo>
                          <a:lnTo>
                            <a:pt x="1232" y="748"/>
                          </a:lnTo>
                          <a:lnTo>
                            <a:pt x="1229" y="749"/>
                          </a:lnTo>
                          <a:lnTo>
                            <a:pt x="1227" y="750"/>
                          </a:lnTo>
                          <a:lnTo>
                            <a:pt x="1224" y="749"/>
                          </a:lnTo>
                          <a:lnTo>
                            <a:pt x="1222" y="751"/>
                          </a:lnTo>
                          <a:lnTo>
                            <a:pt x="1220" y="751"/>
                          </a:lnTo>
                          <a:lnTo>
                            <a:pt x="1217" y="750"/>
                          </a:lnTo>
                          <a:lnTo>
                            <a:pt x="1215" y="753"/>
                          </a:lnTo>
                          <a:lnTo>
                            <a:pt x="1212" y="752"/>
                          </a:lnTo>
                          <a:lnTo>
                            <a:pt x="1210" y="750"/>
                          </a:lnTo>
                          <a:lnTo>
                            <a:pt x="1208" y="752"/>
                          </a:lnTo>
                          <a:lnTo>
                            <a:pt x="1205" y="750"/>
                          </a:lnTo>
                          <a:lnTo>
                            <a:pt x="1203" y="750"/>
                          </a:lnTo>
                          <a:lnTo>
                            <a:pt x="1200" y="752"/>
                          </a:lnTo>
                          <a:lnTo>
                            <a:pt x="1198" y="751"/>
                          </a:lnTo>
                          <a:lnTo>
                            <a:pt x="1196" y="753"/>
                          </a:lnTo>
                          <a:lnTo>
                            <a:pt x="1193" y="757"/>
                          </a:lnTo>
                          <a:lnTo>
                            <a:pt x="1191" y="755"/>
                          </a:lnTo>
                          <a:lnTo>
                            <a:pt x="1188" y="757"/>
                          </a:lnTo>
                          <a:lnTo>
                            <a:pt x="1186" y="759"/>
                          </a:lnTo>
                          <a:lnTo>
                            <a:pt x="1183" y="757"/>
                          </a:lnTo>
                          <a:lnTo>
                            <a:pt x="1181" y="756"/>
                          </a:lnTo>
                          <a:lnTo>
                            <a:pt x="1179" y="757"/>
                          </a:lnTo>
                          <a:lnTo>
                            <a:pt x="1176" y="756"/>
                          </a:lnTo>
                          <a:lnTo>
                            <a:pt x="1174" y="755"/>
                          </a:lnTo>
                          <a:lnTo>
                            <a:pt x="1171" y="754"/>
                          </a:lnTo>
                          <a:lnTo>
                            <a:pt x="1169" y="755"/>
                          </a:lnTo>
                          <a:lnTo>
                            <a:pt x="1167" y="754"/>
                          </a:lnTo>
                          <a:lnTo>
                            <a:pt x="1164" y="756"/>
                          </a:lnTo>
                          <a:lnTo>
                            <a:pt x="1162" y="755"/>
                          </a:lnTo>
                          <a:lnTo>
                            <a:pt x="1159" y="757"/>
                          </a:lnTo>
                          <a:lnTo>
                            <a:pt x="1157" y="757"/>
                          </a:lnTo>
                          <a:lnTo>
                            <a:pt x="1155" y="756"/>
                          </a:lnTo>
                          <a:lnTo>
                            <a:pt x="1152" y="758"/>
                          </a:lnTo>
                          <a:lnTo>
                            <a:pt x="1150" y="757"/>
                          </a:lnTo>
                          <a:lnTo>
                            <a:pt x="1147" y="759"/>
                          </a:lnTo>
                          <a:lnTo>
                            <a:pt x="1145" y="758"/>
                          </a:lnTo>
                          <a:lnTo>
                            <a:pt x="1143" y="756"/>
                          </a:lnTo>
                          <a:lnTo>
                            <a:pt x="1140" y="757"/>
                          </a:lnTo>
                          <a:lnTo>
                            <a:pt x="1138" y="756"/>
                          </a:lnTo>
                          <a:lnTo>
                            <a:pt x="1135" y="755"/>
                          </a:lnTo>
                          <a:lnTo>
                            <a:pt x="1133" y="758"/>
                          </a:lnTo>
                          <a:lnTo>
                            <a:pt x="1131" y="758"/>
                          </a:lnTo>
                          <a:lnTo>
                            <a:pt x="1128" y="759"/>
                          </a:lnTo>
                          <a:lnTo>
                            <a:pt x="1126" y="762"/>
                          </a:lnTo>
                          <a:lnTo>
                            <a:pt x="1123" y="760"/>
                          </a:lnTo>
                          <a:lnTo>
                            <a:pt x="1121" y="760"/>
                          </a:lnTo>
                          <a:lnTo>
                            <a:pt x="1119" y="762"/>
                          </a:lnTo>
                          <a:lnTo>
                            <a:pt x="1116" y="760"/>
                          </a:lnTo>
                          <a:lnTo>
                            <a:pt x="1114" y="763"/>
                          </a:lnTo>
                          <a:lnTo>
                            <a:pt x="1111" y="766"/>
                          </a:lnTo>
                          <a:lnTo>
                            <a:pt x="1109" y="764"/>
                          </a:lnTo>
                          <a:lnTo>
                            <a:pt x="1107" y="764"/>
                          </a:lnTo>
                          <a:lnTo>
                            <a:pt x="1104" y="767"/>
                          </a:lnTo>
                          <a:lnTo>
                            <a:pt x="1102" y="765"/>
                          </a:lnTo>
                          <a:lnTo>
                            <a:pt x="1099" y="767"/>
                          </a:lnTo>
                          <a:lnTo>
                            <a:pt x="1097" y="770"/>
                          </a:lnTo>
                          <a:lnTo>
                            <a:pt x="1095" y="768"/>
                          </a:lnTo>
                          <a:lnTo>
                            <a:pt x="1092" y="771"/>
                          </a:lnTo>
                          <a:lnTo>
                            <a:pt x="1090" y="773"/>
                          </a:lnTo>
                          <a:lnTo>
                            <a:pt x="1088" y="770"/>
                          </a:lnTo>
                          <a:lnTo>
                            <a:pt x="1085" y="772"/>
                          </a:lnTo>
                          <a:lnTo>
                            <a:pt x="1083" y="773"/>
                          </a:lnTo>
                          <a:lnTo>
                            <a:pt x="1080" y="771"/>
                          </a:lnTo>
                          <a:lnTo>
                            <a:pt x="1078" y="773"/>
                          </a:lnTo>
                          <a:lnTo>
                            <a:pt x="1076" y="773"/>
                          </a:lnTo>
                          <a:lnTo>
                            <a:pt x="1073" y="771"/>
                          </a:lnTo>
                          <a:lnTo>
                            <a:pt x="1071" y="772"/>
                          </a:lnTo>
                          <a:lnTo>
                            <a:pt x="1068" y="771"/>
                          </a:lnTo>
                          <a:lnTo>
                            <a:pt x="1066" y="769"/>
                          </a:lnTo>
                          <a:lnTo>
                            <a:pt x="1064" y="766"/>
                          </a:lnTo>
                          <a:lnTo>
                            <a:pt x="1061" y="765"/>
                          </a:lnTo>
                          <a:lnTo>
                            <a:pt x="1059" y="765"/>
                          </a:lnTo>
                          <a:lnTo>
                            <a:pt x="1056" y="770"/>
                          </a:lnTo>
                          <a:lnTo>
                            <a:pt x="1054" y="772"/>
                          </a:lnTo>
                          <a:lnTo>
                            <a:pt x="1051" y="771"/>
                          </a:lnTo>
                          <a:lnTo>
                            <a:pt x="1049" y="773"/>
                          </a:lnTo>
                          <a:lnTo>
                            <a:pt x="1047" y="773"/>
                          </a:lnTo>
                          <a:lnTo>
                            <a:pt x="1044" y="772"/>
                          </a:lnTo>
                          <a:lnTo>
                            <a:pt x="1042" y="775"/>
                          </a:lnTo>
                          <a:lnTo>
                            <a:pt x="1039" y="773"/>
                          </a:lnTo>
                          <a:lnTo>
                            <a:pt x="1037" y="773"/>
                          </a:lnTo>
                          <a:lnTo>
                            <a:pt x="1035" y="776"/>
                          </a:lnTo>
                          <a:lnTo>
                            <a:pt x="1032" y="774"/>
                          </a:lnTo>
                          <a:lnTo>
                            <a:pt x="1030" y="774"/>
                          </a:lnTo>
                          <a:lnTo>
                            <a:pt x="1027" y="777"/>
                          </a:lnTo>
                          <a:lnTo>
                            <a:pt x="1025" y="774"/>
                          </a:lnTo>
                          <a:lnTo>
                            <a:pt x="1023" y="775"/>
                          </a:lnTo>
                          <a:lnTo>
                            <a:pt x="1020" y="776"/>
                          </a:lnTo>
                          <a:lnTo>
                            <a:pt x="1018" y="773"/>
                          </a:lnTo>
                          <a:lnTo>
                            <a:pt x="1015" y="774"/>
                          </a:lnTo>
                          <a:lnTo>
                            <a:pt x="1013" y="775"/>
                          </a:lnTo>
                          <a:lnTo>
                            <a:pt x="1010" y="775"/>
                          </a:lnTo>
                          <a:lnTo>
                            <a:pt x="1008" y="779"/>
                          </a:lnTo>
                          <a:lnTo>
                            <a:pt x="1006" y="782"/>
                          </a:lnTo>
                          <a:lnTo>
                            <a:pt x="1003" y="783"/>
                          </a:lnTo>
                          <a:lnTo>
                            <a:pt x="1001" y="783"/>
                          </a:lnTo>
                          <a:lnTo>
                            <a:pt x="998" y="785"/>
                          </a:lnTo>
                          <a:lnTo>
                            <a:pt x="996" y="784"/>
                          </a:lnTo>
                          <a:lnTo>
                            <a:pt x="994" y="786"/>
                          </a:lnTo>
                          <a:lnTo>
                            <a:pt x="991" y="788"/>
                          </a:lnTo>
                          <a:lnTo>
                            <a:pt x="989" y="788"/>
                          </a:lnTo>
                          <a:lnTo>
                            <a:pt x="986" y="789"/>
                          </a:lnTo>
                          <a:lnTo>
                            <a:pt x="984" y="790"/>
                          </a:lnTo>
                          <a:lnTo>
                            <a:pt x="982" y="786"/>
                          </a:lnTo>
                          <a:lnTo>
                            <a:pt x="979" y="787"/>
                          </a:lnTo>
                          <a:lnTo>
                            <a:pt x="977" y="789"/>
                          </a:lnTo>
                          <a:lnTo>
                            <a:pt x="974" y="786"/>
                          </a:lnTo>
                          <a:lnTo>
                            <a:pt x="972" y="787"/>
                          </a:lnTo>
                          <a:lnTo>
                            <a:pt x="970" y="791"/>
                          </a:lnTo>
                          <a:lnTo>
                            <a:pt x="967" y="791"/>
                          </a:lnTo>
                          <a:lnTo>
                            <a:pt x="965" y="793"/>
                          </a:lnTo>
                          <a:lnTo>
                            <a:pt x="962" y="795"/>
                          </a:lnTo>
                          <a:lnTo>
                            <a:pt x="960" y="797"/>
                          </a:lnTo>
                          <a:lnTo>
                            <a:pt x="957" y="799"/>
                          </a:lnTo>
                          <a:lnTo>
                            <a:pt x="955" y="801"/>
                          </a:lnTo>
                          <a:lnTo>
                            <a:pt x="953" y="800"/>
                          </a:lnTo>
                          <a:lnTo>
                            <a:pt x="950" y="799"/>
                          </a:lnTo>
                          <a:lnTo>
                            <a:pt x="948" y="800"/>
                          </a:lnTo>
                          <a:lnTo>
                            <a:pt x="945" y="797"/>
                          </a:lnTo>
                          <a:lnTo>
                            <a:pt x="943" y="797"/>
                          </a:lnTo>
                          <a:lnTo>
                            <a:pt x="941" y="798"/>
                          </a:lnTo>
                          <a:lnTo>
                            <a:pt x="938" y="795"/>
                          </a:lnTo>
                          <a:lnTo>
                            <a:pt x="936" y="795"/>
                          </a:lnTo>
                          <a:lnTo>
                            <a:pt x="933" y="795"/>
                          </a:lnTo>
                          <a:lnTo>
                            <a:pt x="931" y="793"/>
                          </a:lnTo>
                          <a:lnTo>
                            <a:pt x="929" y="794"/>
                          </a:lnTo>
                          <a:lnTo>
                            <a:pt x="926" y="792"/>
                          </a:lnTo>
                          <a:lnTo>
                            <a:pt x="924" y="794"/>
                          </a:lnTo>
                          <a:lnTo>
                            <a:pt x="921" y="797"/>
                          </a:lnTo>
                          <a:lnTo>
                            <a:pt x="919" y="799"/>
                          </a:lnTo>
                          <a:lnTo>
                            <a:pt x="916" y="801"/>
                          </a:lnTo>
                          <a:lnTo>
                            <a:pt x="914" y="801"/>
                          </a:lnTo>
                          <a:lnTo>
                            <a:pt x="912" y="803"/>
                          </a:lnTo>
                          <a:lnTo>
                            <a:pt x="909" y="801"/>
                          </a:lnTo>
                          <a:lnTo>
                            <a:pt x="907" y="798"/>
                          </a:lnTo>
                          <a:lnTo>
                            <a:pt x="904" y="798"/>
                          </a:lnTo>
                          <a:lnTo>
                            <a:pt x="902" y="795"/>
                          </a:lnTo>
                          <a:lnTo>
                            <a:pt x="900" y="795"/>
                          </a:lnTo>
                          <a:lnTo>
                            <a:pt x="897" y="796"/>
                          </a:lnTo>
                          <a:lnTo>
                            <a:pt x="895" y="791"/>
                          </a:lnTo>
                          <a:lnTo>
                            <a:pt x="892" y="792"/>
                          </a:lnTo>
                          <a:lnTo>
                            <a:pt x="890" y="791"/>
                          </a:lnTo>
                          <a:lnTo>
                            <a:pt x="888" y="789"/>
                          </a:lnTo>
                          <a:lnTo>
                            <a:pt x="885" y="792"/>
                          </a:lnTo>
                          <a:lnTo>
                            <a:pt x="883" y="793"/>
                          </a:lnTo>
                          <a:lnTo>
                            <a:pt x="880" y="796"/>
                          </a:lnTo>
                          <a:lnTo>
                            <a:pt x="878" y="799"/>
                          </a:lnTo>
                          <a:lnTo>
                            <a:pt x="876" y="799"/>
                          </a:lnTo>
                          <a:lnTo>
                            <a:pt x="873" y="801"/>
                          </a:lnTo>
                          <a:lnTo>
                            <a:pt x="871" y="797"/>
                          </a:lnTo>
                          <a:lnTo>
                            <a:pt x="868" y="797"/>
                          </a:lnTo>
                          <a:lnTo>
                            <a:pt x="866" y="796"/>
                          </a:lnTo>
                          <a:lnTo>
                            <a:pt x="864" y="794"/>
                          </a:lnTo>
                          <a:lnTo>
                            <a:pt x="861" y="794"/>
                          </a:lnTo>
                          <a:lnTo>
                            <a:pt x="859" y="792"/>
                          </a:lnTo>
                          <a:lnTo>
                            <a:pt x="856" y="791"/>
                          </a:lnTo>
                          <a:lnTo>
                            <a:pt x="854" y="789"/>
                          </a:lnTo>
                          <a:lnTo>
                            <a:pt x="852" y="786"/>
                          </a:lnTo>
                          <a:lnTo>
                            <a:pt x="849" y="786"/>
                          </a:lnTo>
                          <a:lnTo>
                            <a:pt x="847" y="787"/>
                          </a:lnTo>
                          <a:lnTo>
                            <a:pt x="845" y="788"/>
                          </a:lnTo>
                          <a:lnTo>
                            <a:pt x="842" y="790"/>
                          </a:lnTo>
                          <a:lnTo>
                            <a:pt x="840" y="791"/>
                          </a:lnTo>
                          <a:lnTo>
                            <a:pt x="837" y="794"/>
                          </a:lnTo>
                          <a:lnTo>
                            <a:pt x="835" y="792"/>
                          </a:lnTo>
                          <a:lnTo>
                            <a:pt x="833" y="792"/>
                          </a:lnTo>
                          <a:lnTo>
                            <a:pt x="830" y="792"/>
                          </a:lnTo>
                          <a:lnTo>
                            <a:pt x="828" y="790"/>
                          </a:lnTo>
                          <a:lnTo>
                            <a:pt x="825" y="790"/>
                          </a:lnTo>
                          <a:lnTo>
                            <a:pt x="823" y="788"/>
                          </a:lnTo>
                          <a:lnTo>
                            <a:pt x="821" y="790"/>
                          </a:lnTo>
                          <a:lnTo>
                            <a:pt x="818" y="788"/>
                          </a:lnTo>
                          <a:lnTo>
                            <a:pt x="816" y="786"/>
                          </a:lnTo>
                          <a:lnTo>
                            <a:pt x="813" y="787"/>
                          </a:lnTo>
                          <a:lnTo>
                            <a:pt x="811" y="785"/>
                          </a:lnTo>
                          <a:lnTo>
                            <a:pt x="809" y="788"/>
                          </a:lnTo>
                          <a:lnTo>
                            <a:pt x="806" y="791"/>
                          </a:lnTo>
                          <a:lnTo>
                            <a:pt x="804" y="792"/>
                          </a:lnTo>
                          <a:lnTo>
                            <a:pt x="801" y="795"/>
                          </a:lnTo>
                          <a:lnTo>
                            <a:pt x="799" y="794"/>
                          </a:lnTo>
                          <a:lnTo>
                            <a:pt x="797" y="795"/>
                          </a:lnTo>
                          <a:lnTo>
                            <a:pt x="794" y="797"/>
                          </a:lnTo>
                          <a:lnTo>
                            <a:pt x="792" y="793"/>
                          </a:lnTo>
                          <a:lnTo>
                            <a:pt x="789" y="794"/>
                          </a:lnTo>
                          <a:lnTo>
                            <a:pt x="787" y="791"/>
                          </a:lnTo>
                          <a:lnTo>
                            <a:pt x="784" y="788"/>
                          </a:lnTo>
                          <a:lnTo>
                            <a:pt x="782" y="791"/>
                          </a:lnTo>
                          <a:lnTo>
                            <a:pt x="780" y="791"/>
                          </a:lnTo>
                          <a:lnTo>
                            <a:pt x="777" y="793"/>
                          </a:lnTo>
                          <a:lnTo>
                            <a:pt x="775" y="794"/>
                          </a:lnTo>
                          <a:lnTo>
                            <a:pt x="772" y="793"/>
                          </a:lnTo>
                          <a:lnTo>
                            <a:pt x="770" y="794"/>
                          </a:lnTo>
                          <a:lnTo>
                            <a:pt x="768" y="791"/>
                          </a:lnTo>
                          <a:lnTo>
                            <a:pt x="765" y="792"/>
                          </a:lnTo>
                          <a:lnTo>
                            <a:pt x="763" y="793"/>
                          </a:lnTo>
                          <a:lnTo>
                            <a:pt x="760" y="792"/>
                          </a:lnTo>
                          <a:lnTo>
                            <a:pt x="758" y="793"/>
                          </a:lnTo>
                          <a:lnTo>
                            <a:pt x="756" y="791"/>
                          </a:lnTo>
                          <a:lnTo>
                            <a:pt x="753" y="790"/>
                          </a:lnTo>
                          <a:lnTo>
                            <a:pt x="751" y="789"/>
                          </a:lnTo>
                          <a:lnTo>
                            <a:pt x="748" y="787"/>
                          </a:lnTo>
                          <a:lnTo>
                            <a:pt x="746" y="789"/>
                          </a:lnTo>
                          <a:lnTo>
                            <a:pt x="743" y="792"/>
                          </a:lnTo>
                          <a:lnTo>
                            <a:pt x="741" y="793"/>
                          </a:lnTo>
                          <a:lnTo>
                            <a:pt x="739" y="795"/>
                          </a:lnTo>
                          <a:lnTo>
                            <a:pt x="736" y="796"/>
                          </a:lnTo>
                          <a:lnTo>
                            <a:pt x="734" y="795"/>
                          </a:lnTo>
                          <a:lnTo>
                            <a:pt x="731" y="796"/>
                          </a:lnTo>
                          <a:lnTo>
                            <a:pt x="729" y="796"/>
                          </a:lnTo>
                          <a:lnTo>
                            <a:pt x="727" y="795"/>
                          </a:lnTo>
                          <a:lnTo>
                            <a:pt x="724" y="799"/>
                          </a:lnTo>
                          <a:lnTo>
                            <a:pt x="722" y="799"/>
                          </a:lnTo>
                          <a:lnTo>
                            <a:pt x="719" y="799"/>
                          </a:lnTo>
                          <a:lnTo>
                            <a:pt x="717" y="800"/>
                          </a:lnTo>
                          <a:lnTo>
                            <a:pt x="715" y="800"/>
                          </a:lnTo>
                          <a:lnTo>
                            <a:pt x="712" y="803"/>
                          </a:lnTo>
                          <a:lnTo>
                            <a:pt x="710" y="802"/>
                          </a:lnTo>
                          <a:lnTo>
                            <a:pt x="707" y="802"/>
                          </a:lnTo>
                          <a:lnTo>
                            <a:pt x="705" y="803"/>
                          </a:lnTo>
                          <a:lnTo>
                            <a:pt x="703" y="801"/>
                          </a:lnTo>
                          <a:lnTo>
                            <a:pt x="700" y="803"/>
                          </a:lnTo>
                          <a:lnTo>
                            <a:pt x="698" y="802"/>
                          </a:lnTo>
                          <a:lnTo>
                            <a:pt x="695" y="801"/>
                          </a:lnTo>
                          <a:lnTo>
                            <a:pt x="693" y="802"/>
                          </a:lnTo>
                          <a:lnTo>
                            <a:pt x="690" y="799"/>
                          </a:lnTo>
                          <a:lnTo>
                            <a:pt x="688" y="801"/>
                          </a:lnTo>
                          <a:lnTo>
                            <a:pt x="686" y="803"/>
                          </a:lnTo>
                          <a:lnTo>
                            <a:pt x="683" y="803"/>
                          </a:lnTo>
                          <a:lnTo>
                            <a:pt x="681" y="806"/>
                          </a:lnTo>
                          <a:lnTo>
                            <a:pt x="678" y="809"/>
                          </a:lnTo>
                          <a:lnTo>
                            <a:pt x="676" y="809"/>
                          </a:lnTo>
                          <a:lnTo>
                            <a:pt x="674" y="811"/>
                          </a:lnTo>
                          <a:lnTo>
                            <a:pt x="671" y="812"/>
                          </a:lnTo>
                          <a:lnTo>
                            <a:pt x="669" y="814"/>
                          </a:lnTo>
                          <a:lnTo>
                            <a:pt x="666" y="813"/>
                          </a:lnTo>
                          <a:lnTo>
                            <a:pt x="664" y="813"/>
                          </a:lnTo>
                          <a:lnTo>
                            <a:pt x="662" y="813"/>
                          </a:lnTo>
                          <a:lnTo>
                            <a:pt x="659" y="814"/>
                          </a:lnTo>
                          <a:lnTo>
                            <a:pt x="657" y="814"/>
                          </a:lnTo>
                          <a:lnTo>
                            <a:pt x="654" y="813"/>
                          </a:lnTo>
                          <a:lnTo>
                            <a:pt x="652" y="812"/>
                          </a:lnTo>
                          <a:lnTo>
                            <a:pt x="649" y="812"/>
                          </a:lnTo>
                          <a:lnTo>
                            <a:pt x="647" y="814"/>
                          </a:lnTo>
                          <a:lnTo>
                            <a:pt x="645" y="813"/>
                          </a:lnTo>
                          <a:lnTo>
                            <a:pt x="642" y="817"/>
                          </a:lnTo>
                          <a:lnTo>
                            <a:pt x="640" y="821"/>
                          </a:lnTo>
                          <a:lnTo>
                            <a:pt x="637" y="823"/>
                          </a:lnTo>
                          <a:lnTo>
                            <a:pt x="635" y="824"/>
                          </a:lnTo>
                          <a:lnTo>
                            <a:pt x="633" y="822"/>
                          </a:lnTo>
                          <a:lnTo>
                            <a:pt x="630" y="823"/>
                          </a:lnTo>
                          <a:lnTo>
                            <a:pt x="628" y="824"/>
                          </a:lnTo>
                          <a:lnTo>
                            <a:pt x="625" y="822"/>
                          </a:lnTo>
                          <a:lnTo>
                            <a:pt x="623" y="825"/>
                          </a:lnTo>
                          <a:lnTo>
                            <a:pt x="621" y="825"/>
                          </a:lnTo>
                          <a:lnTo>
                            <a:pt x="618" y="826"/>
                          </a:lnTo>
                          <a:lnTo>
                            <a:pt x="616" y="827"/>
                          </a:lnTo>
                          <a:lnTo>
                            <a:pt x="613" y="826"/>
                          </a:lnTo>
                          <a:lnTo>
                            <a:pt x="611" y="826"/>
                          </a:lnTo>
                          <a:lnTo>
                            <a:pt x="609" y="827"/>
                          </a:lnTo>
                          <a:lnTo>
                            <a:pt x="606" y="828"/>
                          </a:lnTo>
                          <a:lnTo>
                            <a:pt x="604" y="833"/>
                          </a:lnTo>
                          <a:lnTo>
                            <a:pt x="601" y="834"/>
                          </a:lnTo>
                          <a:lnTo>
                            <a:pt x="599" y="836"/>
                          </a:lnTo>
                          <a:lnTo>
                            <a:pt x="597" y="838"/>
                          </a:lnTo>
                          <a:lnTo>
                            <a:pt x="594" y="837"/>
                          </a:lnTo>
                          <a:lnTo>
                            <a:pt x="592" y="838"/>
                          </a:lnTo>
                          <a:lnTo>
                            <a:pt x="590" y="838"/>
                          </a:lnTo>
                          <a:lnTo>
                            <a:pt x="587" y="838"/>
                          </a:lnTo>
                          <a:lnTo>
                            <a:pt x="585" y="840"/>
                          </a:lnTo>
                          <a:lnTo>
                            <a:pt x="582" y="840"/>
                          </a:lnTo>
                          <a:lnTo>
                            <a:pt x="580" y="840"/>
                          </a:lnTo>
                          <a:lnTo>
                            <a:pt x="578" y="838"/>
                          </a:lnTo>
                          <a:lnTo>
                            <a:pt x="575" y="837"/>
                          </a:lnTo>
                          <a:lnTo>
                            <a:pt x="573" y="834"/>
                          </a:lnTo>
                          <a:lnTo>
                            <a:pt x="570" y="836"/>
                          </a:lnTo>
                          <a:lnTo>
                            <a:pt x="568" y="839"/>
                          </a:lnTo>
                          <a:lnTo>
                            <a:pt x="566" y="843"/>
                          </a:lnTo>
                          <a:lnTo>
                            <a:pt x="563" y="846"/>
                          </a:lnTo>
                          <a:lnTo>
                            <a:pt x="561" y="847"/>
                          </a:lnTo>
                          <a:lnTo>
                            <a:pt x="558" y="848"/>
                          </a:lnTo>
                          <a:lnTo>
                            <a:pt x="556" y="846"/>
                          </a:lnTo>
                          <a:lnTo>
                            <a:pt x="554" y="846"/>
                          </a:lnTo>
                          <a:lnTo>
                            <a:pt x="551" y="846"/>
                          </a:lnTo>
                          <a:lnTo>
                            <a:pt x="549" y="845"/>
                          </a:lnTo>
                          <a:lnTo>
                            <a:pt x="546" y="847"/>
                          </a:lnTo>
                          <a:lnTo>
                            <a:pt x="544" y="848"/>
                          </a:lnTo>
                          <a:lnTo>
                            <a:pt x="542" y="849"/>
                          </a:lnTo>
                          <a:lnTo>
                            <a:pt x="539" y="853"/>
                          </a:lnTo>
                          <a:lnTo>
                            <a:pt x="537" y="852"/>
                          </a:lnTo>
                          <a:lnTo>
                            <a:pt x="534" y="853"/>
                          </a:lnTo>
                          <a:lnTo>
                            <a:pt x="532" y="857"/>
                          </a:lnTo>
                          <a:lnTo>
                            <a:pt x="530" y="857"/>
                          </a:lnTo>
                          <a:lnTo>
                            <a:pt x="527" y="861"/>
                          </a:lnTo>
                          <a:lnTo>
                            <a:pt x="525" y="864"/>
                          </a:lnTo>
                          <a:lnTo>
                            <a:pt x="522" y="869"/>
                          </a:lnTo>
                          <a:lnTo>
                            <a:pt x="520" y="873"/>
                          </a:lnTo>
                          <a:lnTo>
                            <a:pt x="517" y="875"/>
                          </a:lnTo>
                          <a:lnTo>
                            <a:pt x="515" y="880"/>
                          </a:lnTo>
                          <a:lnTo>
                            <a:pt x="513" y="879"/>
                          </a:lnTo>
                          <a:lnTo>
                            <a:pt x="510" y="879"/>
                          </a:lnTo>
                          <a:lnTo>
                            <a:pt x="508" y="881"/>
                          </a:lnTo>
                          <a:lnTo>
                            <a:pt x="505" y="881"/>
                          </a:lnTo>
                          <a:lnTo>
                            <a:pt x="503" y="883"/>
                          </a:lnTo>
                          <a:lnTo>
                            <a:pt x="501" y="883"/>
                          </a:lnTo>
                          <a:lnTo>
                            <a:pt x="498" y="885"/>
                          </a:lnTo>
                          <a:lnTo>
                            <a:pt x="496" y="888"/>
                          </a:lnTo>
                          <a:lnTo>
                            <a:pt x="493" y="891"/>
                          </a:lnTo>
                          <a:lnTo>
                            <a:pt x="491" y="894"/>
                          </a:lnTo>
                          <a:lnTo>
                            <a:pt x="489" y="895"/>
                          </a:lnTo>
                          <a:lnTo>
                            <a:pt x="486" y="898"/>
                          </a:lnTo>
                          <a:lnTo>
                            <a:pt x="484" y="897"/>
                          </a:lnTo>
                          <a:lnTo>
                            <a:pt x="481" y="900"/>
                          </a:lnTo>
                          <a:lnTo>
                            <a:pt x="479" y="898"/>
                          </a:lnTo>
                          <a:lnTo>
                            <a:pt x="476" y="900"/>
                          </a:lnTo>
                          <a:lnTo>
                            <a:pt x="474" y="902"/>
                          </a:lnTo>
                          <a:lnTo>
                            <a:pt x="472" y="903"/>
                          </a:lnTo>
                          <a:lnTo>
                            <a:pt x="469" y="905"/>
                          </a:lnTo>
                          <a:lnTo>
                            <a:pt x="467" y="905"/>
                          </a:lnTo>
                          <a:lnTo>
                            <a:pt x="464" y="906"/>
                          </a:lnTo>
                          <a:lnTo>
                            <a:pt x="462" y="906"/>
                          </a:lnTo>
                          <a:lnTo>
                            <a:pt x="460" y="897"/>
                          </a:lnTo>
                          <a:lnTo>
                            <a:pt x="457" y="899"/>
                          </a:lnTo>
                          <a:lnTo>
                            <a:pt x="455" y="904"/>
                          </a:lnTo>
                          <a:lnTo>
                            <a:pt x="452" y="911"/>
                          </a:lnTo>
                          <a:lnTo>
                            <a:pt x="450" y="917"/>
                          </a:lnTo>
                          <a:lnTo>
                            <a:pt x="448" y="918"/>
                          </a:lnTo>
                          <a:lnTo>
                            <a:pt x="445" y="920"/>
                          </a:lnTo>
                          <a:lnTo>
                            <a:pt x="443" y="920"/>
                          </a:lnTo>
                          <a:lnTo>
                            <a:pt x="440" y="923"/>
                          </a:lnTo>
                          <a:lnTo>
                            <a:pt x="438" y="925"/>
                          </a:lnTo>
                          <a:lnTo>
                            <a:pt x="436" y="924"/>
                          </a:lnTo>
                          <a:lnTo>
                            <a:pt x="433" y="926"/>
                          </a:lnTo>
                          <a:lnTo>
                            <a:pt x="431" y="925"/>
                          </a:lnTo>
                          <a:lnTo>
                            <a:pt x="428" y="927"/>
                          </a:lnTo>
                          <a:lnTo>
                            <a:pt x="426" y="930"/>
                          </a:lnTo>
                          <a:lnTo>
                            <a:pt x="423" y="926"/>
                          </a:lnTo>
                          <a:lnTo>
                            <a:pt x="421" y="927"/>
                          </a:lnTo>
                          <a:lnTo>
                            <a:pt x="419" y="928"/>
                          </a:lnTo>
                          <a:lnTo>
                            <a:pt x="416" y="924"/>
                          </a:lnTo>
                          <a:lnTo>
                            <a:pt x="414" y="926"/>
                          </a:lnTo>
                          <a:lnTo>
                            <a:pt x="411" y="926"/>
                          </a:lnTo>
                          <a:lnTo>
                            <a:pt x="409" y="926"/>
                          </a:lnTo>
                          <a:lnTo>
                            <a:pt x="407" y="925"/>
                          </a:lnTo>
                          <a:lnTo>
                            <a:pt x="404" y="921"/>
                          </a:lnTo>
                          <a:lnTo>
                            <a:pt x="402" y="919"/>
                          </a:lnTo>
                          <a:lnTo>
                            <a:pt x="399" y="918"/>
                          </a:lnTo>
                          <a:lnTo>
                            <a:pt x="397" y="911"/>
                          </a:lnTo>
                          <a:lnTo>
                            <a:pt x="395" y="905"/>
                          </a:lnTo>
                          <a:lnTo>
                            <a:pt x="392" y="902"/>
                          </a:lnTo>
                          <a:lnTo>
                            <a:pt x="390" y="890"/>
                          </a:lnTo>
                          <a:lnTo>
                            <a:pt x="387" y="880"/>
                          </a:lnTo>
                          <a:lnTo>
                            <a:pt x="385" y="865"/>
                          </a:lnTo>
                          <a:lnTo>
                            <a:pt x="382" y="845"/>
                          </a:lnTo>
                          <a:lnTo>
                            <a:pt x="380" y="832"/>
                          </a:lnTo>
                          <a:lnTo>
                            <a:pt x="378" y="814"/>
                          </a:lnTo>
                          <a:lnTo>
                            <a:pt x="375" y="796"/>
                          </a:lnTo>
                          <a:lnTo>
                            <a:pt x="373" y="761"/>
                          </a:lnTo>
                          <a:lnTo>
                            <a:pt x="370" y="739"/>
                          </a:lnTo>
                          <a:lnTo>
                            <a:pt x="368" y="702"/>
                          </a:lnTo>
                          <a:lnTo>
                            <a:pt x="366" y="678"/>
                          </a:lnTo>
                          <a:lnTo>
                            <a:pt x="363" y="715"/>
                          </a:lnTo>
                          <a:lnTo>
                            <a:pt x="361" y="689"/>
                          </a:lnTo>
                          <a:lnTo>
                            <a:pt x="358" y="651"/>
                          </a:lnTo>
                          <a:lnTo>
                            <a:pt x="356" y="691"/>
                          </a:lnTo>
                          <a:lnTo>
                            <a:pt x="354" y="691"/>
                          </a:lnTo>
                          <a:lnTo>
                            <a:pt x="351" y="669"/>
                          </a:lnTo>
                          <a:lnTo>
                            <a:pt x="349" y="665"/>
                          </a:lnTo>
                          <a:lnTo>
                            <a:pt x="347" y="724"/>
                          </a:lnTo>
                          <a:lnTo>
                            <a:pt x="344" y="671"/>
                          </a:lnTo>
                          <a:lnTo>
                            <a:pt x="342" y="682"/>
                          </a:lnTo>
                          <a:lnTo>
                            <a:pt x="339" y="717"/>
                          </a:lnTo>
                          <a:lnTo>
                            <a:pt x="337" y="668"/>
                          </a:lnTo>
                          <a:lnTo>
                            <a:pt x="335" y="694"/>
                          </a:lnTo>
                          <a:lnTo>
                            <a:pt x="332" y="703"/>
                          </a:lnTo>
                          <a:lnTo>
                            <a:pt x="330" y="654"/>
                          </a:lnTo>
                          <a:lnTo>
                            <a:pt x="327" y="642"/>
                          </a:lnTo>
                          <a:lnTo>
                            <a:pt x="325" y="691"/>
                          </a:lnTo>
                          <a:lnTo>
                            <a:pt x="323" y="643"/>
                          </a:lnTo>
                          <a:lnTo>
                            <a:pt x="320" y="639"/>
                          </a:lnTo>
                          <a:lnTo>
                            <a:pt x="318" y="600"/>
                          </a:lnTo>
                          <a:lnTo>
                            <a:pt x="315" y="649"/>
                          </a:lnTo>
                          <a:lnTo>
                            <a:pt x="313" y="653"/>
                          </a:lnTo>
                          <a:lnTo>
                            <a:pt x="311" y="618"/>
                          </a:lnTo>
                          <a:lnTo>
                            <a:pt x="308" y="573"/>
                          </a:lnTo>
                          <a:lnTo>
                            <a:pt x="306" y="667"/>
                          </a:lnTo>
                          <a:lnTo>
                            <a:pt x="303" y="630"/>
                          </a:lnTo>
                          <a:lnTo>
                            <a:pt x="301" y="592"/>
                          </a:lnTo>
                          <a:lnTo>
                            <a:pt x="299" y="679"/>
                          </a:lnTo>
                          <a:lnTo>
                            <a:pt x="296" y="647"/>
                          </a:lnTo>
                          <a:lnTo>
                            <a:pt x="294" y="630"/>
                          </a:lnTo>
                          <a:lnTo>
                            <a:pt x="291" y="696"/>
                          </a:lnTo>
                          <a:lnTo>
                            <a:pt x="289" y="657"/>
                          </a:lnTo>
                          <a:lnTo>
                            <a:pt x="287" y="637"/>
                          </a:lnTo>
                          <a:lnTo>
                            <a:pt x="284" y="701"/>
                          </a:lnTo>
                          <a:lnTo>
                            <a:pt x="282" y="674"/>
                          </a:lnTo>
                          <a:lnTo>
                            <a:pt x="279" y="632"/>
                          </a:lnTo>
                          <a:lnTo>
                            <a:pt x="277" y="703"/>
                          </a:lnTo>
                          <a:lnTo>
                            <a:pt x="275" y="676"/>
                          </a:lnTo>
                          <a:lnTo>
                            <a:pt x="272" y="628"/>
                          </a:lnTo>
                          <a:lnTo>
                            <a:pt x="270" y="693"/>
                          </a:lnTo>
                          <a:lnTo>
                            <a:pt x="267" y="663"/>
                          </a:lnTo>
                          <a:lnTo>
                            <a:pt x="265" y="648"/>
                          </a:lnTo>
                          <a:lnTo>
                            <a:pt x="263" y="695"/>
                          </a:lnTo>
                          <a:lnTo>
                            <a:pt x="260" y="659"/>
                          </a:lnTo>
                          <a:lnTo>
                            <a:pt x="258" y="623"/>
                          </a:lnTo>
                          <a:lnTo>
                            <a:pt x="255" y="635"/>
                          </a:lnTo>
                          <a:lnTo>
                            <a:pt x="253" y="659"/>
                          </a:lnTo>
                          <a:lnTo>
                            <a:pt x="250" y="631"/>
                          </a:lnTo>
                          <a:lnTo>
                            <a:pt x="248" y="650"/>
                          </a:lnTo>
                          <a:lnTo>
                            <a:pt x="246" y="656"/>
                          </a:lnTo>
                          <a:lnTo>
                            <a:pt x="243" y="684"/>
                          </a:lnTo>
                          <a:lnTo>
                            <a:pt x="241" y="660"/>
                          </a:lnTo>
                          <a:lnTo>
                            <a:pt x="238" y="659"/>
                          </a:lnTo>
                          <a:lnTo>
                            <a:pt x="236" y="700"/>
                          </a:lnTo>
                          <a:lnTo>
                            <a:pt x="234" y="671"/>
                          </a:lnTo>
                          <a:lnTo>
                            <a:pt x="231" y="647"/>
                          </a:lnTo>
                          <a:lnTo>
                            <a:pt x="229" y="674"/>
                          </a:lnTo>
                          <a:lnTo>
                            <a:pt x="226" y="688"/>
                          </a:lnTo>
                          <a:lnTo>
                            <a:pt x="224" y="639"/>
                          </a:lnTo>
                          <a:lnTo>
                            <a:pt x="222" y="670"/>
                          </a:lnTo>
                          <a:lnTo>
                            <a:pt x="219" y="699"/>
                          </a:lnTo>
                          <a:lnTo>
                            <a:pt x="217" y="639"/>
                          </a:lnTo>
                          <a:lnTo>
                            <a:pt x="214" y="658"/>
                          </a:lnTo>
                          <a:lnTo>
                            <a:pt x="212" y="713"/>
                          </a:lnTo>
                          <a:lnTo>
                            <a:pt x="209" y="641"/>
                          </a:lnTo>
                          <a:lnTo>
                            <a:pt x="207" y="657"/>
                          </a:lnTo>
                          <a:lnTo>
                            <a:pt x="205" y="717"/>
                          </a:lnTo>
                          <a:lnTo>
                            <a:pt x="202" y="656"/>
                          </a:lnTo>
                          <a:lnTo>
                            <a:pt x="200" y="640"/>
                          </a:lnTo>
                          <a:lnTo>
                            <a:pt x="197" y="700"/>
                          </a:lnTo>
                          <a:lnTo>
                            <a:pt x="195" y="661"/>
                          </a:lnTo>
                          <a:lnTo>
                            <a:pt x="193" y="643"/>
                          </a:lnTo>
                          <a:lnTo>
                            <a:pt x="190" y="679"/>
                          </a:lnTo>
                          <a:lnTo>
                            <a:pt x="188" y="651"/>
                          </a:lnTo>
                          <a:lnTo>
                            <a:pt x="185" y="686"/>
                          </a:lnTo>
                          <a:lnTo>
                            <a:pt x="183" y="648"/>
                          </a:lnTo>
                          <a:lnTo>
                            <a:pt x="181" y="620"/>
                          </a:lnTo>
                          <a:lnTo>
                            <a:pt x="178" y="686"/>
                          </a:lnTo>
                          <a:lnTo>
                            <a:pt x="176" y="622"/>
                          </a:lnTo>
                          <a:lnTo>
                            <a:pt x="173" y="624"/>
                          </a:lnTo>
                          <a:lnTo>
                            <a:pt x="171" y="659"/>
                          </a:lnTo>
                          <a:lnTo>
                            <a:pt x="169" y="599"/>
                          </a:lnTo>
                          <a:lnTo>
                            <a:pt x="166" y="669"/>
                          </a:lnTo>
                          <a:lnTo>
                            <a:pt x="164" y="641"/>
                          </a:lnTo>
                          <a:lnTo>
                            <a:pt x="161" y="586"/>
                          </a:lnTo>
                          <a:lnTo>
                            <a:pt x="159" y="670"/>
                          </a:lnTo>
                          <a:lnTo>
                            <a:pt x="156" y="644"/>
                          </a:lnTo>
                          <a:lnTo>
                            <a:pt x="154" y="612"/>
                          </a:lnTo>
                          <a:lnTo>
                            <a:pt x="152" y="605"/>
                          </a:lnTo>
                          <a:lnTo>
                            <a:pt x="149" y="638"/>
                          </a:lnTo>
                          <a:lnTo>
                            <a:pt x="147" y="627"/>
                          </a:lnTo>
                          <a:lnTo>
                            <a:pt x="144" y="590"/>
                          </a:lnTo>
                          <a:lnTo>
                            <a:pt x="142" y="634"/>
                          </a:lnTo>
                          <a:lnTo>
                            <a:pt x="140" y="651"/>
                          </a:lnTo>
                          <a:lnTo>
                            <a:pt x="137" y="612"/>
                          </a:lnTo>
                          <a:lnTo>
                            <a:pt x="135" y="630"/>
                          </a:lnTo>
                          <a:lnTo>
                            <a:pt x="132" y="668"/>
                          </a:lnTo>
                          <a:lnTo>
                            <a:pt x="130" y="638"/>
                          </a:lnTo>
                          <a:lnTo>
                            <a:pt x="128" y="641"/>
                          </a:lnTo>
                          <a:lnTo>
                            <a:pt x="125" y="689"/>
                          </a:lnTo>
                          <a:lnTo>
                            <a:pt x="123" y="650"/>
                          </a:lnTo>
                          <a:lnTo>
                            <a:pt x="120" y="668"/>
                          </a:lnTo>
                          <a:lnTo>
                            <a:pt x="118" y="708"/>
                          </a:lnTo>
                          <a:lnTo>
                            <a:pt x="115" y="653"/>
                          </a:lnTo>
                          <a:lnTo>
                            <a:pt x="113" y="638"/>
                          </a:lnTo>
                          <a:lnTo>
                            <a:pt x="111" y="727"/>
                          </a:lnTo>
                          <a:lnTo>
                            <a:pt x="108" y="660"/>
                          </a:lnTo>
                          <a:lnTo>
                            <a:pt x="106" y="613"/>
                          </a:lnTo>
                          <a:lnTo>
                            <a:pt x="104" y="734"/>
                          </a:lnTo>
                          <a:lnTo>
                            <a:pt x="101" y="687"/>
                          </a:lnTo>
                          <a:lnTo>
                            <a:pt x="99" y="651"/>
                          </a:lnTo>
                          <a:lnTo>
                            <a:pt x="96" y="685"/>
                          </a:lnTo>
                          <a:lnTo>
                            <a:pt x="94" y="722"/>
                          </a:lnTo>
                          <a:lnTo>
                            <a:pt x="92" y="668"/>
                          </a:lnTo>
                          <a:lnTo>
                            <a:pt x="89" y="610"/>
                          </a:lnTo>
                          <a:lnTo>
                            <a:pt x="87" y="739"/>
                          </a:lnTo>
                          <a:lnTo>
                            <a:pt x="84" y="666"/>
                          </a:lnTo>
                          <a:lnTo>
                            <a:pt x="82" y="612"/>
                          </a:lnTo>
                          <a:lnTo>
                            <a:pt x="80" y="735"/>
                          </a:lnTo>
                          <a:lnTo>
                            <a:pt x="77" y="661"/>
                          </a:lnTo>
                          <a:lnTo>
                            <a:pt x="75" y="625"/>
                          </a:lnTo>
                          <a:lnTo>
                            <a:pt x="72" y="691"/>
                          </a:lnTo>
                          <a:lnTo>
                            <a:pt x="70" y="680"/>
                          </a:lnTo>
                          <a:lnTo>
                            <a:pt x="68" y="632"/>
                          </a:lnTo>
                          <a:lnTo>
                            <a:pt x="65" y="607"/>
                          </a:lnTo>
                          <a:lnTo>
                            <a:pt x="63" y="684"/>
                          </a:lnTo>
                          <a:lnTo>
                            <a:pt x="60" y="630"/>
                          </a:lnTo>
                          <a:lnTo>
                            <a:pt x="58" y="590"/>
                          </a:lnTo>
                          <a:lnTo>
                            <a:pt x="56" y="689"/>
                          </a:lnTo>
                          <a:lnTo>
                            <a:pt x="53" y="642"/>
                          </a:lnTo>
                          <a:lnTo>
                            <a:pt x="51" y="609"/>
                          </a:lnTo>
                          <a:lnTo>
                            <a:pt x="48" y="692"/>
                          </a:lnTo>
                          <a:lnTo>
                            <a:pt x="46" y="655"/>
                          </a:lnTo>
                          <a:lnTo>
                            <a:pt x="44" y="634"/>
                          </a:lnTo>
                          <a:lnTo>
                            <a:pt x="41" y="694"/>
                          </a:lnTo>
                          <a:lnTo>
                            <a:pt x="39" y="653"/>
                          </a:lnTo>
                          <a:lnTo>
                            <a:pt x="36" y="618"/>
                          </a:lnTo>
                          <a:lnTo>
                            <a:pt x="34" y="701"/>
                          </a:lnTo>
                          <a:lnTo>
                            <a:pt x="32" y="658"/>
                          </a:lnTo>
                          <a:lnTo>
                            <a:pt x="29" y="595"/>
                          </a:lnTo>
                          <a:lnTo>
                            <a:pt x="27" y="638"/>
                          </a:lnTo>
                          <a:lnTo>
                            <a:pt x="24" y="670"/>
                          </a:lnTo>
                          <a:lnTo>
                            <a:pt x="22" y="589"/>
                          </a:lnTo>
                          <a:lnTo>
                            <a:pt x="20" y="638"/>
                          </a:lnTo>
                          <a:lnTo>
                            <a:pt x="17" y="650"/>
                          </a:lnTo>
                          <a:lnTo>
                            <a:pt x="15" y="606"/>
                          </a:lnTo>
                          <a:lnTo>
                            <a:pt x="12" y="649"/>
                          </a:lnTo>
                          <a:lnTo>
                            <a:pt x="10" y="602"/>
                          </a:lnTo>
                          <a:lnTo>
                            <a:pt x="8" y="613"/>
                          </a:lnTo>
                          <a:lnTo>
                            <a:pt x="5" y="649"/>
                          </a:lnTo>
                          <a:lnTo>
                            <a:pt x="3" y="612"/>
                          </a:lnTo>
                          <a:lnTo>
                            <a:pt x="0" y="603"/>
                          </a:lnTo>
                          <a:lnTo>
                            <a:pt x="0" y="862"/>
                          </a:lnTo>
                          <a:lnTo>
                            <a:pt x="3" y="813"/>
                          </a:lnTo>
                          <a:lnTo>
                            <a:pt x="5" y="837"/>
                          </a:lnTo>
                          <a:lnTo>
                            <a:pt x="8" y="860"/>
                          </a:lnTo>
                          <a:lnTo>
                            <a:pt x="10" y="799"/>
                          </a:lnTo>
                          <a:lnTo>
                            <a:pt x="12" y="834"/>
                          </a:lnTo>
                          <a:lnTo>
                            <a:pt x="15" y="853"/>
                          </a:lnTo>
                          <a:lnTo>
                            <a:pt x="17" y="765"/>
                          </a:lnTo>
                          <a:lnTo>
                            <a:pt x="20" y="815"/>
                          </a:lnTo>
                          <a:lnTo>
                            <a:pt x="22" y="823"/>
                          </a:lnTo>
                          <a:lnTo>
                            <a:pt x="24" y="763"/>
                          </a:lnTo>
                          <a:lnTo>
                            <a:pt x="27" y="799"/>
                          </a:lnTo>
                          <a:lnTo>
                            <a:pt x="29" y="774"/>
                          </a:lnTo>
                          <a:lnTo>
                            <a:pt x="32" y="768"/>
                          </a:lnTo>
                          <a:lnTo>
                            <a:pt x="34" y="793"/>
                          </a:lnTo>
                          <a:lnTo>
                            <a:pt x="36" y="759"/>
                          </a:lnTo>
                          <a:lnTo>
                            <a:pt x="39" y="770"/>
                          </a:lnTo>
                          <a:lnTo>
                            <a:pt x="41" y="807"/>
                          </a:lnTo>
                          <a:lnTo>
                            <a:pt x="44" y="739"/>
                          </a:lnTo>
                          <a:lnTo>
                            <a:pt x="46" y="778"/>
                          </a:lnTo>
                          <a:lnTo>
                            <a:pt x="48" y="822"/>
                          </a:lnTo>
                          <a:lnTo>
                            <a:pt x="51" y="737"/>
                          </a:lnTo>
                          <a:lnTo>
                            <a:pt x="53" y="782"/>
                          </a:lnTo>
                          <a:lnTo>
                            <a:pt x="56" y="823"/>
                          </a:lnTo>
                          <a:lnTo>
                            <a:pt x="58" y="742"/>
                          </a:lnTo>
                          <a:lnTo>
                            <a:pt x="60" y="789"/>
                          </a:lnTo>
                          <a:lnTo>
                            <a:pt x="63" y="817"/>
                          </a:lnTo>
                          <a:lnTo>
                            <a:pt x="65" y="777"/>
                          </a:lnTo>
                          <a:lnTo>
                            <a:pt x="68" y="802"/>
                          </a:lnTo>
                          <a:lnTo>
                            <a:pt x="70" y="824"/>
                          </a:lnTo>
                          <a:lnTo>
                            <a:pt x="72" y="793"/>
                          </a:lnTo>
                          <a:lnTo>
                            <a:pt x="75" y="815"/>
                          </a:lnTo>
                          <a:lnTo>
                            <a:pt x="77" y="842"/>
                          </a:lnTo>
                          <a:lnTo>
                            <a:pt x="80" y="805"/>
                          </a:lnTo>
                          <a:lnTo>
                            <a:pt x="82" y="824"/>
                          </a:lnTo>
                          <a:lnTo>
                            <a:pt x="84" y="823"/>
                          </a:lnTo>
                          <a:lnTo>
                            <a:pt x="87" y="813"/>
                          </a:lnTo>
                          <a:lnTo>
                            <a:pt x="89" y="832"/>
                          </a:lnTo>
                          <a:lnTo>
                            <a:pt x="92" y="805"/>
                          </a:lnTo>
                          <a:lnTo>
                            <a:pt x="94" y="821"/>
                          </a:lnTo>
                          <a:lnTo>
                            <a:pt x="96" y="850"/>
                          </a:lnTo>
                          <a:lnTo>
                            <a:pt x="99" y="797"/>
                          </a:lnTo>
                          <a:lnTo>
                            <a:pt x="101" y="825"/>
                          </a:lnTo>
                          <a:lnTo>
                            <a:pt x="104" y="861"/>
                          </a:lnTo>
                          <a:lnTo>
                            <a:pt x="106" y="783"/>
                          </a:lnTo>
                          <a:lnTo>
                            <a:pt x="108" y="823"/>
                          </a:lnTo>
                          <a:lnTo>
                            <a:pt x="111" y="829"/>
                          </a:lnTo>
                          <a:lnTo>
                            <a:pt x="113" y="803"/>
                          </a:lnTo>
                          <a:lnTo>
                            <a:pt x="115" y="831"/>
                          </a:lnTo>
                          <a:lnTo>
                            <a:pt x="118" y="786"/>
                          </a:lnTo>
                          <a:lnTo>
                            <a:pt x="120" y="805"/>
                          </a:lnTo>
                          <a:lnTo>
                            <a:pt x="123" y="821"/>
                          </a:lnTo>
                          <a:lnTo>
                            <a:pt x="125" y="793"/>
                          </a:lnTo>
                          <a:lnTo>
                            <a:pt x="128" y="807"/>
                          </a:lnTo>
                          <a:lnTo>
                            <a:pt x="130" y="743"/>
                          </a:lnTo>
                          <a:lnTo>
                            <a:pt x="132" y="777"/>
                          </a:lnTo>
                          <a:lnTo>
                            <a:pt x="135" y="789"/>
                          </a:lnTo>
                          <a:lnTo>
                            <a:pt x="137" y="738"/>
                          </a:lnTo>
                          <a:lnTo>
                            <a:pt x="140" y="784"/>
                          </a:lnTo>
                          <a:lnTo>
                            <a:pt x="142" y="721"/>
                          </a:lnTo>
                          <a:lnTo>
                            <a:pt x="144" y="748"/>
                          </a:lnTo>
                          <a:lnTo>
                            <a:pt x="147" y="800"/>
                          </a:lnTo>
                          <a:lnTo>
                            <a:pt x="149" y="716"/>
                          </a:lnTo>
                          <a:lnTo>
                            <a:pt x="152" y="752"/>
                          </a:lnTo>
                          <a:lnTo>
                            <a:pt x="154" y="797"/>
                          </a:lnTo>
                          <a:lnTo>
                            <a:pt x="156" y="721"/>
                          </a:lnTo>
                          <a:lnTo>
                            <a:pt x="159" y="752"/>
                          </a:lnTo>
                          <a:lnTo>
                            <a:pt x="161" y="784"/>
                          </a:lnTo>
                          <a:lnTo>
                            <a:pt x="164" y="728"/>
                          </a:lnTo>
                          <a:lnTo>
                            <a:pt x="166" y="764"/>
                          </a:lnTo>
                          <a:lnTo>
                            <a:pt x="169" y="789"/>
                          </a:lnTo>
                          <a:lnTo>
                            <a:pt x="171" y="716"/>
                          </a:lnTo>
                          <a:lnTo>
                            <a:pt x="173" y="781"/>
                          </a:lnTo>
                          <a:lnTo>
                            <a:pt x="176" y="782"/>
                          </a:lnTo>
                          <a:lnTo>
                            <a:pt x="178" y="724"/>
                          </a:lnTo>
                          <a:lnTo>
                            <a:pt x="181" y="790"/>
                          </a:lnTo>
                          <a:lnTo>
                            <a:pt x="183" y="777"/>
                          </a:lnTo>
                          <a:lnTo>
                            <a:pt x="185" y="805"/>
                          </a:lnTo>
                          <a:lnTo>
                            <a:pt x="188" y="740"/>
                          </a:lnTo>
                          <a:lnTo>
                            <a:pt x="190" y="759"/>
                          </a:lnTo>
                          <a:lnTo>
                            <a:pt x="193" y="826"/>
                          </a:lnTo>
                          <a:lnTo>
                            <a:pt x="195" y="731"/>
                          </a:lnTo>
                          <a:lnTo>
                            <a:pt x="197" y="761"/>
                          </a:lnTo>
                          <a:lnTo>
                            <a:pt x="200" y="828"/>
                          </a:lnTo>
                          <a:lnTo>
                            <a:pt x="202" y="779"/>
                          </a:lnTo>
                          <a:lnTo>
                            <a:pt x="205" y="743"/>
                          </a:lnTo>
                          <a:lnTo>
                            <a:pt x="207" y="808"/>
                          </a:lnTo>
                          <a:lnTo>
                            <a:pt x="209" y="809"/>
                          </a:lnTo>
                          <a:lnTo>
                            <a:pt x="212" y="735"/>
                          </a:lnTo>
                          <a:lnTo>
                            <a:pt x="214" y="797"/>
                          </a:lnTo>
                          <a:lnTo>
                            <a:pt x="217" y="808"/>
                          </a:lnTo>
                          <a:lnTo>
                            <a:pt x="219" y="745"/>
                          </a:lnTo>
                          <a:lnTo>
                            <a:pt x="222" y="790"/>
                          </a:lnTo>
                          <a:lnTo>
                            <a:pt x="224" y="807"/>
                          </a:lnTo>
                          <a:lnTo>
                            <a:pt x="226" y="760"/>
                          </a:lnTo>
                          <a:lnTo>
                            <a:pt x="229" y="770"/>
                          </a:lnTo>
                          <a:lnTo>
                            <a:pt x="231" y="795"/>
                          </a:lnTo>
                          <a:lnTo>
                            <a:pt x="234" y="768"/>
                          </a:lnTo>
                          <a:lnTo>
                            <a:pt x="236" y="747"/>
                          </a:lnTo>
                          <a:lnTo>
                            <a:pt x="238" y="783"/>
                          </a:lnTo>
                          <a:lnTo>
                            <a:pt x="241" y="768"/>
                          </a:lnTo>
                          <a:lnTo>
                            <a:pt x="243" y="806"/>
                          </a:lnTo>
                          <a:lnTo>
                            <a:pt x="246" y="770"/>
                          </a:lnTo>
                          <a:lnTo>
                            <a:pt x="248" y="748"/>
                          </a:lnTo>
                          <a:lnTo>
                            <a:pt x="250" y="791"/>
                          </a:lnTo>
                          <a:lnTo>
                            <a:pt x="253" y="762"/>
                          </a:lnTo>
                          <a:lnTo>
                            <a:pt x="255" y="754"/>
                          </a:lnTo>
                          <a:lnTo>
                            <a:pt x="258" y="783"/>
                          </a:lnTo>
                          <a:lnTo>
                            <a:pt x="260" y="752"/>
                          </a:lnTo>
                          <a:lnTo>
                            <a:pt x="263" y="748"/>
                          </a:lnTo>
                          <a:lnTo>
                            <a:pt x="265" y="766"/>
                          </a:lnTo>
                          <a:lnTo>
                            <a:pt x="267" y="711"/>
                          </a:lnTo>
                          <a:lnTo>
                            <a:pt x="270" y="765"/>
                          </a:lnTo>
                          <a:lnTo>
                            <a:pt x="272" y="756"/>
                          </a:lnTo>
                          <a:lnTo>
                            <a:pt x="275" y="691"/>
                          </a:lnTo>
                          <a:lnTo>
                            <a:pt x="277" y="733"/>
                          </a:lnTo>
                          <a:lnTo>
                            <a:pt x="279" y="787"/>
                          </a:lnTo>
                          <a:lnTo>
                            <a:pt x="282" y="692"/>
                          </a:lnTo>
                          <a:lnTo>
                            <a:pt x="284" y="720"/>
                          </a:lnTo>
                          <a:lnTo>
                            <a:pt x="287" y="771"/>
                          </a:lnTo>
                          <a:lnTo>
                            <a:pt x="289" y="721"/>
                          </a:lnTo>
                          <a:lnTo>
                            <a:pt x="291" y="726"/>
                          </a:lnTo>
                          <a:lnTo>
                            <a:pt x="294" y="760"/>
                          </a:lnTo>
                          <a:lnTo>
                            <a:pt x="296" y="697"/>
                          </a:lnTo>
                          <a:lnTo>
                            <a:pt x="299" y="722"/>
                          </a:lnTo>
                          <a:lnTo>
                            <a:pt x="301" y="734"/>
                          </a:lnTo>
                          <a:lnTo>
                            <a:pt x="303" y="677"/>
                          </a:lnTo>
                          <a:lnTo>
                            <a:pt x="306" y="724"/>
                          </a:lnTo>
                          <a:lnTo>
                            <a:pt x="308" y="729"/>
                          </a:lnTo>
                          <a:lnTo>
                            <a:pt x="311" y="674"/>
                          </a:lnTo>
                          <a:lnTo>
                            <a:pt x="313" y="720"/>
                          </a:lnTo>
                          <a:lnTo>
                            <a:pt x="315" y="738"/>
                          </a:lnTo>
                          <a:lnTo>
                            <a:pt x="318" y="705"/>
                          </a:lnTo>
                          <a:lnTo>
                            <a:pt x="320" y="727"/>
                          </a:lnTo>
                          <a:lnTo>
                            <a:pt x="323" y="739"/>
                          </a:lnTo>
                          <a:lnTo>
                            <a:pt x="325" y="775"/>
                          </a:lnTo>
                          <a:lnTo>
                            <a:pt x="327" y="733"/>
                          </a:lnTo>
                          <a:lnTo>
                            <a:pt x="330" y="717"/>
                          </a:lnTo>
                          <a:lnTo>
                            <a:pt x="332" y="774"/>
                          </a:lnTo>
                          <a:lnTo>
                            <a:pt x="335" y="762"/>
                          </a:lnTo>
                          <a:lnTo>
                            <a:pt x="337" y="733"/>
                          </a:lnTo>
                          <a:lnTo>
                            <a:pt x="339" y="766"/>
                          </a:lnTo>
                          <a:lnTo>
                            <a:pt x="342" y="797"/>
                          </a:lnTo>
                          <a:lnTo>
                            <a:pt x="344" y="712"/>
                          </a:lnTo>
                          <a:lnTo>
                            <a:pt x="347" y="748"/>
                          </a:lnTo>
                          <a:lnTo>
                            <a:pt x="349" y="764"/>
                          </a:lnTo>
                          <a:lnTo>
                            <a:pt x="351" y="713"/>
                          </a:lnTo>
                          <a:lnTo>
                            <a:pt x="354" y="716"/>
                          </a:lnTo>
                          <a:lnTo>
                            <a:pt x="356" y="739"/>
                          </a:lnTo>
                          <a:lnTo>
                            <a:pt x="358" y="747"/>
                          </a:lnTo>
                          <a:lnTo>
                            <a:pt x="361" y="779"/>
                          </a:lnTo>
                          <a:lnTo>
                            <a:pt x="363" y="811"/>
                          </a:lnTo>
                          <a:lnTo>
                            <a:pt x="366" y="857"/>
                          </a:lnTo>
                          <a:lnTo>
                            <a:pt x="368" y="877"/>
                          </a:lnTo>
                          <a:lnTo>
                            <a:pt x="370" y="893"/>
                          </a:lnTo>
                          <a:lnTo>
                            <a:pt x="373" y="912"/>
                          </a:lnTo>
                          <a:lnTo>
                            <a:pt x="375" y="919"/>
                          </a:lnTo>
                          <a:lnTo>
                            <a:pt x="378" y="923"/>
                          </a:lnTo>
                          <a:lnTo>
                            <a:pt x="380" y="929"/>
                          </a:lnTo>
                          <a:lnTo>
                            <a:pt x="382" y="938"/>
                          </a:lnTo>
                          <a:lnTo>
                            <a:pt x="385" y="944"/>
                          </a:lnTo>
                          <a:lnTo>
                            <a:pt x="387" y="947"/>
                          </a:lnTo>
                          <a:lnTo>
                            <a:pt x="390" y="952"/>
                          </a:lnTo>
                          <a:lnTo>
                            <a:pt x="392" y="952"/>
                          </a:lnTo>
                          <a:lnTo>
                            <a:pt x="395" y="955"/>
                          </a:lnTo>
                          <a:lnTo>
                            <a:pt x="397" y="957"/>
                          </a:lnTo>
                          <a:lnTo>
                            <a:pt x="399" y="960"/>
                          </a:lnTo>
                          <a:lnTo>
                            <a:pt x="402" y="955"/>
                          </a:lnTo>
                          <a:lnTo>
                            <a:pt x="404" y="951"/>
                          </a:lnTo>
                          <a:lnTo>
                            <a:pt x="407" y="951"/>
                          </a:lnTo>
                          <a:lnTo>
                            <a:pt x="409" y="951"/>
                          </a:lnTo>
                          <a:lnTo>
                            <a:pt x="411" y="947"/>
                          </a:lnTo>
                          <a:lnTo>
                            <a:pt x="414" y="948"/>
                          </a:lnTo>
                          <a:lnTo>
                            <a:pt x="416" y="947"/>
                          </a:lnTo>
                          <a:lnTo>
                            <a:pt x="419" y="948"/>
                          </a:lnTo>
                          <a:lnTo>
                            <a:pt x="421" y="948"/>
                          </a:lnTo>
                          <a:lnTo>
                            <a:pt x="423" y="949"/>
                          </a:lnTo>
                          <a:lnTo>
                            <a:pt x="426" y="949"/>
                          </a:lnTo>
                          <a:lnTo>
                            <a:pt x="428" y="950"/>
                          </a:lnTo>
                          <a:lnTo>
                            <a:pt x="431" y="948"/>
                          </a:lnTo>
                          <a:lnTo>
                            <a:pt x="433" y="949"/>
                          </a:lnTo>
                          <a:lnTo>
                            <a:pt x="436" y="944"/>
                          </a:lnTo>
                          <a:lnTo>
                            <a:pt x="438" y="942"/>
                          </a:lnTo>
                          <a:lnTo>
                            <a:pt x="440" y="940"/>
                          </a:lnTo>
                          <a:lnTo>
                            <a:pt x="443" y="936"/>
                          </a:lnTo>
                          <a:lnTo>
                            <a:pt x="445" y="939"/>
                          </a:lnTo>
                          <a:lnTo>
                            <a:pt x="448" y="939"/>
                          </a:lnTo>
                          <a:lnTo>
                            <a:pt x="450" y="936"/>
                          </a:lnTo>
                          <a:lnTo>
                            <a:pt x="452" y="938"/>
                          </a:lnTo>
                          <a:lnTo>
                            <a:pt x="455" y="938"/>
                          </a:lnTo>
                          <a:lnTo>
                            <a:pt x="457" y="938"/>
                          </a:lnTo>
                          <a:lnTo>
                            <a:pt x="460" y="939"/>
                          </a:lnTo>
                          <a:lnTo>
                            <a:pt x="462" y="935"/>
                          </a:lnTo>
                          <a:lnTo>
                            <a:pt x="464" y="936"/>
                          </a:lnTo>
                          <a:lnTo>
                            <a:pt x="467" y="934"/>
                          </a:lnTo>
                          <a:lnTo>
                            <a:pt x="469" y="932"/>
                          </a:lnTo>
                          <a:lnTo>
                            <a:pt x="472" y="931"/>
                          </a:lnTo>
                          <a:lnTo>
                            <a:pt x="474" y="929"/>
                          </a:lnTo>
                          <a:lnTo>
                            <a:pt x="476" y="926"/>
                          </a:lnTo>
                          <a:lnTo>
                            <a:pt x="479" y="925"/>
                          </a:lnTo>
                          <a:lnTo>
                            <a:pt x="481" y="926"/>
                          </a:lnTo>
                          <a:lnTo>
                            <a:pt x="484" y="925"/>
                          </a:lnTo>
                          <a:lnTo>
                            <a:pt x="486" y="924"/>
                          </a:lnTo>
                          <a:close/>
                        </a:path>
                      </a:pathLst>
                    </a:custGeom>
                    <a:solidFill>
                      <a:srgbClr val="FF00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10" name="Freeform 30">
                      <a:extLst>
                        <a:ext uri="{FF2B5EF4-FFF2-40B4-BE49-F238E27FC236}">
                          <a16:creationId xmlns:a16="http://schemas.microsoft.com/office/drawing/2014/main" id="{CB407562-4A8A-4D42-8A6C-DD9575C2326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402057" y="2625725"/>
                      <a:ext cx="3438525" cy="1390650"/>
                    </a:xfrm>
                    <a:custGeom>
                      <a:avLst/>
                      <a:gdLst>
                        <a:gd name="T0" fmla="*/ 34 w 2166"/>
                        <a:gd name="T1" fmla="*/ 683 h 876"/>
                        <a:gd name="T2" fmla="*/ 70 w 2166"/>
                        <a:gd name="T3" fmla="*/ 688 h 876"/>
                        <a:gd name="T4" fmla="*/ 106 w 2166"/>
                        <a:gd name="T5" fmla="*/ 634 h 876"/>
                        <a:gd name="T6" fmla="*/ 142 w 2166"/>
                        <a:gd name="T7" fmla="*/ 614 h 876"/>
                        <a:gd name="T8" fmla="*/ 178 w 2166"/>
                        <a:gd name="T9" fmla="*/ 641 h 876"/>
                        <a:gd name="T10" fmla="*/ 214 w 2166"/>
                        <a:gd name="T11" fmla="*/ 663 h 876"/>
                        <a:gd name="T12" fmla="*/ 250 w 2166"/>
                        <a:gd name="T13" fmla="*/ 647 h 876"/>
                        <a:gd name="T14" fmla="*/ 287 w 2166"/>
                        <a:gd name="T15" fmla="*/ 640 h 876"/>
                        <a:gd name="T16" fmla="*/ 323 w 2166"/>
                        <a:gd name="T17" fmla="*/ 627 h 876"/>
                        <a:gd name="T18" fmla="*/ 358 w 2166"/>
                        <a:gd name="T19" fmla="*/ 635 h 876"/>
                        <a:gd name="T20" fmla="*/ 395 w 2166"/>
                        <a:gd name="T21" fmla="*/ 866 h 876"/>
                        <a:gd name="T22" fmla="*/ 431 w 2166"/>
                        <a:gd name="T23" fmla="*/ 873 h 876"/>
                        <a:gd name="T24" fmla="*/ 467 w 2166"/>
                        <a:gd name="T25" fmla="*/ 855 h 876"/>
                        <a:gd name="T26" fmla="*/ 503 w 2166"/>
                        <a:gd name="T27" fmla="*/ 832 h 876"/>
                        <a:gd name="T28" fmla="*/ 539 w 2166"/>
                        <a:gd name="T29" fmla="*/ 811 h 876"/>
                        <a:gd name="T30" fmla="*/ 575 w 2166"/>
                        <a:gd name="T31" fmla="*/ 797 h 876"/>
                        <a:gd name="T32" fmla="*/ 611 w 2166"/>
                        <a:gd name="T33" fmla="*/ 785 h 876"/>
                        <a:gd name="T34" fmla="*/ 647 w 2166"/>
                        <a:gd name="T35" fmla="*/ 769 h 876"/>
                        <a:gd name="T36" fmla="*/ 683 w 2166"/>
                        <a:gd name="T37" fmla="*/ 757 h 876"/>
                        <a:gd name="T38" fmla="*/ 719 w 2166"/>
                        <a:gd name="T39" fmla="*/ 752 h 876"/>
                        <a:gd name="T40" fmla="*/ 756 w 2166"/>
                        <a:gd name="T41" fmla="*/ 747 h 876"/>
                        <a:gd name="T42" fmla="*/ 792 w 2166"/>
                        <a:gd name="T43" fmla="*/ 743 h 876"/>
                        <a:gd name="T44" fmla="*/ 828 w 2166"/>
                        <a:gd name="T45" fmla="*/ 740 h 876"/>
                        <a:gd name="T46" fmla="*/ 864 w 2166"/>
                        <a:gd name="T47" fmla="*/ 740 h 876"/>
                        <a:gd name="T48" fmla="*/ 900 w 2166"/>
                        <a:gd name="T49" fmla="*/ 738 h 876"/>
                        <a:gd name="T50" fmla="*/ 936 w 2166"/>
                        <a:gd name="T51" fmla="*/ 736 h 876"/>
                        <a:gd name="T52" fmla="*/ 972 w 2166"/>
                        <a:gd name="T53" fmla="*/ 733 h 876"/>
                        <a:gd name="T54" fmla="*/ 1008 w 2166"/>
                        <a:gd name="T55" fmla="*/ 732 h 876"/>
                        <a:gd name="T56" fmla="*/ 1044 w 2166"/>
                        <a:gd name="T57" fmla="*/ 729 h 876"/>
                        <a:gd name="T58" fmla="*/ 1080 w 2166"/>
                        <a:gd name="T59" fmla="*/ 726 h 876"/>
                        <a:gd name="T60" fmla="*/ 1116 w 2166"/>
                        <a:gd name="T61" fmla="*/ 717 h 876"/>
                        <a:gd name="T62" fmla="*/ 1152 w 2166"/>
                        <a:gd name="T63" fmla="*/ 715 h 876"/>
                        <a:gd name="T64" fmla="*/ 1188 w 2166"/>
                        <a:gd name="T65" fmla="*/ 713 h 876"/>
                        <a:gd name="T66" fmla="*/ 1224 w 2166"/>
                        <a:gd name="T67" fmla="*/ 705 h 876"/>
                        <a:gd name="T68" fmla="*/ 1261 w 2166"/>
                        <a:gd name="T69" fmla="*/ 703 h 876"/>
                        <a:gd name="T70" fmla="*/ 1297 w 2166"/>
                        <a:gd name="T71" fmla="*/ 698 h 876"/>
                        <a:gd name="T72" fmla="*/ 1333 w 2166"/>
                        <a:gd name="T73" fmla="*/ 694 h 876"/>
                        <a:gd name="T74" fmla="*/ 1369 w 2166"/>
                        <a:gd name="T75" fmla="*/ 689 h 876"/>
                        <a:gd name="T76" fmla="*/ 1405 w 2166"/>
                        <a:gd name="T77" fmla="*/ 692 h 876"/>
                        <a:gd name="T78" fmla="*/ 1441 w 2166"/>
                        <a:gd name="T79" fmla="*/ 687 h 876"/>
                        <a:gd name="T80" fmla="*/ 1477 w 2166"/>
                        <a:gd name="T81" fmla="*/ 678 h 876"/>
                        <a:gd name="T82" fmla="*/ 1513 w 2166"/>
                        <a:gd name="T83" fmla="*/ 677 h 876"/>
                        <a:gd name="T84" fmla="*/ 1549 w 2166"/>
                        <a:gd name="T85" fmla="*/ 677 h 876"/>
                        <a:gd name="T86" fmla="*/ 1585 w 2166"/>
                        <a:gd name="T87" fmla="*/ 429 h 876"/>
                        <a:gd name="T88" fmla="*/ 1621 w 2166"/>
                        <a:gd name="T89" fmla="*/ 143 h 876"/>
                        <a:gd name="T90" fmla="*/ 1657 w 2166"/>
                        <a:gd name="T91" fmla="*/ 50 h 876"/>
                        <a:gd name="T92" fmla="*/ 1693 w 2166"/>
                        <a:gd name="T93" fmla="*/ 12 h 876"/>
                        <a:gd name="T94" fmla="*/ 1730 w 2166"/>
                        <a:gd name="T95" fmla="*/ 78 h 876"/>
                        <a:gd name="T96" fmla="*/ 1766 w 2166"/>
                        <a:gd name="T97" fmla="*/ 140 h 876"/>
                        <a:gd name="T98" fmla="*/ 1802 w 2166"/>
                        <a:gd name="T99" fmla="*/ 212 h 876"/>
                        <a:gd name="T100" fmla="*/ 1838 w 2166"/>
                        <a:gd name="T101" fmla="*/ 275 h 876"/>
                        <a:gd name="T102" fmla="*/ 1874 w 2166"/>
                        <a:gd name="T103" fmla="*/ 377 h 876"/>
                        <a:gd name="T104" fmla="*/ 1910 w 2166"/>
                        <a:gd name="T105" fmla="*/ 413 h 876"/>
                        <a:gd name="T106" fmla="*/ 1946 w 2166"/>
                        <a:gd name="T107" fmla="*/ 464 h 876"/>
                        <a:gd name="T108" fmla="*/ 1982 w 2166"/>
                        <a:gd name="T109" fmla="*/ 507 h 876"/>
                        <a:gd name="T110" fmla="*/ 2018 w 2166"/>
                        <a:gd name="T111" fmla="*/ 536 h 876"/>
                        <a:gd name="T112" fmla="*/ 2054 w 2166"/>
                        <a:gd name="T113" fmla="*/ 581 h 876"/>
                        <a:gd name="T114" fmla="*/ 2091 w 2166"/>
                        <a:gd name="T115" fmla="*/ 595 h 876"/>
                        <a:gd name="T116" fmla="*/ 2127 w 2166"/>
                        <a:gd name="T117" fmla="*/ 612 h 876"/>
                        <a:gd name="T118" fmla="*/ 2163 w 2166"/>
                        <a:gd name="T119" fmla="*/ 668 h 8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66" h="876">
                          <a:moveTo>
                            <a:pt x="0" y="669"/>
                          </a:moveTo>
                          <a:lnTo>
                            <a:pt x="3" y="648"/>
                          </a:lnTo>
                          <a:lnTo>
                            <a:pt x="5" y="679"/>
                          </a:lnTo>
                          <a:lnTo>
                            <a:pt x="8" y="673"/>
                          </a:lnTo>
                          <a:lnTo>
                            <a:pt x="10" y="637"/>
                          </a:lnTo>
                          <a:lnTo>
                            <a:pt x="12" y="677"/>
                          </a:lnTo>
                          <a:lnTo>
                            <a:pt x="15" y="666"/>
                          </a:lnTo>
                          <a:lnTo>
                            <a:pt x="17" y="644"/>
                          </a:lnTo>
                          <a:lnTo>
                            <a:pt x="20" y="663"/>
                          </a:lnTo>
                          <a:lnTo>
                            <a:pt x="22" y="642"/>
                          </a:lnTo>
                          <a:lnTo>
                            <a:pt x="24" y="653"/>
                          </a:lnTo>
                          <a:lnTo>
                            <a:pt x="27" y="654"/>
                          </a:lnTo>
                          <a:lnTo>
                            <a:pt x="29" y="621"/>
                          </a:lnTo>
                          <a:lnTo>
                            <a:pt x="32" y="649"/>
                          </a:lnTo>
                          <a:lnTo>
                            <a:pt x="34" y="683"/>
                          </a:lnTo>
                          <a:lnTo>
                            <a:pt x="36" y="624"/>
                          </a:lnTo>
                          <a:lnTo>
                            <a:pt x="39" y="647"/>
                          </a:lnTo>
                          <a:lnTo>
                            <a:pt x="41" y="687"/>
                          </a:lnTo>
                          <a:lnTo>
                            <a:pt x="44" y="623"/>
                          </a:lnTo>
                          <a:lnTo>
                            <a:pt x="46" y="652"/>
                          </a:lnTo>
                          <a:lnTo>
                            <a:pt x="48" y="693"/>
                          </a:lnTo>
                          <a:lnTo>
                            <a:pt x="51" y="609"/>
                          </a:lnTo>
                          <a:lnTo>
                            <a:pt x="53" y="648"/>
                          </a:lnTo>
                          <a:lnTo>
                            <a:pt x="56" y="692"/>
                          </a:lnTo>
                          <a:lnTo>
                            <a:pt x="58" y="602"/>
                          </a:lnTo>
                          <a:lnTo>
                            <a:pt x="60" y="645"/>
                          </a:lnTo>
                          <a:lnTo>
                            <a:pt x="63" y="687"/>
                          </a:lnTo>
                          <a:lnTo>
                            <a:pt x="65" y="628"/>
                          </a:lnTo>
                          <a:lnTo>
                            <a:pt x="68" y="653"/>
                          </a:lnTo>
                          <a:lnTo>
                            <a:pt x="70" y="688"/>
                          </a:lnTo>
                          <a:lnTo>
                            <a:pt x="72" y="678"/>
                          </a:lnTo>
                          <a:lnTo>
                            <a:pt x="75" y="656"/>
                          </a:lnTo>
                          <a:lnTo>
                            <a:pt x="77" y="687"/>
                          </a:lnTo>
                          <a:lnTo>
                            <a:pt x="80" y="706"/>
                          </a:lnTo>
                          <a:lnTo>
                            <a:pt x="82" y="654"/>
                          </a:lnTo>
                          <a:lnTo>
                            <a:pt x="84" y="680"/>
                          </a:lnTo>
                          <a:lnTo>
                            <a:pt x="87" y="712"/>
                          </a:lnTo>
                          <a:lnTo>
                            <a:pt x="89" y="657"/>
                          </a:lnTo>
                          <a:lnTo>
                            <a:pt x="92" y="672"/>
                          </a:lnTo>
                          <a:lnTo>
                            <a:pt x="94" y="707"/>
                          </a:lnTo>
                          <a:lnTo>
                            <a:pt x="96" y="704"/>
                          </a:lnTo>
                          <a:lnTo>
                            <a:pt x="99" y="660"/>
                          </a:lnTo>
                          <a:lnTo>
                            <a:pt x="101" y="692"/>
                          </a:lnTo>
                          <a:lnTo>
                            <a:pt x="104" y="733"/>
                          </a:lnTo>
                          <a:lnTo>
                            <a:pt x="106" y="634"/>
                          </a:lnTo>
                          <a:lnTo>
                            <a:pt x="108" y="678"/>
                          </a:lnTo>
                          <a:lnTo>
                            <a:pt x="111" y="714"/>
                          </a:lnTo>
                          <a:lnTo>
                            <a:pt x="113" y="656"/>
                          </a:lnTo>
                          <a:lnTo>
                            <a:pt x="115" y="678"/>
                          </a:lnTo>
                          <a:lnTo>
                            <a:pt x="118" y="683"/>
                          </a:lnTo>
                          <a:lnTo>
                            <a:pt x="120" y="673"/>
                          </a:lnTo>
                          <a:lnTo>
                            <a:pt x="123" y="671"/>
                          </a:lnTo>
                          <a:lnTo>
                            <a:pt x="125" y="677"/>
                          </a:lnTo>
                          <a:lnTo>
                            <a:pt x="128" y="660"/>
                          </a:lnTo>
                          <a:lnTo>
                            <a:pt x="130" y="626"/>
                          </a:lnTo>
                          <a:lnTo>
                            <a:pt x="132" y="658"/>
                          </a:lnTo>
                          <a:lnTo>
                            <a:pt x="135" y="646"/>
                          </a:lnTo>
                          <a:lnTo>
                            <a:pt x="137" y="611"/>
                          </a:lnTo>
                          <a:lnTo>
                            <a:pt x="140" y="654"/>
                          </a:lnTo>
                          <a:lnTo>
                            <a:pt x="142" y="614"/>
                          </a:lnTo>
                          <a:lnTo>
                            <a:pt x="144" y="605"/>
                          </a:lnTo>
                          <a:lnTo>
                            <a:pt x="147" y="650"/>
                          </a:lnTo>
                          <a:lnTo>
                            <a:pt x="149" y="613"/>
                          </a:lnTo>
                          <a:lnTo>
                            <a:pt x="152" y="614"/>
                          </a:lnTo>
                          <a:lnTo>
                            <a:pt x="154" y="641"/>
                          </a:lnTo>
                          <a:lnTo>
                            <a:pt x="156" y="618"/>
                          </a:lnTo>
                          <a:lnTo>
                            <a:pt x="159" y="647"/>
                          </a:lnTo>
                          <a:lnTo>
                            <a:pt x="161" y="621"/>
                          </a:lnTo>
                          <a:lnTo>
                            <a:pt x="164" y="620"/>
                          </a:lnTo>
                          <a:lnTo>
                            <a:pt x="166" y="652"/>
                          </a:lnTo>
                          <a:lnTo>
                            <a:pt x="169" y="630"/>
                          </a:lnTo>
                          <a:lnTo>
                            <a:pt x="171" y="623"/>
                          </a:lnTo>
                          <a:lnTo>
                            <a:pt x="173" y="638"/>
                          </a:lnTo>
                          <a:lnTo>
                            <a:pt x="176" y="638"/>
                          </a:lnTo>
                          <a:lnTo>
                            <a:pt x="178" y="641"/>
                          </a:lnTo>
                          <a:lnTo>
                            <a:pt x="181" y="641"/>
                          </a:lnTo>
                          <a:lnTo>
                            <a:pt x="183" y="649"/>
                          </a:lnTo>
                          <a:lnTo>
                            <a:pt x="185" y="681"/>
                          </a:lnTo>
                          <a:lnTo>
                            <a:pt x="188" y="632"/>
                          </a:lnTo>
                          <a:lnTo>
                            <a:pt x="190" y="655"/>
                          </a:lnTo>
                          <a:lnTo>
                            <a:pt x="193" y="670"/>
                          </a:lnTo>
                          <a:lnTo>
                            <a:pt x="195" y="632"/>
                          </a:lnTo>
                          <a:lnTo>
                            <a:pt x="197" y="667"/>
                          </a:lnTo>
                          <a:lnTo>
                            <a:pt x="200" y="670"/>
                          </a:lnTo>
                          <a:lnTo>
                            <a:pt x="202" y="653"/>
                          </a:lnTo>
                          <a:lnTo>
                            <a:pt x="205" y="666"/>
                          </a:lnTo>
                          <a:lnTo>
                            <a:pt x="207" y="668"/>
                          </a:lnTo>
                          <a:lnTo>
                            <a:pt x="209" y="661"/>
                          </a:lnTo>
                          <a:lnTo>
                            <a:pt x="212" y="660"/>
                          </a:lnTo>
                          <a:lnTo>
                            <a:pt x="214" y="663"/>
                          </a:lnTo>
                          <a:lnTo>
                            <a:pt x="217" y="660"/>
                          </a:lnTo>
                          <a:lnTo>
                            <a:pt x="219" y="658"/>
                          </a:lnTo>
                          <a:lnTo>
                            <a:pt x="222" y="666"/>
                          </a:lnTo>
                          <a:lnTo>
                            <a:pt x="224" y="659"/>
                          </a:lnTo>
                          <a:lnTo>
                            <a:pt x="226" y="660"/>
                          </a:lnTo>
                          <a:lnTo>
                            <a:pt x="229" y="658"/>
                          </a:lnTo>
                          <a:lnTo>
                            <a:pt x="231" y="657"/>
                          </a:lnTo>
                          <a:lnTo>
                            <a:pt x="234" y="656"/>
                          </a:lnTo>
                          <a:lnTo>
                            <a:pt x="236" y="660"/>
                          </a:lnTo>
                          <a:lnTo>
                            <a:pt x="238" y="657"/>
                          </a:lnTo>
                          <a:lnTo>
                            <a:pt x="241" y="650"/>
                          </a:lnTo>
                          <a:lnTo>
                            <a:pt x="243" y="681"/>
                          </a:lnTo>
                          <a:lnTo>
                            <a:pt x="246" y="649"/>
                          </a:lnTo>
                          <a:lnTo>
                            <a:pt x="248" y="635"/>
                          </a:lnTo>
                          <a:lnTo>
                            <a:pt x="250" y="647"/>
                          </a:lnTo>
                          <a:lnTo>
                            <a:pt x="253" y="646"/>
                          </a:lnTo>
                          <a:lnTo>
                            <a:pt x="255" y="631"/>
                          </a:lnTo>
                          <a:lnTo>
                            <a:pt x="258" y="639"/>
                          </a:lnTo>
                          <a:lnTo>
                            <a:pt x="260" y="641"/>
                          </a:lnTo>
                          <a:lnTo>
                            <a:pt x="263" y="658"/>
                          </a:lnTo>
                          <a:lnTo>
                            <a:pt x="265" y="643"/>
                          </a:lnTo>
                          <a:lnTo>
                            <a:pt x="267" y="623"/>
                          </a:lnTo>
                          <a:lnTo>
                            <a:pt x="270" y="665"/>
                          </a:lnTo>
                          <a:lnTo>
                            <a:pt x="272" y="628"/>
                          </a:lnTo>
                          <a:lnTo>
                            <a:pt x="275" y="620"/>
                          </a:lnTo>
                          <a:lnTo>
                            <a:pt x="277" y="654"/>
                          </a:lnTo>
                          <a:lnTo>
                            <a:pt x="279" y="646"/>
                          </a:lnTo>
                          <a:lnTo>
                            <a:pt x="282" y="619"/>
                          </a:lnTo>
                          <a:lnTo>
                            <a:pt x="284" y="647"/>
                          </a:lnTo>
                          <a:lnTo>
                            <a:pt x="287" y="640"/>
                          </a:lnTo>
                          <a:lnTo>
                            <a:pt x="289" y="625"/>
                          </a:lnTo>
                          <a:lnTo>
                            <a:pt x="291" y="647"/>
                          </a:lnTo>
                          <a:lnTo>
                            <a:pt x="294" y="630"/>
                          </a:lnTo>
                          <a:lnTo>
                            <a:pt x="296" y="608"/>
                          </a:lnTo>
                          <a:lnTo>
                            <a:pt x="299" y="637"/>
                          </a:lnTo>
                          <a:lnTo>
                            <a:pt x="301" y="599"/>
                          </a:lnTo>
                          <a:lnTo>
                            <a:pt x="303" y="589"/>
                          </a:lnTo>
                          <a:lnTo>
                            <a:pt x="306" y="631"/>
                          </a:lnTo>
                          <a:lnTo>
                            <a:pt x="308" y="587"/>
                          </a:lnTo>
                          <a:lnTo>
                            <a:pt x="311" y="582"/>
                          </a:lnTo>
                          <a:lnTo>
                            <a:pt x="313" y="622"/>
                          </a:lnTo>
                          <a:lnTo>
                            <a:pt x="315" y="629"/>
                          </a:lnTo>
                          <a:lnTo>
                            <a:pt x="318" y="588"/>
                          </a:lnTo>
                          <a:lnTo>
                            <a:pt x="320" y="618"/>
                          </a:lnTo>
                          <a:lnTo>
                            <a:pt x="323" y="627"/>
                          </a:lnTo>
                          <a:lnTo>
                            <a:pt x="325" y="669"/>
                          </a:lnTo>
                          <a:lnTo>
                            <a:pt x="327" y="624"/>
                          </a:lnTo>
                          <a:lnTo>
                            <a:pt x="330" y="621"/>
                          </a:lnTo>
                          <a:lnTo>
                            <a:pt x="332" y="674"/>
                          </a:lnTo>
                          <a:lnTo>
                            <a:pt x="335" y="664"/>
                          </a:lnTo>
                          <a:lnTo>
                            <a:pt x="337" y="637"/>
                          </a:lnTo>
                          <a:lnTo>
                            <a:pt x="339" y="678"/>
                          </a:lnTo>
                          <a:lnTo>
                            <a:pt x="342" y="676"/>
                          </a:lnTo>
                          <a:lnTo>
                            <a:pt x="344" y="627"/>
                          </a:lnTo>
                          <a:lnTo>
                            <a:pt x="347" y="672"/>
                          </a:lnTo>
                          <a:lnTo>
                            <a:pt x="349" y="650"/>
                          </a:lnTo>
                          <a:lnTo>
                            <a:pt x="351" y="627"/>
                          </a:lnTo>
                          <a:lnTo>
                            <a:pt x="354" y="640"/>
                          </a:lnTo>
                          <a:lnTo>
                            <a:pt x="356" y="651"/>
                          </a:lnTo>
                          <a:lnTo>
                            <a:pt x="358" y="635"/>
                          </a:lnTo>
                          <a:lnTo>
                            <a:pt x="361" y="670"/>
                          </a:lnTo>
                          <a:lnTo>
                            <a:pt x="363" y="699"/>
                          </a:lnTo>
                          <a:lnTo>
                            <a:pt x="366" y="703"/>
                          </a:lnTo>
                          <a:lnTo>
                            <a:pt x="368" y="726"/>
                          </a:lnTo>
                          <a:lnTo>
                            <a:pt x="370" y="752"/>
                          </a:lnTo>
                          <a:lnTo>
                            <a:pt x="373" y="773"/>
                          </a:lnTo>
                          <a:lnTo>
                            <a:pt x="375" y="794"/>
                          </a:lnTo>
                          <a:lnTo>
                            <a:pt x="378" y="804"/>
                          </a:lnTo>
                          <a:lnTo>
                            <a:pt x="380" y="816"/>
                          </a:lnTo>
                          <a:lnTo>
                            <a:pt x="382" y="828"/>
                          </a:lnTo>
                          <a:lnTo>
                            <a:pt x="385" y="841"/>
                          </a:lnTo>
                          <a:lnTo>
                            <a:pt x="387" y="849"/>
                          </a:lnTo>
                          <a:lnTo>
                            <a:pt x="390" y="857"/>
                          </a:lnTo>
                          <a:lnTo>
                            <a:pt x="392" y="863"/>
                          </a:lnTo>
                          <a:lnTo>
                            <a:pt x="395" y="866"/>
                          </a:lnTo>
                          <a:lnTo>
                            <a:pt x="397" y="870"/>
                          </a:lnTo>
                          <a:lnTo>
                            <a:pt x="399" y="875"/>
                          </a:lnTo>
                          <a:lnTo>
                            <a:pt x="402" y="873"/>
                          </a:lnTo>
                          <a:lnTo>
                            <a:pt x="404" y="872"/>
                          </a:lnTo>
                          <a:lnTo>
                            <a:pt x="407" y="874"/>
                          </a:lnTo>
                          <a:lnTo>
                            <a:pt x="409" y="875"/>
                          </a:lnTo>
                          <a:lnTo>
                            <a:pt x="411" y="873"/>
                          </a:lnTo>
                          <a:lnTo>
                            <a:pt x="414" y="873"/>
                          </a:lnTo>
                          <a:lnTo>
                            <a:pt x="416" y="871"/>
                          </a:lnTo>
                          <a:lnTo>
                            <a:pt x="419" y="874"/>
                          </a:lnTo>
                          <a:lnTo>
                            <a:pt x="421" y="874"/>
                          </a:lnTo>
                          <a:lnTo>
                            <a:pt x="423" y="873"/>
                          </a:lnTo>
                          <a:lnTo>
                            <a:pt x="426" y="876"/>
                          </a:lnTo>
                          <a:lnTo>
                            <a:pt x="428" y="874"/>
                          </a:lnTo>
                          <a:lnTo>
                            <a:pt x="431" y="873"/>
                          </a:lnTo>
                          <a:lnTo>
                            <a:pt x="433" y="873"/>
                          </a:lnTo>
                          <a:lnTo>
                            <a:pt x="436" y="870"/>
                          </a:lnTo>
                          <a:lnTo>
                            <a:pt x="438" y="869"/>
                          </a:lnTo>
                          <a:lnTo>
                            <a:pt x="440" y="868"/>
                          </a:lnTo>
                          <a:lnTo>
                            <a:pt x="443" y="864"/>
                          </a:lnTo>
                          <a:lnTo>
                            <a:pt x="445" y="865"/>
                          </a:lnTo>
                          <a:lnTo>
                            <a:pt x="448" y="865"/>
                          </a:lnTo>
                          <a:lnTo>
                            <a:pt x="450" y="862"/>
                          </a:lnTo>
                          <a:lnTo>
                            <a:pt x="452" y="860"/>
                          </a:lnTo>
                          <a:lnTo>
                            <a:pt x="455" y="857"/>
                          </a:lnTo>
                          <a:lnTo>
                            <a:pt x="457" y="854"/>
                          </a:lnTo>
                          <a:lnTo>
                            <a:pt x="460" y="854"/>
                          </a:lnTo>
                          <a:lnTo>
                            <a:pt x="462" y="856"/>
                          </a:lnTo>
                          <a:lnTo>
                            <a:pt x="464" y="857"/>
                          </a:lnTo>
                          <a:lnTo>
                            <a:pt x="467" y="855"/>
                          </a:lnTo>
                          <a:lnTo>
                            <a:pt x="469" y="854"/>
                          </a:lnTo>
                          <a:lnTo>
                            <a:pt x="472" y="853"/>
                          </a:lnTo>
                          <a:lnTo>
                            <a:pt x="474" y="851"/>
                          </a:lnTo>
                          <a:lnTo>
                            <a:pt x="476" y="850"/>
                          </a:lnTo>
                          <a:lnTo>
                            <a:pt x="479" y="848"/>
                          </a:lnTo>
                          <a:lnTo>
                            <a:pt x="481" y="849"/>
                          </a:lnTo>
                          <a:lnTo>
                            <a:pt x="484" y="847"/>
                          </a:lnTo>
                          <a:lnTo>
                            <a:pt x="486" y="847"/>
                          </a:lnTo>
                          <a:lnTo>
                            <a:pt x="489" y="845"/>
                          </a:lnTo>
                          <a:lnTo>
                            <a:pt x="491" y="842"/>
                          </a:lnTo>
                          <a:lnTo>
                            <a:pt x="493" y="840"/>
                          </a:lnTo>
                          <a:lnTo>
                            <a:pt x="496" y="836"/>
                          </a:lnTo>
                          <a:lnTo>
                            <a:pt x="498" y="834"/>
                          </a:lnTo>
                          <a:lnTo>
                            <a:pt x="501" y="833"/>
                          </a:lnTo>
                          <a:lnTo>
                            <a:pt x="503" y="832"/>
                          </a:lnTo>
                          <a:lnTo>
                            <a:pt x="505" y="832"/>
                          </a:lnTo>
                          <a:lnTo>
                            <a:pt x="508" y="832"/>
                          </a:lnTo>
                          <a:lnTo>
                            <a:pt x="510" y="830"/>
                          </a:lnTo>
                          <a:lnTo>
                            <a:pt x="513" y="831"/>
                          </a:lnTo>
                          <a:lnTo>
                            <a:pt x="515" y="830"/>
                          </a:lnTo>
                          <a:lnTo>
                            <a:pt x="517" y="827"/>
                          </a:lnTo>
                          <a:lnTo>
                            <a:pt x="520" y="827"/>
                          </a:lnTo>
                          <a:lnTo>
                            <a:pt x="522" y="824"/>
                          </a:lnTo>
                          <a:lnTo>
                            <a:pt x="525" y="821"/>
                          </a:lnTo>
                          <a:lnTo>
                            <a:pt x="527" y="821"/>
                          </a:lnTo>
                          <a:lnTo>
                            <a:pt x="530" y="818"/>
                          </a:lnTo>
                          <a:lnTo>
                            <a:pt x="532" y="816"/>
                          </a:lnTo>
                          <a:lnTo>
                            <a:pt x="534" y="815"/>
                          </a:lnTo>
                          <a:lnTo>
                            <a:pt x="537" y="812"/>
                          </a:lnTo>
                          <a:lnTo>
                            <a:pt x="539" y="811"/>
                          </a:lnTo>
                          <a:lnTo>
                            <a:pt x="542" y="810"/>
                          </a:lnTo>
                          <a:lnTo>
                            <a:pt x="544" y="808"/>
                          </a:lnTo>
                          <a:lnTo>
                            <a:pt x="546" y="808"/>
                          </a:lnTo>
                          <a:lnTo>
                            <a:pt x="549" y="808"/>
                          </a:lnTo>
                          <a:lnTo>
                            <a:pt x="551" y="807"/>
                          </a:lnTo>
                          <a:lnTo>
                            <a:pt x="554" y="808"/>
                          </a:lnTo>
                          <a:lnTo>
                            <a:pt x="556" y="807"/>
                          </a:lnTo>
                          <a:lnTo>
                            <a:pt x="558" y="807"/>
                          </a:lnTo>
                          <a:lnTo>
                            <a:pt x="561" y="807"/>
                          </a:lnTo>
                          <a:lnTo>
                            <a:pt x="563" y="805"/>
                          </a:lnTo>
                          <a:lnTo>
                            <a:pt x="566" y="803"/>
                          </a:lnTo>
                          <a:lnTo>
                            <a:pt x="568" y="800"/>
                          </a:lnTo>
                          <a:lnTo>
                            <a:pt x="570" y="799"/>
                          </a:lnTo>
                          <a:lnTo>
                            <a:pt x="573" y="797"/>
                          </a:lnTo>
                          <a:lnTo>
                            <a:pt x="575" y="797"/>
                          </a:lnTo>
                          <a:lnTo>
                            <a:pt x="578" y="798"/>
                          </a:lnTo>
                          <a:lnTo>
                            <a:pt x="580" y="797"/>
                          </a:lnTo>
                          <a:lnTo>
                            <a:pt x="582" y="795"/>
                          </a:lnTo>
                          <a:lnTo>
                            <a:pt x="585" y="796"/>
                          </a:lnTo>
                          <a:lnTo>
                            <a:pt x="587" y="794"/>
                          </a:lnTo>
                          <a:lnTo>
                            <a:pt x="590" y="793"/>
                          </a:lnTo>
                          <a:lnTo>
                            <a:pt x="592" y="794"/>
                          </a:lnTo>
                          <a:lnTo>
                            <a:pt x="594" y="792"/>
                          </a:lnTo>
                          <a:lnTo>
                            <a:pt x="597" y="793"/>
                          </a:lnTo>
                          <a:lnTo>
                            <a:pt x="599" y="791"/>
                          </a:lnTo>
                          <a:lnTo>
                            <a:pt x="601" y="788"/>
                          </a:lnTo>
                          <a:lnTo>
                            <a:pt x="604" y="788"/>
                          </a:lnTo>
                          <a:lnTo>
                            <a:pt x="606" y="786"/>
                          </a:lnTo>
                          <a:lnTo>
                            <a:pt x="609" y="785"/>
                          </a:lnTo>
                          <a:lnTo>
                            <a:pt x="611" y="785"/>
                          </a:lnTo>
                          <a:lnTo>
                            <a:pt x="613" y="784"/>
                          </a:lnTo>
                          <a:lnTo>
                            <a:pt x="616" y="785"/>
                          </a:lnTo>
                          <a:lnTo>
                            <a:pt x="618" y="782"/>
                          </a:lnTo>
                          <a:lnTo>
                            <a:pt x="621" y="781"/>
                          </a:lnTo>
                          <a:lnTo>
                            <a:pt x="623" y="780"/>
                          </a:lnTo>
                          <a:lnTo>
                            <a:pt x="625" y="777"/>
                          </a:lnTo>
                          <a:lnTo>
                            <a:pt x="628" y="777"/>
                          </a:lnTo>
                          <a:lnTo>
                            <a:pt x="630" y="777"/>
                          </a:lnTo>
                          <a:lnTo>
                            <a:pt x="633" y="775"/>
                          </a:lnTo>
                          <a:lnTo>
                            <a:pt x="635" y="776"/>
                          </a:lnTo>
                          <a:lnTo>
                            <a:pt x="637" y="775"/>
                          </a:lnTo>
                          <a:lnTo>
                            <a:pt x="640" y="774"/>
                          </a:lnTo>
                          <a:lnTo>
                            <a:pt x="642" y="772"/>
                          </a:lnTo>
                          <a:lnTo>
                            <a:pt x="645" y="769"/>
                          </a:lnTo>
                          <a:lnTo>
                            <a:pt x="647" y="769"/>
                          </a:lnTo>
                          <a:lnTo>
                            <a:pt x="649" y="769"/>
                          </a:lnTo>
                          <a:lnTo>
                            <a:pt x="652" y="769"/>
                          </a:lnTo>
                          <a:lnTo>
                            <a:pt x="654" y="769"/>
                          </a:lnTo>
                          <a:lnTo>
                            <a:pt x="657" y="769"/>
                          </a:lnTo>
                          <a:lnTo>
                            <a:pt x="659" y="769"/>
                          </a:lnTo>
                          <a:lnTo>
                            <a:pt x="662" y="767"/>
                          </a:lnTo>
                          <a:lnTo>
                            <a:pt x="664" y="765"/>
                          </a:lnTo>
                          <a:lnTo>
                            <a:pt x="666" y="765"/>
                          </a:lnTo>
                          <a:lnTo>
                            <a:pt x="669" y="764"/>
                          </a:lnTo>
                          <a:lnTo>
                            <a:pt x="671" y="762"/>
                          </a:lnTo>
                          <a:lnTo>
                            <a:pt x="674" y="761"/>
                          </a:lnTo>
                          <a:lnTo>
                            <a:pt x="676" y="759"/>
                          </a:lnTo>
                          <a:lnTo>
                            <a:pt x="678" y="758"/>
                          </a:lnTo>
                          <a:lnTo>
                            <a:pt x="681" y="759"/>
                          </a:lnTo>
                          <a:lnTo>
                            <a:pt x="683" y="757"/>
                          </a:lnTo>
                          <a:lnTo>
                            <a:pt x="686" y="756"/>
                          </a:lnTo>
                          <a:lnTo>
                            <a:pt x="688" y="756"/>
                          </a:lnTo>
                          <a:lnTo>
                            <a:pt x="690" y="754"/>
                          </a:lnTo>
                          <a:lnTo>
                            <a:pt x="693" y="756"/>
                          </a:lnTo>
                          <a:lnTo>
                            <a:pt x="695" y="755"/>
                          </a:lnTo>
                          <a:lnTo>
                            <a:pt x="698" y="755"/>
                          </a:lnTo>
                          <a:lnTo>
                            <a:pt x="700" y="756"/>
                          </a:lnTo>
                          <a:lnTo>
                            <a:pt x="703" y="756"/>
                          </a:lnTo>
                          <a:lnTo>
                            <a:pt x="705" y="756"/>
                          </a:lnTo>
                          <a:lnTo>
                            <a:pt x="707" y="755"/>
                          </a:lnTo>
                          <a:lnTo>
                            <a:pt x="710" y="754"/>
                          </a:lnTo>
                          <a:lnTo>
                            <a:pt x="712" y="753"/>
                          </a:lnTo>
                          <a:lnTo>
                            <a:pt x="715" y="752"/>
                          </a:lnTo>
                          <a:lnTo>
                            <a:pt x="717" y="753"/>
                          </a:lnTo>
                          <a:lnTo>
                            <a:pt x="719" y="752"/>
                          </a:lnTo>
                          <a:lnTo>
                            <a:pt x="722" y="753"/>
                          </a:lnTo>
                          <a:lnTo>
                            <a:pt x="724" y="752"/>
                          </a:lnTo>
                          <a:lnTo>
                            <a:pt x="727" y="751"/>
                          </a:lnTo>
                          <a:lnTo>
                            <a:pt x="729" y="752"/>
                          </a:lnTo>
                          <a:lnTo>
                            <a:pt x="731" y="751"/>
                          </a:lnTo>
                          <a:lnTo>
                            <a:pt x="734" y="752"/>
                          </a:lnTo>
                          <a:lnTo>
                            <a:pt x="736" y="752"/>
                          </a:lnTo>
                          <a:lnTo>
                            <a:pt x="739" y="751"/>
                          </a:lnTo>
                          <a:lnTo>
                            <a:pt x="741" y="751"/>
                          </a:lnTo>
                          <a:lnTo>
                            <a:pt x="743" y="750"/>
                          </a:lnTo>
                          <a:lnTo>
                            <a:pt x="746" y="748"/>
                          </a:lnTo>
                          <a:lnTo>
                            <a:pt x="748" y="748"/>
                          </a:lnTo>
                          <a:lnTo>
                            <a:pt x="751" y="748"/>
                          </a:lnTo>
                          <a:lnTo>
                            <a:pt x="753" y="746"/>
                          </a:lnTo>
                          <a:lnTo>
                            <a:pt x="756" y="747"/>
                          </a:lnTo>
                          <a:lnTo>
                            <a:pt x="758" y="746"/>
                          </a:lnTo>
                          <a:lnTo>
                            <a:pt x="760" y="745"/>
                          </a:lnTo>
                          <a:lnTo>
                            <a:pt x="763" y="747"/>
                          </a:lnTo>
                          <a:lnTo>
                            <a:pt x="765" y="745"/>
                          </a:lnTo>
                          <a:lnTo>
                            <a:pt x="768" y="745"/>
                          </a:lnTo>
                          <a:lnTo>
                            <a:pt x="770" y="746"/>
                          </a:lnTo>
                          <a:lnTo>
                            <a:pt x="772" y="745"/>
                          </a:lnTo>
                          <a:lnTo>
                            <a:pt x="775" y="746"/>
                          </a:lnTo>
                          <a:lnTo>
                            <a:pt x="777" y="745"/>
                          </a:lnTo>
                          <a:lnTo>
                            <a:pt x="780" y="744"/>
                          </a:lnTo>
                          <a:lnTo>
                            <a:pt x="782" y="745"/>
                          </a:lnTo>
                          <a:lnTo>
                            <a:pt x="784" y="743"/>
                          </a:lnTo>
                          <a:lnTo>
                            <a:pt x="787" y="744"/>
                          </a:lnTo>
                          <a:lnTo>
                            <a:pt x="789" y="744"/>
                          </a:lnTo>
                          <a:lnTo>
                            <a:pt x="792" y="743"/>
                          </a:lnTo>
                          <a:lnTo>
                            <a:pt x="794" y="744"/>
                          </a:lnTo>
                          <a:lnTo>
                            <a:pt x="797" y="742"/>
                          </a:lnTo>
                          <a:lnTo>
                            <a:pt x="799" y="741"/>
                          </a:lnTo>
                          <a:lnTo>
                            <a:pt x="801" y="741"/>
                          </a:lnTo>
                          <a:lnTo>
                            <a:pt x="804" y="739"/>
                          </a:lnTo>
                          <a:lnTo>
                            <a:pt x="806" y="739"/>
                          </a:lnTo>
                          <a:lnTo>
                            <a:pt x="809" y="739"/>
                          </a:lnTo>
                          <a:lnTo>
                            <a:pt x="811" y="737"/>
                          </a:lnTo>
                          <a:lnTo>
                            <a:pt x="813" y="738"/>
                          </a:lnTo>
                          <a:lnTo>
                            <a:pt x="816" y="738"/>
                          </a:lnTo>
                          <a:lnTo>
                            <a:pt x="818" y="738"/>
                          </a:lnTo>
                          <a:lnTo>
                            <a:pt x="821" y="739"/>
                          </a:lnTo>
                          <a:lnTo>
                            <a:pt x="823" y="739"/>
                          </a:lnTo>
                          <a:lnTo>
                            <a:pt x="825" y="739"/>
                          </a:lnTo>
                          <a:lnTo>
                            <a:pt x="828" y="740"/>
                          </a:lnTo>
                          <a:lnTo>
                            <a:pt x="830" y="741"/>
                          </a:lnTo>
                          <a:lnTo>
                            <a:pt x="833" y="740"/>
                          </a:lnTo>
                          <a:lnTo>
                            <a:pt x="835" y="741"/>
                          </a:lnTo>
                          <a:lnTo>
                            <a:pt x="837" y="741"/>
                          </a:lnTo>
                          <a:lnTo>
                            <a:pt x="840" y="739"/>
                          </a:lnTo>
                          <a:lnTo>
                            <a:pt x="842" y="739"/>
                          </a:lnTo>
                          <a:lnTo>
                            <a:pt x="845" y="737"/>
                          </a:lnTo>
                          <a:lnTo>
                            <a:pt x="847" y="736"/>
                          </a:lnTo>
                          <a:lnTo>
                            <a:pt x="849" y="736"/>
                          </a:lnTo>
                          <a:lnTo>
                            <a:pt x="852" y="736"/>
                          </a:lnTo>
                          <a:lnTo>
                            <a:pt x="854" y="737"/>
                          </a:lnTo>
                          <a:lnTo>
                            <a:pt x="856" y="739"/>
                          </a:lnTo>
                          <a:lnTo>
                            <a:pt x="859" y="739"/>
                          </a:lnTo>
                          <a:lnTo>
                            <a:pt x="861" y="739"/>
                          </a:lnTo>
                          <a:lnTo>
                            <a:pt x="864" y="740"/>
                          </a:lnTo>
                          <a:lnTo>
                            <a:pt x="866" y="740"/>
                          </a:lnTo>
                          <a:lnTo>
                            <a:pt x="868" y="740"/>
                          </a:lnTo>
                          <a:lnTo>
                            <a:pt x="871" y="741"/>
                          </a:lnTo>
                          <a:lnTo>
                            <a:pt x="873" y="743"/>
                          </a:lnTo>
                          <a:lnTo>
                            <a:pt x="876" y="741"/>
                          </a:lnTo>
                          <a:lnTo>
                            <a:pt x="878" y="741"/>
                          </a:lnTo>
                          <a:lnTo>
                            <a:pt x="880" y="739"/>
                          </a:lnTo>
                          <a:lnTo>
                            <a:pt x="883" y="736"/>
                          </a:lnTo>
                          <a:lnTo>
                            <a:pt x="885" y="736"/>
                          </a:lnTo>
                          <a:lnTo>
                            <a:pt x="888" y="734"/>
                          </a:lnTo>
                          <a:lnTo>
                            <a:pt x="890" y="734"/>
                          </a:lnTo>
                          <a:lnTo>
                            <a:pt x="892" y="736"/>
                          </a:lnTo>
                          <a:lnTo>
                            <a:pt x="895" y="736"/>
                          </a:lnTo>
                          <a:lnTo>
                            <a:pt x="897" y="738"/>
                          </a:lnTo>
                          <a:lnTo>
                            <a:pt x="900" y="738"/>
                          </a:lnTo>
                          <a:lnTo>
                            <a:pt x="902" y="738"/>
                          </a:lnTo>
                          <a:lnTo>
                            <a:pt x="904" y="740"/>
                          </a:lnTo>
                          <a:lnTo>
                            <a:pt x="907" y="739"/>
                          </a:lnTo>
                          <a:lnTo>
                            <a:pt x="909" y="740"/>
                          </a:lnTo>
                          <a:lnTo>
                            <a:pt x="912" y="741"/>
                          </a:lnTo>
                          <a:lnTo>
                            <a:pt x="914" y="739"/>
                          </a:lnTo>
                          <a:lnTo>
                            <a:pt x="916" y="739"/>
                          </a:lnTo>
                          <a:lnTo>
                            <a:pt x="919" y="738"/>
                          </a:lnTo>
                          <a:lnTo>
                            <a:pt x="921" y="736"/>
                          </a:lnTo>
                          <a:lnTo>
                            <a:pt x="924" y="736"/>
                          </a:lnTo>
                          <a:lnTo>
                            <a:pt x="926" y="735"/>
                          </a:lnTo>
                          <a:lnTo>
                            <a:pt x="929" y="735"/>
                          </a:lnTo>
                          <a:lnTo>
                            <a:pt x="931" y="735"/>
                          </a:lnTo>
                          <a:lnTo>
                            <a:pt x="933" y="737"/>
                          </a:lnTo>
                          <a:lnTo>
                            <a:pt x="936" y="736"/>
                          </a:lnTo>
                          <a:lnTo>
                            <a:pt x="938" y="736"/>
                          </a:lnTo>
                          <a:lnTo>
                            <a:pt x="941" y="738"/>
                          </a:lnTo>
                          <a:lnTo>
                            <a:pt x="943" y="738"/>
                          </a:lnTo>
                          <a:lnTo>
                            <a:pt x="945" y="738"/>
                          </a:lnTo>
                          <a:lnTo>
                            <a:pt x="948" y="739"/>
                          </a:lnTo>
                          <a:lnTo>
                            <a:pt x="950" y="739"/>
                          </a:lnTo>
                          <a:lnTo>
                            <a:pt x="953" y="739"/>
                          </a:lnTo>
                          <a:lnTo>
                            <a:pt x="955" y="738"/>
                          </a:lnTo>
                          <a:lnTo>
                            <a:pt x="957" y="737"/>
                          </a:lnTo>
                          <a:lnTo>
                            <a:pt x="960" y="735"/>
                          </a:lnTo>
                          <a:lnTo>
                            <a:pt x="962" y="735"/>
                          </a:lnTo>
                          <a:lnTo>
                            <a:pt x="965" y="733"/>
                          </a:lnTo>
                          <a:lnTo>
                            <a:pt x="967" y="733"/>
                          </a:lnTo>
                          <a:lnTo>
                            <a:pt x="970" y="735"/>
                          </a:lnTo>
                          <a:lnTo>
                            <a:pt x="972" y="733"/>
                          </a:lnTo>
                          <a:lnTo>
                            <a:pt x="974" y="732"/>
                          </a:lnTo>
                          <a:lnTo>
                            <a:pt x="977" y="735"/>
                          </a:lnTo>
                          <a:lnTo>
                            <a:pt x="979" y="734"/>
                          </a:lnTo>
                          <a:lnTo>
                            <a:pt x="982" y="736"/>
                          </a:lnTo>
                          <a:lnTo>
                            <a:pt x="984" y="738"/>
                          </a:lnTo>
                          <a:lnTo>
                            <a:pt x="986" y="737"/>
                          </a:lnTo>
                          <a:lnTo>
                            <a:pt x="989" y="737"/>
                          </a:lnTo>
                          <a:lnTo>
                            <a:pt x="991" y="735"/>
                          </a:lnTo>
                          <a:lnTo>
                            <a:pt x="994" y="734"/>
                          </a:lnTo>
                          <a:lnTo>
                            <a:pt x="996" y="733"/>
                          </a:lnTo>
                          <a:lnTo>
                            <a:pt x="998" y="731"/>
                          </a:lnTo>
                          <a:lnTo>
                            <a:pt x="1001" y="733"/>
                          </a:lnTo>
                          <a:lnTo>
                            <a:pt x="1003" y="732"/>
                          </a:lnTo>
                          <a:lnTo>
                            <a:pt x="1006" y="732"/>
                          </a:lnTo>
                          <a:lnTo>
                            <a:pt x="1008" y="732"/>
                          </a:lnTo>
                          <a:lnTo>
                            <a:pt x="1010" y="730"/>
                          </a:lnTo>
                          <a:lnTo>
                            <a:pt x="1013" y="731"/>
                          </a:lnTo>
                          <a:lnTo>
                            <a:pt x="1015" y="731"/>
                          </a:lnTo>
                          <a:lnTo>
                            <a:pt x="1018" y="730"/>
                          </a:lnTo>
                          <a:lnTo>
                            <a:pt x="1020" y="732"/>
                          </a:lnTo>
                          <a:lnTo>
                            <a:pt x="1023" y="732"/>
                          </a:lnTo>
                          <a:lnTo>
                            <a:pt x="1025" y="731"/>
                          </a:lnTo>
                          <a:lnTo>
                            <a:pt x="1027" y="731"/>
                          </a:lnTo>
                          <a:lnTo>
                            <a:pt x="1030" y="729"/>
                          </a:lnTo>
                          <a:lnTo>
                            <a:pt x="1032" y="728"/>
                          </a:lnTo>
                          <a:lnTo>
                            <a:pt x="1035" y="729"/>
                          </a:lnTo>
                          <a:lnTo>
                            <a:pt x="1037" y="728"/>
                          </a:lnTo>
                          <a:lnTo>
                            <a:pt x="1039" y="729"/>
                          </a:lnTo>
                          <a:lnTo>
                            <a:pt x="1042" y="730"/>
                          </a:lnTo>
                          <a:lnTo>
                            <a:pt x="1044" y="729"/>
                          </a:lnTo>
                          <a:lnTo>
                            <a:pt x="1047" y="730"/>
                          </a:lnTo>
                          <a:lnTo>
                            <a:pt x="1049" y="730"/>
                          </a:lnTo>
                          <a:lnTo>
                            <a:pt x="1051" y="730"/>
                          </a:lnTo>
                          <a:lnTo>
                            <a:pt x="1054" y="730"/>
                          </a:lnTo>
                          <a:lnTo>
                            <a:pt x="1056" y="730"/>
                          </a:lnTo>
                          <a:lnTo>
                            <a:pt x="1059" y="728"/>
                          </a:lnTo>
                          <a:lnTo>
                            <a:pt x="1061" y="728"/>
                          </a:lnTo>
                          <a:lnTo>
                            <a:pt x="1064" y="727"/>
                          </a:lnTo>
                          <a:lnTo>
                            <a:pt x="1066" y="727"/>
                          </a:lnTo>
                          <a:lnTo>
                            <a:pt x="1068" y="726"/>
                          </a:lnTo>
                          <a:lnTo>
                            <a:pt x="1071" y="725"/>
                          </a:lnTo>
                          <a:lnTo>
                            <a:pt x="1073" y="724"/>
                          </a:lnTo>
                          <a:lnTo>
                            <a:pt x="1076" y="725"/>
                          </a:lnTo>
                          <a:lnTo>
                            <a:pt x="1078" y="725"/>
                          </a:lnTo>
                          <a:lnTo>
                            <a:pt x="1080" y="726"/>
                          </a:lnTo>
                          <a:lnTo>
                            <a:pt x="1083" y="726"/>
                          </a:lnTo>
                          <a:lnTo>
                            <a:pt x="1085" y="726"/>
                          </a:lnTo>
                          <a:lnTo>
                            <a:pt x="1088" y="725"/>
                          </a:lnTo>
                          <a:lnTo>
                            <a:pt x="1090" y="726"/>
                          </a:lnTo>
                          <a:lnTo>
                            <a:pt x="1092" y="725"/>
                          </a:lnTo>
                          <a:lnTo>
                            <a:pt x="1095" y="725"/>
                          </a:lnTo>
                          <a:lnTo>
                            <a:pt x="1097" y="724"/>
                          </a:lnTo>
                          <a:lnTo>
                            <a:pt x="1099" y="722"/>
                          </a:lnTo>
                          <a:lnTo>
                            <a:pt x="1102" y="721"/>
                          </a:lnTo>
                          <a:lnTo>
                            <a:pt x="1104" y="721"/>
                          </a:lnTo>
                          <a:lnTo>
                            <a:pt x="1107" y="719"/>
                          </a:lnTo>
                          <a:lnTo>
                            <a:pt x="1109" y="718"/>
                          </a:lnTo>
                          <a:lnTo>
                            <a:pt x="1111" y="718"/>
                          </a:lnTo>
                          <a:lnTo>
                            <a:pt x="1114" y="719"/>
                          </a:lnTo>
                          <a:lnTo>
                            <a:pt x="1116" y="717"/>
                          </a:lnTo>
                          <a:lnTo>
                            <a:pt x="1119" y="718"/>
                          </a:lnTo>
                          <a:lnTo>
                            <a:pt x="1121" y="718"/>
                          </a:lnTo>
                          <a:lnTo>
                            <a:pt x="1123" y="717"/>
                          </a:lnTo>
                          <a:lnTo>
                            <a:pt x="1126" y="719"/>
                          </a:lnTo>
                          <a:lnTo>
                            <a:pt x="1128" y="717"/>
                          </a:lnTo>
                          <a:lnTo>
                            <a:pt x="1131" y="716"/>
                          </a:lnTo>
                          <a:lnTo>
                            <a:pt x="1133" y="717"/>
                          </a:lnTo>
                          <a:lnTo>
                            <a:pt x="1135" y="715"/>
                          </a:lnTo>
                          <a:lnTo>
                            <a:pt x="1138" y="714"/>
                          </a:lnTo>
                          <a:lnTo>
                            <a:pt x="1140" y="714"/>
                          </a:lnTo>
                          <a:lnTo>
                            <a:pt x="1143" y="713"/>
                          </a:lnTo>
                          <a:lnTo>
                            <a:pt x="1145" y="714"/>
                          </a:lnTo>
                          <a:lnTo>
                            <a:pt x="1147" y="714"/>
                          </a:lnTo>
                          <a:lnTo>
                            <a:pt x="1150" y="713"/>
                          </a:lnTo>
                          <a:lnTo>
                            <a:pt x="1152" y="715"/>
                          </a:lnTo>
                          <a:lnTo>
                            <a:pt x="1155" y="713"/>
                          </a:lnTo>
                          <a:lnTo>
                            <a:pt x="1157" y="714"/>
                          </a:lnTo>
                          <a:lnTo>
                            <a:pt x="1159" y="714"/>
                          </a:lnTo>
                          <a:lnTo>
                            <a:pt x="1162" y="713"/>
                          </a:lnTo>
                          <a:lnTo>
                            <a:pt x="1164" y="715"/>
                          </a:lnTo>
                          <a:lnTo>
                            <a:pt x="1167" y="714"/>
                          </a:lnTo>
                          <a:lnTo>
                            <a:pt x="1169" y="714"/>
                          </a:lnTo>
                          <a:lnTo>
                            <a:pt x="1171" y="714"/>
                          </a:lnTo>
                          <a:lnTo>
                            <a:pt x="1174" y="713"/>
                          </a:lnTo>
                          <a:lnTo>
                            <a:pt x="1176" y="713"/>
                          </a:lnTo>
                          <a:lnTo>
                            <a:pt x="1179" y="713"/>
                          </a:lnTo>
                          <a:lnTo>
                            <a:pt x="1181" y="713"/>
                          </a:lnTo>
                          <a:lnTo>
                            <a:pt x="1183" y="713"/>
                          </a:lnTo>
                          <a:lnTo>
                            <a:pt x="1186" y="713"/>
                          </a:lnTo>
                          <a:lnTo>
                            <a:pt x="1188" y="713"/>
                          </a:lnTo>
                          <a:lnTo>
                            <a:pt x="1191" y="712"/>
                          </a:lnTo>
                          <a:lnTo>
                            <a:pt x="1193" y="712"/>
                          </a:lnTo>
                          <a:lnTo>
                            <a:pt x="1196" y="712"/>
                          </a:lnTo>
                          <a:lnTo>
                            <a:pt x="1198" y="710"/>
                          </a:lnTo>
                          <a:lnTo>
                            <a:pt x="1200" y="712"/>
                          </a:lnTo>
                          <a:lnTo>
                            <a:pt x="1203" y="711"/>
                          </a:lnTo>
                          <a:lnTo>
                            <a:pt x="1205" y="710"/>
                          </a:lnTo>
                          <a:lnTo>
                            <a:pt x="1208" y="709"/>
                          </a:lnTo>
                          <a:lnTo>
                            <a:pt x="1210" y="707"/>
                          </a:lnTo>
                          <a:lnTo>
                            <a:pt x="1212" y="707"/>
                          </a:lnTo>
                          <a:lnTo>
                            <a:pt x="1215" y="707"/>
                          </a:lnTo>
                          <a:lnTo>
                            <a:pt x="1217" y="706"/>
                          </a:lnTo>
                          <a:lnTo>
                            <a:pt x="1220" y="707"/>
                          </a:lnTo>
                          <a:lnTo>
                            <a:pt x="1222" y="707"/>
                          </a:lnTo>
                          <a:lnTo>
                            <a:pt x="1224" y="705"/>
                          </a:lnTo>
                          <a:lnTo>
                            <a:pt x="1227" y="706"/>
                          </a:lnTo>
                          <a:lnTo>
                            <a:pt x="1229" y="706"/>
                          </a:lnTo>
                          <a:lnTo>
                            <a:pt x="1232" y="705"/>
                          </a:lnTo>
                          <a:lnTo>
                            <a:pt x="1234" y="706"/>
                          </a:lnTo>
                          <a:lnTo>
                            <a:pt x="1237" y="704"/>
                          </a:lnTo>
                          <a:lnTo>
                            <a:pt x="1239" y="704"/>
                          </a:lnTo>
                          <a:lnTo>
                            <a:pt x="1241" y="704"/>
                          </a:lnTo>
                          <a:lnTo>
                            <a:pt x="1244" y="703"/>
                          </a:lnTo>
                          <a:lnTo>
                            <a:pt x="1246" y="703"/>
                          </a:lnTo>
                          <a:lnTo>
                            <a:pt x="1249" y="702"/>
                          </a:lnTo>
                          <a:lnTo>
                            <a:pt x="1251" y="701"/>
                          </a:lnTo>
                          <a:lnTo>
                            <a:pt x="1253" y="701"/>
                          </a:lnTo>
                          <a:lnTo>
                            <a:pt x="1256" y="703"/>
                          </a:lnTo>
                          <a:lnTo>
                            <a:pt x="1258" y="704"/>
                          </a:lnTo>
                          <a:lnTo>
                            <a:pt x="1261" y="703"/>
                          </a:lnTo>
                          <a:lnTo>
                            <a:pt x="1263" y="702"/>
                          </a:lnTo>
                          <a:lnTo>
                            <a:pt x="1265" y="702"/>
                          </a:lnTo>
                          <a:lnTo>
                            <a:pt x="1268" y="701"/>
                          </a:lnTo>
                          <a:lnTo>
                            <a:pt x="1270" y="702"/>
                          </a:lnTo>
                          <a:lnTo>
                            <a:pt x="1273" y="701"/>
                          </a:lnTo>
                          <a:lnTo>
                            <a:pt x="1275" y="700"/>
                          </a:lnTo>
                          <a:lnTo>
                            <a:pt x="1277" y="700"/>
                          </a:lnTo>
                          <a:lnTo>
                            <a:pt x="1280" y="699"/>
                          </a:lnTo>
                          <a:lnTo>
                            <a:pt x="1282" y="698"/>
                          </a:lnTo>
                          <a:lnTo>
                            <a:pt x="1285" y="699"/>
                          </a:lnTo>
                          <a:lnTo>
                            <a:pt x="1287" y="698"/>
                          </a:lnTo>
                          <a:lnTo>
                            <a:pt x="1290" y="698"/>
                          </a:lnTo>
                          <a:lnTo>
                            <a:pt x="1292" y="700"/>
                          </a:lnTo>
                          <a:lnTo>
                            <a:pt x="1294" y="699"/>
                          </a:lnTo>
                          <a:lnTo>
                            <a:pt x="1297" y="698"/>
                          </a:lnTo>
                          <a:lnTo>
                            <a:pt x="1299" y="699"/>
                          </a:lnTo>
                          <a:lnTo>
                            <a:pt x="1302" y="696"/>
                          </a:lnTo>
                          <a:lnTo>
                            <a:pt x="1304" y="697"/>
                          </a:lnTo>
                          <a:lnTo>
                            <a:pt x="1306" y="697"/>
                          </a:lnTo>
                          <a:lnTo>
                            <a:pt x="1309" y="696"/>
                          </a:lnTo>
                          <a:lnTo>
                            <a:pt x="1311" y="696"/>
                          </a:lnTo>
                          <a:lnTo>
                            <a:pt x="1314" y="696"/>
                          </a:lnTo>
                          <a:lnTo>
                            <a:pt x="1316" y="696"/>
                          </a:lnTo>
                          <a:lnTo>
                            <a:pt x="1318" y="695"/>
                          </a:lnTo>
                          <a:lnTo>
                            <a:pt x="1321" y="695"/>
                          </a:lnTo>
                          <a:lnTo>
                            <a:pt x="1323" y="696"/>
                          </a:lnTo>
                          <a:lnTo>
                            <a:pt x="1326" y="694"/>
                          </a:lnTo>
                          <a:lnTo>
                            <a:pt x="1328" y="696"/>
                          </a:lnTo>
                          <a:lnTo>
                            <a:pt x="1331" y="695"/>
                          </a:lnTo>
                          <a:lnTo>
                            <a:pt x="1333" y="694"/>
                          </a:lnTo>
                          <a:lnTo>
                            <a:pt x="1335" y="695"/>
                          </a:lnTo>
                          <a:lnTo>
                            <a:pt x="1338" y="694"/>
                          </a:lnTo>
                          <a:lnTo>
                            <a:pt x="1340" y="695"/>
                          </a:lnTo>
                          <a:lnTo>
                            <a:pt x="1342" y="693"/>
                          </a:lnTo>
                          <a:lnTo>
                            <a:pt x="1345" y="693"/>
                          </a:lnTo>
                          <a:lnTo>
                            <a:pt x="1347" y="694"/>
                          </a:lnTo>
                          <a:lnTo>
                            <a:pt x="1350" y="692"/>
                          </a:lnTo>
                          <a:lnTo>
                            <a:pt x="1352" y="692"/>
                          </a:lnTo>
                          <a:lnTo>
                            <a:pt x="1354" y="693"/>
                          </a:lnTo>
                          <a:lnTo>
                            <a:pt x="1357" y="691"/>
                          </a:lnTo>
                          <a:lnTo>
                            <a:pt x="1359" y="693"/>
                          </a:lnTo>
                          <a:lnTo>
                            <a:pt x="1362" y="693"/>
                          </a:lnTo>
                          <a:lnTo>
                            <a:pt x="1364" y="692"/>
                          </a:lnTo>
                          <a:lnTo>
                            <a:pt x="1366" y="691"/>
                          </a:lnTo>
                          <a:lnTo>
                            <a:pt x="1369" y="689"/>
                          </a:lnTo>
                          <a:lnTo>
                            <a:pt x="1371" y="692"/>
                          </a:lnTo>
                          <a:lnTo>
                            <a:pt x="1374" y="693"/>
                          </a:lnTo>
                          <a:lnTo>
                            <a:pt x="1376" y="692"/>
                          </a:lnTo>
                          <a:lnTo>
                            <a:pt x="1378" y="692"/>
                          </a:lnTo>
                          <a:lnTo>
                            <a:pt x="1381" y="693"/>
                          </a:lnTo>
                          <a:lnTo>
                            <a:pt x="1383" y="693"/>
                          </a:lnTo>
                          <a:lnTo>
                            <a:pt x="1386" y="693"/>
                          </a:lnTo>
                          <a:lnTo>
                            <a:pt x="1388" y="692"/>
                          </a:lnTo>
                          <a:lnTo>
                            <a:pt x="1390" y="691"/>
                          </a:lnTo>
                          <a:lnTo>
                            <a:pt x="1393" y="690"/>
                          </a:lnTo>
                          <a:lnTo>
                            <a:pt x="1395" y="689"/>
                          </a:lnTo>
                          <a:lnTo>
                            <a:pt x="1398" y="690"/>
                          </a:lnTo>
                          <a:lnTo>
                            <a:pt x="1400" y="692"/>
                          </a:lnTo>
                          <a:lnTo>
                            <a:pt x="1402" y="691"/>
                          </a:lnTo>
                          <a:lnTo>
                            <a:pt x="1405" y="692"/>
                          </a:lnTo>
                          <a:lnTo>
                            <a:pt x="1407" y="690"/>
                          </a:lnTo>
                          <a:lnTo>
                            <a:pt x="1410" y="690"/>
                          </a:lnTo>
                          <a:lnTo>
                            <a:pt x="1412" y="689"/>
                          </a:lnTo>
                          <a:lnTo>
                            <a:pt x="1414" y="687"/>
                          </a:lnTo>
                          <a:lnTo>
                            <a:pt x="1417" y="688"/>
                          </a:lnTo>
                          <a:lnTo>
                            <a:pt x="1419" y="688"/>
                          </a:lnTo>
                          <a:lnTo>
                            <a:pt x="1422" y="688"/>
                          </a:lnTo>
                          <a:lnTo>
                            <a:pt x="1424" y="688"/>
                          </a:lnTo>
                          <a:lnTo>
                            <a:pt x="1426" y="687"/>
                          </a:lnTo>
                          <a:lnTo>
                            <a:pt x="1429" y="687"/>
                          </a:lnTo>
                          <a:lnTo>
                            <a:pt x="1431" y="686"/>
                          </a:lnTo>
                          <a:lnTo>
                            <a:pt x="1434" y="685"/>
                          </a:lnTo>
                          <a:lnTo>
                            <a:pt x="1436" y="686"/>
                          </a:lnTo>
                          <a:lnTo>
                            <a:pt x="1438" y="687"/>
                          </a:lnTo>
                          <a:lnTo>
                            <a:pt x="1441" y="687"/>
                          </a:lnTo>
                          <a:lnTo>
                            <a:pt x="1443" y="687"/>
                          </a:lnTo>
                          <a:lnTo>
                            <a:pt x="1446" y="685"/>
                          </a:lnTo>
                          <a:lnTo>
                            <a:pt x="1448" y="686"/>
                          </a:lnTo>
                          <a:lnTo>
                            <a:pt x="1450" y="683"/>
                          </a:lnTo>
                          <a:lnTo>
                            <a:pt x="1453" y="681"/>
                          </a:lnTo>
                          <a:lnTo>
                            <a:pt x="1455" y="683"/>
                          </a:lnTo>
                          <a:lnTo>
                            <a:pt x="1458" y="682"/>
                          </a:lnTo>
                          <a:lnTo>
                            <a:pt x="1460" y="684"/>
                          </a:lnTo>
                          <a:lnTo>
                            <a:pt x="1463" y="683"/>
                          </a:lnTo>
                          <a:lnTo>
                            <a:pt x="1465" y="681"/>
                          </a:lnTo>
                          <a:lnTo>
                            <a:pt x="1467" y="681"/>
                          </a:lnTo>
                          <a:lnTo>
                            <a:pt x="1470" y="680"/>
                          </a:lnTo>
                          <a:lnTo>
                            <a:pt x="1472" y="679"/>
                          </a:lnTo>
                          <a:lnTo>
                            <a:pt x="1475" y="680"/>
                          </a:lnTo>
                          <a:lnTo>
                            <a:pt x="1477" y="678"/>
                          </a:lnTo>
                          <a:lnTo>
                            <a:pt x="1479" y="678"/>
                          </a:lnTo>
                          <a:lnTo>
                            <a:pt x="1482" y="678"/>
                          </a:lnTo>
                          <a:lnTo>
                            <a:pt x="1484" y="676"/>
                          </a:lnTo>
                          <a:lnTo>
                            <a:pt x="1487" y="676"/>
                          </a:lnTo>
                          <a:lnTo>
                            <a:pt x="1489" y="676"/>
                          </a:lnTo>
                          <a:lnTo>
                            <a:pt x="1491" y="677"/>
                          </a:lnTo>
                          <a:lnTo>
                            <a:pt x="1494" y="678"/>
                          </a:lnTo>
                          <a:lnTo>
                            <a:pt x="1496" y="677"/>
                          </a:lnTo>
                          <a:lnTo>
                            <a:pt x="1499" y="677"/>
                          </a:lnTo>
                          <a:lnTo>
                            <a:pt x="1501" y="677"/>
                          </a:lnTo>
                          <a:lnTo>
                            <a:pt x="1504" y="676"/>
                          </a:lnTo>
                          <a:lnTo>
                            <a:pt x="1506" y="677"/>
                          </a:lnTo>
                          <a:lnTo>
                            <a:pt x="1508" y="678"/>
                          </a:lnTo>
                          <a:lnTo>
                            <a:pt x="1511" y="677"/>
                          </a:lnTo>
                          <a:lnTo>
                            <a:pt x="1513" y="677"/>
                          </a:lnTo>
                          <a:lnTo>
                            <a:pt x="1516" y="676"/>
                          </a:lnTo>
                          <a:lnTo>
                            <a:pt x="1518" y="675"/>
                          </a:lnTo>
                          <a:lnTo>
                            <a:pt x="1520" y="676"/>
                          </a:lnTo>
                          <a:lnTo>
                            <a:pt x="1523" y="675"/>
                          </a:lnTo>
                          <a:lnTo>
                            <a:pt x="1525" y="676"/>
                          </a:lnTo>
                          <a:lnTo>
                            <a:pt x="1528" y="677"/>
                          </a:lnTo>
                          <a:lnTo>
                            <a:pt x="1530" y="677"/>
                          </a:lnTo>
                          <a:lnTo>
                            <a:pt x="1532" y="677"/>
                          </a:lnTo>
                          <a:lnTo>
                            <a:pt x="1535" y="678"/>
                          </a:lnTo>
                          <a:lnTo>
                            <a:pt x="1537" y="677"/>
                          </a:lnTo>
                          <a:lnTo>
                            <a:pt x="1540" y="678"/>
                          </a:lnTo>
                          <a:lnTo>
                            <a:pt x="1542" y="678"/>
                          </a:lnTo>
                          <a:lnTo>
                            <a:pt x="1544" y="678"/>
                          </a:lnTo>
                          <a:lnTo>
                            <a:pt x="1547" y="678"/>
                          </a:lnTo>
                          <a:lnTo>
                            <a:pt x="1549" y="677"/>
                          </a:lnTo>
                          <a:lnTo>
                            <a:pt x="1552" y="676"/>
                          </a:lnTo>
                          <a:lnTo>
                            <a:pt x="1554" y="678"/>
                          </a:lnTo>
                          <a:lnTo>
                            <a:pt x="1557" y="677"/>
                          </a:lnTo>
                          <a:lnTo>
                            <a:pt x="1559" y="678"/>
                          </a:lnTo>
                          <a:lnTo>
                            <a:pt x="1561" y="679"/>
                          </a:lnTo>
                          <a:lnTo>
                            <a:pt x="1564" y="679"/>
                          </a:lnTo>
                          <a:lnTo>
                            <a:pt x="1566" y="680"/>
                          </a:lnTo>
                          <a:lnTo>
                            <a:pt x="1569" y="679"/>
                          </a:lnTo>
                          <a:lnTo>
                            <a:pt x="1571" y="680"/>
                          </a:lnTo>
                          <a:lnTo>
                            <a:pt x="1573" y="676"/>
                          </a:lnTo>
                          <a:lnTo>
                            <a:pt x="1576" y="667"/>
                          </a:lnTo>
                          <a:lnTo>
                            <a:pt x="1578" y="638"/>
                          </a:lnTo>
                          <a:lnTo>
                            <a:pt x="1581" y="579"/>
                          </a:lnTo>
                          <a:lnTo>
                            <a:pt x="1583" y="513"/>
                          </a:lnTo>
                          <a:lnTo>
                            <a:pt x="1585" y="429"/>
                          </a:lnTo>
                          <a:lnTo>
                            <a:pt x="1588" y="369"/>
                          </a:lnTo>
                          <a:lnTo>
                            <a:pt x="1590" y="325"/>
                          </a:lnTo>
                          <a:lnTo>
                            <a:pt x="1593" y="267"/>
                          </a:lnTo>
                          <a:lnTo>
                            <a:pt x="1595" y="244"/>
                          </a:lnTo>
                          <a:lnTo>
                            <a:pt x="1597" y="239"/>
                          </a:lnTo>
                          <a:lnTo>
                            <a:pt x="1600" y="209"/>
                          </a:lnTo>
                          <a:lnTo>
                            <a:pt x="1602" y="201"/>
                          </a:lnTo>
                          <a:lnTo>
                            <a:pt x="1605" y="200"/>
                          </a:lnTo>
                          <a:lnTo>
                            <a:pt x="1607" y="182"/>
                          </a:lnTo>
                          <a:lnTo>
                            <a:pt x="1609" y="176"/>
                          </a:lnTo>
                          <a:lnTo>
                            <a:pt x="1612" y="170"/>
                          </a:lnTo>
                          <a:lnTo>
                            <a:pt x="1614" y="162"/>
                          </a:lnTo>
                          <a:lnTo>
                            <a:pt x="1617" y="164"/>
                          </a:lnTo>
                          <a:lnTo>
                            <a:pt x="1619" y="162"/>
                          </a:lnTo>
                          <a:lnTo>
                            <a:pt x="1621" y="143"/>
                          </a:lnTo>
                          <a:lnTo>
                            <a:pt x="1624" y="146"/>
                          </a:lnTo>
                          <a:lnTo>
                            <a:pt x="1626" y="149"/>
                          </a:lnTo>
                          <a:lnTo>
                            <a:pt x="1629" y="114"/>
                          </a:lnTo>
                          <a:lnTo>
                            <a:pt x="1631" y="122"/>
                          </a:lnTo>
                          <a:lnTo>
                            <a:pt x="1633" y="125"/>
                          </a:lnTo>
                          <a:lnTo>
                            <a:pt x="1636" y="88"/>
                          </a:lnTo>
                          <a:lnTo>
                            <a:pt x="1638" y="92"/>
                          </a:lnTo>
                          <a:lnTo>
                            <a:pt x="1641" y="100"/>
                          </a:lnTo>
                          <a:lnTo>
                            <a:pt x="1643" y="67"/>
                          </a:lnTo>
                          <a:lnTo>
                            <a:pt x="1645" y="61"/>
                          </a:lnTo>
                          <a:lnTo>
                            <a:pt x="1648" y="82"/>
                          </a:lnTo>
                          <a:lnTo>
                            <a:pt x="1650" y="59"/>
                          </a:lnTo>
                          <a:lnTo>
                            <a:pt x="1653" y="46"/>
                          </a:lnTo>
                          <a:lnTo>
                            <a:pt x="1655" y="65"/>
                          </a:lnTo>
                          <a:lnTo>
                            <a:pt x="1657" y="50"/>
                          </a:lnTo>
                          <a:lnTo>
                            <a:pt x="1660" y="43"/>
                          </a:lnTo>
                          <a:lnTo>
                            <a:pt x="1662" y="45"/>
                          </a:lnTo>
                          <a:lnTo>
                            <a:pt x="1665" y="39"/>
                          </a:lnTo>
                          <a:lnTo>
                            <a:pt x="1667" y="35"/>
                          </a:lnTo>
                          <a:lnTo>
                            <a:pt x="1669" y="34"/>
                          </a:lnTo>
                          <a:lnTo>
                            <a:pt x="1672" y="29"/>
                          </a:lnTo>
                          <a:lnTo>
                            <a:pt x="1674" y="33"/>
                          </a:lnTo>
                          <a:lnTo>
                            <a:pt x="1677" y="22"/>
                          </a:lnTo>
                          <a:lnTo>
                            <a:pt x="1679" y="7"/>
                          </a:lnTo>
                          <a:lnTo>
                            <a:pt x="1681" y="35"/>
                          </a:lnTo>
                          <a:lnTo>
                            <a:pt x="1684" y="16"/>
                          </a:lnTo>
                          <a:lnTo>
                            <a:pt x="1686" y="0"/>
                          </a:lnTo>
                          <a:lnTo>
                            <a:pt x="1689" y="45"/>
                          </a:lnTo>
                          <a:lnTo>
                            <a:pt x="1691" y="26"/>
                          </a:lnTo>
                          <a:lnTo>
                            <a:pt x="1693" y="12"/>
                          </a:lnTo>
                          <a:lnTo>
                            <a:pt x="1696" y="61"/>
                          </a:lnTo>
                          <a:lnTo>
                            <a:pt x="1698" y="35"/>
                          </a:lnTo>
                          <a:lnTo>
                            <a:pt x="1701" y="30"/>
                          </a:lnTo>
                          <a:lnTo>
                            <a:pt x="1703" y="78"/>
                          </a:lnTo>
                          <a:lnTo>
                            <a:pt x="1705" y="45"/>
                          </a:lnTo>
                          <a:lnTo>
                            <a:pt x="1708" y="48"/>
                          </a:lnTo>
                          <a:lnTo>
                            <a:pt x="1710" y="97"/>
                          </a:lnTo>
                          <a:lnTo>
                            <a:pt x="1713" y="57"/>
                          </a:lnTo>
                          <a:lnTo>
                            <a:pt x="1715" y="56"/>
                          </a:lnTo>
                          <a:lnTo>
                            <a:pt x="1717" y="113"/>
                          </a:lnTo>
                          <a:lnTo>
                            <a:pt x="1720" y="66"/>
                          </a:lnTo>
                          <a:lnTo>
                            <a:pt x="1722" y="67"/>
                          </a:lnTo>
                          <a:lnTo>
                            <a:pt x="1725" y="122"/>
                          </a:lnTo>
                          <a:lnTo>
                            <a:pt x="1727" y="82"/>
                          </a:lnTo>
                          <a:lnTo>
                            <a:pt x="1730" y="78"/>
                          </a:lnTo>
                          <a:lnTo>
                            <a:pt x="1732" y="137"/>
                          </a:lnTo>
                          <a:lnTo>
                            <a:pt x="1734" y="96"/>
                          </a:lnTo>
                          <a:lnTo>
                            <a:pt x="1737" y="92"/>
                          </a:lnTo>
                          <a:lnTo>
                            <a:pt x="1739" y="144"/>
                          </a:lnTo>
                          <a:lnTo>
                            <a:pt x="1742" y="105"/>
                          </a:lnTo>
                          <a:lnTo>
                            <a:pt x="1744" y="109"/>
                          </a:lnTo>
                          <a:lnTo>
                            <a:pt x="1746" y="161"/>
                          </a:lnTo>
                          <a:lnTo>
                            <a:pt x="1749" y="124"/>
                          </a:lnTo>
                          <a:lnTo>
                            <a:pt x="1751" y="123"/>
                          </a:lnTo>
                          <a:lnTo>
                            <a:pt x="1754" y="165"/>
                          </a:lnTo>
                          <a:lnTo>
                            <a:pt x="1756" y="135"/>
                          </a:lnTo>
                          <a:lnTo>
                            <a:pt x="1758" y="132"/>
                          </a:lnTo>
                          <a:lnTo>
                            <a:pt x="1761" y="181"/>
                          </a:lnTo>
                          <a:lnTo>
                            <a:pt x="1763" y="143"/>
                          </a:lnTo>
                          <a:lnTo>
                            <a:pt x="1766" y="140"/>
                          </a:lnTo>
                          <a:lnTo>
                            <a:pt x="1768" y="196"/>
                          </a:lnTo>
                          <a:lnTo>
                            <a:pt x="1771" y="156"/>
                          </a:lnTo>
                          <a:lnTo>
                            <a:pt x="1773" y="155"/>
                          </a:lnTo>
                          <a:lnTo>
                            <a:pt x="1775" y="213"/>
                          </a:lnTo>
                          <a:lnTo>
                            <a:pt x="1778" y="175"/>
                          </a:lnTo>
                          <a:lnTo>
                            <a:pt x="1780" y="178"/>
                          </a:lnTo>
                          <a:lnTo>
                            <a:pt x="1783" y="217"/>
                          </a:lnTo>
                          <a:lnTo>
                            <a:pt x="1785" y="202"/>
                          </a:lnTo>
                          <a:lnTo>
                            <a:pt x="1787" y="197"/>
                          </a:lnTo>
                          <a:lnTo>
                            <a:pt x="1790" y="222"/>
                          </a:lnTo>
                          <a:lnTo>
                            <a:pt x="1792" y="211"/>
                          </a:lnTo>
                          <a:lnTo>
                            <a:pt x="1795" y="204"/>
                          </a:lnTo>
                          <a:lnTo>
                            <a:pt x="1797" y="245"/>
                          </a:lnTo>
                          <a:lnTo>
                            <a:pt x="1799" y="215"/>
                          </a:lnTo>
                          <a:lnTo>
                            <a:pt x="1802" y="212"/>
                          </a:lnTo>
                          <a:lnTo>
                            <a:pt x="1804" y="264"/>
                          </a:lnTo>
                          <a:lnTo>
                            <a:pt x="1807" y="220"/>
                          </a:lnTo>
                          <a:lnTo>
                            <a:pt x="1809" y="220"/>
                          </a:lnTo>
                          <a:lnTo>
                            <a:pt x="1811" y="279"/>
                          </a:lnTo>
                          <a:lnTo>
                            <a:pt x="1814" y="235"/>
                          </a:lnTo>
                          <a:lnTo>
                            <a:pt x="1816" y="252"/>
                          </a:lnTo>
                          <a:lnTo>
                            <a:pt x="1819" y="291"/>
                          </a:lnTo>
                          <a:lnTo>
                            <a:pt x="1821" y="260"/>
                          </a:lnTo>
                          <a:lnTo>
                            <a:pt x="1824" y="266"/>
                          </a:lnTo>
                          <a:lnTo>
                            <a:pt x="1826" y="308"/>
                          </a:lnTo>
                          <a:lnTo>
                            <a:pt x="1828" y="267"/>
                          </a:lnTo>
                          <a:lnTo>
                            <a:pt x="1831" y="272"/>
                          </a:lnTo>
                          <a:lnTo>
                            <a:pt x="1833" y="325"/>
                          </a:lnTo>
                          <a:lnTo>
                            <a:pt x="1836" y="276"/>
                          </a:lnTo>
                          <a:lnTo>
                            <a:pt x="1838" y="275"/>
                          </a:lnTo>
                          <a:lnTo>
                            <a:pt x="1840" y="334"/>
                          </a:lnTo>
                          <a:lnTo>
                            <a:pt x="1843" y="278"/>
                          </a:lnTo>
                          <a:lnTo>
                            <a:pt x="1845" y="288"/>
                          </a:lnTo>
                          <a:lnTo>
                            <a:pt x="1848" y="342"/>
                          </a:lnTo>
                          <a:lnTo>
                            <a:pt x="1850" y="310"/>
                          </a:lnTo>
                          <a:lnTo>
                            <a:pt x="1852" y="336"/>
                          </a:lnTo>
                          <a:lnTo>
                            <a:pt x="1855" y="350"/>
                          </a:lnTo>
                          <a:lnTo>
                            <a:pt x="1857" y="326"/>
                          </a:lnTo>
                          <a:lnTo>
                            <a:pt x="1860" y="359"/>
                          </a:lnTo>
                          <a:lnTo>
                            <a:pt x="1862" y="364"/>
                          </a:lnTo>
                          <a:lnTo>
                            <a:pt x="1864" y="331"/>
                          </a:lnTo>
                          <a:lnTo>
                            <a:pt x="1867" y="374"/>
                          </a:lnTo>
                          <a:lnTo>
                            <a:pt x="1869" y="378"/>
                          </a:lnTo>
                          <a:lnTo>
                            <a:pt x="1872" y="382"/>
                          </a:lnTo>
                          <a:lnTo>
                            <a:pt x="1874" y="377"/>
                          </a:lnTo>
                          <a:lnTo>
                            <a:pt x="1876" y="381"/>
                          </a:lnTo>
                          <a:lnTo>
                            <a:pt x="1879" y="403"/>
                          </a:lnTo>
                          <a:lnTo>
                            <a:pt x="1881" y="409"/>
                          </a:lnTo>
                          <a:lnTo>
                            <a:pt x="1884" y="390"/>
                          </a:lnTo>
                          <a:lnTo>
                            <a:pt x="1886" y="429"/>
                          </a:lnTo>
                          <a:lnTo>
                            <a:pt x="1888" y="416"/>
                          </a:lnTo>
                          <a:lnTo>
                            <a:pt x="1891" y="389"/>
                          </a:lnTo>
                          <a:lnTo>
                            <a:pt x="1893" y="433"/>
                          </a:lnTo>
                          <a:lnTo>
                            <a:pt x="1896" y="425"/>
                          </a:lnTo>
                          <a:lnTo>
                            <a:pt x="1898" y="391"/>
                          </a:lnTo>
                          <a:lnTo>
                            <a:pt x="1900" y="432"/>
                          </a:lnTo>
                          <a:lnTo>
                            <a:pt x="1903" y="427"/>
                          </a:lnTo>
                          <a:lnTo>
                            <a:pt x="1905" y="398"/>
                          </a:lnTo>
                          <a:lnTo>
                            <a:pt x="1908" y="429"/>
                          </a:lnTo>
                          <a:lnTo>
                            <a:pt x="1910" y="413"/>
                          </a:lnTo>
                          <a:lnTo>
                            <a:pt x="1912" y="403"/>
                          </a:lnTo>
                          <a:lnTo>
                            <a:pt x="1915" y="437"/>
                          </a:lnTo>
                          <a:lnTo>
                            <a:pt x="1917" y="407"/>
                          </a:lnTo>
                          <a:lnTo>
                            <a:pt x="1920" y="414"/>
                          </a:lnTo>
                          <a:lnTo>
                            <a:pt x="1922" y="467"/>
                          </a:lnTo>
                          <a:lnTo>
                            <a:pt x="1924" y="415"/>
                          </a:lnTo>
                          <a:lnTo>
                            <a:pt x="1927" y="420"/>
                          </a:lnTo>
                          <a:lnTo>
                            <a:pt x="1929" y="475"/>
                          </a:lnTo>
                          <a:lnTo>
                            <a:pt x="1932" y="438"/>
                          </a:lnTo>
                          <a:lnTo>
                            <a:pt x="1934" y="424"/>
                          </a:lnTo>
                          <a:lnTo>
                            <a:pt x="1936" y="474"/>
                          </a:lnTo>
                          <a:lnTo>
                            <a:pt x="1939" y="461"/>
                          </a:lnTo>
                          <a:lnTo>
                            <a:pt x="1941" y="425"/>
                          </a:lnTo>
                          <a:lnTo>
                            <a:pt x="1944" y="473"/>
                          </a:lnTo>
                          <a:lnTo>
                            <a:pt x="1946" y="464"/>
                          </a:lnTo>
                          <a:lnTo>
                            <a:pt x="1948" y="422"/>
                          </a:lnTo>
                          <a:lnTo>
                            <a:pt x="1951" y="478"/>
                          </a:lnTo>
                          <a:lnTo>
                            <a:pt x="1953" y="469"/>
                          </a:lnTo>
                          <a:lnTo>
                            <a:pt x="1956" y="447"/>
                          </a:lnTo>
                          <a:lnTo>
                            <a:pt x="1958" y="489"/>
                          </a:lnTo>
                          <a:lnTo>
                            <a:pt x="1960" y="480"/>
                          </a:lnTo>
                          <a:lnTo>
                            <a:pt x="1963" y="483"/>
                          </a:lnTo>
                          <a:lnTo>
                            <a:pt x="1965" y="486"/>
                          </a:lnTo>
                          <a:lnTo>
                            <a:pt x="1968" y="516"/>
                          </a:lnTo>
                          <a:lnTo>
                            <a:pt x="1970" y="488"/>
                          </a:lnTo>
                          <a:lnTo>
                            <a:pt x="1972" y="492"/>
                          </a:lnTo>
                          <a:lnTo>
                            <a:pt x="1975" y="517"/>
                          </a:lnTo>
                          <a:lnTo>
                            <a:pt x="1977" y="493"/>
                          </a:lnTo>
                          <a:lnTo>
                            <a:pt x="1980" y="499"/>
                          </a:lnTo>
                          <a:lnTo>
                            <a:pt x="1982" y="507"/>
                          </a:lnTo>
                          <a:lnTo>
                            <a:pt x="1984" y="501"/>
                          </a:lnTo>
                          <a:lnTo>
                            <a:pt x="1987" y="507"/>
                          </a:lnTo>
                          <a:lnTo>
                            <a:pt x="1989" y="507"/>
                          </a:lnTo>
                          <a:lnTo>
                            <a:pt x="1992" y="508"/>
                          </a:lnTo>
                          <a:lnTo>
                            <a:pt x="1994" y="519"/>
                          </a:lnTo>
                          <a:lnTo>
                            <a:pt x="1997" y="526"/>
                          </a:lnTo>
                          <a:lnTo>
                            <a:pt x="1999" y="508"/>
                          </a:lnTo>
                          <a:lnTo>
                            <a:pt x="2001" y="523"/>
                          </a:lnTo>
                          <a:lnTo>
                            <a:pt x="2004" y="556"/>
                          </a:lnTo>
                          <a:lnTo>
                            <a:pt x="2006" y="514"/>
                          </a:lnTo>
                          <a:lnTo>
                            <a:pt x="2009" y="523"/>
                          </a:lnTo>
                          <a:lnTo>
                            <a:pt x="2011" y="551"/>
                          </a:lnTo>
                          <a:lnTo>
                            <a:pt x="2013" y="524"/>
                          </a:lnTo>
                          <a:lnTo>
                            <a:pt x="2016" y="531"/>
                          </a:lnTo>
                          <a:lnTo>
                            <a:pt x="2018" y="536"/>
                          </a:lnTo>
                          <a:lnTo>
                            <a:pt x="2021" y="530"/>
                          </a:lnTo>
                          <a:lnTo>
                            <a:pt x="2023" y="546"/>
                          </a:lnTo>
                          <a:lnTo>
                            <a:pt x="2025" y="540"/>
                          </a:lnTo>
                          <a:lnTo>
                            <a:pt x="2028" y="523"/>
                          </a:lnTo>
                          <a:lnTo>
                            <a:pt x="2030" y="557"/>
                          </a:lnTo>
                          <a:lnTo>
                            <a:pt x="2033" y="547"/>
                          </a:lnTo>
                          <a:lnTo>
                            <a:pt x="2035" y="543"/>
                          </a:lnTo>
                          <a:lnTo>
                            <a:pt x="2038" y="559"/>
                          </a:lnTo>
                          <a:lnTo>
                            <a:pt x="2040" y="551"/>
                          </a:lnTo>
                          <a:lnTo>
                            <a:pt x="2042" y="546"/>
                          </a:lnTo>
                          <a:lnTo>
                            <a:pt x="2045" y="559"/>
                          </a:lnTo>
                          <a:lnTo>
                            <a:pt x="2047" y="576"/>
                          </a:lnTo>
                          <a:lnTo>
                            <a:pt x="2050" y="558"/>
                          </a:lnTo>
                          <a:lnTo>
                            <a:pt x="2052" y="565"/>
                          </a:lnTo>
                          <a:lnTo>
                            <a:pt x="2054" y="581"/>
                          </a:lnTo>
                          <a:lnTo>
                            <a:pt x="2057" y="577"/>
                          </a:lnTo>
                          <a:lnTo>
                            <a:pt x="2059" y="576"/>
                          </a:lnTo>
                          <a:lnTo>
                            <a:pt x="2062" y="579"/>
                          </a:lnTo>
                          <a:lnTo>
                            <a:pt x="2064" y="578"/>
                          </a:lnTo>
                          <a:lnTo>
                            <a:pt x="2066" y="585"/>
                          </a:lnTo>
                          <a:lnTo>
                            <a:pt x="2069" y="580"/>
                          </a:lnTo>
                          <a:lnTo>
                            <a:pt x="2071" y="590"/>
                          </a:lnTo>
                          <a:lnTo>
                            <a:pt x="2074" y="597"/>
                          </a:lnTo>
                          <a:lnTo>
                            <a:pt x="2076" y="581"/>
                          </a:lnTo>
                          <a:lnTo>
                            <a:pt x="2078" y="597"/>
                          </a:lnTo>
                          <a:lnTo>
                            <a:pt x="2081" y="606"/>
                          </a:lnTo>
                          <a:lnTo>
                            <a:pt x="2083" y="573"/>
                          </a:lnTo>
                          <a:lnTo>
                            <a:pt x="2086" y="602"/>
                          </a:lnTo>
                          <a:lnTo>
                            <a:pt x="2088" y="600"/>
                          </a:lnTo>
                          <a:lnTo>
                            <a:pt x="2091" y="595"/>
                          </a:lnTo>
                          <a:lnTo>
                            <a:pt x="2093" y="600"/>
                          </a:lnTo>
                          <a:lnTo>
                            <a:pt x="2095" y="600"/>
                          </a:lnTo>
                          <a:lnTo>
                            <a:pt x="2098" y="601"/>
                          </a:lnTo>
                          <a:lnTo>
                            <a:pt x="2100" y="583"/>
                          </a:lnTo>
                          <a:lnTo>
                            <a:pt x="2103" y="598"/>
                          </a:lnTo>
                          <a:lnTo>
                            <a:pt x="2105" y="596"/>
                          </a:lnTo>
                          <a:lnTo>
                            <a:pt x="2107" y="589"/>
                          </a:lnTo>
                          <a:lnTo>
                            <a:pt x="2110" y="607"/>
                          </a:lnTo>
                          <a:lnTo>
                            <a:pt x="2112" y="598"/>
                          </a:lnTo>
                          <a:lnTo>
                            <a:pt x="2115" y="594"/>
                          </a:lnTo>
                          <a:lnTo>
                            <a:pt x="2117" y="612"/>
                          </a:lnTo>
                          <a:lnTo>
                            <a:pt x="2119" y="602"/>
                          </a:lnTo>
                          <a:lnTo>
                            <a:pt x="2122" y="598"/>
                          </a:lnTo>
                          <a:lnTo>
                            <a:pt x="2124" y="618"/>
                          </a:lnTo>
                          <a:lnTo>
                            <a:pt x="2127" y="612"/>
                          </a:lnTo>
                          <a:lnTo>
                            <a:pt x="2129" y="568"/>
                          </a:lnTo>
                          <a:lnTo>
                            <a:pt x="2131" y="620"/>
                          </a:lnTo>
                          <a:lnTo>
                            <a:pt x="2134" y="617"/>
                          </a:lnTo>
                          <a:lnTo>
                            <a:pt x="2136" y="561"/>
                          </a:lnTo>
                          <a:lnTo>
                            <a:pt x="2139" y="623"/>
                          </a:lnTo>
                          <a:lnTo>
                            <a:pt x="2141" y="624"/>
                          </a:lnTo>
                          <a:lnTo>
                            <a:pt x="2143" y="568"/>
                          </a:lnTo>
                          <a:lnTo>
                            <a:pt x="2146" y="630"/>
                          </a:lnTo>
                          <a:lnTo>
                            <a:pt x="2148" y="637"/>
                          </a:lnTo>
                          <a:lnTo>
                            <a:pt x="2151" y="591"/>
                          </a:lnTo>
                          <a:lnTo>
                            <a:pt x="2153" y="646"/>
                          </a:lnTo>
                          <a:lnTo>
                            <a:pt x="2155" y="652"/>
                          </a:lnTo>
                          <a:lnTo>
                            <a:pt x="2158" y="647"/>
                          </a:lnTo>
                          <a:lnTo>
                            <a:pt x="2160" y="672"/>
                          </a:lnTo>
                          <a:lnTo>
                            <a:pt x="2163" y="668"/>
                          </a:lnTo>
                          <a:lnTo>
                            <a:pt x="2165" y="670"/>
                          </a:lnTo>
                          <a:lnTo>
                            <a:pt x="2166" y="675"/>
                          </a:lnTo>
                        </a:path>
                      </a:pathLst>
                    </a:custGeom>
                    <a:noFill/>
                    <a:ln w="17526" cap="flat">
                      <a:solidFill>
                        <a:srgbClr val="FF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  <p:grpSp>
                <p:nvGrpSpPr>
                  <p:cNvPr id="406" name="그룹 405">
                    <a:extLst>
                      <a:ext uri="{FF2B5EF4-FFF2-40B4-BE49-F238E27FC236}">
                        <a16:creationId xmlns:a16="http://schemas.microsoft.com/office/drawing/2014/main" id="{B1DCFC66-E65A-4B9B-8B90-5FDEF4D3205B}"/>
                      </a:ext>
                    </a:extLst>
                  </p:cNvPr>
                  <p:cNvGrpSpPr/>
                  <p:nvPr/>
                </p:nvGrpSpPr>
                <p:grpSpPr>
                  <a:xfrm>
                    <a:off x="3568263" y="1942390"/>
                    <a:ext cx="3438525" cy="1427163"/>
                    <a:chOff x="5208006" y="2134941"/>
                    <a:chExt cx="3438525" cy="1427163"/>
                  </a:xfrm>
                </p:grpSpPr>
                <p:sp>
                  <p:nvSpPr>
                    <p:cNvPr id="407" name="Freeform 27">
                      <a:extLst>
                        <a:ext uri="{FF2B5EF4-FFF2-40B4-BE49-F238E27FC236}">
                          <a16:creationId xmlns:a16="http://schemas.microsoft.com/office/drawing/2014/main" id="{612CD75C-F2C6-4886-B1B0-FC5116923BA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08006" y="2134941"/>
                      <a:ext cx="3438525" cy="1427163"/>
                    </a:xfrm>
                    <a:custGeom>
                      <a:avLst/>
                      <a:gdLst>
                        <a:gd name="T0" fmla="*/ 635 w 2166"/>
                        <a:gd name="T1" fmla="*/ 773 h 899"/>
                        <a:gd name="T2" fmla="*/ 705 w 2166"/>
                        <a:gd name="T3" fmla="*/ 755 h 899"/>
                        <a:gd name="T4" fmla="*/ 775 w 2166"/>
                        <a:gd name="T5" fmla="*/ 743 h 899"/>
                        <a:gd name="T6" fmla="*/ 845 w 2166"/>
                        <a:gd name="T7" fmla="*/ 730 h 899"/>
                        <a:gd name="T8" fmla="*/ 914 w 2166"/>
                        <a:gd name="T9" fmla="*/ 721 h 899"/>
                        <a:gd name="T10" fmla="*/ 984 w 2166"/>
                        <a:gd name="T11" fmla="*/ 732 h 899"/>
                        <a:gd name="T12" fmla="*/ 1054 w 2166"/>
                        <a:gd name="T13" fmla="*/ 737 h 899"/>
                        <a:gd name="T14" fmla="*/ 1123 w 2166"/>
                        <a:gd name="T15" fmla="*/ 721 h 899"/>
                        <a:gd name="T16" fmla="*/ 1193 w 2166"/>
                        <a:gd name="T17" fmla="*/ 715 h 899"/>
                        <a:gd name="T18" fmla="*/ 1263 w 2166"/>
                        <a:gd name="T19" fmla="*/ 704 h 899"/>
                        <a:gd name="T20" fmla="*/ 1333 w 2166"/>
                        <a:gd name="T21" fmla="*/ 696 h 899"/>
                        <a:gd name="T22" fmla="*/ 1402 w 2166"/>
                        <a:gd name="T23" fmla="*/ 711 h 899"/>
                        <a:gd name="T24" fmla="*/ 1472 w 2166"/>
                        <a:gd name="T25" fmla="*/ 687 h 899"/>
                        <a:gd name="T26" fmla="*/ 1542 w 2166"/>
                        <a:gd name="T27" fmla="*/ 688 h 899"/>
                        <a:gd name="T28" fmla="*/ 1612 w 2166"/>
                        <a:gd name="T29" fmla="*/ 300 h 899"/>
                        <a:gd name="T30" fmla="*/ 1681 w 2166"/>
                        <a:gd name="T31" fmla="*/ 162 h 899"/>
                        <a:gd name="T32" fmla="*/ 1751 w 2166"/>
                        <a:gd name="T33" fmla="*/ 236 h 899"/>
                        <a:gd name="T34" fmla="*/ 1821 w 2166"/>
                        <a:gd name="T35" fmla="*/ 434 h 899"/>
                        <a:gd name="T36" fmla="*/ 1891 w 2166"/>
                        <a:gd name="T37" fmla="*/ 488 h 899"/>
                        <a:gd name="T38" fmla="*/ 1960 w 2166"/>
                        <a:gd name="T39" fmla="*/ 618 h 899"/>
                        <a:gd name="T40" fmla="*/ 2030 w 2166"/>
                        <a:gd name="T41" fmla="*/ 606 h 899"/>
                        <a:gd name="T42" fmla="*/ 2100 w 2166"/>
                        <a:gd name="T43" fmla="*/ 678 h 899"/>
                        <a:gd name="T44" fmla="*/ 2166 w 2166"/>
                        <a:gd name="T45" fmla="*/ 687 h 899"/>
                        <a:gd name="T46" fmla="*/ 2100 w 2166"/>
                        <a:gd name="T47" fmla="*/ 541 h 899"/>
                        <a:gd name="T48" fmla="*/ 2030 w 2166"/>
                        <a:gd name="T49" fmla="*/ 571 h 899"/>
                        <a:gd name="T50" fmla="*/ 1960 w 2166"/>
                        <a:gd name="T51" fmla="*/ 424 h 899"/>
                        <a:gd name="T52" fmla="*/ 1891 w 2166"/>
                        <a:gd name="T53" fmla="*/ 382 h 899"/>
                        <a:gd name="T54" fmla="*/ 1821 w 2166"/>
                        <a:gd name="T55" fmla="*/ 206 h 899"/>
                        <a:gd name="T56" fmla="*/ 1751 w 2166"/>
                        <a:gd name="T57" fmla="*/ 153 h 899"/>
                        <a:gd name="T58" fmla="*/ 1681 w 2166"/>
                        <a:gd name="T59" fmla="*/ 65 h 899"/>
                        <a:gd name="T60" fmla="*/ 1612 w 2166"/>
                        <a:gd name="T61" fmla="*/ 67 h 899"/>
                        <a:gd name="T62" fmla="*/ 1542 w 2166"/>
                        <a:gd name="T63" fmla="*/ 630 h 899"/>
                        <a:gd name="T64" fmla="*/ 1472 w 2166"/>
                        <a:gd name="T65" fmla="*/ 629 h 899"/>
                        <a:gd name="T66" fmla="*/ 1402 w 2166"/>
                        <a:gd name="T67" fmla="*/ 631 h 899"/>
                        <a:gd name="T68" fmla="*/ 1333 w 2166"/>
                        <a:gd name="T69" fmla="*/ 650 h 899"/>
                        <a:gd name="T70" fmla="*/ 1263 w 2166"/>
                        <a:gd name="T71" fmla="*/ 659 h 899"/>
                        <a:gd name="T72" fmla="*/ 1193 w 2166"/>
                        <a:gd name="T73" fmla="*/ 670 h 899"/>
                        <a:gd name="T74" fmla="*/ 1123 w 2166"/>
                        <a:gd name="T75" fmla="*/ 674 h 899"/>
                        <a:gd name="T76" fmla="*/ 1054 w 2166"/>
                        <a:gd name="T77" fmla="*/ 688 h 899"/>
                        <a:gd name="T78" fmla="*/ 984 w 2166"/>
                        <a:gd name="T79" fmla="*/ 706 h 899"/>
                        <a:gd name="T80" fmla="*/ 914 w 2166"/>
                        <a:gd name="T81" fmla="*/ 718 h 899"/>
                        <a:gd name="T82" fmla="*/ 845 w 2166"/>
                        <a:gd name="T83" fmla="*/ 700 h 899"/>
                        <a:gd name="T84" fmla="*/ 775 w 2166"/>
                        <a:gd name="T85" fmla="*/ 703 h 899"/>
                        <a:gd name="T86" fmla="*/ 705 w 2166"/>
                        <a:gd name="T87" fmla="*/ 709 h 899"/>
                        <a:gd name="T88" fmla="*/ 635 w 2166"/>
                        <a:gd name="T89" fmla="*/ 730 h 899"/>
                        <a:gd name="T90" fmla="*/ 566 w 2166"/>
                        <a:gd name="T91" fmla="*/ 748 h 899"/>
                        <a:gd name="T92" fmla="*/ 496 w 2166"/>
                        <a:gd name="T93" fmla="*/ 798 h 899"/>
                        <a:gd name="T94" fmla="*/ 426 w 2166"/>
                        <a:gd name="T95" fmla="*/ 862 h 899"/>
                        <a:gd name="T96" fmla="*/ 356 w 2166"/>
                        <a:gd name="T97" fmla="*/ 623 h 899"/>
                        <a:gd name="T98" fmla="*/ 287 w 2166"/>
                        <a:gd name="T99" fmla="*/ 576 h 899"/>
                        <a:gd name="T100" fmla="*/ 217 w 2166"/>
                        <a:gd name="T101" fmla="*/ 580 h 899"/>
                        <a:gd name="T102" fmla="*/ 147 w 2166"/>
                        <a:gd name="T103" fmla="*/ 564 h 899"/>
                        <a:gd name="T104" fmla="*/ 77 w 2166"/>
                        <a:gd name="T105" fmla="*/ 597 h 899"/>
                        <a:gd name="T106" fmla="*/ 8 w 2166"/>
                        <a:gd name="T107" fmla="*/ 553 h 899"/>
                        <a:gd name="T108" fmla="*/ 60 w 2166"/>
                        <a:gd name="T109" fmla="*/ 740 h 899"/>
                        <a:gd name="T110" fmla="*/ 130 w 2166"/>
                        <a:gd name="T111" fmla="*/ 690 h 899"/>
                        <a:gd name="T112" fmla="*/ 200 w 2166"/>
                        <a:gd name="T113" fmla="*/ 780 h 899"/>
                        <a:gd name="T114" fmla="*/ 270 w 2166"/>
                        <a:gd name="T115" fmla="*/ 706 h 899"/>
                        <a:gd name="T116" fmla="*/ 339 w 2166"/>
                        <a:gd name="T117" fmla="*/ 704 h 899"/>
                        <a:gd name="T118" fmla="*/ 409 w 2166"/>
                        <a:gd name="T119" fmla="*/ 885 h 899"/>
                        <a:gd name="T120" fmla="*/ 479 w 2166"/>
                        <a:gd name="T121" fmla="*/ 850 h 899"/>
                        <a:gd name="T122" fmla="*/ 549 w 2166"/>
                        <a:gd name="T123" fmla="*/ 816 h 8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2166" h="899">
                          <a:moveTo>
                            <a:pt x="568" y="806"/>
                          </a:moveTo>
                          <a:lnTo>
                            <a:pt x="570" y="806"/>
                          </a:lnTo>
                          <a:lnTo>
                            <a:pt x="573" y="804"/>
                          </a:lnTo>
                          <a:lnTo>
                            <a:pt x="575" y="801"/>
                          </a:lnTo>
                          <a:lnTo>
                            <a:pt x="578" y="801"/>
                          </a:lnTo>
                          <a:lnTo>
                            <a:pt x="580" y="799"/>
                          </a:lnTo>
                          <a:lnTo>
                            <a:pt x="582" y="794"/>
                          </a:lnTo>
                          <a:lnTo>
                            <a:pt x="585" y="796"/>
                          </a:lnTo>
                          <a:lnTo>
                            <a:pt x="587" y="795"/>
                          </a:lnTo>
                          <a:lnTo>
                            <a:pt x="590" y="793"/>
                          </a:lnTo>
                          <a:lnTo>
                            <a:pt x="592" y="795"/>
                          </a:lnTo>
                          <a:lnTo>
                            <a:pt x="594" y="793"/>
                          </a:lnTo>
                          <a:lnTo>
                            <a:pt x="597" y="793"/>
                          </a:lnTo>
                          <a:lnTo>
                            <a:pt x="599" y="791"/>
                          </a:lnTo>
                          <a:lnTo>
                            <a:pt x="601" y="788"/>
                          </a:lnTo>
                          <a:lnTo>
                            <a:pt x="604" y="788"/>
                          </a:lnTo>
                          <a:lnTo>
                            <a:pt x="606" y="788"/>
                          </a:lnTo>
                          <a:lnTo>
                            <a:pt x="609" y="788"/>
                          </a:lnTo>
                          <a:lnTo>
                            <a:pt x="611" y="788"/>
                          </a:lnTo>
                          <a:lnTo>
                            <a:pt x="613" y="787"/>
                          </a:lnTo>
                          <a:lnTo>
                            <a:pt x="616" y="788"/>
                          </a:lnTo>
                          <a:lnTo>
                            <a:pt x="618" y="782"/>
                          </a:lnTo>
                          <a:lnTo>
                            <a:pt x="621" y="781"/>
                          </a:lnTo>
                          <a:lnTo>
                            <a:pt x="623" y="779"/>
                          </a:lnTo>
                          <a:lnTo>
                            <a:pt x="625" y="776"/>
                          </a:lnTo>
                          <a:lnTo>
                            <a:pt x="628" y="775"/>
                          </a:lnTo>
                          <a:lnTo>
                            <a:pt x="630" y="774"/>
                          </a:lnTo>
                          <a:lnTo>
                            <a:pt x="633" y="772"/>
                          </a:lnTo>
                          <a:lnTo>
                            <a:pt x="635" y="773"/>
                          </a:lnTo>
                          <a:lnTo>
                            <a:pt x="637" y="771"/>
                          </a:lnTo>
                          <a:lnTo>
                            <a:pt x="640" y="771"/>
                          </a:lnTo>
                          <a:lnTo>
                            <a:pt x="642" y="771"/>
                          </a:lnTo>
                          <a:lnTo>
                            <a:pt x="645" y="769"/>
                          </a:lnTo>
                          <a:lnTo>
                            <a:pt x="647" y="769"/>
                          </a:lnTo>
                          <a:lnTo>
                            <a:pt x="649" y="771"/>
                          </a:lnTo>
                          <a:lnTo>
                            <a:pt x="652" y="770"/>
                          </a:lnTo>
                          <a:lnTo>
                            <a:pt x="654" y="769"/>
                          </a:lnTo>
                          <a:lnTo>
                            <a:pt x="657" y="769"/>
                          </a:lnTo>
                          <a:lnTo>
                            <a:pt x="659" y="768"/>
                          </a:lnTo>
                          <a:lnTo>
                            <a:pt x="662" y="765"/>
                          </a:lnTo>
                          <a:lnTo>
                            <a:pt x="664" y="763"/>
                          </a:lnTo>
                          <a:lnTo>
                            <a:pt x="666" y="761"/>
                          </a:lnTo>
                          <a:lnTo>
                            <a:pt x="669" y="760"/>
                          </a:lnTo>
                          <a:lnTo>
                            <a:pt x="671" y="756"/>
                          </a:lnTo>
                          <a:lnTo>
                            <a:pt x="674" y="754"/>
                          </a:lnTo>
                          <a:lnTo>
                            <a:pt x="676" y="754"/>
                          </a:lnTo>
                          <a:lnTo>
                            <a:pt x="678" y="751"/>
                          </a:lnTo>
                          <a:lnTo>
                            <a:pt x="681" y="755"/>
                          </a:lnTo>
                          <a:lnTo>
                            <a:pt x="683" y="755"/>
                          </a:lnTo>
                          <a:lnTo>
                            <a:pt x="686" y="752"/>
                          </a:lnTo>
                          <a:lnTo>
                            <a:pt x="688" y="755"/>
                          </a:lnTo>
                          <a:lnTo>
                            <a:pt x="690" y="753"/>
                          </a:lnTo>
                          <a:lnTo>
                            <a:pt x="693" y="752"/>
                          </a:lnTo>
                          <a:lnTo>
                            <a:pt x="695" y="754"/>
                          </a:lnTo>
                          <a:lnTo>
                            <a:pt x="698" y="752"/>
                          </a:lnTo>
                          <a:lnTo>
                            <a:pt x="700" y="754"/>
                          </a:lnTo>
                          <a:lnTo>
                            <a:pt x="703" y="755"/>
                          </a:lnTo>
                          <a:lnTo>
                            <a:pt x="705" y="755"/>
                          </a:lnTo>
                          <a:lnTo>
                            <a:pt x="707" y="753"/>
                          </a:lnTo>
                          <a:lnTo>
                            <a:pt x="710" y="750"/>
                          </a:lnTo>
                          <a:lnTo>
                            <a:pt x="712" y="746"/>
                          </a:lnTo>
                          <a:lnTo>
                            <a:pt x="715" y="748"/>
                          </a:lnTo>
                          <a:lnTo>
                            <a:pt x="717" y="749"/>
                          </a:lnTo>
                          <a:lnTo>
                            <a:pt x="719" y="749"/>
                          </a:lnTo>
                          <a:lnTo>
                            <a:pt x="722" y="751"/>
                          </a:lnTo>
                          <a:lnTo>
                            <a:pt x="724" y="750"/>
                          </a:lnTo>
                          <a:lnTo>
                            <a:pt x="727" y="752"/>
                          </a:lnTo>
                          <a:lnTo>
                            <a:pt x="729" y="753"/>
                          </a:lnTo>
                          <a:lnTo>
                            <a:pt x="731" y="751"/>
                          </a:lnTo>
                          <a:lnTo>
                            <a:pt x="734" y="753"/>
                          </a:lnTo>
                          <a:lnTo>
                            <a:pt x="736" y="753"/>
                          </a:lnTo>
                          <a:lnTo>
                            <a:pt x="739" y="751"/>
                          </a:lnTo>
                          <a:lnTo>
                            <a:pt x="741" y="754"/>
                          </a:lnTo>
                          <a:lnTo>
                            <a:pt x="743" y="753"/>
                          </a:lnTo>
                          <a:lnTo>
                            <a:pt x="746" y="752"/>
                          </a:lnTo>
                          <a:lnTo>
                            <a:pt x="748" y="754"/>
                          </a:lnTo>
                          <a:lnTo>
                            <a:pt x="751" y="751"/>
                          </a:lnTo>
                          <a:lnTo>
                            <a:pt x="753" y="747"/>
                          </a:lnTo>
                          <a:lnTo>
                            <a:pt x="756" y="747"/>
                          </a:lnTo>
                          <a:lnTo>
                            <a:pt x="758" y="743"/>
                          </a:lnTo>
                          <a:lnTo>
                            <a:pt x="760" y="742"/>
                          </a:lnTo>
                          <a:lnTo>
                            <a:pt x="763" y="745"/>
                          </a:lnTo>
                          <a:lnTo>
                            <a:pt x="765" y="743"/>
                          </a:lnTo>
                          <a:lnTo>
                            <a:pt x="768" y="744"/>
                          </a:lnTo>
                          <a:lnTo>
                            <a:pt x="770" y="744"/>
                          </a:lnTo>
                          <a:lnTo>
                            <a:pt x="772" y="743"/>
                          </a:lnTo>
                          <a:lnTo>
                            <a:pt x="775" y="743"/>
                          </a:lnTo>
                          <a:lnTo>
                            <a:pt x="777" y="744"/>
                          </a:lnTo>
                          <a:lnTo>
                            <a:pt x="780" y="741"/>
                          </a:lnTo>
                          <a:lnTo>
                            <a:pt x="782" y="742"/>
                          </a:lnTo>
                          <a:lnTo>
                            <a:pt x="784" y="742"/>
                          </a:lnTo>
                          <a:lnTo>
                            <a:pt x="787" y="740"/>
                          </a:lnTo>
                          <a:lnTo>
                            <a:pt x="789" y="739"/>
                          </a:lnTo>
                          <a:lnTo>
                            <a:pt x="792" y="736"/>
                          </a:lnTo>
                          <a:lnTo>
                            <a:pt x="794" y="734"/>
                          </a:lnTo>
                          <a:lnTo>
                            <a:pt x="797" y="733"/>
                          </a:lnTo>
                          <a:lnTo>
                            <a:pt x="799" y="731"/>
                          </a:lnTo>
                          <a:lnTo>
                            <a:pt x="801" y="730"/>
                          </a:lnTo>
                          <a:lnTo>
                            <a:pt x="804" y="731"/>
                          </a:lnTo>
                          <a:lnTo>
                            <a:pt x="806" y="731"/>
                          </a:lnTo>
                          <a:lnTo>
                            <a:pt x="809" y="734"/>
                          </a:lnTo>
                          <a:lnTo>
                            <a:pt x="811" y="732"/>
                          </a:lnTo>
                          <a:lnTo>
                            <a:pt x="813" y="734"/>
                          </a:lnTo>
                          <a:lnTo>
                            <a:pt x="816" y="734"/>
                          </a:lnTo>
                          <a:lnTo>
                            <a:pt x="818" y="733"/>
                          </a:lnTo>
                          <a:lnTo>
                            <a:pt x="821" y="733"/>
                          </a:lnTo>
                          <a:lnTo>
                            <a:pt x="823" y="734"/>
                          </a:lnTo>
                          <a:lnTo>
                            <a:pt x="825" y="732"/>
                          </a:lnTo>
                          <a:lnTo>
                            <a:pt x="828" y="735"/>
                          </a:lnTo>
                          <a:lnTo>
                            <a:pt x="830" y="735"/>
                          </a:lnTo>
                          <a:lnTo>
                            <a:pt x="833" y="731"/>
                          </a:lnTo>
                          <a:lnTo>
                            <a:pt x="835" y="734"/>
                          </a:lnTo>
                          <a:lnTo>
                            <a:pt x="837" y="732"/>
                          </a:lnTo>
                          <a:lnTo>
                            <a:pt x="840" y="730"/>
                          </a:lnTo>
                          <a:lnTo>
                            <a:pt x="842" y="731"/>
                          </a:lnTo>
                          <a:lnTo>
                            <a:pt x="845" y="730"/>
                          </a:lnTo>
                          <a:lnTo>
                            <a:pt x="847" y="728"/>
                          </a:lnTo>
                          <a:lnTo>
                            <a:pt x="849" y="730"/>
                          </a:lnTo>
                          <a:lnTo>
                            <a:pt x="852" y="731"/>
                          </a:lnTo>
                          <a:lnTo>
                            <a:pt x="854" y="729"/>
                          </a:lnTo>
                          <a:lnTo>
                            <a:pt x="856" y="731"/>
                          </a:lnTo>
                          <a:lnTo>
                            <a:pt x="859" y="731"/>
                          </a:lnTo>
                          <a:lnTo>
                            <a:pt x="861" y="728"/>
                          </a:lnTo>
                          <a:lnTo>
                            <a:pt x="864" y="730"/>
                          </a:lnTo>
                          <a:lnTo>
                            <a:pt x="866" y="729"/>
                          </a:lnTo>
                          <a:lnTo>
                            <a:pt x="868" y="726"/>
                          </a:lnTo>
                          <a:lnTo>
                            <a:pt x="871" y="730"/>
                          </a:lnTo>
                          <a:lnTo>
                            <a:pt x="873" y="728"/>
                          </a:lnTo>
                          <a:lnTo>
                            <a:pt x="876" y="726"/>
                          </a:lnTo>
                          <a:lnTo>
                            <a:pt x="878" y="727"/>
                          </a:lnTo>
                          <a:lnTo>
                            <a:pt x="880" y="725"/>
                          </a:lnTo>
                          <a:lnTo>
                            <a:pt x="883" y="723"/>
                          </a:lnTo>
                          <a:lnTo>
                            <a:pt x="885" y="723"/>
                          </a:lnTo>
                          <a:lnTo>
                            <a:pt x="888" y="723"/>
                          </a:lnTo>
                          <a:lnTo>
                            <a:pt x="890" y="721"/>
                          </a:lnTo>
                          <a:lnTo>
                            <a:pt x="892" y="724"/>
                          </a:lnTo>
                          <a:lnTo>
                            <a:pt x="895" y="725"/>
                          </a:lnTo>
                          <a:lnTo>
                            <a:pt x="897" y="724"/>
                          </a:lnTo>
                          <a:lnTo>
                            <a:pt x="900" y="726"/>
                          </a:lnTo>
                          <a:lnTo>
                            <a:pt x="902" y="725"/>
                          </a:lnTo>
                          <a:lnTo>
                            <a:pt x="904" y="726"/>
                          </a:lnTo>
                          <a:lnTo>
                            <a:pt x="907" y="724"/>
                          </a:lnTo>
                          <a:lnTo>
                            <a:pt x="909" y="722"/>
                          </a:lnTo>
                          <a:lnTo>
                            <a:pt x="912" y="722"/>
                          </a:lnTo>
                          <a:lnTo>
                            <a:pt x="914" y="721"/>
                          </a:lnTo>
                          <a:lnTo>
                            <a:pt x="916" y="721"/>
                          </a:lnTo>
                          <a:lnTo>
                            <a:pt x="919" y="721"/>
                          </a:lnTo>
                          <a:lnTo>
                            <a:pt x="921" y="720"/>
                          </a:lnTo>
                          <a:lnTo>
                            <a:pt x="924" y="721"/>
                          </a:lnTo>
                          <a:lnTo>
                            <a:pt x="926" y="721"/>
                          </a:lnTo>
                          <a:lnTo>
                            <a:pt x="929" y="719"/>
                          </a:lnTo>
                          <a:lnTo>
                            <a:pt x="931" y="720"/>
                          </a:lnTo>
                          <a:lnTo>
                            <a:pt x="933" y="722"/>
                          </a:lnTo>
                          <a:lnTo>
                            <a:pt x="936" y="721"/>
                          </a:lnTo>
                          <a:lnTo>
                            <a:pt x="938" y="721"/>
                          </a:lnTo>
                          <a:lnTo>
                            <a:pt x="941" y="721"/>
                          </a:lnTo>
                          <a:lnTo>
                            <a:pt x="943" y="721"/>
                          </a:lnTo>
                          <a:lnTo>
                            <a:pt x="945" y="723"/>
                          </a:lnTo>
                          <a:lnTo>
                            <a:pt x="948" y="721"/>
                          </a:lnTo>
                          <a:lnTo>
                            <a:pt x="950" y="721"/>
                          </a:lnTo>
                          <a:lnTo>
                            <a:pt x="953" y="722"/>
                          </a:lnTo>
                          <a:lnTo>
                            <a:pt x="955" y="720"/>
                          </a:lnTo>
                          <a:lnTo>
                            <a:pt x="957" y="719"/>
                          </a:lnTo>
                          <a:lnTo>
                            <a:pt x="960" y="717"/>
                          </a:lnTo>
                          <a:lnTo>
                            <a:pt x="962" y="717"/>
                          </a:lnTo>
                          <a:lnTo>
                            <a:pt x="965" y="717"/>
                          </a:lnTo>
                          <a:lnTo>
                            <a:pt x="967" y="718"/>
                          </a:lnTo>
                          <a:lnTo>
                            <a:pt x="970" y="722"/>
                          </a:lnTo>
                          <a:lnTo>
                            <a:pt x="972" y="724"/>
                          </a:lnTo>
                          <a:lnTo>
                            <a:pt x="974" y="723"/>
                          </a:lnTo>
                          <a:lnTo>
                            <a:pt x="977" y="726"/>
                          </a:lnTo>
                          <a:lnTo>
                            <a:pt x="979" y="726"/>
                          </a:lnTo>
                          <a:lnTo>
                            <a:pt x="982" y="730"/>
                          </a:lnTo>
                          <a:lnTo>
                            <a:pt x="984" y="732"/>
                          </a:lnTo>
                          <a:lnTo>
                            <a:pt x="986" y="732"/>
                          </a:lnTo>
                          <a:lnTo>
                            <a:pt x="989" y="733"/>
                          </a:lnTo>
                          <a:lnTo>
                            <a:pt x="991" y="729"/>
                          </a:lnTo>
                          <a:lnTo>
                            <a:pt x="994" y="727"/>
                          </a:lnTo>
                          <a:lnTo>
                            <a:pt x="996" y="727"/>
                          </a:lnTo>
                          <a:lnTo>
                            <a:pt x="998" y="723"/>
                          </a:lnTo>
                          <a:lnTo>
                            <a:pt x="1001" y="727"/>
                          </a:lnTo>
                          <a:lnTo>
                            <a:pt x="1003" y="727"/>
                          </a:lnTo>
                          <a:lnTo>
                            <a:pt x="1006" y="728"/>
                          </a:lnTo>
                          <a:lnTo>
                            <a:pt x="1008" y="732"/>
                          </a:lnTo>
                          <a:lnTo>
                            <a:pt x="1010" y="731"/>
                          </a:lnTo>
                          <a:lnTo>
                            <a:pt x="1013" y="732"/>
                          </a:lnTo>
                          <a:lnTo>
                            <a:pt x="1015" y="734"/>
                          </a:lnTo>
                          <a:lnTo>
                            <a:pt x="1018" y="734"/>
                          </a:lnTo>
                          <a:lnTo>
                            <a:pt x="1020" y="736"/>
                          </a:lnTo>
                          <a:lnTo>
                            <a:pt x="1023" y="735"/>
                          </a:lnTo>
                          <a:lnTo>
                            <a:pt x="1025" y="734"/>
                          </a:lnTo>
                          <a:lnTo>
                            <a:pt x="1027" y="732"/>
                          </a:lnTo>
                          <a:lnTo>
                            <a:pt x="1030" y="730"/>
                          </a:lnTo>
                          <a:lnTo>
                            <a:pt x="1032" y="728"/>
                          </a:lnTo>
                          <a:lnTo>
                            <a:pt x="1035" y="727"/>
                          </a:lnTo>
                          <a:lnTo>
                            <a:pt x="1037" y="728"/>
                          </a:lnTo>
                          <a:lnTo>
                            <a:pt x="1039" y="730"/>
                          </a:lnTo>
                          <a:lnTo>
                            <a:pt x="1042" y="730"/>
                          </a:lnTo>
                          <a:lnTo>
                            <a:pt x="1044" y="733"/>
                          </a:lnTo>
                          <a:lnTo>
                            <a:pt x="1047" y="734"/>
                          </a:lnTo>
                          <a:lnTo>
                            <a:pt x="1049" y="735"/>
                          </a:lnTo>
                          <a:lnTo>
                            <a:pt x="1051" y="736"/>
                          </a:lnTo>
                          <a:lnTo>
                            <a:pt x="1054" y="737"/>
                          </a:lnTo>
                          <a:lnTo>
                            <a:pt x="1056" y="737"/>
                          </a:lnTo>
                          <a:lnTo>
                            <a:pt x="1059" y="739"/>
                          </a:lnTo>
                          <a:lnTo>
                            <a:pt x="1061" y="738"/>
                          </a:lnTo>
                          <a:lnTo>
                            <a:pt x="1064" y="736"/>
                          </a:lnTo>
                          <a:lnTo>
                            <a:pt x="1066" y="731"/>
                          </a:lnTo>
                          <a:lnTo>
                            <a:pt x="1068" y="727"/>
                          </a:lnTo>
                          <a:lnTo>
                            <a:pt x="1071" y="724"/>
                          </a:lnTo>
                          <a:lnTo>
                            <a:pt x="1073" y="724"/>
                          </a:lnTo>
                          <a:lnTo>
                            <a:pt x="1076" y="724"/>
                          </a:lnTo>
                          <a:lnTo>
                            <a:pt x="1078" y="724"/>
                          </a:lnTo>
                          <a:lnTo>
                            <a:pt x="1080" y="727"/>
                          </a:lnTo>
                          <a:lnTo>
                            <a:pt x="1083" y="727"/>
                          </a:lnTo>
                          <a:lnTo>
                            <a:pt x="1085" y="726"/>
                          </a:lnTo>
                          <a:lnTo>
                            <a:pt x="1088" y="727"/>
                          </a:lnTo>
                          <a:lnTo>
                            <a:pt x="1090" y="727"/>
                          </a:lnTo>
                          <a:lnTo>
                            <a:pt x="1092" y="726"/>
                          </a:lnTo>
                          <a:lnTo>
                            <a:pt x="1095" y="728"/>
                          </a:lnTo>
                          <a:lnTo>
                            <a:pt x="1097" y="726"/>
                          </a:lnTo>
                          <a:lnTo>
                            <a:pt x="1099" y="724"/>
                          </a:lnTo>
                          <a:lnTo>
                            <a:pt x="1102" y="725"/>
                          </a:lnTo>
                          <a:lnTo>
                            <a:pt x="1104" y="721"/>
                          </a:lnTo>
                          <a:lnTo>
                            <a:pt x="1107" y="721"/>
                          </a:lnTo>
                          <a:lnTo>
                            <a:pt x="1109" y="720"/>
                          </a:lnTo>
                          <a:lnTo>
                            <a:pt x="1111" y="717"/>
                          </a:lnTo>
                          <a:lnTo>
                            <a:pt x="1114" y="721"/>
                          </a:lnTo>
                          <a:lnTo>
                            <a:pt x="1116" y="720"/>
                          </a:lnTo>
                          <a:lnTo>
                            <a:pt x="1119" y="720"/>
                          </a:lnTo>
                          <a:lnTo>
                            <a:pt x="1121" y="723"/>
                          </a:lnTo>
                          <a:lnTo>
                            <a:pt x="1123" y="721"/>
                          </a:lnTo>
                          <a:lnTo>
                            <a:pt x="1126" y="723"/>
                          </a:lnTo>
                          <a:lnTo>
                            <a:pt x="1128" y="723"/>
                          </a:lnTo>
                          <a:lnTo>
                            <a:pt x="1131" y="721"/>
                          </a:lnTo>
                          <a:lnTo>
                            <a:pt x="1133" y="723"/>
                          </a:lnTo>
                          <a:lnTo>
                            <a:pt x="1135" y="722"/>
                          </a:lnTo>
                          <a:lnTo>
                            <a:pt x="1138" y="720"/>
                          </a:lnTo>
                          <a:lnTo>
                            <a:pt x="1140" y="718"/>
                          </a:lnTo>
                          <a:lnTo>
                            <a:pt x="1143" y="716"/>
                          </a:lnTo>
                          <a:lnTo>
                            <a:pt x="1145" y="717"/>
                          </a:lnTo>
                          <a:lnTo>
                            <a:pt x="1147" y="717"/>
                          </a:lnTo>
                          <a:lnTo>
                            <a:pt x="1150" y="717"/>
                          </a:lnTo>
                          <a:lnTo>
                            <a:pt x="1152" y="718"/>
                          </a:lnTo>
                          <a:lnTo>
                            <a:pt x="1155" y="718"/>
                          </a:lnTo>
                          <a:lnTo>
                            <a:pt x="1157" y="719"/>
                          </a:lnTo>
                          <a:lnTo>
                            <a:pt x="1159" y="719"/>
                          </a:lnTo>
                          <a:lnTo>
                            <a:pt x="1162" y="718"/>
                          </a:lnTo>
                          <a:lnTo>
                            <a:pt x="1164" y="722"/>
                          </a:lnTo>
                          <a:lnTo>
                            <a:pt x="1167" y="721"/>
                          </a:lnTo>
                          <a:lnTo>
                            <a:pt x="1169" y="721"/>
                          </a:lnTo>
                          <a:lnTo>
                            <a:pt x="1171" y="722"/>
                          </a:lnTo>
                          <a:lnTo>
                            <a:pt x="1174" y="718"/>
                          </a:lnTo>
                          <a:lnTo>
                            <a:pt x="1176" y="718"/>
                          </a:lnTo>
                          <a:lnTo>
                            <a:pt x="1179" y="718"/>
                          </a:lnTo>
                          <a:lnTo>
                            <a:pt x="1181" y="718"/>
                          </a:lnTo>
                          <a:lnTo>
                            <a:pt x="1183" y="717"/>
                          </a:lnTo>
                          <a:lnTo>
                            <a:pt x="1186" y="716"/>
                          </a:lnTo>
                          <a:lnTo>
                            <a:pt x="1188" y="716"/>
                          </a:lnTo>
                          <a:lnTo>
                            <a:pt x="1191" y="717"/>
                          </a:lnTo>
                          <a:lnTo>
                            <a:pt x="1193" y="715"/>
                          </a:lnTo>
                          <a:lnTo>
                            <a:pt x="1196" y="718"/>
                          </a:lnTo>
                          <a:lnTo>
                            <a:pt x="1198" y="718"/>
                          </a:lnTo>
                          <a:lnTo>
                            <a:pt x="1200" y="719"/>
                          </a:lnTo>
                          <a:lnTo>
                            <a:pt x="1203" y="721"/>
                          </a:lnTo>
                          <a:lnTo>
                            <a:pt x="1205" y="717"/>
                          </a:lnTo>
                          <a:lnTo>
                            <a:pt x="1208" y="714"/>
                          </a:lnTo>
                          <a:lnTo>
                            <a:pt x="1210" y="713"/>
                          </a:lnTo>
                          <a:lnTo>
                            <a:pt x="1212" y="709"/>
                          </a:lnTo>
                          <a:lnTo>
                            <a:pt x="1215" y="709"/>
                          </a:lnTo>
                          <a:lnTo>
                            <a:pt x="1217" y="709"/>
                          </a:lnTo>
                          <a:lnTo>
                            <a:pt x="1220" y="708"/>
                          </a:lnTo>
                          <a:lnTo>
                            <a:pt x="1222" y="710"/>
                          </a:lnTo>
                          <a:lnTo>
                            <a:pt x="1224" y="709"/>
                          </a:lnTo>
                          <a:lnTo>
                            <a:pt x="1227" y="709"/>
                          </a:lnTo>
                          <a:lnTo>
                            <a:pt x="1229" y="709"/>
                          </a:lnTo>
                          <a:lnTo>
                            <a:pt x="1232" y="709"/>
                          </a:lnTo>
                          <a:lnTo>
                            <a:pt x="1234" y="711"/>
                          </a:lnTo>
                          <a:lnTo>
                            <a:pt x="1237" y="710"/>
                          </a:lnTo>
                          <a:lnTo>
                            <a:pt x="1239" y="713"/>
                          </a:lnTo>
                          <a:lnTo>
                            <a:pt x="1241" y="714"/>
                          </a:lnTo>
                          <a:lnTo>
                            <a:pt x="1244" y="708"/>
                          </a:lnTo>
                          <a:lnTo>
                            <a:pt x="1246" y="708"/>
                          </a:lnTo>
                          <a:lnTo>
                            <a:pt x="1249" y="704"/>
                          </a:lnTo>
                          <a:lnTo>
                            <a:pt x="1251" y="701"/>
                          </a:lnTo>
                          <a:lnTo>
                            <a:pt x="1253" y="704"/>
                          </a:lnTo>
                          <a:lnTo>
                            <a:pt x="1256" y="703"/>
                          </a:lnTo>
                          <a:lnTo>
                            <a:pt x="1258" y="706"/>
                          </a:lnTo>
                          <a:lnTo>
                            <a:pt x="1261" y="706"/>
                          </a:lnTo>
                          <a:lnTo>
                            <a:pt x="1263" y="704"/>
                          </a:lnTo>
                          <a:lnTo>
                            <a:pt x="1265" y="705"/>
                          </a:lnTo>
                          <a:lnTo>
                            <a:pt x="1268" y="703"/>
                          </a:lnTo>
                          <a:lnTo>
                            <a:pt x="1270" y="705"/>
                          </a:lnTo>
                          <a:lnTo>
                            <a:pt x="1273" y="705"/>
                          </a:lnTo>
                          <a:lnTo>
                            <a:pt x="1275" y="706"/>
                          </a:lnTo>
                          <a:lnTo>
                            <a:pt x="1277" y="704"/>
                          </a:lnTo>
                          <a:lnTo>
                            <a:pt x="1280" y="706"/>
                          </a:lnTo>
                          <a:lnTo>
                            <a:pt x="1282" y="706"/>
                          </a:lnTo>
                          <a:lnTo>
                            <a:pt x="1285" y="704"/>
                          </a:lnTo>
                          <a:lnTo>
                            <a:pt x="1287" y="706"/>
                          </a:lnTo>
                          <a:lnTo>
                            <a:pt x="1290" y="705"/>
                          </a:lnTo>
                          <a:lnTo>
                            <a:pt x="1292" y="706"/>
                          </a:lnTo>
                          <a:lnTo>
                            <a:pt x="1294" y="706"/>
                          </a:lnTo>
                          <a:lnTo>
                            <a:pt x="1297" y="704"/>
                          </a:lnTo>
                          <a:lnTo>
                            <a:pt x="1299" y="706"/>
                          </a:lnTo>
                          <a:lnTo>
                            <a:pt x="1302" y="703"/>
                          </a:lnTo>
                          <a:lnTo>
                            <a:pt x="1304" y="703"/>
                          </a:lnTo>
                          <a:lnTo>
                            <a:pt x="1306" y="703"/>
                          </a:lnTo>
                          <a:lnTo>
                            <a:pt x="1309" y="701"/>
                          </a:lnTo>
                          <a:lnTo>
                            <a:pt x="1311" y="703"/>
                          </a:lnTo>
                          <a:lnTo>
                            <a:pt x="1314" y="702"/>
                          </a:lnTo>
                          <a:lnTo>
                            <a:pt x="1316" y="703"/>
                          </a:lnTo>
                          <a:lnTo>
                            <a:pt x="1318" y="703"/>
                          </a:lnTo>
                          <a:lnTo>
                            <a:pt x="1321" y="703"/>
                          </a:lnTo>
                          <a:lnTo>
                            <a:pt x="1323" y="705"/>
                          </a:lnTo>
                          <a:lnTo>
                            <a:pt x="1326" y="700"/>
                          </a:lnTo>
                          <a:lnTo>
                            <a:pt x="1328" y="701"/>
                          </a:lnTo>
                          <a:lnTo>
                            <a:pt x="1331" y="701"/>
                          </a:lnTo>
                          <a:lnTo>
                            <a:pt x="1333" y="696"/>
                          </a:lnTo>
                          <a:lnTo>
                            <a:pt x="1335" y="701"/>
                          </a:lnTo>
                          <a:lnTo>
                            <a:pt x="1338" y="700"/>
                          </a:lnTo>
                          <a:lnTo>
                            <a:pt x="1340" y="698"/>
                          </a:lnTo>
                          <a:lnTo>
                            <a:pt x="1342" y="700"/>
                          </a:lnTo>
                          <a:lnTo>
                            <a:pt x="1345" y="698"/>
                          </a:lnTo>
                          <a:lnTo>
                            <a:pt x="1347" y="699"/>
                          </a:lnTo>
                          <a:lnTo>
                            <a:pt x="1350" y="700"/>
                          </a:lnTo>
                          <a:lnTo>
                            <a:pt x="1352" y="700"/>
                          </a:lnTo>
                          <a:lnTo>
                            <a:pt x="1354" y="703"/>
                          </a:lnTo>
                          <a:lnTo>
                            <a:pt x="1357" y="703"/>
                          </a:lnTo>
                          <a:lnTo>
                            <a:pt x="1359" y="705"/>
                          </a:lnTo>
                          <a:lnTo>
                            <a:pt x="1362" y="706"/>
                          </a:lnTo>
                          <a:lnTo>
                            <a:pt x="1364" y="704"/>
                          </a:lnTo>
                          <a:lnTo>
                            <a:pt x="1366" y="701"/>
                          </a:lnTo>
                          <a:lnTo>
                            <a:pt x="1369" y="697"/>
                          </a:lnTo>
                          <a:lnTo>
                            <a:pt x="1371" y="703"/>
                          </a:lnTo>
                          <a:lnTo>
                            <a:pt x="1374" y="705"/>
                          </a:lnTo>
                          <a:lnTo>
                            <a:pt x="1376" y="703"/>
                          </a:lnTo>
                          <a:lnTo>
                            <a:pt x="1378" y="706"/>
                          </a:lnTo>
                          <a:lnTo>
                            <a:pt x="1381" y="705"/>
                          </a:lnTo>
                          <a:lnTo>
                            <a:pt x="1383" y="707"/>
                          </a:lnTo>
                          <a:lnTo>
                            <a:pt x="1386" y="709"/>
                          </a:lnTo>
                          <a:lnTo>
                            <a:pt x="1388" y="708"/>
                          </a:lnTo>
                          <a:lnTo>
                            <a:pt x="1390" y="707"/>
                          </a:lnTo>
                          <a:lnTo>
                            <a:pt x="1393" y="709"/>
                          </a:lnTo>
                          <a:lnTo>
                            <a:pt x="1395" y="707"/>
                          </a:lnTo>
                          <a:lnTo>
                            <a:pt x="1398" y="710"/>
                          </a:lnTo>
                          <a:lnTo>
                            <a:pt x="1400" y="711"/>
                          </a:lnTo>
                          <a:lnTo>
                            <a:pt x="1402" y="711"/>
                          </a:lnTo>
                          <a:lnTo>
                            <a:pt x="1405" y="709"/>
                          </a:lnTo>
                          <a:lnTo>
                            <a:pt x="1407" y="705"/>
                          </a:lnTo>
                          <a:lnTo>
                            <a:pt x="1410" y="704"/>
                          </a:lnTo>
                          <a:lnTo>
                            <a:pt x="1412" y="702"/>
                          </a:lnTo>
                          <a:lnTo>
                            <a:pt x="1414" y="697"/>
                          </a:lnTo>
                          <a:lnTo>
                            <a:pt x="1417" y="699"/>
                          </a:lnTo>
                          <a:lnTo>
                            <a:pt x="1419" y="697"/>
                          </a:lnTo>
                          <a:lnTo>
                            <a:pt x="1422" y="698"/>
                          </a:lnTo>
                          <a:lnTo>
                            <a:pt x="1424" y="701"/>
                          </a:lnTo>
                          <a:lnTo>
                            <a:pt x="1426" y="699"/>
                          </a:lnTo>
                          <a:lnTo>
                            <a:pt x="1429" y="701"/>
                          </a:lnTo>
                          <a:lnTo>
                            <a:pt x="1431" y="700"/>
                          </a:lnTo>
                          <a:lnTo>
                            <a:pt x="1434" y="698"/>
                          </a:lnTo>
                          <a:lnTo>
                            <a:pt x="1436" y="703"/>
                          </a:lnTo>
                          <a:lnTo>
                            <a:pt x="1438" y="702"/>
                          </a:lnTo>
                          <a:lnTo>
                            <a:pt x="1441" y="701"/>
                          </a:lnTo>
                          <a:lnTo>
                            <a:pt x="1443" y="701"/>
                          </a:lnTo>
                          <a:lnTo>
                            <a:pt x="1446" y="695"/>
                          </a:lnTo>
                          <a:lnTo>
                            <a:pt x="1448" y="693"/>
                          </a:lnTo>
                          <a:lnTo>
                            <a:pt x="1450" y="689"/>
                          </a:lnTo>
                          <a:lnTo>
                            <a:pt x="1453" y="686"/>
                          </a:lnTo>
                          <a:lnTo>
                            <a:pt x="1455" y="688"/>
                          </a:lnTo>
                          <a:lnTo>
                            <a:pt x="1458" y="687"/>
                          </a:lnTo>
                          <a:lnTo>
                            <a:pt x="1460" y="689"/>
                          </a:lnTo>
                          <a:lnTo>
                            <a:pt x="1463" y="688"/>
                          </a:lnTo>
                          <a:lnTo>
                            <a:pt x="1465" y="688"/>
                          </a:lnTo>
                          <a:lnTo>
                            <a:pt x="1467" y="688"/>
                          </a:lnTo>
                          <a:lnTo>
                            <a:pt x="1470" y="686"/>
                          </a:lnTo>
                          <a:lnTo>
                            <a:pt x="1472" y="687"/>
                          </a:lnTo>
                          <a:lnTo>
                            <a:pt x="1475" y="688"/>
                          </a:lnTo>
                          <a:lnTo>
                            <a:pt x="1477" y="682"/>
                          </a:lnTo>
                          <a:lnTo>
                            <a:pt x="1479" y="681"/>
                          </a:lnTo>
                          <a:lnTo>
                            <a:pt x="1482" y="679"/>
                          </a:lnTo>
                          <a:lnTo>
                            <a:pt x="1484" y="675"/>
                          </a:lnTo>
                          <a:lnTo>
                            <a:pt x="1487" y="674"/>
                          </a:lnTo>
                          <a:lnTo>
                            <a:pt x="1489" y="675"/>
                          </a:lnTo>
                          <a:lnTo>
                            <a:pt x="1491" y="677"/>
                          </a:lnTo>
                          <a:lnTo>
                            <a:pt x="1494" y="678"/>
                          </a:lnTo>
                          <a:lnTo>
                            <a:pt x="1496" y="678"/>
                          </a:lnTo>
                          <a:lnTo>
                            <a:pt x="1499" y="680"/>
                          </a:lnTo>
                          <a:lnTo>
                            <a:pt x="1501" y="681"/>
                          </a:lnTo>
                          <a:lnTo>
                            <a:pt x="1504" y="683"/>
                          </a:lnTo>
                          <a:lnTo>
                            <a:pt x="1506" y="684"/>
                          </a:lnTo>
                          <a:lnTo>
                            <a:pt x="1508" y="685"/>
                          </a:lnTo>
                          <a:lnTo>
                            <a:pt x="1511" y="684"/>
                          </a:lnTo>
                          <a:lnTo>
                            <a:pt x="1513" y="680"/>
                          </a:lnTo>
                          <a:lnTo>
                            <a:pt x="1516" y="679"/>
                          </a:lnTo>
                          <a:lnTo>
                            <a:pt x="1518" y="678"/>
                          </a:lnTo>
                          <a:lnTo>
                            <a:pt x="1520" y="675"/>
                          </a:lnTo>
                          <a:lnTo>
                            <a:pt x="1523" y="678"/>
                          </a:lnTo>
                          <a:lnTo>
                            <a:pt x="1525" y="679"/>
                          </a:lnTo>
                          <a:lnTo>
                            <a:pt x="1528" y="680"/>
                          </a:lnTo>
                          <a:lnTo>
                            <a:pt x="1530" y="681"/>
                          </a:lnTo>
                          <a:lnTo>
                            <a:pt x="1532" y="681"/>
                          </a:lnTo>
                          <a:lnTo>
                            <a:pt x="1535" y="683"/>
                          </a:lnTo>
                          <a:lnTo>
                            <a:pt x="1537" y="683"/>
                          </a:lnTo>
                          <a:lnTo>
                            <a:pt x="1540" y="685"/>
                          </a:lnTo>
                          <a:lnTo>
                            <a:pt x="1542" y="688"/>
                          </a:lnTo>
                          <a:lnTo>
                            <a:pt x="1544" y="685"/>
                          </a:lnTo>
                          <a:lnTo>
                            <a:pt x="1547" y="685"/>
                          </a:lnTo>
                          <a:lnTo>
                            <a:pt x="1549" y="682"/>
                          </a:lnTo>
                          <a:lnTo>
                            <a:pt x="1552" y="680"/>
                          </a:lnTo>
                          <a:lnTo>
                            <a:pt x="1554" y="682"/>
                          </a:lnTo>
                          <a:lnTo>
                            <a:pt x="1557" y="680"/>
                          </a:lnTo>
                          <a:lnTo>
                            <a:pt x="1559" y="685"/>
                          </a:lnTo>
                          <a:lnTo>
                            <a:pt x="1561" y="683"/>
                          </a:lnTo>
                          <a:lnTo>
                            <a:pt x="1564" y="684"/>
                          </a:lnTo>
                          <a:lnTo>
                            <a:pt x="1566" y="686"/>
                          </a:lnTo>
                          <a:lnTo>
                            <a:pt x="1569" y="683"/>
                          </a:lnTo>
                          <a:lnTo>
                            <a:pt x="1571" y="687"/>
                          </a:lnTo>
                          <a:lnTo>
                            <a:pt x="1573" y="694"/>
                          </a:lnTo>
                          <a:lnTo>
                            <a:pt x="1576" y="690"/>
                          </a:lnTo>
                          <a:lnTo>
                            <a:pt x="1578" y="673"/>
                          </a:lnTo>
                          <a:lnTo>
                            <a:pt x="1581" y="632"/>
                          </a:lnTo>
                          <a:lnTo>
                            <a:pt x="1583" y="553"/>
                          </a:lnTo>
                          <a:lnTo>
                            <a:pt x="1585" y="450"/>
                          </a:lnTo>
                          <a:lnTo>
                            <a:pt x="1588" y="391"/>
                          </a:lnTo>
                          <a:lnTo>
                            <a:pt x="1590" y="331"/>
                          </a:lnTo>
                          <a:lnTo>
                            <a:pt x="1593" y="267"/>
                          </a:lnTo>
                          <a:lnTo>
                            <a:pt x="1595" y="269"/>
                          </a:lnTo>
                          <a:lnTo>
                            <a:pt x="1597" y="260"/>
                          </a:lnTo>
                          <a:lnTo>
                            <a:pt x="1600" y="250"/>
                          </a:lnTo>
                          <a:lnTo>
                            <a:pt x="1602" y="283"/>
                          </a:lnTo>
                          <a:lnTo>
                            <a:pt x="1605" y="280"/>
                          </a:lnTo>
                          <a:lnTo>
                            <a:pt x="1607" y="284"/>
                          </a:lnTo>
                          <a:lnTo>
                            <a:pt x="1609" y="315"/>
                          </a:lnTo>
                          <a:lnTo>
                            <a:pt x="1612" y="300"/>
                          </a:lnTo>
                          <a:lnTo>
                            <a:pt x="1614" y="304"/>
                          </a:lnTo>
                          <a:lnTo>
                            <a:pt x="1617" y="316"/>
                          </a:lnTo>
                          <a:lnTo>
                            <a:pt x="1619" y="284"/>
                          </a:lnTo>
                          <a:lnTo>
                            <a:pt x="1621" y="280"/>
                          </a:lnTo>
                          <a:lnTo>
                            <a:pt x="1624" y="295"/>
                          </a:lnTo>
                          <a:lnTo>
                            <a:pt x="1626" y="276"/>
                          </a:lnTo>
                          <a:lnTo>
                            <a:pt x="1629" y="262"/>
                          </a:lnTo>
                          <a:lnTo>
                            <a:pt x="1631" y="284"/>
                          </a:lnTo>
                          <a:lnTo>
                            <a:pt x="1633" y="260"/>
                          </a:lnTo>
                          <a:lnTo>
                            <a:pt x="1636" y="250"/>
                          </a:lnTo>
                          <a:lnTo>
                            <a:pt x="1638" y="256"/>
                          </a:lnTo>
                          <a:lnTo>
                            <a:pt x="1641" y="237"/>
                          </a:lnTo>
                          <a:lnTo>
                            <a:pt x="1643" y="235"/>
                          </a:lnTo>
                          <a:lnTo>
                            <a:pt x="1645" y="207"/>
                          </a:lnTo>
                          <a:lnTo>
                            <a:pt x="1648" y="212"/>
                          </a:lnTo>
                          <a:lnTo>
                            <a:pt x="1650" y="223"/>
                          </a:lnTo>
                          <a:lnTo>
                            <a:pt x="1653" y="180"/>
                          </a:lnTo>
                          <a:lnTo>
                            <a:pt x="1655" y="183"/>
                          </a:lnTo>
                          <a:lnTo>
                            <a:pt x="1657" y="215"/>
                          </a:lnTo>
                          <a:lnTo>
                            <a:pt x="1660" y="171"/>
                          </a:lnTo>
                          <a:lnTo>
                            <a:pt x="1662" y="163"/>
                          </a:lnTo>
                          <a:lnTo>
                            <a:pt x="1665" y="209"/>
                          </a:lnTo>
                          <a:lnTo>
                            <a:pt x="1667" y="161"/>
                          </a:lnTo>
                          <a:lnTo>
                            <a:pt x="1669" y="170"/>
                          </a:lnTo>
                          <a:lnTo>
                            <a:pt x="1672" y="205"/>
                          </a:lnTo>
                          <a:lnTo>
                            <a:pt x="1674" y="158"/>
                          </a:lnTo>
                          <a:lnTo>
                            <a:pt x="1677" y="174"/>
                          </a:lnTo>
                          <a:lnTo>
                            <a:pt x="1679" y="152"/>
                          </a:lnTo>
                          <a:lnTo>
                            <a:pt x="1681" y="162"/>
                          </a:lnTo>
                          <a:lnTo>
                            <a:pt x="1684" y="185"/>
                          </a:lnTo>
                          <a:lnTo>
                            <a:pt x="1686" y="124"/>
                          </a:lnTo>
                          <a:lnTo>
                            <a:pt x="1689" y="174"/>
                          </a:lnTo>
                          <a:lnTo>
                            <a:pt x="1691" y="201"/>
                          </a:lnTo>
                          <a:lnTo>
                            <a:pt x="1693" y="134"/>
                          </a:lnTo>
                          <a:lnTo>
                            <a:pt x="1696" y="191"/>
                          </a:lnTo>
                          <a:lnTo>
                            <a:pt x="1698" y="218"/>
                          </a:lnTo>
                          <a:lnTo>
                            <a:pt x="1701" y="161"/>
                          </a:lnTo>
                          <a:lnTo>
                            <a:pt x="1703" y="209"/>
                          </a:lnTo>
                          <a:lnTo>
                            <a:pt x="1705" y="247"/>
                          </a:lnTo>
                          <a:lnTo>
                            <a:pt x="1708" y="186"/>
                          </a:lnTo>
                          <a:lnTo>
                            <a:pt x="1710" y="233"/>
                          </a:lnTo>
                          <a:lnTo>
                            <a:pt x="1713" y="267"/>
                          </a:lnTo>
                          <a:lnTo>
                            <a:pt x="1715" y="186"/>
                          </a:lnTo>
                          <a:lnTo>
                            <a:pt x="1717" y="246"/>
                          </a:lnTo>
                          <a:lnTo>
                            <a:pt x="1720" y="279"/>
                          </a:lnTo>
                          <a:lnTo>
                            <a:pt x="1722" y="192"/>
                          </a:lnTo>
                          <a:lnTo>
                            <a:pt x="1725" y="252"/>
                          </a:lnTo>
                          <a:lnTo>
                            <a:pt x="1727" y="295"/>
                          </a:lnTo>
                          <a:lnTo>
                            <a:pt x="1730" y="200"/>
                          </a:lnTo>
                          <a:lnTo>
                            <a:pt x="1732" y="258"/>
                          </a:lnTo>
                          <a:lnTo>
                            <a:pt x="1734" y="310"/>
                          </a:lnTo>
                          <a:lnTo>
                            <a:pt x="1737" y="218"/>
                          </a:lnTo>
                          <a:lnTo>
                            <a:pt x="1739" y="267"/>
                          </a:lnTo>
                          <a:lnTo>
                            <a:pt x="1742" y="317"/>
                          </a:lnTo>
                          <a:lnTo>
                            <a:pt x="1744" y="233"/>
                          </a:lnTo>
                          <a:lnTo>
                            <a:pt x="1746" y="285"/>
                          </a:lnTo>
                          <a:lnTo>
                            <a:pt x="1749" y="330"/>
                          </a:lnTo>
                          <a:lnTo>
                            <a:pt x="1751" y="236"/>
                          </a:lnTo>
                          <a:lnTo>
                            <a:pt x="1754" y="286"/>
                          </a:lnTo>
                          <a:lnTo>
                            <a:pt x="1756" y="338"/>
                          </a:lnTo>
                          <a:lnTo>
                            <a:pt x="1758" y="237"/>
                          </a:lnTo>
                          <a:lnTo>
                            <a:pt x="1761" y="289"/>
                          </a:lnTo>
                          <a:lnTo>
                            <a:pt x="1763" y="338"/>
                          </a:lnTo>
                          <a:lnTo>
                            <a:pt x="1766" y="244"/>
                          </a:lnTo>
                          <a:lnTo>
                            <a:pt x="1768" y="299"/>
                          </a:lnTo>
                          <a:lnTo>
                            <a:pt x="1771" y="344"/>
                          </a:lnTo>
                          <a:lnTo>
                            <a:pt x="1773" y="270"/>
                          </a:lnTo>
                          <a:lnTo>
                            <a:pt x="1775" y="315"/>
                          </a:lnTo>
                          <a:lnTo>
                            <a:pt x="1778" y="352"/>
                          </a:lnTo>
                          <a:lnTo>
                            <a:pt x="1780" y="297"/>
                          </a:lnTo>
                          <a:lnTo>
                            <a:pt x="1783" y="321"/>
                          </a:lnTo>
                          <a:lnTo>
                            <a:pt x="1785" y="368"/>
                          </a:lnTo>
                          <a:lnTo>
                            <a:pt x="1787" y="310"/>
                          </a:lnTo>
                          <a:lnTo>
                            <a:pt x="1790" y="323"/>
                          </a:lnTo>
                          <a:lnTo>
                            <a:pt x="1792" y="389"/>
                          </a:lnTo>
                          <a:lnTo>
                            <a:pt x="1795" y="321"/>
                          </a:lnTo>
                          <a:lnTo>
                            <a:pt x="1797" y="347"/>
                          </a:lnTo>
                          <a:lnTo>
                            <a:pt x="1799" y="405"/>
                          </a:lnTo>
                          <a:lnTo>
                            <a:pt x="1802" y="335"/>
                          </a:lnTo>
                          <a:lnTo>
                            <a:pt x="1804" y="379"/>
                          </a:lnTo>
                          <a:lnTo>
                            <a:pt x="1807" y="408"/>
                          </a:lnTo>
                          <a:lnTo>
                            <a:pt x="1809" y="346"/>
                          </a:lnTo>
                          <a:lnTo>
                            <a:pt x="1811" y="405"/>
                          </a:lnTo>
                          <a:lnTo>
                            <a:pt x="1814" y="407"/>
                          </a:lnTo>
                          <a:lnTo>
                            <a:pt x="1816" y="395"/>
                          </a:lnTo>
                          <a:lnTo>
                            <a:pt x="1819" y="421"/>
                          </a:lnTo>
                          <a:lnTo>
                            <a:pt x="1821" y="434"/>
                          </a:lnTo>
                          <a:lnTo>
                            <a:pt x="1824" y="402"/>
                          </a:lnTo>
                          <a:lnTo>
                            <a:pt x="1826" y="433"/>
                          </a:lnTo>
                          <a:lnTo>
                            <a:pt x="1828" y="452"/>
                          </a:lnTo>
                          <a:lnTo>
                            <a:pt x="1831" y="404"/>
                          </a:lnTo>
                          <a:lnTo>
                            <a:pt x="1833" y="448"/>
                          </a:lnTo>
                          <a:lnTo>
                            <a:pt x="1836" y="465"/>
                          </a:lnTo>
                          <a:lnTo>
                            <a:pt x="1838" y="405"/>
                          </a:lnTo>
                          <a:lnTo>
                            <a:pt x="1840" y="454"/>
                          </a:lnTo>
                          <a:lnTo>
                            <a:pt x="1843" y="465"/>
                          </a:lnTo>
                          <a:lnTo>
                            <a:pt x="1845" y="416"/>
                          </a:lnTo>
                          <a:lnTo>
                            <a:pt x="1848" y="463"/>
                          </a:lnTo>
                          <a:lnTo>
                            <a:pt x="1850" y="464"/>
                          </a:lnTo>
                          <a:lnTo>
                            <a:pt x="1852" y="504"/>
                          </a:lnTo>
                          <a:lnTo>
                            <a:pt x="1855" y="474"/>
                          </a:lnTo>
                          <a:lnTo>
                            <a:pt x="1857" y="464"/>
                          </a:lnTo>
                          <a:lnTo>
                            <a:pt x="1860" y="533"/>
                          </a:lnTo>
                          <a:lnTo>
                            <a:pt x="1862" y="484"/>
                          </a:lnTo>
                          <a:lnTo>
                            <a:pt x="1864" y="485"/>
                          </a:lnTo>
                          <a:lnTo>
                            <a:pt x="1867" y="548"/>
                          </a:lnTo>
                          <a:lnTo>
                            <a:pt x="1869" y="492"/>
                          </a:lnTo>
                          <a:lnTo>
                            <a:pt x="1872" y="574"/>
                          </a:lnTo>
                          <a:lnTo>
                            <a:pt x="1874" y="544"/>
                          </a:lnTo>
                          <a:lnTo>
                            <a:pt x="1876" y="488"/>
                          </a:lnTo>
                          <a:lnTo>
                            <a:pt x="1879" y="568"/>
                          </a:lnTo>
                          <a:lnTo>
                            <a:pt x="1881" y="589"/>
                          </a:lnTo>
                          <a:lnTo>
                            <a:pt x="1884" y="498"/>
                          </a:lnTo>
                          <a:lnTo>
                            <a:pt x="1886" y="537"/>
                          </a:lnTo>
                          <a:lnTo>
                            <a:pt x="1888" y="596"/>
                          </a:lnTo>
                          <a:lnTo>
                            <a:pt x="1891" y="488"/>
                          </a:lnTo>
                          <a:lnTo>
                            <a:pt x="1893" y="533"/>
                          </a:lnTo>
                          <a:lnTo>
                            <a:pt x="1896" y="599"/>
                          </a:lnTo>
                          <a:lnTo>
                            <a:pt x="1898" y="470"/>
                          </a:lnTo>
                          <a:lnTo>
                            <a:pt x="1900" y="522"/>
                          </a:lnTo>
                          <a:lnTo>
                            <a:pt x="1903" y="586"/>
                          </a:lnTo>
                          <a:lnTo>
                            <a:pt x="1905" y="473"/>
                          </a:lnTo>
                          <a:lnTo>
                            <a:pt x="1908" y="534"/>
                          </a:lnTo>
                          <a:lnTo>
                            <a:pt x="1910" y="561"/>
                          </a:lnTo>
                          <a:lnTo>
                            <a:pt x="1912" y="487"/>
                          </a:lnTo>
                          <a:lnTo>
                            <a:pt x="1915" y="554"/>
                          </a:lnTo>
                          <a:lnTo>
                            <a:pt x="1917" y="555"/>
                          </a:lnTo>
                          <a:lnTo>
                            <a:pt x="1920" y="505"/>
                          </a:lnTo>
                          <a:lnTo>
                            <a:pt x="1922" y="569"/>
                          </a:lnTo>
                          <a:lnTo>
                            <a:pt x="1924" y="571"/>
                          </a:lnTo>
                          <a:lnTo>
                            <a:pt x="1927" y="514"/>
                          </a:lnTo>
                          <a:lnTo>
                            <a:pt x="1929" y="573"/>
                          </a:lnTo>
                          <a:lnTo>
                            <a:pt x="1932" y="604"/>
                          </a:lnTo>
                          <a:lnTo>
                            <a:pt x="1934" y="513"/>
                          </a:lnTo>
                          <a:lnTo>
                            <a:pt x="1936" y="560"/>
                          </a:lnTo>
                          <a:lnTo>
                            <a:pt x="1939" y="635"/>
                          </a:lnTo>
                          <a:lnTo>
                            <a:pt x="1941" y="511"/>
                          </a:lnTo>
                          <a:lnTo>
                            <a:pt x="1944" y="554"/>
                          </a:lnTo>
                          <a:lnTo>
                            <a:pt x="1946" y="643"/>
                          </a:lnTo>
                          <a:lnTo>
                            <a:pt x="1948" y="513"/>
                          </a:lnTo>
                          <a:lnTo>
                            <a:pt x="1951" y="563"/>
                          </a:lnTo>
                          <a:lnTo>
                            <a:pt x="1953" y="648"/>
                          </a:lnTo>
                          <a:lnTo>
                            <a:pt x="1956" y="536"/>
                          </a:lnTo>
                          <a:lnTo>
                            <a:pt x="1958" y="571"/>
                          </a:lnTo>
                          <a:lnTo>
                            <a:pt x="1960" y="618"/>
                          </a:lnTo>
                          <a:lnTo>
                            <a:pt x="1963" y="594"/>
                          </a:lnTo>
                          <a:lnTo>
                            <a:pt x="1965" y="569"/>
                          </a:lnTo>
                          <a:lnTo>
                            <a:pt x="1968" y="623"/>
                          </a:lnTo>
                          <a:lnTo>
                            <a:pt x="1970" y="590"/>
                          </a:lnTo>
                          <a:lnTo>
                            <a:pt x="1972" y="571"/>
                          </a:lnTo>
                          <a:lnTo>
                            <a:pt x="1975" y="641"/>
                          </a:lnTo>
                          <a:lnTo>
                            <a:pt x="1977" y="591"/>
                          </a:lnTo>
                          <a:lnTo>
                            <a:pt x="1980" y="573"/>
                          </a:lnTo>
                          <a:lnTo>
                            <a:pt x="1982" y="657"/>
                          </a:lnTo>
                          <a:lnTo>
                            <a:pt x="1984" y="602"/>
                          </a:lnTo>
                          <a:lnTo>
                            <a:pt x="1987" y="590"/>
                          </a:lnTo>
                          <a:lnTo>
                            <a:pt x="1989" y="673"/>
                          </a:lnTo>
                          <a:lnTo>
                            <a:pt x="1992" y="616"/>
                          </a:lnTo>
                          <a:lnTo>
                            <a:pt x="1994" y="589"/>
                          </a:lnTo>
                          <a:lnTo>
                            <a:pt x="1997" y="664"/>
                          </a:lnTo>
                          <a:lnTo>
                            <a:pt x="1999" y="614"/>
                          </a:lnTo>
                          <a:lnTo>
                            <a:pt x="2001" y="578"/>
                          </a:lnTo>
                          <a:lnTo>
                            <a:pt x="2004" y="635"/>
                          </a:lnTo>
                          <a:lnTo>
                            <a:pt x="2006" y="625"/>
                          </a:lnTo>
                          <a:lnTo>
                            <a:pt x="2009" y="558"/>
                          </a:lnTo>
                          <a:lnTo>
                            <a:pt x="2011" y="642"/>
                          </a:lnTo>
                          <a:lnTo>
                            <a:pt x="2013" y="635"/>
                          </a:lnTo>
                          <a:lnTo>
                            <a:pt x="2016" y="580"/>
                          </a:lnTo>
                          <a:lnTo>
                            <a:pt x="2018" y="651"/>
                          </a:lnTo>
                          <a:lnTo>
                            <a:pt x="2021" y="619"/>
                          </a:lnTo>
                          <a:lnTo>
                            <a:pt x="2023" y="595"/>
                          </a:lnTo>
                          <a:lnTo>
                            <a:pt x="2025" y="663"/>
                          </a:lnTo>
                          <a:lnTo>
                            <a:pt x="2028" y="600"/>
                          </a:lnTo>
                          <a:lnTo>
                            <a:pt x="2030" y="606"/>
                          </a:lnTo>
                          <a:lnTo>
                            <a:pt x="2033" y="677"/>
                          </a:lnTo>
                          <a:lnTo>
                            <a:pt x="2035" y="652"/>
                          </a:lnTo>
                          <a:lnTo>
                            <a:pt x="2038" y="609"/>
                          </a:lnTo>
                          <a:lnTo>
                            <a:pt x="2040" y="672"/>
                          </a:lnTo>
                          <a:lnTo>
                            <a:pt x="2042" y="674"/>
                          </a:lnTo>
                          <a:lnTo>
                            <a:pt x="2045" y="609"/>
                          </a:lnTo>
                          <a:lnTo>
                            <a:pt x="2047" y="665"/>
                          </a:lnTo>
                          <a:lnTo>
                            <a:pt x="2050" y="694"/>
                          </a:lnTo>
                          <a:lnTo>
                            <a:pt x="2052" y="619"/>
                          </a:lnTo>
                          <a:lnTo>
                            <a:pt x="2054" y="686"/>
                          </a:lnTo>
                          <a:lnTo>
                            <a:pt x="2057" y="717"/>
                          </a:lnTo>
                          <a:lnTo>
                            <a:pt x="2059" y="631"/>
                          </a:lnTo>
                          <a:lnTo>
                            <a:pt x="2062" y="703"/>
                          </a:lnTo>
                          <a:lnTo>
                            <a:pt x="2064" y="723"/>
                          </a:lnTo>
                          <a:lnTo>
                            <a:pt x="2066" y="632"/>
                          </a:lnTo>
                          <a:lnTo>
                            <a:pt x="2069" y="713"/>
                          </a:lnTo>
                          <a:lnTo>
                            <a:pt x="2071" y="732"/>
                          </a:lnTo>
                          <a:lnTo>
                            <a:pt x="2074" y="645"/>
                          </a:lnTo>
                          <a:lnTo>
                            <a:pt x="2076" y="723"/>
                          </a:lnTo>
                          <a:lnTo>
                            <a:pt x="2078" y="733"/>
                          </a:lnTo>
                          <a:lnTo>
                            <a:pt x="2081" y="659"/>
                          </a:lnTo>
                          <a:lnTo>
                            <a:pt x="2083" y="699"/>
                          </a:lnTo>
                          <a:lnTo>
                            <a:pt x="2086" y="732"/>
                          </a:lnTo>
                          <a:lnTo>
                            <a:pt x="2088" y="638"/>
                          </a:lnTo>
                          <a:lnTo>
                            <a:pt x="2091" y="684"/>
                          </a:lnTo>
                          <a:lnTo>
                            <a:pt x="2093" y="714"/>
                          </a:lnTo>
                          <a:lnTo>
                            <a:pt x="2095" y="630"/>
                          </a:lnTo>
                          <a:lnTo>
                            <a:pt x="2098" y="708"/>
                          </a:lnTo>
                          <a:lnTo>
                            <a:pt x="2100" y="678"/>
                          </a:lnTo>
                          <a:lnTo>
                            <a:pt x="2103" y="638"/>
                          </a:lnTo>
                          <a:lnTo>
                            <a:pt x="2105" y="716"/>
                          </a:lnTo>
                          <a:lnTo>
                            <a:pt x="2107" y="673"/>
                          </a:lnTo>
                          <a:lnTo>
                            <a:pt x="2110" y="638"/>
                          </a:lnTo>
                          <a:lnTo>
                            <a:pt x="2112" y="724"/>
                          </a:lnTo>
                          <a:lnTo>
                            <a:pt x="2115" y="700"/>
                          </a:lnTo>
                          <a:lnTo>
                            <a:pt x="2117" y="644"/>
                          </a:lnTo>
                          <a:lnTo>
                            <a:pt x="2119" y="733"/>
                          </a:lnTo>
                          <a:lnTo>
                            <a:pt x="2122" y="711"/>
                          </a:lnTo>
                          <a:lnTo>
                            <a:pt x="2124" y="660"/>
                          </a:lnTo>
                          <a:lnTo>
                            <a:pt x="2127" y="734"/>
                          </a:lnTo>
                          <a:lnTo>
                            <a:pt x="2129" y="637"/>
                          </a:lnTo>
                          <a:lnTo>
                            <a:pt x="2131" y="667"/>
                          </a:lnTo>
                          <a:lnTo>
                            <a:pt x="2134" y="734"/>
                          </a:lnTo>
                          <a:lnTo>
                            <a:pt x="2136" y="603"/>
                          </a:lnTo>
                          <a:lnTo>
                            <a:pt x="2139" y="669"/>
                          </a:lnTo>
                          <a:lnTo>
                            <a:pt x="2141" y="734"/>
                          </a:lnTo>
                          <a:lnTo>
                            <a:pt x="2143" y="616"/>
                          </a:lnTo>
                          <a:lnTo>
                            <a:pt x="2146" y="682"/>
                          </a:lnTo>
                          <a:lnTo>
                            <a:pt x="2148" y="747"/>
                          </a:lnTo>
                          <a:lnTo>
                            <a:pt x="2151" y="638"/>
                          </a:lnTo>
                          <a:lnTo>
                            <a:pt x="2153" y="697"/>
                          </a:lnTo>
                          <a:lnTo>
                            <a:pt x="2155" y="766"/>
                          </a:lnTo>
                          <a:lnTo>
                            <a:pt x="2158" y="704"/>
                          </a:lnTo>
                          <a:lnTo>
                            <a:pt x="2160" y="734"/>
                          </a:lnTo>
                          <a:lnTo>
                            <a:pt x="2163" y="781"/>
                          </a:lnTo>
                          <a:lnTo>
                            <a:pt x="2165" y="734"/>
                          </a:lnTo>
                          <a:lnTo>
                            <a:pt x="2166" y="749"/>
                          </a:lnTo>
                          <a:lnTo>
                            <a:pt x="2166" y="687"/>
                          </a:lnTo>
                          <a:lnTo>
                            <a:pt x="2166" y="651"/>
                          </a:lnTo>
                          <a:lnTo>
                            <a:pt x="2165" y="656"/>
                          </a:lnTo>
                          <a:lnTo>
                            <a:pt x="2163" y="606"/>
                          </a:lnTo>
                          <a:lnTo>
                            <a:pt x="2160" y="661"/>
                          </a:lnTo>
                          <a:lnTo>
                            <a:pt x="2158" y="642"/>
                          </a:lnTo>
                          <a:lnTo>
                            <a:pt x="2155" y="588"/>
                          </a:lnTo>
                          <a:lnTo>
                            <a:pt x="2153" y="648"/>
                          </a:lnTo>
                          <a:lnTo>
                            <a:pt x="2151" y="587"/>
                          </a:lnTo>
                          <a:lnTo>
                            <a:pt x="2148" y="577"/>
                          </a:lnTo>
                          <a:lnTo>
                            <a:pt x="2146" y="627"/>
                          </a:lnTo>
                          <a:lnTo>
                            <a:pt x="2143" y="562"/>
                          </a:lnTo>
                          <a:lnTo>
                            <a:pt x="2141" y="564"/>
                          </a:lnTo>
                          <a:lnTo>
                            <a:pt x="2139" y="626"/>
                          </a:lnTo>
                          <a:lnTo>
                            <a:pt x="2136" y="562"/>
                          </a:lnTo>
                          <a:lnTo>
                            <a:pt x="2134" y="550"/>
                          </a:lnTo>
                          <a:lnTo>
                            <a:pt x="2131" y="622"/>
                          </a:lnTo>
                          <a:lnTo>
                            <a:pt x="2129" y="546"/>
                          </a:lnTo>
                          <a:lnTo>
                            <a:pt x="2127" y="538"/>
                          </a:lnTo>
                          <a:lnTo>
                            <a:pt x="2124" y="627"/>
                          </a:lnTo>
                          <a:lnTo>
                            <a:pt x="2122" y="534"/>
                          </a:lnTo>
                          <a:lnTo>
                            <a:pt x="2119" y="518"/>
                          </a:lnTo>
                          <a:lnTo>
                            <a:pt x="2117" y="631"/>
                          </a:lnTo>
                          <a:lnTo>
                            <a:pt x="2115" y="540"/>
                          </a:lnTo>
                          <a:lnTo>
                            <a:pt x="2112" y="520"/>
                          </a:lnTo>
                          <a:lnTo>
                            <a:pt x="2110" y="628"/>
                          </a:lnTo>
                          <a:lnTo>
                            <a:pt x="2107" y="559"/>
                          </a:lnTo>
                          <a:lnTo>
                            <a:pt x="2105" y="527"/>
                          </a:lnTo>
                          <a:lnTo>
                            <a:pt x="2103" y="609"/>
                          </a:lnTo>
                          <a:lnTo>
                            <a:pt x="2100" y="541"/>
                          </a:lnTo>
                          <a:lnTo>
                            <a:pt x="2098" y="552"/>
                          </a:lnTo>
                          <a:lnTo>
                            <a:pt x="2095" y="622"/>
                          </a:lnTo>
                          <a:lnTo>
                            <a:pt x="2093" y="539"/>
                          </a:lnTo>
                          <a:lnTo>
                            <a:pt x="2091" y="568"/>
                          </a:lnTo>
                          <a:lnTo>
                            <a:pt x="2088" y="617"/>
                          </a:lnTo>
                          <a:lnTo>
                            <a:pt x="2086" y="526"/>
                          </a:lnTo>
                          <a:lnTo>
                            <a:pt x="2083" y="508"/>
                          </a:lnTo>
                          <a:lnTo>
                            <a:pt x="2081" y="609"/>
                          </a:lnTo>
                          <a:lnTo>
                            <a:pt x="2078" y="514"/>
                          </a:lnTo>
                          <a:lnTo>
                            <a:pt x="2076" y="497"/>
                          </a:lnTo>
                          <a:lnTo>
                            <a:pt x="2074" y="607"/>
                          </a:lnTo>
                          <a:lnTo>
                            <a:pt x="2071" y="503"/>
                          </a:lnTo>
                          <a:lnTo>
                            <a:pt x="2069" y="502"/>
                          </a:lnTo>
                          <a:lnTo>
                            <a:pt x="2066" y="596"/>
                          </a:lnTo>
                          <a:lnTo>
                            <a:pt x="2064" y="491"/>
                          </a:lnTo>
                          <a:lnTo>
                            <a:pt x="2062" y="514"/>
                          </a:lnTo>
                          <a:lnTo>
                            <a:pt x="2059" y="577"/>
                          </a:lnTo>
                          <a:lnTo>
                            <a:pt x="2057" y="493"/>
                          </a:lnTo>
                          <a:lnTo>
                            <a:pt x="2054" y="540"/>
                          </a:lnTo>
                          <a:lnTo>
                            <a:pt x="2052" y="569"/>
                          </a:lnTo>
                          <a:lnTo>
                            <a:pt x="2050" y="479"/>
                          </a:lnTo>
                          <a:lnTo>
                            <a:pt x="2047" y="551"/>
                          </a:lnTo>
                          <a:lnTo>
                            <a:pt x="2045" y="565"/>
                          </a:lnTo>
                          <a:lnTo>
                            <a:pt x="2042" y="476"/>
                          </a:lnTo>
                          <a:lnTo>
                            <a:pt x="2040" y="491"/>
                          </a:lnTo>
                          <a:lnTo>
                            <a:pt x="2038" y="569"/>
                          </a:lnTo>
                          <a:lnTo>
                            <a:pt x="2035" y="492"/>
                          </a:lnTo>
                          <a:lnTo>
                            <a:pt x="2033" y="478"/>
                          </a:lnTo>
                          <a:lnTo>
                            <a:pt x="2030" y="571"/>
                          </a:lnTo>
                          <a:lnTo>
                            <a:pt x="2028" y="509"/>
                          </a:lnTo>
                          <a:lnTo>
                            <a:pt x="2025" y="478"/>
                          </a:lnTo>
                          <a:lnTo>
                            <a:pt x="2023" y="557"/>
                          </a:lnTo>
                          <a:lnTo>
                            <a:pt x="2021" y="502"/>
                          </a:lnTo>
                          <a:lnTo>
                            <a:pt x="2018" y="483"/>
                          </a:lnTo>
                          <a:lnTo>
                            <a:pt x="2016" y="542"/>
                          </a:lnTo>
                          <a:lnTo>
                            <a:pt x="2013" y="477"/>
                          </a:lnTo>
                          <a:lnTo>
                            <a:pt x="2011" y="530"/>
                          </a:lnTo>
                          <a:lnTo>
                            <a:pt x="2009" y="551"/>
                          </a:lnTo>
                          <a:lnTo>
                            <a:pt x="2006" y="465"/>
                          </a:lnTo>
                          <a:lnTo>
                            <a:pt x="2004" y="552"/>
                          </a:lnTo>
                          <a:lnTo>
                            <a:pt x="2001" y="538"/>
                          </a:lnTo>
                          <a:lnTo>
                            <a:pt x="1999" y="464"/>
                          </a:lnTo>
                          <a:lnTo>
                            <a:pt x="1997" y="461"/>
                          </a:lnTo>
                          <a:lnTo>
                            <a:pt x="1994" y="518"/>
                          </a:lnTo>
                          <a:lnTo>
                            <a:pt x="1992" y="465"/>
                          </a:lnTo>
                          <a:lnTo>
                            <a:pt x="1989" y="412"/>
                          </a:lnTo>
                          <a:lnTo>
                            <a:pt x="1987" y="491"/>
                          </a:lnTo>
                          <a:lnTo>
                            <a:pt x="1984" y="468"/>
                          </a:lnTo>
                          <a:lnTo>
                            <a:pt x="1982" y="430"/>
                          </a:lnTo>
                          <a:lnTo>
                            <a:pt x="1980" y="495"/>
                          </a:lnTo>
                          <a:lnTo>
                            <a:pt x="1977" y="464"/>
                          </a:lnTo>
                          <a:lnTo>
                            <a:pt x="1975" y="473"/>
                          </a:lnTo>
                          <a:lnTo>
                            <a:pt x="1972" y="487"/>
                          </a:lnTo>
                          <a:lnTo>
                            <a:pt x="1970" y="457"/>
                          </a:lnTo>
                          <a:lnTo>
                            <a:pt x="1968" y="491"/>
                          </a:lnTo>
                          <a:lnTo>
                            <a:pt x="1965" y="476"/>
                          </a:lnTo>
                          <a:lnTo>
                            <a:pt x="1963" y="448"/>
                          </a:lnTo>
                          <a:lnTo>
                            <a:pt x="1960" y="424"/>
                          </a:lnTo>
                          <a:lnTo>
                            <a:pt x="1958" y="486"/>
                          </a:lnTo>
                          <a:lnTo>
                            <a:pt x="1956" y="435"/>
                          </a:lnTo>
                          <a:lnTo>
                            <a:pt x="1953" y="370"/>
                          </a:lnTo>
                          <a:lnTo>
                            <a:pt x="1951" y="474"/>
                          </a:lnTo>
                          <a:lnTo>
                            <a:pt x="1948" y="402"/>
                          </a:lnTo>
                          <a:lnTo>
                            <a:pt x="1946" y="364"/>
                          </a:lnTo>
                          <a:lnTo>
                            <a:pt x="1944" y="474"/>
                          </a:lnTo>
                          <a:lnTo>
                            <a:pt x="1941" y="412"/>
                          </a:lnTo>
                          <a:lnTo>
                            <a:pt x="1939" y="369"/>
                          </a:lnTo>
                          <a:lnTo>
                            <a:pt x="1936" y="473"/>
                          </a:lnTo>
                          <a:lnTo>
                            <a:pt x="1934" y="409"/>
                          </a:lnTo>
                          <a:lnTo>
                            <a:pt x="1932" y="358"/>
                          </a:lnTo>
                          <a:lnTo>
                            <a:pt x="1929" y="465"/>
                          </a:lnTo>
                          <a:lnTo>
                            <a:pt x="1927" y="405"/>
                          </a:lnTo>
                          <a:lnTo>
                            <a:pt x="1924" y="342"/>
                          </a:lnTo>
                          <a:lnTo>
                            <a:pt x="1922" y="454"/>
                          </a:lnTo>
                          <a:lnTo>
                            <a:pt x="1920" y="407"/>
                          </a:lnTo>
                          <a:lnTo>
                            <a:pt x="1917" y="344"/>
                          </a:lnTo>
                          <a:lnTo>
                            <a:pt x="1915" y="411"/>
                          </a:lnTo>
                          <a:lnTo>
                            <a:pt x="1912" y="404"/>
                          </a:lnTo>
                          <a:lnTo>
                            <a:pt x="1910" y="355"/>
                          </a:lnTo>
                          <a:lnTo>
                            <a:pt x="1908" y="418"/>
                          </a:lnTo>
                          <a:lnTo>
                            <a:pt x="1905" y="408"/>
                          </a:lnTo>
                          <a:lnTo>
                            <a:pt x="1903" y="364"/>
                          </a:lnTo>
                          <a:lnTo>
                            <a:pt x="1900" y="440"/>
                          </a:lnTo>
                          <a:lnTo>
                            <a:pt x="1898" y="400"/>
                          </a:lnTo>
                          <a:lnTo>
                            <a:pt x="1896" y="350"/>
                          </a:lnTo>
                          <a:lnTo>
                            <a:pt x="1893" y="434"/>
                          </a:lnTo>
                          <a:lnTo>
                            <a:pt x="1891" y="382"/>
                          </a:lnTo>
                          <a:lnTo>
                            <a:pt x="1888" y="337"/>
                          </a:lnTo>
                          <a:lnTo>
                            <a:pt x="1886" y="424"/>
                          </a:lnTo>
                          <a:lnTo>
                            <a:pt x="1884" y="377"/>
                          </a:lnTo>
                          <a:lnTo>
                            <a:pt x="1881" y="334"/>
                          </a:lnTo>
                          <a:lnTo>
                            <a:pt x="1879" y="345"/>
                          </a:lnTo>
                          <a:lnTo>
                            <a:pt x="1876" y="374"/>
                          </a:lnTo>
                          <a:lnTo>
                            <a:pt x="1874" y="310"/>
                          </a:lnTo>
                          <a:lnTo>
                            <a:pt x="1872" y="298"/>
                          </a:lnTo>
                          <a:lnTo>
                            <a:pt x="1869" y="366"/>
                          </a:lnTo>
                          <a:lnTo>
                            <a:pt x="1867" y="306"/>
                          </a:lnTo>
                          <a:lnTo>
                            <a:pt x="1864" y="284"/>
                          </a:lnTo>
                          <a:lnTo>
                            <a:pt x="1862" y="350"/>
                          </a:lnTo>
                          <a:lnTo>
                            <a:pt x="1860" y="292"/>
                          </a:lnTo>
                          <a:lnTo>
                            <a:pt x="1857" y="295"/>
                          </a:lnTo>
                          <a:lnTo>
                            <a:pt x="1855" y="333"/>
                          </a:lnTo>
                          <a:lnTo>
                            <a:pt x="1852" y="278"/>
                          </a:lnTo>
                          <a:lnTo>
                            <a:pt x="1850" y="266"/>
                          </a:lnTo>
                          <a:lnTo>
                            <a:pt x="1848" y="334"/>
                          </a:lnTo>
                          <a:lnTo>
                            <a:pt x="1845" y="271"/>
                          </a:lnTo>
                          <a:lnTo>
                            <a:pt x="1843" y="199"/>
                          </a:lnTo>
                          <a:lnTo>
                            <a:pt x="1840" y="329"/>
                          </a:lnTo>
                          <a:lnTo>
                            <a:pt x="1838" y="257"/>
                          </a:lnTo>
                          <a:lnTo>
                            <a:pt x="1836" y="197"/>
                          </a:lnTo>
                          <a:lnTo>
                            <a:pt x="1833" y="321"/>
                          </a:lnTo>
                          <a:lnTo>
                            <a:pt x="1831" y="255"/>
                          </a:lnTo>
                          <a:lnTo>
                            <a:pt x="1828" y="199"/>
                          </a:lnTo>
                          <a:lnTo>
                            <a:pt x="1826" y="303"/>
                          </a:lnTo>
                          <a:lnTo>
                            <a:pt x="1824" y="250"/>
                          </a:lnTo>
                          <a:lnTo>
                            <a:pt x="1821" y="206"/>
                          </a:lnTo>
                          <a:lnTo>
                            <a:pt x="1819" y="283"/>
                          </a:lnTo>
                          <a:lnTo>
                            <a:pt x="1816" y="232"/>
                          </a:lnTo>
                          <a:lnTo>
                            <a:pt x="1814" y="185"/>
                          </a:lnTo>
                          <a:lnTo>
                            <a:pt x="1811" y="278"/>
                          </a:lnTo>
                          <a:lnTo>
                            <a:pt x="1809" y="214"/>
                          </a:lnTo>
                          <a:lnTo>
                            <a:pt x="1807" y="152"/>
                          </a:lnTo>
                          <a:lnTo>
                            <a:pt x="1804" y="278"/>
                          </a:lnTo>
                          <a:lnTo>
                            <a:pt x="1802" y="211"/>
                          </a:lnTo>
                          <a:lnTo>
                            <a:pt x="1799" y="149"/>
                          </a:lnTo>
                          <a:lnTo>
                            <a:pt x="1797" y="277"/>
                          </a:lnTo>
                          <a:lnTo>
                            <a:pt x="1795" y="214"/>
                          </a:lnTo>
                          <a:lnTo>
                            <a:pt x="1792" y="162"/>
                          </a:lnTo>
                          <a:lnTo>
                            <a:pt x="1790" y="259"/>
                          </a:lnTo>
                          <a:lnTo>
                            <a:pt x="1787" y="212"/>
                          </a:lnTo>
                          <a:lnTo>
                            <a:pt x="1785" y="171"/>
                          </a:lnTo>
                          <a:lnTo>
                            <a:pt x="1783" y="252"/>
                          </a:lnTo>
                          <a:lnTo>
                            <a:pt x="1780" y="191"/>
                          </a:lnTo>
                          <a:lnTo>
                            <a:pt x="1778" y="131"/>
                          </a:lnTo>
                          <a:lnTo>
                            <a:pt x="1775" y="253"/>
                          </a:lnTo>
                          <a:lnTo>
                            <a:pt x="1773" y="172"/>
                          </a:lnTo>
                          <a:lnTo>
                            <a:pt x="1771" y="100"/>
                          </a:lnTo>
                          <a:lnTo>
                            <a:pt x="1768" y="237"/>
                          </a:lnTo>
                          <a:lnTo>
                            <a:pt x="1766" y="169"/>
                          </a:lnTo>
                          <a:lnTo>
                            <a:pt x="1763" y="83"/>
                          </a:lnTo>
                          <a:lnTo>
                            <a:pt x="1761" y="220"/>
                          </a:lnTo>
                          <a:lnTo>
                            <a:pt x="1758" y="166"/>
                          </a:lnTo>
                          <a:lnTo>
                            <a:pt x="1756" y="71"/>
                          </a:lnTo>
                          <a:lnTo>
                            <a:pt x="1754" y="196"/>
                          </a:lnTo>
                          <a:lnTo>
                            <a:pt x="1751" y="153"/>
                          </a:lnTo>
                          <a:lnTo>
                            <a:pt x="1749" y="60"/>
                          </a:lnTo>
                          <a:lnTo>
                            <a:pt x="1746" y="190"/>
                          </a:lnTo>
                          <a:lnTo>
                            <a:pt x="1744" y="134"/>
                          </a:lnTo>
                          <a:lnTo>
                            <a:pt x="1742" y="42"/>
                          </a:lnTo>
                          <a:lnTo>
                            <a:pt x="1739" y="179"/>
                          </a:lnTo>
                          <a:lnTo>
                            <a:pt x="1737" y="116"/>
                          </a:lnTo>
                          <a:lnTo>
                            <a:pt x="1734" y="32"/>
                          </a:lnTo>
                          <a:lnTo>
                            <a:pt x="1732" y="174"/>
                          </a:lnTo>
                          <a:lnTo>
                            <a:pt x="1730" y="107"/>
                          </a:lnTo>
                          <a:lnTo>
                            <a:pt x="1727" y="20"/>
                          </a:lnTo>
                          <a:lnTo>
                            <a:pt x="1725" y="153"/>
                          </a:lnTo>
                          <a:lnTo>
                            <a:pt x="1722" y="94"/>
                          </a:lnTo>
                          <a:lnTo>
                            <a:pt x="1720" y="7"/>
                          </a:lnTo>
                          <a:lnTo>
                            <a:pt x="1717" y="141"/>
                          </a:lnTo>
                          <a:lnTo>
                            <a:pt x="1715" y="80"/>
                          </a:lnTo>
                          <a:lnTo>
                            <a:pt x="1713" y="3"/>
                          </a:lnTo>
                          <a:lnTo>
                            <a:pt x="1710" y="123"/>
                          </a:lnTo>
                          <a:lnTo>
                            <a:pt x="1708" y="65"/>
                          </a:lnTo>
                          <a:lnTo>
                            <a:pt x="1705" y="0"/>
                          </a:lnTo>
                          <a:lnTo>
                            <a:pt x="1703" y="108"/>
                          </a:lnTo>
                          <a:lnTo>
                            <a:pt x="1701" y="56"/>
                          </a:lnTo>
                          <a:lnTo>
                            <a:pt x="1698" y="12"/>
                          </a:lnTo>
                          <a:lnTo>
                            <a:pt x="1696" y="92"/>
                          </a:lnTo>
                          <a:lnTo>
                            <a:pt x="1693" y="47"/>
                          </a:lnTo>
                          <a:lnTo>
                            <a:pt x="1691" y="12"/>
                          </a:lnTo>
                          <a:lnTo>
                            <a:pt x="1689" y="76"/>
                          </a:lnTo>
                          <a:lnTo>
                            <a:pt x="1686" y="30"/>
                          </a:lnTo>
                          <a:lnTo>
                            <a:pt x="1684" y="4"/>
                          </a:lnTo>
                          <a:lnTo>
                            <a:pt x="1681" y="65"/>
                          </a:lnTo>
                          <a:lnTo>
                            <a:pt x="1679" y="15"/>
                          </a:lnTo>
                          <a:lnTo>
                            <a:pt x="1677" y="25"/>
                          </a:lnTo>
                          <a:lnTo>
                            <a:pt x="1674" y="60"/>
                          </a:lnTo>
                          <a:lnTo>
                            <a:pt x="1672" y="3"/>
                          </a:lnTo>
                          <a:lnTo>
                            <a:pt x="1669" y="46"/>
                          </a:lnTo>
                          <a:lnTo>
                            <a:pt x="1667" y="56"/>
                          </a:lnTo>
                          <a:lnTo>
                            <a:pt x="1665" y="15"/>
                          </a:lnTo>
                          <a:lnTo>
                            <a:pt x="1662" y="74"/>
                          </a:lnTo>
                          <a:lnTo>
                            <a:pt x="1660" y="57"/>
                          </a:lnTo>
                          <a:lnTo>
                            <a:pt x="1657" y="25"/>
                          </a:lnTo>
                          <a:lnTo>
                            <a:pt x="1655" y="88"/>
                          </a:lnTo>
                          <a:lnTo>
                            <a:pt x="1653" y="49"/>
                          </a:lnTo>
                          <a:lnTo>
                            <a:pt x="1650" y="28"/>
                          </a:lnTo>
                          <a:lnTo>
                            <a:pt x="1648" y="85"/>
                          </a:lnTo>
                          <a:lnTo>
                            <a:pt x="1645" y="42"/>
                          </a:lnTo>
                          <a:lnTo>
                            <a:pt x="1643" y="23"/>
                          </a:lnTo>
                          <a:lnTo>
                            <a:pt x="1641" y="85"/>
                          </a:lnTo>
                          <a:lnTo>
                            <a:pt x="1638" y="45"/>
                          </a:lnTo>
                          <a:lnTo>
                            <a:pt x="1636" y="37"/>
                          </a:lnTo>
                          <a:lnTo>
                            <a:pt x="1633" y="100"/>
                          </a:lnTo>
                          <a:lnTo>
                            <a:pt x="1631" y="62"/>
                          </a:lnTo>
                          <a:lnTo>
                            <a:pt x="1629" y="61"/>
                          </a:lnTo>
                          <a:lnTo>
                            <a:pt x="1626" y="113"/>
                          </a:lnTo>
                          <a:lnTo>
                            <a:pt x="1624" y="80"/>
                          </a:lnTo>
                          <a:lnTo>
                            <a:pt x="1621" y="79"/>
                          </a:lnTo>
                          <a:lnTo>
                            <a:pt x="1619" y="103"/>
                          </a:lnTo>
                          <a:lnTo>
                            <a:pt x="1617" y="63"/>
                          </a:lnTo>
                          <a:lnTo>
                            <a:pt x="1614" y="60"/>
                          </a:lnTo>
                          <a:lnTo>
                            <a:pt x="1612" y="67"/>
                          </a:lnTo>
                          <a:lnTo>
                            <a:pt x="1609" y="48"/>
                          </a:lnTo>
                          <a:lnTo>
                            <a:pt x="1607" y="77"/>
                          </a:lnTo>
                          <a:lnTo>
                            <a:pt x="1605" y="100"/>
                          </a:lnTo>
                          <a:lnTo>
                            <a:pt x="1602" y="80"/>
                          </a:lnTo>
                          <a:lnTo>
                            <a:pt x="1600" y="106"/>
                          </a:lnTo>
                          <a:lnTo>
                            <a:pt x="1597" y="133"/>
                          </a:lnTo>
                          <a:lnTo>
                            <a:pt x="1595" y="109"/>
                          </a:lnTo>
                          <a:lnTo>
                            <a:pt x="1593" y="133"/>
                          </a:lnTo>
                          <a:lnTo>
                            <a:pt x="1590" y="172"/>
                          </a:lnTo>
                          <a:lnTo>
                            <a:pt x="1588" y="194"/>
                          </a:lnTo>
                          <a:lnTo>
                            <a:pt x="1585" y="261"/>
                          </a:lnTo>
                          <a:lnTo>
                            <a:pt x="1583" y="351"/>
                          </a:lnTo>
                          <a:lnTo>
                            <a:pt x="1581" y="430"/>
                          </a:lnTo>
                          <a:lnTo>
                            <a:pt x="1578" y="542"/>
                          </a:lnTo>
                          <a:lnTo>
                            <a:pt x="1576" y="598"/>
                          </a:lnTo>
                          <a:lnTo>
                            <a:pt x="1573" y="618"/>
                          </a:lnTo>
                          <a:lnTo>
                            <a:pt x="1571" y="636"/>
                          </a:lnTo>
                          <a:lnTo>
                            <a:pt x="1569" y="637"/>
                          </a:lnTo>
                          <a:lnTo>
                            <a:pt x="1566" y="635"/>
                          </a:lnTo>
                          <a:lnTo>
                            <a:pt x="1564" y="637"/>
                          </a:lnTo>
                          <a:lnTo>
                            <a:pt x="1561" y="637"/>
                          </a:lnTo>
                          <a:lnTo>
                            <a:pt x="1559" y="634"/>
                          </a:lnTo>
                          <a:lnTo>
                            <a:pt x="1557" y="635"/>
                          </a:lnTo>
                          <a:lnTo>
                            <a:pt x="1554" y="635"/>
                          </a:lnTo>
                          <a:lnTo>
                            <a:pt x="1552" y="633"/>
                          </a:lnTo>
                          <a:lnTo>
                            <a:pt x="1549" y="633"/>
                          </a:lnTo>
                          <a:lnTo>
                            <a:pt x="1547" y="632"/>
                          </a:lnTo>
                          <a:lnTo>
                            <a:pt x="1544" y="631"/>
                          </a:lnTo>
                          <a:lnTo>
                            <a:pt x="1542" y="630"/>
                          </a:lnTo>
                          <a:lnTo>
                            <a:pt x="1540" y="631"/>
                          </a:lnTo>
                          <a:lnTo>
                            <a:pt x="1537" y="631"/>
                          </a:lnTo>
                          <a:lnTo>
                            <a:pt x="1535" y="634"/>
                          </a:lnTo>
                          <a:lnTo>
                            <a:pt x="1532" y="634"/>
                          </a:lnTo>
                          <a:lnTo>
                            <a:pt x="1530" y="634"/>
                          </a:lnTo>
                          <a:lnTo>
                            <a:pt x="1528" y="636"/>
                          </a:lnTo>
                          <a:lnTo>
                            <a:pt x="1525" y="632"/>
                          </a:lnTo>
                          <a:lnTo>
                            <a:pt x="1523" y="633"/>
                          </a:lnTo>
                          <a:lnTo>
                            <a:pt x="1520" y="636"/>
                          </a:lnTo>
                          <a:lnTo>
                            <a:pt x="1518" y="632"/>
                          </a:lnTo>
                          <a:lnTo>
                            <a:pt x="1516" y="633"/>
                          </a:lnTo>
                          <a:lnTo>
                            <a:pt x="1513" y="633"/>
                          </a:lnTo>
                          <a:lnTo>
                            <a:pt x="1511" y="630"/>
                          </a:lnTo>
                          <a:lnTo>
                            <a:pt x="1508" y="630"/>
                          </a:lnTo>
                          <a:lnTo>
                            <a:pt x="1506" y="629"/>
                          </a:lnTo>
                          <a:lnTo>
                            <a:pt x="1504" y="628"/>
                          </a:lnTo>
                          <a:lnTo>
                            <a:pt x="1501" y="632"/>
                          </a:lnTo>
                          <a:lnTo>
                            <a:pt x="1499" y="632"/>
                          </a:lnTo>
                          <a:lnTo>
                            <a:pt x="1496" y="634"/>
                          </a:lnTo>
                          <a:lnTo>
                            <a:pt x="1494" y="637"/>
                          </a:lnTo>
                          <a:lnTo>
                            <a:pt x="1491" y="635"/>
                          </a:lnTo>
                          <a:lnTo>
                            <a:pt x="1489" y="637"/>
                          </a:lnTo>
                          <a:lnTo>
                            <a:pt x="1487" y="637"/>
                          </a:lnTo>
                          <a:lnTo>
                            <a:pt x="1484" y="635"/>
                          </a:lnTo>
                          <a:lnTo>
                            <a:pt x="1482" y="635"/>
                          </a:lnTo>
                          <a:lnTo>
                            <a:pt x="1479" y="634"/>
                          </a:lnTo>
                          <a:lnTo>
                            <a:pt x="1477" y="632"/>
                          </a:lnTo>
                          <a:lnTo>
                            <a:pt x="1475" y="632"/>
                          </a:lnTo>
                          <a:lnTo>
                            <a:pt x="1472" y="629"/>
                          </a:lnTo>
                          <a:lnTo>
                            <a:pt x="1470" y="632"/>
                          </a:lnTo>
                          <a:lnTo>
                            <a:pt x="1467" y="633"/>
                          </a:lnTo>
                          <a:lnTo>
                            <a:pt x="1465" y="633"/>
                          </a:lnTo>
                          <a:lnTo>
                            <a:pt x="1463" y="637"/>
                          </a:lnTo>
                          <a:lnTo>
                            <a:pt x="1460" y="637"/>
                          </a:lnTo>
                          <a:lnTo>
                            <a:pt x="1458" y="637"/>
                          </a:lnTo>
                          <a:lnTo>
                            <a:pt x="1455" y="638"/>
                          </a:lnTo>
                          <a:lnTo>
                            <a:pt x="1453" y="635"/>
                          </a:lnTo>
                          <a:lnTo>
                            <a:pt x="1450" y="635"/>
                          </a:lnTo>
                          <a:lnTo>
                            <a:pt x="1448" y="637"/>
                          </a:lnTo>
                          <a:lnTo>
                            <a:pt x="1446" y="634"/>
                          </a:lnTo>
                          <a:lnTo>
                            <a:pt x="1443" y="633"/>
                          </a:lnTo>
                          <a:lnTo>
                            <a:pt x="1441" y="634"/>
                          </a:lnTo>
                          <a:lnTo>
                            <a:pt x="1438" y="631"/>
                          </a:lnTo>
                          <a:lnTo>
                            <a:pt x="1436" y="629"/>
                          </a:lnTo>
                          <a:lnTo>
                            <a:pt x="1434" y="631"/>
                          </a:lnTo>
                          <a:lnTo>
                            <a:pt x="1431" y="630"/>
                          </a:lnTo>
                          <a:lnTo>
                            <a:pt x="1429" y="632"/>
                          </a:lnTo>
                          <a:lnTo>
                            <a:pt x="1426" y="634"/>
                          </a:lnTo>
                          <a:lnTo>
                            <a:pt x="1424" y="635"/>
                          </a:lnTo>
                          <a:lnTo>
                            <a:pt x="1422" y="638"/>
                          </a:lnTo>
                          <a:lnTo>
                            <a:pt x="1419" y="637"/>
                          </a:lnTo>
                          <a:lnTo>
                            <a:pt x="1417" y="636"/>
                          </a:lnTo>
                          <a:lnTo>
                            <a:pt x="1414" y="637"/>
                          </a:lnTo>
                          <a:lnTo>
                            <a:pt x="1412" y="636"/>
                          </a:lnTo>
                          <a:lnTo>
                            <a:pt x="1410" y="634"/>
                          </a:lnTo>
                          <a:lnTo>
                            <a:pt x="1407" y="635"/>
                          </a:lnTo>
                          <a:lnTo>
                            <a:pt x="1405" y="634"/>
                          </a:lnTo>
                          <a:lnTo>
                            <a:pt x="1402" y="631"/>
                          </a:lnTo>
                          <a:lnTo>
                            <a:pt x="1400" y="632"/>
                          </a:lnTo>
                          <a:lnTo>
                            <a:pt x="1398" y="629"/>
                          </a:lnTo>
                          <a:lnTo>
                            <a:pt x="1395" y="631"/>
                          </a:lnTo>
                          <a:lnTo>
                            <a:pt x="1393" y="632"/>
                          </a:lnTo>
                          <a:lnTo>
                            <a:pt x="1390" y="633"/>
                          </a:lnTo>
                          <a:lnTo>
                            <a:pt x="1388" y="634"/>
                          </a:lnTo>
                          <a:lnTo>
                            <a:pt x="1386" y="635"/>
                          </a:lnTo>
                          <a:lnTo>
                            <a:pt x="1383" y="638"/>
                          </a:lnTo>
                          <a:lnTo>
                            <a:pt x="1381" y="639"/>
                          </a:lnTo>
                          <a:lnTo>
                            <a:pt x="1378" y="638"/>
                          </a:lnTo>
                          <a:lnTo>
                            <a:pt x="1376" y="640"/>
                          </a:lnTo>
                          <a:lnTo>
                            <a:pt x="1374" y="640"/>
                          </a:lnTo>
                          <a:lnTo>
                            <a:pt x="1371" y="638"/>
                          </a:lnTo>
                          <a:lnTo>
                            <a:pt x="1369" y="640"/>
                          </a:lnTo>
                          <a:lnTo>
                            <a:pt x="1366" y="640"/>
                          </a:lnTo>
                          <a:lnTo>
                            <a:pt x="1364" y="637"/>
                          </a:lnTo>
                          <a:lnTo>
                            <a:pt x="1362" y="639"/>
                          </a:lnTo>
                          <a:lnTo>
                            <a:pt x="1359" y="638"/>
                          </a:lnTo>
                          <a:lnTo>
                            <a:pt x="1357" y="638"/>
                          </a:lnTo>
                          <a:lnTo>
                            <a:pt x="1354" y="642"/>
                          </a:lnTo>
                          <a:lnTo>
                            <a:pt x="1352" y="643"/>
                          </a:lnTo>
                          <a:lnTo>
                            <a:pt x="1350" y="643"/>
                          </a:lnTo>
                          <a:lnTo>
                            <a:pt x="1347" y="648"/>
                          </a:lnTo>
                          <a:lnTo>
                            <a:pt x="1345" y="645"/>
                          </a:lnTo>
                          <a:lnTo>
                            <a:pt x="1342" y="647"/>
                          </a:lnTo>
                          <a:lnTo>
                            <a:pt x="1340" y="649"/>
                          </a:lnTo>
                          <a:lnTo>
                            <a:pt x="1338" y="646"/>
                          </a:lnTo>
                          <a:lnTo>
                            <a:pt x="1335" y="649"/>
                          </a:lnTo>
                          <a:lnTo>
                            <a:pt x="1333" y="650"/>
                          </a:lnTo>
                          <a:lnTo>
                            <a:pt x="1331" y="648"/>
                          </a:lnTo>
                          <a:lnTo>
                            <a:pt x="1328" y="648"/>
                          </a:lnTo>
                          <a:lnTo>
                            <a:pt x="1326" y="647"/>
                          </a:lnTo>
                          <a:lnTo>
                            <a:pt x="1323" y="646"/>
                          </a:lnTo>
                          <a:lnTo>
                            <a:pt x="1321" y="646"/>
                          </a:lnTo>
                          <a:lnTo>
                            <a:pt x="1318" y="646"/>
                          </a:lnTo>
                          <a:lnTo>
                            <a:pt x="1316" y="646"/>
                          </a:lnTo>
                          <a:lnTo>
                            <a:pt x="1314" y="648"/>
                          </a:lnTo>
                          <a:lnTo>
                            <a:pt x="1311" y="649"/>
                          </a:lnTo>
                          <a:lnTo>
                            <a:pt x="1309" y="649"/>
                          </a:lnTo>
                          <a:lnTo>
                            <a:pt x="1306" y="650"/>
                          </a:lnTo>
                          <a:lnTo>
                            <a:pt x="1304" y="649"/>
                          </a:lnTo>
                          <a:lnTo>
                            <a:pt x="1302" y="648"/>
                          </a:lnTo>
                          <a:lnTo>
                            <a:pt x="1299" y="651"/>
                          </a:lnTo>
                          <a:lnTo>
                            <a:pt x="1297" y="650"/>
                          </a:lnTo>
                          <a:lnTo>
                            <a:pt x="1294" y="651"/>
                          </a:lnTo>
                          <a:lnTo>
                            <a:pt x="1292" y="653"/>
                          </a:lnTo>
                          <a:lnTo>
                            <a:pt x="1290" y="649"/>
                          </a:lnTo>
                          <a:lnTo>
                            <a:pt x="1287" y="650"/>
                          </a:lnTo>
                          <a:lnTo>
                            <a:pt x="1285" y="652"/>
                          </a:lnTo>
                          <a:lnTo>
                            <a:pt x="1282" y="649"/>
                          </a:lnTo>
                          <a:lnTo>
                            <a:pt x="1280" y="652"/>
                          </a:lnTo>
                          <a:lnTo>
                            <a:pt x="1277" y="655"/>
                          </a:lnTo>
                          <a:lnTo>
                            <a:pt x="1275" y="654"/>
                          </a:lnTo>
                          <a:lnTo>
                            <a:pt x="1273" y="657"/>
                          </a:lnTo>
                          <a:lnTo>
                            <a:pt x="1270" y="658"/>
                          </a:lnTo>
                          <a:lnTo>
                            <a:pt x="1268" y="658"/>
                          </a:lnTo>
                          <a:lnTo>
                            <a:pt x="1265" y="659"/>
                          </a:lnTo>
                          <a:lnTo>
                            <a:pt x="1263" y="659"/>
                          </a:lnTo>
                          <a:lnTo>
                            <a:pt x="1261" y="658"/>
                          </a:lnTo>
                          <a:lnTo>
                            <a:pt x="1258" y="662"/>
                          </a:lnTo>
                          <a:lnTo>
                            <a:pt x="1256" y="662"/>
                          </a:lnTo>
                          <a:lnTo>
                            <a:pt x="1253" y="658"/>
                          </a:lnTo>
                          <a:lnTo>
                            <a:pt x="1251" y="659"/>
                          </a:lnTo>
                          <a:lnTo>
                            <a:pt x="1249" y="660"/>
                          </a:lnTo>
                          <a:lnTo>
                            <a:pt x="1246" y="657"/>
                          </a:lnTo>
                          <a:lnTo>
                            <a:pt x="1244" y="659"/>
                          </a:lnTo>
                          <a:lnTo>
                            <a:pt x="1241" y="655"/>
                          </a:lnTo>
                          <a:lnTo>
                            <a:pt x="1239" y="654"/>
                          </a:lnTo>
                          <a:lnTo>
                            <a:pt x="1237" y="657"/>
                          </a:lnTo>
                          <a:lnTo>
                            <a:pt x="1234" y="660"/>
                          </a:lnTo>
                          <a:lnTo>
                            <a:pt x="1232" y="661"/>
                          </a:lnTo>
                          <a:lnTo>
                            <a:pt x="1229" y="662"/>
                          </a:lnTo>
                          <a:lnTo>
                            <a:pt x="1227" y="663"/>
                          </a:lnTo>
                          <a:lnTo>
                            <a:pt x="1224" y="662"/>
                          </a:lnTo>
                          <a:lnTo>
                            <a:pt x="1222" y="665"/>
                          </a:lnTo>
                          <a:lnTo>
                            <a:pt x="1220" y="665"/>
                          </a:lnTo>
                          <a:lnTo>
                            <a:pt x="1217" y="664"/>
                          </a:lnTo>
                          <a:lnTo>
                            <a:pt x="1215" y="666"/>
                          </a:lnTo>
                          <a:lnTo>
                            <a:pt x="1212" y="665"/>
                          </a:lnTo>
                          <a:lnTo>
                            <a:pt x="1210" y="663"/>
                          </a:lnTo>
                          <a:lnTo>
                            <a:pt x="1208" y="665"/>
                          </a:lnTo>
                          <a:lnTo>
                            <a:pt x="1205" y="663"/>
                          </a:lnTo>
                          <a:lnTo>
                            <a:pt x="1203" y="663"/>
                          </a:lnTo>
                          <a:lnTo>
                            <a:pt x="1200" y="665"/>
                          </a:lnTo>
                          <a:lnTo>
                            <a:pt x="1198" y="664"/>
                          </a:lnTo>
                          <a:lnTo>
                            <a:pt x="1196" y="667"/>
                          </a:lnTo>
                          <a:lnTo>
                            <a:pt x="1193" y="670"/>
                          </a:lnTo>
                          <a:lnTo>
                            <a:pt x="1191" y="668"/>
                          </a:lnTo>
                          <a:lnTo>
                            <a:pt x="1188" y="671"/>
                          </a:lnTo>
                          <a:lnTo>
                            <a:pt x="1186" y="672"/>
                          </a:lnTo>
                          <a:lnTo>
                            <a:pt x="1183" y="671"/>
                          </a:lnTo>
                          <a:lnTo>
                            <a:pt x="1181" y="671"/>
                          </a:lnTo>
                          <a:lnTo>
                            <a:pt x="1179" y="671"/>
                          </a:lnTo>
                          <a:lnTo>
                            <a:pt x="1176" y="669"/>
                          </a:lnTo>
                          <a:lnTo>
                            <a:pt x="1174" y="669"/>
                          </a:lnTo>
                          <a:lnTo>
                            <a:pt x="1171" y="668"/>
                          </a:lnTo>
                          <a:lnTo>
                            <a:pt x="1169" y="669"/>
                          </a:lnTo>
                          <a:lnTo>
                            <a:pt x="1167" y="668"/>
                          </a:lnTo>
                          <a:lnTo>
                            <a:pt x="1164" y="669"/>
                          </a:lnTo>
                          <a:lnTo>
                            <a:pt x="1162" y="669"/>
                          </a:lnTo>
                          <a:lnTo>
                            <a:pt x="1159" y="671"/>
                          </a:lnTo>
                          <a:lnTo>
                            <a:pt x="1157" y="671"/>
                          </a:lnTo>
                          <a:lnTo>
                            <a:pt x="1155" y="670"/>
                          </a:lnTo>
                          <a:lnTo>
                            <a:pt x="1152" y="672"/>
                          </a:lnTo>
                          <a:lnTo>
                            <a:pt x="1150" y="671"/>
                          </a:lnTo>
                          <a:lnTo>
                            <a:pt x="1147" y="673"/>
                          </a:lnTo>
                          <a:lnTo>
                            <a:pt x="1145" y="672"/>
                          </a:lnTo>
                          <a:lnTo>
                            <a:pt x="1143" y="670"/>
                          </a:lnTo>
                          <a:lnTo>
                            <a:pt x="1140" y="671"/>
                          </a:lnTo>
                          <a:lnTo>
                            <a:pt x="1138" y="669"/>
                          </a:lnTo>
                          <a:lnTo>
                            <a:pt x="1135" y="669"/>
                          </a:lnTo>
                          <a:lnTo>
                            <a:pt x="1133" y="673"/>
                          </a:lnTo>
                          <a:lnTo>
                            <a:pt x="1131" y="672"/>
                          </a:lnTo>
                          <a:lnTo>
                            <a:pt x="1128" y="673"/>
                          </a:lnTo>
                          <a:lnTo>
                            <a:pt x="1126" y="677"/>
                          </a:lnTo>
                          <a:lnTo>
                            <a:pt x="1123" y="674"/>
                          </a:lnTo>
                          <a:lnTo>
                            <a:pt x="1121" y="674"/>
                          </a:lnTo>
                          <a:lnTo>
                            <a:pt x="1119" y="677"/>
                          </a:lnTo>
                          <a:lnTo>
                            <a:pt x="1116" y="675"/>
                          </a:lnTo>
                          <a:lnTo>
                            <a:pt x="1114" y="678"/>
                          </a:lnTo>
                          <a:lnTo>
                            <a:pt x="1111" y="681"/>
                          </a:lnTo>
                          <a:lnTo>
                            <a:pt x="1109" y="679"/>
                          </a:lnTo>
                          <a:lnTo>
                            <a:pt x="1107" y="679"/>
                          </a:lnTo>
                          <a:lnTo>
                            <a:pt x="1104" y="682"/>
                          </a:lnTo>
                          <a:lnTo>
                            <a:pt x="1102" y="680"/>
                          </a:lnTo>
                          <a:lnTo>
                            <a:pt x="1099" y="682"/>
                          </a:lnTo>
                          <a:lnTo>
                            <a:pt x="1097" y="685"/>
                          </a:lnTo>
                          <a:lnTo>
                            <a:pt x="1095" y="683"/>
                          </a:lnTo>
                          <a:lnTo>
                            <a:pt x="1092" y="687"/>
                          </a:lnTo>
                          <a:lnTo>
                            <a:pt x="1090" y="689"/>
                          </a:lnTo>
                          <a:lnTo>
                            <a:pt x="1088" y="686"/>
                          </a:lnTo>
                          <a:lnTo>
                            <a:pt x="1085" y="688"/>
                          </a:lnTo>
                          <a:lnTo>
                            <a:pt x="1083" y="689"/>
                          </a:lnTo>
                          <a:lnTo>
                            <a:pt x="1080" y="687"/>
                          </a:lnTo>
                          <a:lnTo>
                            <a:pt x="1078" y="688"/>
                          </a:lnTo>
                          <a:lnTo>
                            <a:pt x="1076" y="688"/>
                          </a:lnTo>
                          <a:lnTo>
                            <a:pt x="1073" y="686"/>
                          </a:lnTo>
                          <a:lnTo>
                            <a:pt x="1071" y="688"/>
                          </a:lnTo>
                          <a:lnTo>
                            <a:pt x="1068" y="686"/>
                          </a:lnTo>
                          <a:lnTo>
                            <a:pt x="1066" y="684"/>
                          </a:lnTo>
                          <a:lnTo>
                            <a:pt x="1064" y="681"/>
                          </a:lnTo>
                          <a:lnTo>
                            <a:pt x="1061" y="680"/>
                          </a:lnTo>
                          <a:lnTo>
                            <a:pt x="1059" y="680"/>
                          </a:lnTo>
                          <a:lnTo>
                            <a:pt x="1056" y="686"/>
                          </a:lnTo>
                          <a:lnTo>
                            <a:pt x="1054" y="688"/>
                          </a:lnTo>
                          <a:lnTo>
                            <a:pt x="1051" y="687"/>
                          </a:lnTo>
                          <a:lnTo>
                            <a:pt x="1049" y="689"/>
                          </a:lnTo>
                          <a:lnTo>
                            <a:pt x="1047" y="689"/>
                          </a:lnTo>
                          <a:lnTo>
                            <a:pt x="1044" y="688"/>
                          </a:lnTo>
                          <a:lnTo>
                            <a:pt x="1042" y="692"/>
                          </a:lnTo>
                          <a:lnTo>
                            <a:pt x="1039" y="689"/>
                          </a:lnTo>
                          <a:lnTo>
                            <a:pt x="1037" y="689"/>
                          </a:lnTo>
                          <a:lnTo>
                            <a:pt x="1035" y="693"/>
                          </a:lnTo>
                          <a:lnTo>
                            <a:pt x="1032" y="690"/>
                          </a:lnTo>
                          <a:lnTo>
                            <a:pt x="1030" y="691"/>
                          </a:lnTo>
                          <a:lnTo>
                            <a:pt x="1027" y="693"/>
                          </a:lnTo>
                          <a:lnTo>
                            <a:pt x="1025" y="690"/>
                          </a:lnTo>
                          <a:lnTo>
                            <a:pt x="1023" y="692"/>
                          </a:lnTo>
                          <a:lnTo>
                            <a:pt x="1020" y="692"/>
                          </a:lnTo>
                          <a:lnTo>
                            <a:pt x="1018" y="688"/>
                          </a:lnTo>
                          <a:lnTo>
                            <a:pt x="1015" y="691"/>
                          </a:lnTo>
                          <a:lnTo>
                            <a:pt x="1013" y="692"/>
                          </a:lnTo>
                          <a:lnTo>
                            <a:pt x="1010" y="692"/>
                          </a:lnTo>
                          <a:lnTo>
                            <a:pt x="1008" y="696"/>
                          </a:lnTo>
                          <a:lnTo>
                            <a:pt x="1006" y="699"/>
                          </a:lnTo>
                          <a:lnTo>
                            <a:pt x="1003" y="699"/>
                          </a:lnTo>
                          <a:lnTo>
                            <a:pt x="1001" y="701"/>
                          </a:lnTo>
                          <a:lnTo>
                            <a:pt x="998" y="702"/>
                          </a:lnTo>
                          <a:lnTo>
                            <a:pt x="996" y="701"/>
                          </a:lnTo>
                          <a:lnTo>
                            <a:pt x="994" y="703"/>
                          </a:lnTo>
                          <a:lnTo>
                            <a:pt x="991" y="704"/>
                          </a:lnTo>
                          <a:lnTo>
                            <a:pt x="989" y="704"/>
                          </a:lnTo>
                          <a:lnTo>
                            <a:pt x="986" y="705"/>
                          </a:lnTo>
                          <a:lnTo>
                            <a:pt x="984" y="706"/>
                          </a:lnTo>
                          <a:lnTo>
                            <a:pt x="982" y="703"/>
                          </a:lnTo>
                          <a:lnTo>
                            <a:pt x="979" y="704"/>
                          </a:lnTo>
                          <a:lnTo>
                            <a:pt x="977" y="706"/>
                          </a:lnTo>
                          <a:lnTo>
                            <a:pt x="974" y="703"/>
                          </a:lnTo>
                          <a:lnTo>
                            <a:pt x="972" y="705"/>
                          </a:lnTo>
                          <a:lnTo>
                            <a:pt x="970" y="709"/>
                          </a:lnTo>
                          <a:lnTo>
                            <a:pt x="967" y="708"/>
                          </a:lnTo>
                          <a:lnTo>
                            <a:pt x="965" y="712"/>
                          </a:lnTo>
                          <a:lnTo>
                            <a:pt x="962" y="713"/>
                          </a:lnTo>
                          <a:lnTo>
                            <a:pt x="960" y="713"/>
                          </a:lnTo>
                          <a:lnTo>
                            <a:pt x="957" y="716"/>
                          </a:lnTo>
                          <a:lnTo>
                            <a:pt x="955" y="717"/>
                          </a:lnTo>
                          <a:lnTo>
                            <a:pt x="953" y="717"/>
                          </a:lnTo>
                          <a:lnTo>
                            <a:pt x="950" y="718"/>
                          </a:lnTo>
                          <a:lnTo>
                            <a:pt x="948" y="719"/>
                          </a:lnTo>
                          <a:lnTo>
                            <a:pt x="945" y="715"/>
                          </a:lnTo>
                          <a:lnTo>
                            <a:pt x="943" y="715"/>
                          </a:lnTo>
                          <a:lnTo>
                            <a:pt x="941" y="716"/>
                          </a:lnTo>
                          <a:lnTo>
                            <a:pt x="938" y="713"/>
                          </a:lnTo>
                          <a:lnTo>
                            <a:pt x="936" y="714"/>
                          </a:lnTo>
                          <a:lnTo>
                            <a:pt x="933" y="712"/>
                          </a:lnTo>
                          <a:lnTo>
                            <a:pt x="931" y="710"/>
                          </a:lnTo>
                          <a:lnTo>
                            <a:pt x="929" y="711"/>
                          </a:lnTo>
                          <a:lnTo>
                            <a:pt x="926" y="708"/>
                          </a:lnTo>
                          <a:lnTo>
                            <a:pt x="924" y="711"/>
                          </a:lnTo>
                          <a:lnTo>
                            <a:pt x="921" y="713"/>
                          </a:lnTo>
                          <a:lnTo>
                            <a:pt x="919" y="715"/>
                          </a:lnTo>
                          <a:lnTo>
                            <a:pt x="916" y="718"/>
                          </a:lnTo>
                          <a:lnTo>
                            <a:pt x="914" y="718"/>
                          </a:lnTo>
                          <a:lnTo>
                            <a:pt x="912" y="720"/>
                          </a:lnTo>
                          <a:lnTo>
                            <a:pt x="909" y="718"/>
                          </a:lnTo>
                          <a:lnTo>
                            <a:pt x="907" y="715"/>
                          </a:lnTo>
                          <a:lnTo>
                            <a:pt x="904" y="714"/>
                          </a:lnTo>
                          <a:lnTo>
                            <a:pt x="902" y="710"/>
                          </a:lnTo>
                          <a:lnTo>
                            <a:pt x="900" y="711"/>
                          </a:lnTo>
                          <a:lnTo>
                            <a:pt x="897" y="711"/>
                          </a:lnTo>
                          <a:lnTo>
                            <a:pt x="895" y="706"/>
                          </a:lnTo>
                          <a:lnTo>
                            <a:pt x="892" y="707"/>
                          </a:lnTo>
                          <a:lnTo>
                            <a:pt x="890" y="705"/>
                          </a:lnTo>
                          <a:lnTo>
                            <a:pt x="888" y="704"/>
                          </a:lnTo>
                          <a:lnTo>
                            <a:pt x="885" y="708"/>
                          </a:lnTo>
                          <a:lnTo>
                            <a:pt x="883" y="708"/>
                          </a:lnTo>
                          <a:lnTo>
                            <a:pt x="880" y="712"/>
                          </a:lnTo>
                          <a:lnTo>
                            <a:pt x="878" y="714"/>
                          </a:lnTo>
                          <a:lnTo>
                            <a:pt x="876" y="714"/>
                          </a:lnTo>
                          <a:lnTo>
                            <a:pt x="873" y="717"/>
                          </a:lnTo>
                          <a:lnTo>
                            <a:pt x="871" y="711"/>
                          </a:lnTo>
                          <a:lnTo>
                            <a:pt x="868" y="712"/>
                          </a:lnTo>
                          <a:lnTo>
                            <a:pt x="866" y="711"/>
                          </a:lnTo>
                          <a:lnTo>
                            <a:pt x="864" y="708"/>
                          </a:lnTo>
                          <a:lnTo>
                            <a:pt x="861" y="708"/>
                          </a:lnTo>
                          <a:lnTo>
                            <a:pt x="859" y="704"/>
                          </a:lnTo>
                          <a:lnTo>
                            <a:pt x="856" y="703"/>
                          </a:lnTo>
                          <a:lnTo>
                            <a:pt x="854" y="702"/>
                          </a:lnTo>
                          <a:lnTo>
                            <a:pt x="852" y="698"/>
                          </a:lnTo>
                          <a:lnTo>
                            <a:pt x="849" y="698"/>
                          </a:lnTo>
                          <a:lnTo>
                            <a:pt x="847" y="699"/>
                          </a:lnTo>
                          <a:lnTo>
                            <a:pt x="845" y="700"/>
                          </a:lnTo>
                          <a:lnTo>
                            <a:pt x="842" y="703"/>
                          </a:lnTo>
                          <a:lnTo>
                            <a:pt x="840" y="703"/>
                          </a:lnTo>
                          <a:lnTo>
                            <a:pt x="837" y="706"/>
                          </a:lnTo>
                          <a:lnTo>
                            <a:pt x="835" y="704"/>
                          </a:lnTo>
                          <a:lnTo>
                            <a:pt x="833" y="705"/>
                          </a:lnTo>
                          <a:lnTo>
                            <a:pt x="830" y="704"/>
                          </a:lnTo>
                          <a:lnTo>
                            <a:pt x="828" y="702"/>
                          </a:lnTo>
                          <a:lnTo>
                            <a:pt x="825" y="702"/>
                          </a:lnTo>
                          <a:lnTo>
                            <a:pt x="823" y="700"/>
                          </a:lnTo>
                          <a:lnTo>
                            <a:pt x="821" y="701"/>
                          </a:lnTo>
                          <a:lnTo>
                            <a:pt x="818" y="699"/>
                          </a:lnTo>
                          <a:lnTo>
                            <a:pt x="816" y="697"/>
                          </a:lnTo>
                          <a:lnTo>
                            <a:pt x="813" y="698"/>
                          </a:lnTo>
                          <a:lnTo>
                            <a:pt x="811" y="695"/>
                          </a:lnTo>
                          <a:lnTo>
                            <a:pt x="809" y="699"/>
                          </a:lnTo>
                          <a:lnTo>
                            <a:pt x="806" y="702"/>
                          </a:lnTo>
                          <a:lnTo>
                            <a:pt x="804" y="703"/>
                          </a:lnTo>
                          <a:lnTo>
                            <a:pt x="801" y="707"/>
                          </a:lnTo>
                          <a:lnTo>
                            <a:pt x="799" y="705"/>
                          </a:lnTo>
                          <a:lnTo>
                            <a:pt x="797" y="707"/>
                          </a:lnTo>
                          <a:lnTo>
                            <a:pt x="794" y="708"/>
                          </a:lnTo>
                          <a:lnTo>
                            <a:pt x="792" y="704"/>
                          </a:lnTo>
                          <a:lnTo>
                            <a:pt x="789" y="705"/>
                          </a:lnTo>
                          <a:lnTo>
                            <a:pt x="787" y="701"/>
                          </a:lnTo>
                          <a:lnTo>
                            <a:pt x="784" y="698"/>
                          </a:lnTo>
                          <a:lnTo>
                            <a:pt x="782" y="701"/>
                          </a:lnTo>
                          <a:lnTo>
                            <a:pt x="780" y="700"/>
                          </a:lnTo>
                          <a:lnTo>
                            <a:pt x="777" y="703"/>
                          </a:lnTo>
                          <a:lnTo>
                            <a:pt x="775" y="703"/>
                          </a:lnTo>
                          <a:lnTo>
                            <a:pt x="772" y="702"/>
                          </a:lnTo>
                          <a:lnTo>
                            <a:pt x="770" y="703"/>
                          </a:lnTo>
                          <a:lnTo>
                            <a:pt x="768" y="700"/>
                          </a:lnTo>
                          <a:lnTo>
                            <a:pt x="765" y="701"/>
                          </a:lnTo>
                          <a:lnTo>
                            <a:pt x="763" y="702"/>
                          </a:lnTo>
                          <a:lnTo>
                            <a:pt x="760" y="701"/>
                          </a:lnTo>
                          <a:lnTo>
                            <a:pt x="758" y="702"/>
                          </a:lnTo>
                          <a:lnTo>
                            <a:pt x="756" y="700"/>
                          </a:lnTo>
                          <a:lnTo>
                            <a:pt x="753" y="698"/>
                          </a:lnTo>
                          <a:lnTo>
                            <a:pt x="751" y="698"/>
                          </a:lnTo>
                          <a:lnTo>
                            <a:pt x="748" y="695"/>
                          </a:lnTo>
                          <a:lnTo>
                            <a:pt x="746" y="698"/>
                          </a:lnTo>
                          <a:lnTo>
                            <a:pt x="743" y="700"/>
                          </a:lnTo>
                          <a:lnTo>
                            <a:pt x="741" y="701"/>
                          </a:lnTo>
                          <a:lnTo>
                            <a:pt x="739" y="703"/>
                          </a:lnTo>
                          <a:lnTo>
                            <a:pt x="736" y="704"/>
                          </a:lnTo>
                          <a:lnTo>
                            <a:pt x="734" y="703"/>
                          </a:lnTo>
                          <a:lnTo>
                            <a:pt x="731" y="703"/>
                          </a:lnTo>
                          <a:lnTo>
                            <a:pt x="729" y="703"/>
                          </a:lnTo>
                          <a:lnTo>
                            <a:pt x="727" y="702"/>
                          </a:lnTo>
                          <a:lnTo>
                            <a:pt x="724" y="707"/>
                          </a:lnTo>
                          <a:lnTo>
                            <a:pt x="722" y="706"/>
                          </a:lnTo>
                          <a:lnTo>
                            <a:pt x="719" y="706"/>
                          </a:lnTo>
                          <a:lnTo>
                            <a:pt x="717" y="708"/>
                          </a:lnTo>
                          <a:lnTo>
                            <a:pt x="715" y="708"/>
                          </a:lnTo>
                          <a:lnTo>
                            <a:pt x="712" y="711"/>
                          </a:lnTo>
                          <a:lnTo>
                            <a:pt x="710" y="708"/>
                          </a:lnTo>
                          <a:lnTo>
                            <a:pt x="707" y="709"/>
                          </a:lnTo>
                          <a:lnTo>
                            <a:pt x="705" y="709"/>
                          </a:lnTo>
                          <a:lnTo>
                            <a:pt x="703" y="708"/>
                          </a:lnTo>
                          <a:lnTo>
                            <a:pt x="700" y="711"/>
                          </a:lnTo>
                          <a:lnTo>
                            <a:pt x="698" y="709"/>
                          </a:lnTo>
                          <a:lnTo>
                            <a:pt x="695" y="708"/>
                          </a:lnTo>
                          <a:lnTo>
                            <a:pt x="693" y="709"/>
                          </a:lnTo>
                          <a:lnTo>
                            <a:pt x="690" y="706"/>
                          </a:lnTo>
                          <a:lnTo>
                            <a:pt x="688" y="708"/>
                          </a:lnTo>
                          <a:lnTo>
                            <a:pt x="686" y="710"/>
                          </a:lnTo>
                          <a:lnTo>
                            <a:pt x="683" y="710"/>
                          </a:lnTo>
                          <a:lnTo>
                            <a:pt x="681" y="713"/>
                          </a:lnTo>
                          <a:lnTo>
                            <a:pt x="678" y="716"/>
                          </a:lnTo>
                          <a:lnTo>
                            <a:pt x="676" y="717"/>
                          </a:lnTo>
                          <a:lnTo>
                            <a:pt x="674" y="718"/>
                          </a:lnTo>
                          <a:lnTo>
                            <a:pt x="671" y="718"/>
                          </a:lnTo>
                          <a:lnTo>
                            <a:pt x="669" y="720"/>
                          </a:lnTo>
                          <a:lnTo>
                            <a:pt x="666" y="720"/>
                          </a:lnTo>
                          <a:lnTo>
                            <a:pt x="664" y="718"/>
                          </a:lnTo>
                          <a:lnTo>
                            <a:pt x="662" y="720"/>
                          </a:lnTo>
                          <a:lnTo>
                            <a:pt x="659" y="720"/>
                          </a:lnTo>
                          <a:lnTo>
                            <a:pt x="657" y="720"/>
                          </a:lnTo>
                          <a:lnTo>
                            <a:pt x="654" y="719"/>
                          </a:lnTo>
                          <a:lnTo>
                            <a:pt x="652" y="717"/>
                          </a:lnTo>
                          <a:lnTo>
                            <a:pt x="649" y="717"/>
                          </a:lnTo>
                          <a:lnTo>
                            <a:pt x="647" y="719"/>
                          </a:lnTo>
                          <a:lnTo>
                            <a:pt x="645" y="719"/>
                          </a:lnTo>
                          <a:lnTo>
                            <a:pt x="642" y="723"/>
                          </a:lnTo>
                          <a:lnTo>
                            <a:pt x="640" y="727"/>
                          </a:lnTo>
                          <a:lnTo>
                            <a:pt x="637" y="729"/>
                          </a:lnTo>
                          <a:lnTo>
                            <a:pt x="635" y="730"/>
                          </a:lnTo>
                          <a:lnTo>
                            <a:pt x="633" y="727"/>
                          </a:lnTo>
                          <a:lnTo>
                            <a:pt x="630" y="729"/>
                          </a:lnTo>
                          <a:lnTo>
                            <a:pt x="628" y="729"/>
                          </a:lnTo>
                          <a:lnTo>
                            <a:pt x="625" y="727"/>
                          </a:lnTo>
                          <a:lnTo>
                            <a:pt x="623" y="730"/>
                          </a:lnTo>
                          <a:lnTo>
                            <a:pt x="621" y="730"/>
                          </a:lnTo>
                          <a:lnTo>
                            <a:pt x="618" y="731"/>
                          </a:lnTo>
                          <a:lnTo>
                            <a:pt x="616" y="732"/>
                          </a:lnTo>
                          <a:lnTo>
                            <a:pt x="613" y="731"/>
                          </a:lnTo>
                          <a:lnTo>
                            <a:pt x="611" y="731"/>
                          </a:lnTo>
                          <a:lnTo>
                            <a:pt x="609" y="732"/>
                          </a:lnTo>
                          <a:lnTo>
                            <a:pt x="606" y="733"/>
                          </a:lnTo>
                          <a:lnTo>
                            <a:pt x="604" y="738"/>
                          </a:lnTo>
                          <a:lnTo>
                            <a:pt x="601" y="738"/>
                          </a:lnTo>
                          <a:lnTo>
                            <a:pt x="599" y="741"/>
                          </a:lnTo>
                          <a:lnTo>
                            <a:pt x="597" y="743"/>
                          </a:lnTo>
                          <a:lnTo>
                            <a:pt x="594" y="741"/>
                          </a:lnTo>
                          <a:lnTo>
                            <a:pt x="592" y="743"/>
                          </a:lnTo>
                          <a:lnTo>
                            <a:pt x="590" y="743"/>
                          </a:lnTo>
                          <a:lnTo>
                            <a:pt x="587" y="743"/>
                          </a:lnTo>
                          <a:lnTo>
                            <a:pt x="585" y="745"/>
                          </a:lnTo>
                          <a:lnTo>
                            <a:pt x="582" y="744"/>
                          </a:lnTo>
                          <a:lnTo>
                            <a:pt x="580" y="744"/>
                          </a:lnTo>
                          <a:lnTo>
                            <a:pt x="578" y="743"/>
                          </a:lnTo>
                          <a:lnTo>
                            <a:pt x="575" y="741"/>
                          </a:lnTo>
                          <a:lnTo>
                            <a:pt x="573" y="738"/>
                          </a:lnTo>
                          <a:lnTo>
                            <a:pt x="570" y="740"/>
                          </a:lnTo>
                          <a:lnTo>
                            <a:pt x="568" y="743"/>
                          </a:lnTo>
                          <a:lnTo>
                            <a:pt x="566" y="748"/>
                          </a:lnTo>
                          <a:lnTo>
                            <a:pt x="563" y="750"/>
                          </a:lnTo>
                          <a:lnTo>
                            <a:pt x="561" y="752"/>
                          </a:lnTo>
                          <a:lnTo>
                            <a:pt x="558" y="752"/>
                          </a:lnTo>
                          <a:lnTo>
                            <a:pt x="556" y="750"/>
                          </a:lnTo>
                          <a:lnTo>
                            <a:pt x="554" y="750"/>
                          </a:lnTo>
                          <a:lnTo>
                            <a:pt x="551" y="750"/>
                          </a:lnTo>
                          <a:lnTo>
                            <a:pt x="549" y="749"/>
                          </a:lnTo>
                          <a:lnTo>
                            <a:pt x="546" y="752"/>
                          </a:lnTo>
                          <a:lnTo>
                            <a:pt x="544" y="753"/>
                          </a:lnTo>
                          <a:lnTo>
                            <a:pt x="542" y="754"/>
                          </a:lnTo>
                          <a:lnTo>
                            <a:pt x="539" y="758"/>
                          </a:lnTo>
                          <a:lnTo>
                            <a:pt x="537" y="757"/>
                          </a:lnTo>
                          <a:lnTo>
                            <a:pt x="534" y="758"/>
                          </a:lnTo>
                          <a:lnTo>
                            <a:pt x="532" y="762"/>
                          </a:lnTo>
                          <a:lnTo>
                            <a:pt x="530" y="763"/>
                          </a:lnTo>
                          <a:lnTo>
                            <a:pt x="527" y="767"/>
                          </a:lnTo>
                          <a:lnTo>
                            <a:pt x="525" y="770"/>
                          </a:lnTo>
                          <a:lnTo>
                            <a:pt x="522" y="776"/>
                          </a:lnTo>
                          <a:lnTo>
                            <a:pt x="520" y="780"/>
                          </a:lnTo>
                          <a:lnTo>
                            <a:pt x="517" y="783"/>
                          </a:lnTo>
                          <a:lnTo>
                            <a:pt x="515" y="788"/>
                          </a:lnTo>
                          <a:lnTo>
                            <a:pt x="513" y="787"/>
                          </a:lnTo>
                          <a:lnTo>
                            <a:pt x="510" y="788"/>
                          </a:lnTo>
                          <a:lnTo>
                            <a:pt x="508" y="789"/>
                          </a:lnTo>
                          <a:lnTo>
                            <a:pt x="505" y="790"/>
                          </a:lnTo>
                          <a:lnTo>
                            <a:pt x="503" y="791"/>
                          </a:lnTo>
                          <a:lnTo>
                            <a:pt x="501" y="792"/>
                          </a:lnTo>
                          <a:lnTo>
                            <a:pt x="498" y="795"/>
                          </a:lnTo>
                          <a:lnTo>
                            <a:pt x="496" y="798"/>
                          </a:lnTo>
                          <a:lnTo>
                            <a:pt x="493" y="802"/>
                          </a:lnTo>
                          <a:lnTo>
                            <a:pt x="491" y="805"/>
                          </a:lnTo>
                          <a:lnTo>
                            <a:pt x="489" y="806"/>
                          </a:lnTo>
                          <a:lnTo>
                            <a:pt x="486" y="810"/>
                          </a:lnTo>
                          <a:lnTo>
                            <a:pt x="484" y="809"/>
                          </a:lnTo>
                          <a:lnTo>
                            <a:pt x="481" y="812"/>
                          </a:lnTo>
                          <a:lnTo>
                            <a:pt x="479" y="811"/>
                          </a:lnTo>
                          <a:lnTo>
                            <a:pt x="476" y="813"/>
                          </a:lnTo>
                          <a:lnTo>
                            <a:pt x="474" y="815"/>
                          </a:lnTo>
                          <a:lnTo>
                            <a:pt x="472" y="818"/>
                          </a:lnTo>
                          <a:lnTo>
                            <a:pt x="469" y="820"/>
                          </a:lnTo>
                          <a:lnTo>
                            <a:pt x="467" y="820"/>
                          </a:lnTo>
                          <a:lnTo>
                            <a:pt x="464" y="824"/>
                          </a:lnTo>
                          <a:lnTo>
                            <a:pt x="462" y="822"/>
                          </a:lnTo>
                          <a:lnTo>
                            <a:pt x="460" y="814"/>
                          </a:lnTo>
                          <a:lnTo>
                            <a:pt x="457" y="818"/>
                          </a:lnTo>
                          <a:lnTo>
                            <a:pt x="455" y="823"/>
                          </a:lnTo>
                          <a:lnTo>
                            <a:pt x="452" y="831"/>
                          </a:lnTo>
                          <a:lnTo>
                            <a:pt x="450" y="837"/>
                          </a:lnTo>
                          <a:lnTo>
                            <a:pt x="448" y="838"/>
                          </a:lnTo>
                          <a:lnTo>
                            <a:pt x="445" y="841"/>
                          </a:lnTo>
                          <a:lnTo>
                            <a:pt x="443" y="841"/>
                          </a:lnTo>
                          <a:lnTo>
                            <a:pt x="440" y="846"/>
                          </a:lnTo>
                          <a:lnTo>
                            <a:pt x="438" y="850"/>
                          </a:lnTo>
                          <a:lnTo>
                            <a:pt x="436" y="851"/>
                          </a:lnTo>
                          <a:lnTo>
                            <a:pt x="433" y="854"/>
                          </a:lnTo>
                          <a:lnTo>
                            <a:pt x="431" y="854"/>
                          </a:lnTo>
                          <a:lnTo>
                            <a:pt x="428" y="859"/>
                          </a:lnTo>
                          <a:lnTo>
                            <a:pt x="426" y="862"/>
                          </a:lnTo>
                          <a:lnTo>
                            <a:pt x="423" y="859"/>
                          </a:lnTo>
                          <a:lnTo>
                            <a:pt x="421" y="861"/>
                          </a:lnTo>
                          <a:lnTo>
                            <a:pt x="419" y="863"/>
                          </a:lnTo>
                          <a:lnTo>
                            <a:pt x="416" y="862"/>
                          </a:lnTo>
                          <a:lnTo>
                            <a:pt x="414" y="867"/>
                          </a:lnTo>
                          <a:lnTo>
                            <a:pt x="411" y="869"/>
                          </a:lnTo>
                          <a:lnTo>
                            <a:pt x="409" y="870"/>
                          </a:lnTo>
                          <a:lnTo>
                            <a:pt x="407" y="869"/>
                          </a:lnTo>
                          <a:lnTo>
                            <a:pt x="404" y="866"/>
                          </a:lnTo>
                          <a:lnTo>
                            <a:pt x="402" y="864"/>
                          </a:lnTo>
                          <a:lnTo>
                            <a:pt x="399" y="864"/>
                          </a:lnTo>
                          <a:lnTo>
                            <a:pt x="397" y="857"/>
                          </a:lnTo>
                          <a:lnTo>
                            <a:pt x="395" y="852"/>
                          </a:lnTo>
                          <a:lnTo>
                            <a:pt x="392" y="849"/>
                          </a:lnTo>
                          <a:lnTo>
                            <a:pt x="390" y="837"/>
                          </a:lnTo>
                          <a:lnTo>
                            <a:pt x="387" y="827"/>
                          </a:lnTo>
                          <a:lnTo>
                            <a:pt x="385" y="811"/>
                          </a:lnTo>
                          <a:lnTo>
                            <a:pt x="382" y="790"/>
                          </a:lnTo>
                          <a:lnTo>
                            <a:pt x="380" y="777"/>
                          </a:lnTo>
                          <a:lnTo>
                            <a:pt x="378" y="757"/>
                          </a:lnTo>
                          <a:lnTo>
                            <a:pt x="375" y="739"/>
                          </a:lnTo>
                          <a:lnTo>
                            <a:pt x="373" y="703"/>
                          </a:lnTo>
                          <a:lnTo>
                            <a:pt x="370" y="677"/>
                          </a:lnTo>
                          <a:lnTo>
                            <a:pt x="368" y="639"/>
                          </a:lnTo>
                          <a:lnTo>
                            <a:pt x="366" y="613"/>
                          </a:lnTo>
                          <a:lnTo>
                            <a:pt x="363" y="652"/>
                          </a:lnTo>
                          <a:lnTo>
                            <a:pt x="361" y="623"/>
                          </a:lnTo>
                          <a:lnTo>
                            <a:pt x="358" y="582"/>
                          </a:lnTo>
                          <a:lnTo>
                            <a:pt x="356" y="623"/>
                          </a:lnTo>
                          <a:lnTo>
                            <a:pt x="354" y="631"/>
                          </a:lnTo>
                          <a:lnTo>
                            <a:pt x="351" y="604"/>
                          </a:lnTo>
                          <a:lnTo>
                            <a:pt x="349" y="601"/>
                          </a:lnTo>
                          <a:lnTo>
                            <a:pt x="347" y="666"/>
                          </a:lnTo>
                          <a:lnTo>
                            <a:pt x="344" y="611"/>
                          </a:lnTo>
                          <a:lnTo>
                            <a:pt x="342" y="619"/>
                          </a:lnTo>
                          <a:lnTo>
                            <a:pt x="339" y="660"/>
                          </a:lnTo>
                          <a:lnTo>
                            <a:pt x="337" y="608"/>
                          </a:lnTo>
                          <a:lnTo>
                            <a:pt x="335" y="633"/>
                          </a:lnTo>
                          <a:lnTo>
                            <a:pt x="332" y="646"/>
                          </a:lnTo>
                          <a:lnTo>
                            <a:pt x="330" y="592"/>
                          </a:lnTo>
                          <a:lnTo>
                            <a:pt x="327" y="574"/>
                          </a:lnTo>
                          <a:lnTo>
                            <a:pt x="325" y="634"/>
                          </a:lnTo>
                          <a:lnTo>
                            <a:pt x="323" y="584"/>
                          </a:lnTo>
                          <a:lnTo>
                            <a:pt x="320" y="570"/>
                          </a:lnTo>
                          <a:lnTo>
                            <a:pt x="318" y="532"/>
                          </a:lnTo>
                          <a:lnTo>
                            <a:pt x="315" y="592"/>
                          </a:lnTo>
                          <a:lnTo>
                            <a:pt x="313" y="583"/>
                          </a:lnTo>
                          <a:lnTo>
                            <a:pt x="311" y="548"/>
                          </a:lnTo>
                          <a:lnTo>
                            <a:pt x="308" y="513"/>
                          </a:lnTo>
                          <a:lnTo>
                            <a:pt x="306" y="599"/>
                          </a:lnTo>
                          <a:lnTo>
                            <a:pt x="303" y="563"/>
                          </a:lnTo>
                          <a:lnTo>
                            <a:pt x="301" y="533"/>
                          </a:lnTo>
                          <a:lnTo>
                            <a:pt x="299" y="613"/>
                          </a:lnTo>
                          <a:lnTo>
                            <a:pt x="296" y="583"/>
                          </a:lnTo>
                          <a:lnTo>
                            <a:pt x="294" y="568"/>
                          </a:lnTo>
                          <a:lnTo>
                            <a:pt x="291" y="629"/>
                          </a:lnTo>
                          <a:lnTo>
                            <a:pt x="289" y="596"/>
                          </a:lnTo>
                          <a:lnTo>
                            <a:pt x="287" y="576"/>
                          </a:lnTo>
                          <a:lnTo>
                            <a:pt x="284" y="633"/>
                          </a:lnTo>
                          <a:lnTo>
                            <a:pt x="282" y="615"/>
                          </a:lnTo>
                          <a:lnTo>
                            <a:pt x="279" y="575"/>
                          </a:lnTo>
                          <a:lnTo>
                            <a:pt x="277" y="641"/>
                          </a:lnTo>
                          <a:lnTo>
                            <a:pt x="275" y="616"/>
                          </a:lnTo>
                          <a:lnTo>
                            <a:pt x="272" y="575"/>
                          </a:lnTo>
                          <a:lnTo>
                            <a:pt x="270" y="635"/>
                          </a:lnTo>
                          <a:lnTo>
                            <a:pt x="267" y="606"/>
                          </a:lnTo>
                          <a:lnTo>
                            <a:pt x="265" y="592"/>
                          </a:lnTo>
                          <a:lnTo>
                            <a:pt x="263" y="641"/>
                          </a:lnTo>
                          <a:lnTo>
                            <a:pt x="260" y="602"/>
                          </a:lnTo>
                          <a:lnTo>
                            <a:pt x="258" y="568"/>
                          </a:lnTo>
                          <a:lnTo>
                            <a:pt x="255" y="575"/>
                          </a:lnTo>
                          <a:lnTo>
                            <a:pt x="253" y="602"/>
                          </a:lnTo>
                          <a:lnTo>
                            <a:pt x="250" y="577"/>
                          </a:lnTo>
                          <a:lnTo>
                            <a:pt x="248" y="591"/>
                          </a:lnTo>
                          <a:lnTo>
                            <a:pt x="246" y="597"/>
                          </a:lnTo>
                          <a:lnTo>
                            <a:pt x="243" y="630"/>
                          </a:lnTo>
                          <a:lnTo>
                            <a:pt x="241" y="601"/>
                          </a:lnTo>
                          <a:lnTo>
                            <a:pt x="238" y="602"/>
                          </a:lnTo>
                          <a:lnTo>
                            <a:pt x="236" y="643"/>
                          </a:lnTo>
                          <a:lnTo>
                            <a:pt x="234" y="615"/>
                          </a:lnTo>
                          <a:lnTo>
                            <a:pt x="231" y="591"/>
                          </a:lnTo>
                          <a:lnTo>
                            <a:pt x="229" y="616"/>
                          </a:lnTo>
                          <a:lnTo>
                            <a:pt x="226" y="632"/>
                          </a:lnTo>
                          <a:lnTo>
                            <a:pt x="224" y="582"/>
                          </a:lnTo>
                          <a:lnTo>
                            <a:pt x="222" y="610"/>
                          </a:lnTo>
                          <a:lnTo>
                            <a:pt x="219" y="645"/>
                          </a:lnTo>
                          <a:lnTo>
                            <a:pt x="217" y="580"/>
                          </a:lnTo>
                          <a:lnTo>
                            <a:pt x="214" y="598"/>
                          </a:lnTo>
                          <a:lnTo>
                            <a:pt x="212" y="658"/>
                          </a:lnTo>
                          <a:lnTo>
                            <a:pt x="209" y="583"/>
                          </a:lnTo>
                          <a:lnTo>
                            <a:pt x="207" y="596"/>
                          </a:lnTo>
                          <a:lnTo>
                            <a:pt x="205" y="658"/>
                          </a:lnTo>
                          <a:lnTo>
                            <a:pt x="202" y="597"/>
                          </a:lnTo>
                          <a:lnTo>
                            <a:pt x="200" y="582"/>
                          </a:lnTo>
                          <a:lnTo>
                            <a:pt x="197" y="641"/>
                          </a:lnTo>
                          <a:lnTo>
                            <a:pt x="195" y="601"/>
                          </a:lnTo>
                          <a:lnTo>
                            <a:pt x="193" y="584"/>
                          </a:lnTo>
                          <a:lnTo>
                            <a:pt x="190" y="619"/>
                          </a:lnTo>
                          <a:lnTo>
                            <a:pt x="188" y="591"/>
                          </a:lnTo>
                          <a:lnTo>
                            <a:pt x="185" y="627"/>
                          </a:lnTo>
                          <a:lnTo>
                            <a:pt x="183" y="586"/>
                          </a:lnTo>
                          <a:lnTo>
                            <a:pt x="181" y="559"/>
                          </a:lnTo>
                          <a:lnTo>
                            <a:pt x="178" y="629"/>
                          </a:lnTo>
                          <a:lnTo>
                            <a:pt x="176" y="559"/>
                          </a:lnTo>
                          <a:lnTo>
                            <a:pt x="173" y="566"/>
                          </a:lnTo>
                          <a:lnTo>
                            <a:pt x="171" y="599"/>
                          </a:lnTo>
                          <a:lnTo>
                            <a:pt x="169" y="536"/>
                          </a:lnTo>
                          <a:lnTo>
                            <a:pt x="166" y="611"/>
                          </a:lnTo>
                          <a:lnTo>
                            <a:pt x="164" y="579"/>
                          </a:lnTo>
                          <a:lnTo>
                            <a:pt x="161" y="522"/>
                          </a:lnTo>
                          <a:lnTo>
                            <a:pt x="159" y="611"/>
                          </a:lnTo>
                          <a:lnTo>
                            <a:pt x="156" y="579"/>
                          </a:lnTo>
                          <a:lnTo>
                            <a:pt x="154" y="549"/>
                          </a:lnTo>
                          <a:lnTo>
                            <a:pt x="152" y="545"/>
                          </a:lnTo>
                          <a:lnTo>
                            <a:pt x="149" y="574"/>
                          </a:lnTo>
                          <a:lnTo>
                            <a:pt x="147" y="564"/>
                          </a:lnTo>
                          <a:lnTo>
                            <a:pt x="144" y="525"/>
                          </a:lnTo>
                          <a:lnTo>
                            <a:pt x="142" y="572"/>
                          </a:lnTo>
                          <a:lnTo>
                            <a:pt x="140" y="589"/>
                          </a:lnTo>
                          <a:lnTo>
                            <a:pt x="137" y="546"/>
                          </a:lnTo>
                          <a:lnTo>
                            <a:pt x="135" y="568"/>
                          </a:lnTo>
                          <a:lnTo>
                            <a:pt x="132" y="606"/>
                          </a:lnTo>
                          <a:lnTo>
                            <a:pt x="130" y="574"/>
                          </a:lnTo>
                          <a:lnTo>
                            <a:pt x="128" y="580"/>
                          </a:lnTo>
                          <a:lnTo>
                            <a:pt x="125" y="628"/>
                          </a:lnTo>
                          <a:lnTo>
                            <a:pt x="123" y="586"/>
                          </a:lnTo>
                          <a:lnTo>
                            <a:pt x="120" y="607"/>
                          </a:lnTo>
                          <a:lnTo>
                            <a:pt x="118" y="649"/>
                          </a:lnTo>
                          <a:lnTo>
                            <a:pt x="115" y="592"/>
                          </a:lnTo>
                          <a:lnTo>
                            <a:pt x="113" y="579"/>
                          </a:lnTo>
                          <a:lnTo>
                            <a:pt x="111" y="669"/>
                          </a:lnTo>
                          <a:lnTo>
                            <a:pt x="108" y="598"/>
                          </a:lnTo>
                          <a:lnTo>
                            <a:pt x="106" y="549"/>
                          </a:lnTo>
                          <a:lnTo>
                            <a:pt x="104" y="678"/>
                          </a:lnTo>
                          <a:lnTo>
                            <a:pt x="101" y="625"/>
                          </a:lnTo>
                          <a:lnTo>
                            <a:pt x="99" y="587"/>
                          </a:lnTo>
                          <a:lnTo>
                            <a:pt x="96" y="630"/>
                          </a:lnTo>
                          <a:lnTo>
                            <a:pt x="94" y="662"/>
                          </a:lnTo>
                          <a:lnTo>
                            <a:pt x="92" y="605"/>
                          </a:lnTo>
                          <a:lnTo>
                            <a:pt x="89" y="546"/>
                          </a:lnTo>
                          <a:lnTo>
                            <a:pt x="87" y="681"/>
                          </a:lnTo>
                          <a:lnTo>
                            <a:pt x="84" y="603"/>
                          </a:lnTo>
                          <a:lnTo>
                            <a:pt x="82" y="546"/>
                          </a:lnTo>
                          <a:lnTo>
                            <a:pt x="80" y="677"/>
                          </a:lnTo>
                          <a:lnTo>
                            <a:pt x="77" y="597"/>
                          </a:lnTo>
                          <a:lnTo>
                            <a:pt x="75" y="559"/>
                          </a:lnTo>
                          <a:lnTo>
                            <a:pt x="72" y="634"/>
                          </a:lnTo>
                          <a:lnTo>
                            <a:pt x="70" y="615"/>
                          </a:lnTo>
                          <a:lnTo>
                            <a:pt x="68" y="567"/>
                          </a:lnTo>
                          <a:lnTo>
                            <a:pt x="65" y="544"/>
                          </a:lnTo>
                          <a:lnTo>
                            <a:pt x="63" y="621"/>
                          </a:lnTo>
                          <a:lnTo>
                            <a:pt x="60" y="565"/>
                          </a:lnTo>
                          <a:lnTo>
                            <a:pt x="58" y="523"/>
                          </a:lnTo>
                          <a:lnTo>
                            <a:pt x="56" y="627"/>
                          </a:lnTo>
                          <a:lnTo>
                            <a:pt x="53" y="578"/>
                          </a:lnTo>
                          <a:lnTo>
                            <a:pt x="51" y="546"/>
                          </a:lnTo>
                          <a:lnTo>
                            <a:pt x="48" y="631"/>
                          </a:lnTo>
                          <a:lnTo>
                            <a:pt x="46" y="592"/>
                          </a:lnTo>
                          <a:lnTo>
                            <a:pt x="44" y="574"/>
                          </a:lnTo>
                          <a:lnTo>
                            <a:pt x="41" y="634"/>
                          </a:lnTo>
                          <a:lnTo>
                            <a:pt x="39" y="591"/>
                          </a:lnTo>
                          <a:lnTo>
                            <a:pt x="36" y="557"/>
                          </a:lnTo>
                          <a:lnTo>
                            <a:pt x="34" y="643"/>
                          </a:lnTo>
                          <a:lnTo>
                            <a:pt x="32" y="597"/>
                          </a:lnTo>
                          <a:lnTo>
                            <a:pt x="29" y="531"/>
                          </a:lnTo>
                          <a:lnTo>
                            <a:pt x="27" y="577"/>
                          </a:lnTo>
                          <a:lnTo>
                            <a:pt x="24" y="611"/>
                          </a:lnTo>
                          <a:lnTo>
                            <a:pt x="22" y="525"/>
                          </a:lnTo>
                          <a:lnTo>
                            <a:pt x="20" y="577"/>
                          </a:lnTo>
                          <a:lnTo>
                            <a:pt x="17" y="594"/>
                          </a:lnTo>
                          <a:lnTo>
                            <a:pt x="15" y="546"/>
                          </a:lnTo>
                          <a:lnTo>
                            <a:pt x="12" y="589"/>
                          </a:lnTo>
                          <a:lnTo>
                            <a:pt x="10" y="538"/>
                          </a:lnTo>
                          <a:lnTo>
                            <a:pt x="8" y="553"/>
                          </a:lnTo>
                          <a:lnTo>
                            <a:pt x="5" y="590"/>
                          </a:lnTo>
                          <a:lnTo>
                            <a:pt x="3" y="549"/>
                          </a:lnTo>
                          <a:lnTo>
                            <a:pt x="0" y="545"/>
                          </a:lnTo>
                          <a:lnTo>
                            <a:pt x="0" y="818"/>
                          </a:lnTo>
                          <a:lnTo>
                            <a:pt x="3" y="766"/>
                          </a:lnTo>
                          <a:lnTo>
                            <a:pt x="5" y="793"/>
                          </a:lnTo>
                          <a:lnTo>
                            <a:pt x="8" y="815"/>
                          </a:lnTo>
                          <a:lnTo>
                            <a:pt x="10" y="750"/>
                          </a:lnTo>
                          <a:lnTo>
                            <a:pt x="12" y="789"/>
                          </a:lnTo>
                          <a:lnTo>
                            <a:pt x="15" y="808"/>
                          </a:lnTo>
                          <a:lnTo>
                            <a:pt x="17" y="715"/>
                          </a:lnTo>
                          <a:lnTo>
                            <a:pt x="20" y="769"/>
                          </a:lnTo>
                          <a:lnTo>
                            <a:pt x="22" y="778"/>
                          </a:lnTo>
                          <a:lnTo>
                            <a:pt x="24" y="713"/>
                          </a:lnTo>
                          <a:lnTo>
                            <a:pt x="27" y="750"/>
                          </a:lnTo>
                          <a:lnTo>
                            <a:pt x="29" y="730"/>
                          </a:lnTo>
                          <a:lnTo>
                            <a:pt x="32" y="718"/>
                          </a:lnTo>
                          <a:lnTo>
                            <a:pt x="34" y="745"/>
                          </a:lnTo>
                          <a:lnTo>
                            <a:pt x="36" y="712"/>
                          </a:lnTo>
                          <a:lnTo>
                            <a:pt x="39" y="721"/>
                          </a:lnTo>
                          <a:lnTo>
                            <a:pt x="41" y="761"/>
                          </a:lnTo>
                          <a:lnTo>
                            <a:pt x="44" y="692"/>
                          </a:lnTo>
                          <a:lnTo>
                            <a:pt x="46" y="731"/>
                          </a:lnTo>
                          <a:lnTo>
                            <a:pt x="48" y="778"/>
                          </a:lnTo>
                          <a:lnTo>
                            <a:pt x="51" y="687"/>
                          </a:lnTo>
                          <a:lnTo>
                            <a:pt x="53" y="735"/>
                          </a:lnTo>
                          <a:lnTo>
                            <a:pt x="56" y="780"/>
                          </a:lnTo>
                          <a:lnTo>
                            <a:pt x="58" y="691"/>
                          </a:lnTo>
                          <a:lnTo>
                            <a:pt x="60" y="740"/>
                          </a:lnTo>
                          <a:lnTo>
                            <a:pt x="63" y="773"/>
                          </a:lnTo>
                          <a:lnTo>
                            <a:pt x="65" y="728"/>
                          </a:lnTo>
                          <a:lnTo>
                            <a:pt x="68" y="753"/>
                          </a:lnTo>
                          <a:lnTo>
                            <a:pt x="70" y="781"/>
                          </a:lnTo>
                          <a:lnTo>
                            <a:pt x="72" y="742"/>
                          </a:lnTo>
                          <a:lnTo>
                            <a:pt x="75" y="767"/>
                          </a:lnTo>
                          <a:lnTo>
                            <a:pt x="77" y="797"/>
                          </a:lnTo>
                          <a:lnTo>
                            <a:pt x="80" y="756"/>
                          </a:lnTo>
                          <a:lnTo>
                            <a:pt x="82" y="776"/>
                          </a:lnTo>
                          <a:lnTo>
                            <a:pt x="84" y="778"/>
                          </a:lnTo>
                          <a:lnTo>
                            <a:pt x="87" y="765"/>
                          </a:lnTo>
                          <a:lnTo>
                            <a:pt x="89" y="784"/>
                          </a:lnTo>
                          <a:lnTo>
                            <a:pt x="92" y="759"/>
                          </a:lnTo>
                          <a:lnTo>
                            <a:pt x="94" y="773"/>
                          </a:lnTo>
                          <a:lnTo>
                            <a:pt x="96" y="804"/>
                          </a:lnTo>
                          <a:lnTo>
                            <a:pt x="99" y="748"/>
                          </a:lnTo>
                          <a:lnTo>
                            <a:pt x="101" y="777"/>
                          </a:lnTo>
                          <a:lnTo>
                            <a:pt x="104" y="816"/>
                          </a:lnTo>
                          <a:lnTo>
                            <a:pt x="106" y="734"/>
                          </a:lnTo>
                          <a:lnTo>
                            <a:pt x="108" y="775"/>
                          </a:lnTo>
                          <a:lnTo>
                            <a:pt x="111" y="783"/>
                          </a:lnTo>
                          <a:lnTo>
                            <a:pt x="113" y="754"/>
                          </a:lnTo>
                          <a:lnTo>
                            <a:pt x="115" y="783"/>
                          </a:lnTo>
                          <a:lnTo>
                            <a:pt x="118" y="735"/>
                          </a:lnTo>
                          <a:lnTo>
                            <a:pt x="120" y="756"/>
                          </a:lnTo>
                          <a:lnTo>
                            <a:pt x="123" y="773"/>
                          </a:lnTo>
                          <a:lnTo>
                            <a:pt x="125" y="742"/>
                          </a:lnTo>
                          <a:lnTo>
                            <a:pt x="128" y="757"/>
                          </a:lnTo>
                          <a:lnTo>
                            <a:pt x="130" y="690"/>
                          </a:lnTo>
                          <a:lnTo>
                            <a:pt x="132" y="727"/>
                          </a:lnTo>
                          <a:lnTo>
                            <a:pt x="135" y="740"/>
                          </a:lnTo>
                          <a:lnTo>
                            <a:pt x="137" y="685"/>
                          </a:lnTo>
                          <a:lnTo>
                            <a:pt x="140" y="734"/>
                          </a:lnTo>
                          <a:lnTo>
                            <a:pt x="142" y="668"/>
                          </a:lnTo>
                          <a:lnTo>
                            <a:pt x="144" y="695"/>
                          </a:lnTo>
                          <a:lnTo>
                            <a:pt x="147" y="752"/>
                          </a:lnTo>
                          <a:lnTo>
                            <a:pt x="149" y="663"/>
                          </a:lnTo>
                          <a:lnTo>
                            <a:pt x="152" y="700"/>
                          </a:lnTo>
                          <a:lnTo>
                            <a:pt x="154" y="749"/>
                          </a:lnTo>
                          <a:lnTo>
                            <a:pt x="156" y="670"/>
                          </a:lnTo>
                          <a:lnTo>
                            <a:pt x="159" y="701"/>
                          </a:lnTo>
                          <a:lnTo>
                            <a:pt x="161" y="736"/>
                          </a:lnTo>
                          <a:lnTo>
                            <a:pt x="164" y="675"/>
                          </a:lnTo>
                          <a:lnTo>
                            <a:pt x="166" y="712"/>
                          </a:lnTo>
                          <a:lnTo>
                            <a:pt x="169" y="741"/>
                          </a:lnTo>
                          <a:lnTo>
                            <a:pt x="171" y="663"/>
                          </a:lnTo>
                          <a:lnTo>
                            <a:pt x="173" y="729"/>
                          </a:lnTo>
                          <a:lnTo>
                            <a:pt x="176" y="733"/>
                          </a:lnTo>
                          <a:lnTo>
                            <a:pt x="178" y="671"/>
                          </a:lnTo>
                          <a:lnTo>
                            <a:pt x="181" y="739"/>
                          </a:lnTo>
                          <a:lnTo>
                            <a:pt x="183" y="727"/>
                          </a:lnTo>
                          <a:lnTo>
                            <a:pt x="185" y="757"/>
                          </a:lnTo>
                          <a:lnTo>
                            <a:pt x="188" y="690"/>
                          </a:lnTo>
                          <a:lnTo>
                            <a:pt x="190" y="708"/>
                          </a:lnTo>
                          <a:lnTo>
                            <a:pt x="193" y="777"/>
                          </a:lnTo>
                          <a:lnTo>
                            <a:pt x="195" y="680"/>
                          </a:lnTo>
                          <a:lnTo>
                            <a:pt x="197" y="710"/>
                          </a:lnTo>
                          <a:lnTo>
                            <a:pt x="200" y="780"/>
                          </a:lnTo>
                          <a:lnTo>
                            <a:pt x="202" y="729"/>
                          </a:lnTo>
                          <a:lnTo>
                            <a:pt x="205" y="691"/>
                          </a:lnTo>
                          <a:lnTo>
                            <a:pt x="207" y="759"/>
                          </a:lnTo>
                          <a:lnTo>
                            <a:pt x="209" y="757"/>
                          </a:lnTo>
                          <a:lnTo>
                            <a:pt x="212" y="678"/>
                          </a:lnTo>
                          <a:lnTo>
                            <a:pt x="214" y="746"/>
                          </a:lnTo>
                          <a:lnTo>
                            <a:pt x="217" y="755"/>
                          </a:lnTo>
                          <a:lnTo>
                            <a:pt x="219" y="689"/>
                          </a:lnTo>
                          <a:lnTo>
                            <a:pt x="222" y="739"/>
                          </a:lnTo>
                          <a:lnTo>
                            <a:pt x="224" y="752"/>
                          </a:lnTo>
                          <a:lnTo>
                            <a:pt x="226" y="704"/>
                          </a:lnTo>
                          <a:lnTo>
                            <a:pt x="229" y="718"/>
                          </a:lnTo>
                          <a:lnTo>
                            <a:pt x="231" y="739"/>
                          </a:lnTo>
                          <a:lnTo>
                            <a:pt x="234" y="714"/>
                          </a:lnTo>
                          <a:lnTo>
                            <a:pt x="236" y="695"/>
                          </a:lnTo>
                          <a:lnTo>
                            <a:pt x="238" y="726"/>
                          </a:lnTo>
                          <a:lnTo>
                            <a:pt x="241" y="713"/>
                          </a:lnTo>
                          <a:lnTo>
                            <a:pt x="243" y="753"/>
                          </a:lnTo>
                          <a:lnTo>
                            <a:pt x="246" y="712"/>
                          </a:lnTo>
                          <a:lnTo>
                            <a:pt x="248" y="691"/>
                          </a:lnTo>
                          <a:lnTo>
                            <a:pt x="250" y="733"/>
                          </a:lnTo>
                          <a:lnTo>
                            <a:pt x="253" y="705"/>
                          </a:lnTo>
                          <a:lnTo>
                            <a:pt x="255" y="697"/>
                          </a:lnTo>
                          <a:lnTo>
                            <a:pt x="258" y="723"/>
                          </a:lnTo>
                          <a:lnTo>
                            <a:pt x="260" y="693"/>
                          </a:lnTo>
                          <a:lnTo>
                            <a:pt x="263" y="688"/>
                          </a:lnTo>
                          <a:lnTo>
                            <a:pt x="265" y="705"/>
                          </a:lnTo>
                          <a:lnTo>
                            <a:pt x="267" y="649"/>
                          </a:lnTo>
                          <a:lnTo>
                            <a:pt x="270" y="706"/>
                          </a:lnTo>
                          <a:lnTo>
                            <a:pt x="272" y="693"/>
                          </a:lnTo>
                          <a:lnTo>
                            <a:pt x="275" y="629"/>
                          </a:lnTo>
                          <a:lnTo>
                            <a:pt x="277" y="674"/>
                          </a:lnTo>
                          <a:lnTo>
                            <a:pt x="279" y="726"/>
                          </a:lnTo>
                          <a:lnTo>
                            <a:pt x="282" y="629"/>
                          </a:lnTo>
                          <a:lnTo>
                            <a:pt x="284" y="666"/>
                          </a:lnTo>
                          <a:lnTo>
                            <a:pt x="287" y="709"/>
                          </a:lnTo>
                          <a:lnTo>
                            <a:pt x="289" y="659"/>
                          </a:lnTo>
                          <a:lnTo>
                            <a:pt x="291" y="671"/>
                          </a:lnTo>
                          <a:lnTo>
                            <a:pt x="294" y="697"/>
                          </a:lnTo>
                          <a:lnTo>
                            <a:pt x="296" y="636"/>
                          </a:lnTo>
                          <a:lnTo>
                            <a:pt x="299" y="665"/>
                          </a:lnTo>
                          <a:lnTo>
                            <a:pt x="301" y="668"/>
                          </a:lnTo>
                          <a:lnTo>
                            <a:pt x="303" y="616"/>
                          </a:lnTo>
                          <a:lnTo>
                            <a:pt x="306" y="668"/>
                          </a:lnTo>
                          <a:lnTo>
                            <a:pt x="308" y="664"/>
                          </a:lnTo>
                          <a:lnTo>
                            <a:pt x="311" y="614"/>
                          </a:lnTo>
                          <a:lnTo>
                            <a:pt x="313" y="663"/>
                          </a:lnTo>
                          <a:lnTo>
                            <a:pt x="315" y="673"/>
                          </a:lnTo>
                          <a:lnTo>
                            <a:pt x="318" y="648"/>
                          </a:lnTo>
                          <a:lnTo>
                            <a:pt x="320" y="669"/>
                          </a:lnTo>
                          <a:lnTo>
                            <a:pt x="323" y="675"/>
                          </a:lnTo>
                          <a:lnTo>
                            <a:pt x="325" y="715"/>
                          </a:lnTo>
                          <a:lnTo>
                            <a:pt x="327" y="677"/>
                          </a:lnTo>
                          <a:lnTo>
                            <a:pt x="330" y="653"/>
                          </a:lnTo>
                          <a:lnTo>
                            <a:pt x="332" y="712"/>
                          </a:lnTo>
                          <a:lnTo>
                            <a:pt x="335" y="709"/>
                          </a:lnTo>
                          <a:lnTo>
                            <a:pt x="337" y="670"/>
                          </a:lnTo>
                          <a:lnTo>
                            <a:pt x="339" y="704"/>
                          </a:lnTo>
                          <a:lnTo>
                            <a:pt x="342" y="744"/>
                          </a:lnTo>
                          <a:lnTo>
                            <a:pt x="344" y="648"/>
                          </a:lnTo>
                          <a:lnTo>
                            <a:pt x="347" y="689"/>
                          </a:lnTo>
                          <a:lnTo>
                            <a:pt x="349" y="708"/>
                          </a:lnTo>
                          <a:lnTo>
                            <a:pt x="351" y="651"/>
                          </a:lnTo>
                          <a:lnTo>
                            <a:pt x="354" y="652"/>
                          </a:lnTo>
                          <a:lnTo>
                            <a:pt x="356" y="683"/>
                          </a:lnTo>
                          <a:lnTo>
                            <a:pt x="358" y="689"/>
                          </a:lnTo>
                          <a:lnTo>
                            <a:pt x="361" y="723"/>
                          </a:lnTo>
                          <a:lnTo>
                            <a:pt x="363" y="756"/>
                          </a:lnTo>
                          <a:lnTo>
                            <a:pt x="366" y="804"/>
                          </a:lnTo>
                          <a:lnTo>
                            <a:pt x="368" y="825"/>
                          </a:lnTo>
                          <a:lnTo>
                            <a:pt x="370" y="841"/>
                          </a:lnTo>
                          <a:lnTo>
                            <a:pt x="373" y="861"/>
                          </a:lnTo>
                          <a:lnTo>
                            <a:pt x="375" y="867"/>
                          </a:lnTo>
                          <a:lnTo>
                            <a:pt x="378" y="871"/>
                          </a:lnTo>
                          <a:lnTo>
                            <a:pt x="380" y="876"/>
                          </a:lnTo>
                          <a:lnTo>
                            <a:pt x="382" y="884"/>
                          </a:lnTo>
                          <a:lnTo>
                            <a:pt x="385" y="890"/>
                          </a:lnTo>
                          <a:lnTo>
                            <a:pt x="387" y="891"/>
                          </a:lnTo>
                          <a:lnTo>
                            <a:pt x="390" y="895"/>
                          </a:lnTo>
                          <a:lnTo>
                            <a:pt x="392" y="894"/>
                          </a:lnTo>
                          <a:lnTo>
                            <a:pt x="395" y="896"/>
                          </a:lnTo>
                          <a:lnTo>
                            <a:pt x="397" y="896"/>
                          </a:lnTo>
                          <a:lnTo>
                            <a:pt x="399" y="899"/>
                          </a:lnTo>
                          <a:lnTo>
                            <a:pt x="402" y="893"/>
                          </a:lnTo>
                          <a:lnTo>
                            <a:pt x="404" y="888"/>
                          </a:lnTo>
                          <a:lnTo>
                            <a:pt x="407" y="886"/>
                          </a:lnTo>
                          <a:lnTo>
                            <a:pt x="409" y="885"/>
                          </a:lnTo>
                          <a:lnTo>
                            <a:pt x="411" y="881"/>
                          </a:lnTo>
                          <a:lnTo>
                            <a:pt x="414" y="880"/>
                          </a:lnTo>
                          <a:lnTo>
                            <a:pt x="416" y="881"/>
                          </a:lnTo>
                          <a:lnTo>
                            <a:pt x="419" y="883"/>
                          </a:lnTo>
                          <a:lnTo>
                            <a:pt x="421" y="884"/>
                          </a:lnTo>
                          <a:lnTo>
                            <a:pt x="423" y="884"/>
                          </a:lnTo>
                          <a:lnTo>
                            <a:pt x="426" y="884"/>
                          </a:lnTo>
                          <a:lnTo>
                            <a:pt x="428" y="882"/>
                          </a:lnTo>
                          <a:lnTo>
                            <a:pt x="431" y="881"/>
                          </a:lnTo>
                          <a:lnTo>
                            <a:pt x="433" y="882"/>
                          </a:lnTo>
                          <a:lnTo>
                            <a:pt x="436" y="878"/>
                          </a:lnTo>
                          <a:lnTo>
                            <a:pt x="438" y="875"/>
                          </a:lnTo>
                          <a:lnTo>
                            <a:pt x="440" y="874"/>
                          </a:lnTo>
                          <a:lnTo>
                            <a:pt x="443" y="870"/>
                          </a:lnTo>
                          <a:lnTo>
                            <a:pt x="445" y="871"/>
                          </a:lnTo>
                          <a:lnTo>
                            <a:pt x="448" y="872"/>
                          </a:lnTo>
                          <a:lnTo>
                            <a:pt x="450" y="867"/>
                          </a:lnTo>
                          <a:lnTo>
                            <a:pt x="452" y="867"/>
                          </a:lnTo>
                          <a:lnTo>
                            <a:pt x="455" y="867"/>
                          </a:lnTo>
                          <a:lnTo>
                            <a:pt x="457" y="866"/>
                          </a:lnTo>
                          <a:lnTo>
                            <a:pt x="460" y="868"/>
                          </a:lnTo>
                          <a:lnTo>
                            <a:pt x="462" y="863"/>
                          </a:lnTo>
                          <a:lnTo>
                            <a:pt x="464" y="863"/>
                          </a:lnTo>
                          <a:lnTo>
                            <a:pt x="467" y="861"/>
                          </a:lnTo>
                          <a:lnTo>
                            <a:pt x="469" y="859"/>
                          </a:lnTo>
                          <a:lnTo>
                            <a:pt x="472" y="857"/>
                          </a:lnTo>
                          <a:lnTo>
                            <a:pt x="474" y="856"/>
                          </a:lnTo>
                          <a:lnTo>
                            <a:pt x="476" y="853"/>
                          </a:lnTo>
                          <a:lnTo>
                            <a:pt x="479" y="850"/>
                          </a:lnTo>
                          <a:lnTo>
                            <a:pt x="481" y="852"/>
                          </a:lnTo>
                          <a:lnTo>
                            <a:pt x="484" y="850"/>
                          </a:lnTo>
                          <a:lnTo>
                            <a:pt x="486" y="848"/>
                          </a:lnTo>
                          <a:lnTo>
                            <a:pt x="489" y="846"/>
                          </a:lnTo>
                          <a:lnTo>
                            <a:pt x="491" y="842"/>
                          </a:lnTo>
                          <a:lnTo>
                            <a:pt x="493" y="839"/>
                          </a:lnTo>
                          <a:lnTo>
                            <a:pt x="496" y="836"/>
                          </a:lnTo>
                          <a:lnTo>
                            <a:pt x="498" y="833"/>
                          </a:lnTo>
                          <a:lnTo>
                            <a:pt x="501" y="833"/>
                          </a:lnTo>
                          <a:lnTo>
                            <a:pt x="503" y="831"/>
                          </a:lnTo>
                          <a:lnTo>
                            <a:pt x="505" y="831"/>
                          </a:lnTo>
                          <a:lnTo>
                            <a:pt x="508" y="832"/>
                          </a:lnTo>
                          <a:lnTo>
                            <a:pt x="510" y="829"/>
                          </a:lnTo>
                          <a:lnTo>
                            <a:pt x="513" y="830"/>
                          </a:lnTo>
                          <a:lnTo>
                            <a:pt x="515" y="829"/>
                          </a:lnTo>
                          <a:lnTo>
                            <a:pt x="517" y="827"/>
                          </a:lnTo>
                          <a:lnTo>
                            <a:pt x="520" y="829"/>
                          </a:lnTo>
                          <a:lnTo>
                            <a:pt x="522" y="827"/>
                          </a:lnTo>
                          <a:lnTo>
                            <a:pt x="525" y="826"/>
                          </a:lnTo>
                          <a:lnTo>
                            <a:pt x="527" y="829"/>
                          </a:lnTo>
                          <a:lnTo>
                            <a:pt x="530" y="826"/>
                          </a:lnTo>
                          <a:lnTo>
                            <a:pt x="532" y="823"/>
                          </a:lnTo>
                          <a:lnTo>
                            <a:pt x="534" y="824"/>
                          </a:lnTo>
                          <a:lnTo>
                            <a:pt x="537" y="818"/>
                          </a:lnTo>
                          <a:lnTo>
                            <a:pt x="539" y="816"/>
                          </a:lnTo>
                          <a:lnTo>
                            <a:pt x="542" y="816"/>
                          </a:lnTo>
                          <a:lnTo>
                            <a:pt x="544" y="814"/>
                          </a:lnTo>
                          <a:lnTo>
                            <a:pt x="546" y="816"/>
                          </a:lnTo>
                          <a:lnTo>
                            <a:pt x="549" y="816"/>
                          </a:lnTo>
                          <a:lnTo>
                            <a:pt x="551" y="815"/>
                          </a:lnTo>
                          <a:lnTo>
                            <a:pt x="554" y="815"/>
                          </a:lnTo>
                          <a:lnTo>
                            <a:pt x="556" y="815"/>
                          </a:lnTo>
                          <a:lnTo>
                            <a:pt x="558" y="812"/>
                          </a:lnTo>
                          <a:lnTo>
                            <a:pt x="561" y="812"/>
                          </a:lnTo>
                          <a:lnTo>
                            <a:pt x="563" y="810"/>
                          </a:lnTo>
                          <a:lnTo>
                            <a:pt x="566" y="808"/>
                          </a:lnTo>
                          <a:lnTo>
                            <a:pt x="568" y="806"/>
                          </a:lnTo>
                          <a:close/>
                        </a:path>
                      </a:pathLst>
                    </a:custGeom>
                    <a:solidFill>
                      <a:srgbClr val="FFFF00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408" name="Freeform 31">
                      <a:extLst>
                        <a:ext uri="{FF2B5EF4-FFF2-40B4-BE49-F238E27FC236}">
                          <a16:creationId xmlns:a16="http://schemas.microsoft.com/office/drawing/2014/main" id="{09AE2A87-AB65-4C35-B680-BCE2EAEA0E3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5208006" y="2259260"/>
                      <a:ext cx="3438525" cy="1276350"/>
                    </a:xfrm>
                    <a:custGeom>
                      <a:avLst/>
                      <a:gdLst>
                        <a:gd name="T0" fmla="*/ 34 w 2166"/>
                        <a:gd name="T1" fmla="*/ 617 h 804"/>
                        <a:gd name="T2" fmla="*/ 70 w 2166"/>
                        <a:gd name="T3" fmla="*/ 621 h 804"/>
                        <a:gd name="T4" fmla="*/ 106 w 2166"/>
                        <a:gd name="T5" fmla="*/ 565 h 804"/>
                        <a:gd name="T6" fmla="*/ 142 w 2166"/>
                        <a:gd name="T7" fmla="*/ 543 h 804"/>
                        <a:gd name="T8" fmla="*/ 178 w 2166"/>
                        <a:gd name="T9" fmla="*/ 573 h 804"/>
                        <a:gd name="T10" fmla="*/ 214 w 2166"/>
                        <a:gd name="T11" fmla="*/ 595 h 804"/>
                        <a:gd name="T12" fmla="*/ 250 w 2166"/>
                        <a:gd name="T13" fmla="*/ 578 h 804"/>
                        <a:gd name="T14" fmla="*/ 287 w 2166"/>
                        <a:gd name="T15" fmla="*/ 565 h 804"/>
                        <a:gd name="T16" fmla="*/ 323 w 2166"/>
                        <a:gd name="T17" fmla="*/ 553 h 804"/>
                        <a:gd name="T18" fmla="*/ 358 w 2166"/>
                        <a:gd name="T19" fmla="*/ 558 h 804"/>
                        <a:gd name="T20" fmla="*/ 395 w 2166"/>
                        <a:gd name="T21" fmla="*/ 797 h 804"/>
                        <a:gd name="T22" fmla="*/ 431 w 2166"/>
                        <a:gd name="T23" fmla="*/ 791 h 804"/>
                        <a:gd name="T24" fmla="*/ 467 w 2166"/>
                        <a:gd name="T25" fmla="*/ 764 h 804"/>
                        <a:gd name="T26" fmla="*/ 503 w 2166"/>
                        <a:gd name="T27" fmla="*/ 734 h 804"/>
                        <a:gd name="T28" fmla="*/ 539 w 2166"/>
                        <a:gd name="T29" fmla="*/ 710 h 804"/>
                        <a:gd name="T30" fmla="*/ 575 w 2166"/>
                        <a:gd name="T31" fmla="*/ 694 h 804"/>
                        <a:gd name="T32" fmla="*/ 611 w 2166"/>
                        <a:gd name="T33" fmla="*/ 683 h 804"/>
                        <a:gd name="T34" fmla="*/ 647 w 2166"/>
                        <a:gd name="T35" fmla="*/ 667 h 804"/>
                        <a:gd name="T36" fmla="*/ 683 w 2166"/>
                        <a:gd name="T37" fmla="*/ 655 h 804"/>
                        <a:gd name="T38" fmla="*/ 719 w 2166"/>
                        <a:gd name="T39" fmla="*/ 651 h 804"/>
                        <a:gd name="T40" fmla="*/ 756 w 2166"/>
                        <a:gd name="T41" fmla="*/ 647 h 804"/>
                        <a:gd name="T42" fmla="*/ 792 w 2166"/>
                        <a:gd name="T43" fmla="*/ 643 h 804"/>
                        <a:gd name="T44" fmla="*/ 828 w 2166"/>
                        <a:gd name="T45" fmla="*/ 641 h 804"/>
                        <a:gd name="T46" fmla="*/ 864 w 2166"/>
                        <a:gd name="T47" fmla="*/ 642 h 804"/>
                        <a:gd name="T48" fmla="*/ 900 w 2166"/>
                        <a:gd name="T49" fmla="*/ 641 h 804"/>
                        <a:gd name="T50" fmla="*/ 936 w 2166"/>
                        <a:gd name="T51" fmla="*/ 640 h 804"/>
                        <a:gd name="T52" fmla="*/ 972 w 2166"/>
                        <a:gd name="T53" fmla="*/ 637 h 804"/>
                        <a:gd name="T54" fmla="*/ 1008 w 2166"/>
                        <a:gd name="T55" fmla="*/ 637 h 804"/>
                        <a:gd name="T56" fmla="*/ 1044 w 2166"/>
                        <a:gd name="T57" fmla="*/ 634 h 804"/>
                        <a:gd name="T58" fmla="*/ 1080 w 2166"/>
                        <a:gd name="T59" fmla="*/ 630 h 804"/>
                        <a:gd name="T60" fmla="*/ 1116 w 2166"/>
                        <a:gd name="T61" fmla="*/ 621 h 804"/>
                        <a:gd name="T62" fmla="*/ 1152 w 2166"/>
                        <a:gd name="T63" fmla="*/ 618 h 804"/>
                        <a:gd name="T64" fmla="*/ 1188 w 2166"/>
                        <a:gd name="T65" fmla="*/ 617 h 804"/>
                        <a:gd name="T66" fmla="*/ 1224 w 2166"/>
                        <a:gd name="T67" fmla="*/ 608 h 804"/>
                        <a:gd name="T68" fmla="*/ 1261 w 2166"/>
                        <a:gd name="T69" fmla="*/ 605 h 804"/>
                        <a:gd name="T70" fmla="*/ 1297 w 2166"/>
                        <a:gd name="T71" fmla="*/ 600 h 804"/>
                        <a:gd name="T72" fmla="*/ 1333 w 2166"/>
                        <a:gd name="T73" fmla="*/ 596 h 804"/>
                        <a:gd name="T74" fmla="*/ 1369 w 2166"/>
                        <a:gd name="T75" fmla="*/ 592 h 804"/>
                        <a:gd name="T76" fmla="*/ 1405 w 2166"/>
                        <a:gd name="T77" fmla="*/ 595 h 804"/>
                        <a:gd name="T78" fmla="*/ 1441 w 2166"/>
                        <a:gd name="T79" fmla="*/ 590 h 804"/>
                        <a:gd name="T80" fmla="*/ 1477 w 2166"/>
                        <a:gd name="T81" fmla="*/ 580 h 804"/>
                        <a:gd name="T82" fmla="*/ 1513 w 2166"/>
                        <a:gd name="T83" fmla="*/ 580 h 804"/>
                        <a:gd name="T84" fmla="*/ 1549 w 2166"/>
                        <a:gd name="T85" fmla="*/ 580 h 804"/>
                        <a:gd name="T86" fmla="*/ 1585 w 2166"/>
                        <a:gd name="T87" fmla="*/ 279 h 804"/>
                        <a:gd name="T88" fmla="*/ 1621 w 2166"/>
                        <a:gd name="T89" fmla="*/ 103 h 804"/>
                        <a:gd name="T90" fmla="*/ 1657 w 2166"/>
                        <a:gd name="T91" fmla="*/ 43 h 804"/>
                        <a:gd name="T92" fmla="*/ 1693 w 2166"/>
                        <a:gd name="T93" fmla="*/ 13 h 804"/>
                        <a:gd name="T94" fmla="*/ 1730 w 2166"/>
                        <a:gd name="T95" fmla="*/ 77 h 804"/>
                        <a:gd name="T96" fmla="*/ 1766 w 2166"/>
                        <a:gd name="T97" fmla="*/ 130 h 804"/>
                        <a:gd name="T98" fmla="*/ 1802 w 2166"/>
                        <a:gd name="T99" fmla="*/ 196 h 804"/>
                        <a:gd name="T100" fmla="*/ 1838 w 2166"/>
                        <a:gd name="T101" fmla="*/ 254 h 804"/>
                        <a:gd name="T102" fmla="*/ 1874 w 2166"/>
                        <a:gd name="T103" fmla="*/ 350 h 804"/>
                        <a:gd name="T104" fmla="*/ 1910 w 2166"/>
                        <a:gd name="T105" fmla="*/ 381 h 804"/>
                        <a:gd name="T106" fmla="*/ 1946 w 2166"/>
                        <a:gd name="T107" fmla="*/ 427 h 804"/>
                        <a:gd name="T108" fmla="*/ 1982 w 2166"/>
                        <a:gd name="T109" fmla="*/ 466 h 804"/>
                        <a:gd name="T110" fmla="*/ 2018 w 2166"/>
                        <a:gd name="T111" fmla="*/ 490 h 804"/>
                        <a:gd name="T112" fmla="*/ 2054 w 2166"/>
                        <a:gd name="T113" fmla="*/ 536 h 804"/>
                        <a:gd name="T114" fmla="*/ 2091 w 2166"/>
                        <a:gd name="T115" fmla="*/ 549 h 804"/>
                        <a:gd name="T116" fmla="*/ 2127 w 2166"/>
                        <a:gd name="T117" fmla="*/ 559 h 804"/>
                        <a:gd name="T118" fmla="*/ 2163 w 2166"/>
                        <a:gd name="T119" fmla="*/ 616 h 80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66" h="804">
                          <a:moveTo>
                            <a:pt x="0" y="605"/>
                          </a:moveTo>
                          <a:lnTo>
                            <a:pt x="3" y="580"/>
                          </a:lnTo>
                          <a:lnTo>
                            <a:pt x="5" y="614"/>
                          </a:lnTo>
                          <a:lnTo>
                            <a:pt x="8" y="607"/>
                          </a:lnTo>
                          <a:lnTo>
                            <a:pt x="10" y="567"/>
                          </a:lnTo>
                          <a:lnTo>
                            <a:pt x="12" y="612"/>
                          </a:lnTo>
                          <a:lnTo>
                            <a:pt x="15" y="600"/>
                          </a:lnTo>
                          <a:lnTo>
                            <a:pt x="17" y="578"/>
                          </a:lnTo>
                          <a:lnTo>
                            <a:pt x="20" y="596"/>
                          </a:lnTo>
                          <a:lnTo>
                            <a:pt x="22" y="575"/>
                          </a:lnTo>
                          <a:lnTo>
                            <a:pt x="24" y="585"/>
                          </a:lnTo>
                          <a:lnTo>
                            <a:pt x="27" y="586"/>
                          </a:lnTo>
                          <a:lnTo>
                            <a:pt x="29" y="554"/>
                          </a:lnTo>
                          <a:lnTo>
                            <a:pt x="32" y="581"/>
                          </a:lnTo>
                          <a:lnTo>
                            <a:pt x="34" y="617"/>
                          </a:lnTo>
                          <a:lnTo>
                            <a:pt x="36" y="558"/>
                          </a:lnTo>
                          <a:lnTo>
                            <a:pt x="39" y="579"/>
                          </a:lnTo>
                          <a:lnTo>
                            <a:pt x="41" y="621"/>
                          </a:lnTo>
                          <a:lnTo>
                            <a:pt x="44" y="556"/>
                          </a:lnTo>
                          <a:lnTo>
                            <a:pt x="46" y="584"/>
                          </a:lnTo>
                          <a:lnTo>
                            <a:pt x="48" y="627"/>
                          </a:lnTo>
                          <a:lnTo>
                            <a:pt x="51" y="540"/>
                          </a:lnTo>
                          <a:lnTo>
                            <a:pt x="53" y="580"/>
                          </a:lnTo>
                          <a:lnTo>
                            <a:pt x="56" y="627"/>
                          </a:lnTo>
                          <a:lnTo>
                            <a:pt x="58" y="530"/>
                          </a:lnTo>
                          <a:lnTo>
                            <a:pt x="60" y="575"/>
                          </a:lnTo>
                          <a:lnTo>
                            <a:pt x="63" y="620"/>
                          </a:lnTo>
                          <a:lnTo>
                            <a:pt x="65" y="559"/>
                          </a:lnTo>
                          <a:lnTo>
                            <a:pt x="68" y="583"/>
                          </a:lnTo>
                          <a:lnTo>
                            <a:pt x="70" y="621"/>
                          </a:lnTo>
                          <a:lnTo>
                            <a:pt x="72" y="611"/>
                          </a:lnTo>
                          <a:lnTo>
                            <a:pt x="75" y="586"/>
                          </a:lnTo>
                          <a:lnTo>
                            <a:pt x="77" y="620"/>
                          </a:lnTo>
                          <a:lnTo>
                            <a:pt x="80" y="640"/>
                          </a:lnTo>
                          <a:lnTo>
                            <a:pt x="82" y="584"/>
                          </a:lnTo>
                          <a:lnTo>
                            <a:pt x="84" y="614"/>
                          </a:lnTo>
                          <a:lnTo>
                            <a:pt x="87" y="646"/>
                          </a:lnTo>
                          <a:lnTo>
                            <a:pt x="89" y="588"/>
                          </a:lnTo>
                          <a:lnTo>
                            <a:pt x="92" y="605"/>
                          </a:lnTo>
                          <a:lnTo>
                            <a:pt x="94" y="641"/>
                          </a:lnTo>
                          <a:lnTo>
                            <a:pt x="96" y="640"/>
                          </a:lnTo>
                          <a:lnTo>
                            <a:pt x="99" y="591"/>
                          </a:lnTo>
                          <a:lnTo>
                            <a:pt x="101" y="624"/>
                          </a:lnTo>
                          <a:lnTo>
                            <a:pt x="104" y="670"/>
                          </a:lnTo>
                          <a:lnTo>
                            <a:pt x="106" y="565"/>
                          </a:lnTo>
                          <a:lnTo>
                            <a:pt x="108" y="610"/>
                          </a:lnTo>
                          <a:lnTo>
                            <a:pt x="111" y="649"/>
                          </a:lnTo>
                          <a:lnTo>
                            <a:pt x="113" y="589"/>
                          </a:lnTo>
                          <a:lnTo>
                            <a:pt x="115" y="611"/>
                          </a:lnTo>
                          <a:lnTo>
                            <a:pt x="118" y="615"/>
                          </a:lnTo>
                          <a:lnTo>
                            <a:pt x="120" y="605"/>
                          </a:lnTo>
                          <a:lnTo>
                            <a:pt x="123" y="603"/>
                          </a:lnTo>
                          <a:lnTo>
                            <a:pt x="125" y="608"/>
                          </a:lnTo>
                          <a:lnTo>
                            <a:pt x="128" y="592"/>
                          </a:lnTo>
                          <a:lnTo>
                            <a:pt x="130" y="555"/>
                          </a:lnTo>
                          <a:lnTo>
                            <a:pt x="132" y="590"/>
                          </a:lnTo>
                          <a:lnTo>
                            <a:pt x="135" y="577"/>
                          </a:lnTo>
                          <a:lnTo>
                            <a:pt x="137" y="538"/>
                          </a:lnTo>
                          <a:lnTo>
                            <a:pt x="140" y="585"/>
                          </a:lnTo>
                          <a:lnTo>
                            <a:pt x="142" y="543"/>
                          </a:lnTo>
                          <a:lnTo>
                            <a:pt x="144" y="533"/>
                          </a:lnTo>
                          <a:lnTo>
                            <a:pt x="147" y="581"/>
                          </a:lnTo>
                          <a:lnTo>
                            <a:pt x="149" y="542"/>
                          </a:lnTo>
                          <a:lnTo>
                            <a:pt x="152" y="546"/>
                          </a:lnTo>
                          <a:lnTo>
                            <a:pt x="154" y="572"/>
                          </a:lnTo>
                          <a:lnTo>
                            <a:pt x="156" y="548"/>
                          </a:lnTo>
                          <a:lnTo>
                            <a:pt x="159" y="579"/>
                          </a:lnTo>
                          <a:lnTo>
                            <a:pt x="161" y="552"/>
                          </a:lnTo>
                          <a:lnTo>
                            <a:pt x="164" y="550"/>
                          </a:lnTo>
                          <a:lnTo>
                            <a:pt x="166" y="585"/>
                          </a:lnTo>
                          <a:lnTo>
                            <a:pt x="169" y="561"/>
                          </a:lnTo>
                          <a:lnTo>
                            <a:pt x="171" y="554"/>
                          </a:lnTo>
                          <a:lnTo>
                            <a:pt x="173" y="571"/>
                          </a:lnTo>
                          <a:lnTo>
                            <a:pt x="176" y="569"/>
                          </a:lnTo>
                          <a:lnTo>
                            <a:pt x="178" y="573"/>
                          </a:lnTo>
                          <a:lnTo>
                            <a:pt x="181" y="572"/>
                          </a:lnTo>
                          <a:lnTo>
                            <a:pt x="183" y="579"/>
                          </a:lnTo>
                          <a:lnTo>
                            <a:pt x="185" y="615"/>
                          </a:lnTo>
                          <a:lnTo>
                            <a:pt x="188" y="563"/>
                          </a:lnTo>
                          <a:lnTo>
                            <a:pt x="190" y="586"/>
                          </a:lnTo>
                          <a:lnTo>
                            <a:pt x="193" y="604"/>
                          </a:lnTo>
                          <a:lnTo>
                            <a:pt x="195" y="564"/>
                          </a:lnTo>
                          <a:lnTo>
                            <a:pt x="197" y="598"/>
                          </a:lnTo>
                          <a:lnTo>
                            <a:pt x="200" y="604"/>
                          </a:lnTo>
                          <a:lnTo>
                            <a:pt x="202" y="586"/>
                          </a:lnTo>
                          <a:lnTo>
                            <a:pt x="205" y="597"/>
                          </a:lnTo>
                          <a:lnTo>
                            <a:pt x="207" y="600"/>
                          </a:lnTo>
                          <a:lnTo>
                            <a:pt x="209" y="593"/>
                          </a:lnTo>
                          <a:lnTo>
                            <a:pt x="212" y="591"/>
                          </a:lnTo>
                          <a:lnTo>
                            <a:pt x="214" y="595"/>
                          </a:lnTo>
                          <a:lnTo>
                            <a:pt x="217" y="591"/>
                          </a:lnTo>
                          <a:lnTo>
                            <a:pt x="219" y="590"/>
                          </a:lnTo>
                          <a:lnTo>
                            <a:pt x="222" y="598"/>
                          </a:lnTo>
                          <a:lnTo>
                            <a:pt x="224" y="590"/>
                          </a:lnTo>
                          <a:lnTo>
                            <a:pt x="226" y="591"/>
                          </a:lnTo>
                          <a:lnTo>
                            <a:pt x="229" y="590"/>
                          </a:lnTo>
                          <a:lnTo>
                            <a:pt x="231" y="588"/>
                          </a:lnTo>
                          <a:lnTo>
                            <a:pt x="234" y="587"/>
                          </a:lnTo>
                          <a:lnTo>
                            <a:pt x="236" y="592"/>
                          </a:lnTo>
                          <a:lnTo>
                            <a:pt x="238" y="587"/>
                          </a:lnTo>
                          <a:lnTo>
                            <a:pt x="241" y="580"/>
                          </a:lnTo>
                          <a:lnTo>
                            <a:pt x="243" y="615"/>
                          </a:lnTo>
                          <a:lnTo>
                            <a:pt x="246" y="578"/>
                          </a:lnTo>
                          <a:lnTo>
                            <a:pt x="248" y="564"/>
                          </a:lnTo>
                          <a:lnTo>
                            <a:pt x="250" y="578"/>
                          </a:lnTo>
                          <a:lnTo>
                            <a:pt x="253" y="576"/>
                          </a:lnTo>
                          <a:lnTo>
                            <a:pt x="255" y="559"/>
                          </a:lnTo>
                          <a:lnTo>
                            <a:pt x="258" y="569"/>
                          </a:lnTo>
                          <a:lnTo>
                            <a:pt x="260" y="570"/>
                          </a:lnTo>
                          <a:lnTo>
                            <a:pt x="263" y="588"/>
                          </a:lnTo>
                          <a:lnTo>
                            <a:pt x="265" y="572"/>
                          </a:lnTo>
                          <a:lnTo>
                            <a:pt x="267" y="551"/>
                          </a:lnTo>
                          <a:lnTo>
                            <a:pt x="270" y="593"/>
                          </a:lnTo>
                          <a:lnTo>
                            <a:pt x="272" y="557"/>
                          </a:lnTo>
                          <a:lnTo>
                            <a:pt x="275" y="545"/>
                          </a:lnTo>
                          <a:lnTo>
                            <a:pt x="277" y="580"/>
                          </a:lnTo>
                          <a:lnTo>
                            <a:pt x="279" y="574"/>
                          </a:lnTo>
                          <a:lnTo>
                            <a:pt x="282" y="545"/>
                          </a:lnTo>
                          <a:lnTo>
                            <a:pt x="284" y="573"/>
                          </a:lnTo>
                          <a:lnTo>
                            <a:pt x="287" y="565"/>
                          </a:lnTo>
                          <a:lnTo>
                            <a:pt x="289" y="551"/>
                          </a:lnTo>
                          <a:lnTo>
                            <a:pt x="291" y="572"/>
                          </a:lnTo>
                          <a:lnTo>
                            <a:pt x="294" y="555"/>
                          </a:lnTo>
                          <a:lnTo>
                            <a:pt x="296" y="532"/>
                          </a:lnTo>
                          <a:lnTo>
                            <a:pt x="299" y="562"/>
                          </a:lnTo>
                          <a:lnTo>
                            <a:pt x="301" y="523"/>
                          </a:lnTo>
                          <a:lnTo>
                            <a:pt x="303" y="513"/>
                          </a:lnTo>
                          <a:lnTo>
                            <a:pt x="306" y="556"/>
                          </a:lnTo>
                          <a:lnTo>
                            <a:pt x="308" y="512"/>
                          </a:lnTo>
                          <a:lnTo>
                            <a:pt x="311" y="504"/>
                          </a:lnTo>
                          <a:lnTo>
                            <a:pt x="313" y="546"/>
                          </a:lnTo>
                          <a:lnTo>
                            <a:pt x="315" y="555"/>
                          </a:lnTo>
                          <a:lnTo>
                            <a:pt x="318" y="512"/>
                          </a:lnTo>
                          <a:lnTo>
                            <a:pt x="320" y="543"/>
                          </a:lnTo>
                          <a:lnTo>
                            <a:pt x="323" y="553"/>
                          </a:lnTo>
                          <a:lnTo>
                            <a:pt x="325" y="597"/>
                          </a:lnTo>
                          <a:lnTo>
                            <a:pt x="327" y="548"/>
                          </a:lnTo>
                          <a:lnTo>
                            <a:pt x="330" y="546"/>
                          </a:lnTo>
                          <a:lnTo>
                            <a:pt x="332" y="602"/>
                          </a:lnTo>
                          <a:lnTo>
                            <a:pt x="335" y="594"/>
                          </a:lnTo>
                          <a:lnTo>
                            <a:pt x="337" y="562"/>
                          </a:lnTo>
                          <a:lnTo>
                            <a:pt x="339" y="605"/>
                          </a:lnTo>
                          <a:lnTo>
                            <a:pt x="342" y="604"/>
                          </a:lnTo>
                          <a:lnTo>
                            <a:pt x="344" y="552"/>
                          </a:lnTo>
                          <a:lnTo>
                            <a:pt x="347" y="600"/>
                          </a:lnTo>
                          <a:lnTo>
                            <a:pt x="349" y="577"/>
                          </a:lnTo>
                          <a:lnTo>
                            <a:pt x="351" y="551"/>
                          </a:lnTo>
                          <a:lnTo>
                            <a:pt x="354" y="565"/>
                          </a:lnTo>
                          <a:lnTo>
                            <a:pt x="356" y="576"/>
                          </a:lnTo>
                          <a:lnTo>
                            <a:pt x="358" y="558"/>
                          </a:lnTo>
                          <a:lnTo>
                            <a:pt x="361" y="596"/>
                          </a:lnTo>
                          <a:lnTo>
                            <a:pt x="363" y="627"/>
                          </a:lnTo>
                          <a:lnTo>
                            <a:pt x="366" y="631"/>
                          </a:lnTo>
                          <a:lnTo>
                            <a:pt x="368" y="655"/>
                          </a:lnTo>
                          <a:lnTo>
                            <a:pt x="370" y="682"/>
                          </a:lnTo>
                          <a:lnTo>
                            <a:pt x="373" y="705"/>
                          </a:lnTo>
                          <a:lnTo>
                            <a:pt x="375" y="726"/>
                          </a:lnTo>
                          <a:lnTo>
                            <a:pt x="378" y="737"/>
                          </a:lnTo>
                          <a:lnTo>
                            <a:pt x="380" y="749"/>
                          </a:lnTo>
                          <a:lnTo>
                            <a:pt x="382" y="760"/>
                          </a:lnTo>
                          <a:lnTo>
                            <a:pt x="385" y="773"/>
                          </a:lnTo>
                          <a:lnTo>
                            <a:pt x="387" y="782"/>
                          </a:lnTo>
                          <a:lnTo>
                            <a:pt x="390" y="789"/>
                          </a:lnTo>
                          <a:lnTo>
                            <a:pt x="392" y="794"/>
                          </a:lnTo>
                          <a:lnTo>
                            <a:pt x="395" y="797"/>
                          </a:lnTo>
                          <a:lnTo>
                            <a:pt x="397" y="799"/>
                          </a:lnTo>
                          <a:lnTo>
                            <a:pt x="399" y="804"/>
                          </a:lnTo>
                          <a:lnTo>
                            <a:pt x="402" y="802"/>
                          </a:lnTo>
                          <a:lnTo>
                            <a:pt x="404" y="800"/>
                          </a:lnTo>
                          <a:lnTo>
                            <a:pt x="407" y="800"/>
                          </a:lnTo>
                          <a:lnTo>
                            <a:pt x="409" y="801"/>
                          </a:lnTo>
                          <a:lnTo>
                            <a:pt x="411" y="798"/>
                          </a:lnTo>
                          <a:lnTo>
                            <a:pt x="414" y="797"/>
                          </a:lnTo>
                          <a:lnTo>
                            <a:pt x="416" y="795"/>
                          </a:lnTo>
                          <a:lnTo>
                            <a:pt x="419" y="796"/>
                          </a:lnTo>
                          <a:lnTo>
                            <a:pt x="421" y="795"/>
                          </a:lnTo>
                          <a:lnTo>
                            <a:pt x="423" y="794"/>
                          </a:lnTo>
                          <a:lnTo>
                            <a:pt x="426" y="796"/>
                          </a:lnTo>
                          <a:lnTo>
                            <a:pt x="428" y="794"/>
                          </a:lnTo>
                          <a:lnTo>
                            <a:pt x="431" y="791"/>
                          </a:lnTo>
                          <a:lnTo>
                            <a:pt x="433" y="791"/>
                          </a:lnTo>
                          <a:lnTo>
                            <a:pt x="436" y="787"/>
                          </a:lnTo>
                          <a:lnTo>
                            <a:pt x="438" y="785"/>
                          </a:lnTo>
                          <a:lnTo>
                            <a:pt x="440" y="783"/>
                          </a:lnTo>
                          <a:lnTo>
                            <a:pt x="443" y="778"/>
                          </a:lnTo>
                          <a:lnTo>
                            <a:pt x="445" y="779"/>
                          </a:lnTo>
                          <a:lnTo>
                            <a:pt x="448" y="778"/>
                          </a:lnTo>
                          <a:lnTo>
                            <a:pt x="450" y="775"/>
                          </a:lnTo>
                          <a:lnTo>
                            <a:pt x="452" y="772"/>
                          </a:lnTo>
                          <a:lnTo>
                            <a:pt x="455" y="768"/>
                          </a:lnTo>
                          <a:lnTo>
                            <a:pt x="457" y="765"/>
                          </a:lnTo>
                          <a:lnTo>
                            <a:pt x="460" y="764"/>
                          </a:lnTo>
                          <a:lnTo>
                            <a:pt x="462" y="765"/>
                          </a:lnTo>
                          <a:lnTo>
                            <a:pt x="464" y="766"/>
                          </a:lnTo>
                          <a:lnTo>
                            <a:pt x="467" y="764"/>
                          </a:lnTo>
                          <a:lnTo>
                            <a:pt x="469" y="762"/>
                          </a:lnTo>
                          <a:lnTo>
                            <a:pt x="472" y="761"/>
                          </a:lnTo>
                          <a:lnTo>
                            <a:pt x="474" y="758"/>
                          </a:lnTo>
                          <a:lnTo>
                            <a:pt x="476" y="756"/>
                          </a:lnTo>
                          <a:lnTo>
                            <a:pt x="479" y="753"/>
                          </a:lnTo>
                          <a:lnTo>
                            <a:pt x="481" y="755"/>
                          </a:lnTo>
                          <a:lnTo>
                            <a:pt x="484" y="753"/>
                          </a:lnTo>
                          <a:lnTo>
                            <a:pt x="486" y="752"/>
                          </a:lnTo>
                          <a:lnTo>
                            <a:pt x="489" y="749"/>
                          </a:lnTo>
                          <a:lnTo>
                            <a:pt x="491" y="746"/>
                          </a:lnTo>
                          <a:lnTo>
                            <a:pt x="493" y="744"/>
                          </a:lnTo>
                          <a:lnTo>
                            <a:pt x="496" y="739"/>
                          </a:lnTo>
                          <a:lnTo>
                            <a:pt x="498" y="737"/>
                          </a:lnTo>
                          <a:lnTo>
                            <a:pt x="501" y="736"/>
                          </a:lnTo>
                          <a:lnTo>
                            <a:pt x="503" y="734"/>
                          </a:lnTo>
                          <a:lnTo>
                            <a:pt x="505" y="734"/>
                          </a:lnTo>
                          <a:lnTo>
                            <a:pt x="508" y="733"/>
                          </a:lnTo>
                          <a:lnTo>
                            <a:pt x="510" y="731"/>
                          </a:lnTo>
                          <a:lnTo>
                            <a:pt x="513" y="732"/>
                          </a:lnTo>
                          <a:lnTo>
                            <a:pt x="515" y="732"/>
                          </a:lnTo>
                          <a:lnTo>
                            <a:pt x="517" y="728"/>
                          </a:lnTo>
                          <a:lnTo>
                            <a:pt x="520" y="727"/>
                          </a:lnTo>
                          <a:lnTo>
                            <a:pt x="522" y="724"/>
                          </a:lnTo>
                          <a:lnTo>
                            <a:pt x="525" y="721"/>
                          </a:lnTo>
                          <a:lnTo>
                            <a:pt x="527" y="721"/>
                          </a:lnTo>
                          <a:lnTo>
                            <a:pt x="530" y="717"/>
                          </a:lnTo>
                          <a:lnTo>
                            <a:pt x="532" y="716"/>
                          </a:lnTo>
                          <a:lnTo>
                            <a:pt x="534" y="714"/>
                          </a:lnTo>
                          <a:lnTo>
                            <a:pt x="537" y="710"/>
                          </a:lnTo>
                          <a:lnTo>
                            <a:pt x="539" y="710"/>
                          </a:lnTo>
                          <a:lnTo>
                            <a:pt x="542" y="708"/>
                          </a:lnTo>
                          <a:lnTo>
                            <a:pt x="544" y="706"/>
                          </a:lnTo>
                          <a:lnTo>
                            <a:pt x="546" y="707"/>
                          </a:lnTo>
                          <a:lnTo>
                            <a:pt x="549" y="706"/>
                          </a:lnTo>
                          <a:lnTo>
                            <a:pt x="551" y="705"/>
                          </a:lnTo>
                          <a:lnTo>
                            <a:pt x="554" y="706"/>
                          </a:lnTo>
                          <a:lnTo>
                            <a:pt x="556" y="705"/>
                          </a:lnTo>
                          <a:lnTo>
                            <a:pt x="558" y="705"/>
                          </a:lnTo>
                          <a:lnTo>
                            <a:pt x="561" y="705"/>
                          </a:lnTo>
                          <a:lnTo>
                            <a:pt x="563" y="703"/>
                          </a:lnTo>
                          <a:lnTo>
                            <a:pt x="566" y="701"/>
                          </a:lnTo>
                          <a:lnTo>
                            <a:pt x="568" y="698"/>
                          </a:lnTo>
                          <a:lnTo>
                            <a:pt x="570" y="696"/>
                          </a:lnTo>
                          <a:lnTo>
                            <a:pt x="573" y="694"/>
                          </a:lnTo>
                          <a:lnTo>
                            <a:pt x="575" y="694"/>
                          </a:lnTo>
                          <a:lnTo>
                            <a:pt x="578" y="695"/>
                          </a:lnTo>
                          <a:lnTo>
                            <a:pt x="580" y="694"/>
                          </a:lnTo>
                          <a:lnTo>
                            <a:pt x="582" y="692"/>
                          </a:lnTo>
                          <a:lnTo>
                            <a:pt x="585" y="693"/>
                          </a:lnTo>
                          <a:lnTo>
                            <a:pt x="587" y="692"/>
                          </a:lnTo>
                          <a:lnTo>
                            <a:pt x="590" y="691"/>
                          </a:lnTo>
                          <a:lnTo>
                            <a:pt x="592" y="692"/>
                          </a:lnTo>
                          <a:lnTo>
                            <a:pt x="594" y="690"/>
                          </a:lnTo>
                          <a:lnTo>
                            <a:pt x="597" y="690"/>
                          </a:lnTo>
                          <a:lnTo>
                            <a:pt x="599" y="689"/>
                          </a:lnTo>
                          <a:lnTo>
                            <a:pt x="601" y="686"/>
                          </a:lnTo>
                          <a:lnTo>
                            <a:pt x="604" y="686"/>
                          </a:lnTo>
                          <a:lnTo>
                            <a:pt x="606" y="684"/>
                          </a:lnTo>
                          <a:lnTo>
                            <a:pt x="609" y="683"/>
                          </a:lnTo>
                          <a:lnTo>
                            <a:pt x="611" y="683"/>
                          </a:lnTo>
                          <a:lnTo>
                            <a:pt x="613" y="682"/>
                          </a:lnTo>
                          <a:lnTo>
                            <a:pt x="616" y="683"/>
                          </a:lnTo>
                          <a:lnTo>
                            <a:pt x="618" y="680"/>
                          </a:lnTo>
                          <a:lnTo>
                            <a:pt x="621" y="678"/>
                          </a:lnTo>
                          <a:lnTo>
                            <a:pt x="623" y="678"/>
                          </a:lnTo>
                          <a:lnTo>
                            <a:pt x="625" y="674"/>
                          </a:lnTo>
                          <a:lnTo>
                            <a:pt x="628" y="675"/>
                          </a:lnTo>
                          <a:lnTo>
                            <a:pt x="630" y="675"/>
                          </a:lnTo>
                          <a:lnTo>
                            <a:pt x="633" y="673"/>
                          </a:lnTo>
                          <a:lnTo>
                            <a:pt x="635" y="674"/>
                          </a:lnTo>
                          <a:lnTo>
                            <a:pt x="637" y="673"/>
                          </a:lnTo>
                          <a:lnTo>
                            <a:pt x="640" y="672"/>
                          </a:lnTo>
                          <a:lnTo>
                            <a:pt x="642" y="670"/>
                          </a:lnTo>
                          <a:lnTo>
                            <a:pt x="645" y="667"/>
                          </a:lnTo>
                          <a:lnTo>
                            <a:pt x="647" y="667"/>
                          </a:lnTo>
                          <a:lnTo>
                            <a:pt x="649" y="667"/>
                          </a:lnTo>
                          <a:lnTo>
                            <a:pt x="652" y="667"/>
                          </a:lnTo>
                          <a:lnTo>
                            <a:pt x="654" y="667"/>
                          </a:lnTo>
                          <a:lnTo>
                            <a:pt x="657" y="667"/>
                          </a:lnTo>
                          <a:lnTo>
                            <a:pt x="659" y="667"/>
                          </a:lnTo>
                          <a:lnTo>
                            <a:pt x="662" y="665"/>
                          </a:lnTo>
                          <a:lnTo>
                            <a:pt x="664" y="663"/>
                          </a:lnTo>
                          <a:lnTo>
                            <a:pt x="666" y="663"/>
                          </a:lnTo>
                          <a:lnTo>
                            <a:pt x="669" y="663"/>
                          </a:lnTo>
                          <a:lnTo>
                            <a:pt x="671" y="660"/>
                          </a:lnTo>
                          <a:lnTo>
                            <a:pt x="674" y="659"/>
                          </a:lnTo>
                          <a:lnTo>
                            <a:pt x="676" y="658"/>
                          </a:lnTo>
                          <a:lnTo>
                            <a:pt x="678" y="657"/>
                          </a:lnTo>
                          <a:lnTo>
                            <a:pt x="681" y="657"/>
                          </a:lnTo>
                          <a:lnTo>
                            <a:pt x="683" y="655"/>
                          </a:lnTo>
                          <a:lnTo>
                            <a:pt x="686" y="654"/>
                          </a:lnTo>
                          <a:lnTo>
                            <a:pt x="688" y="654"/>
                          </a:lnTo>
                          <a:lnTo>
                            <a:pt x="690" y="652"/>
                          </a:lnTo>
                          <a:lnTo>
                            <a:pt x="693" y="654"/>
                          </a:lnTo>
                          <a:lnTo>
                            <a:pt x="695" y="654"/>
                          </a:lnTo>
                          <a:lnTo>
                            <a:pt x="698" y="653"/>
                          </a:lnTo>
                          <a:lnTo>
                            <a:pt x="700" y="655"/>
                          </a:lnTo>
                          <a:lnTo>
                            <a:pt x="703" y="655"/>
                          </a:lnTo>
                          <a:lnTo>
                            <a:pt x="705" y="655"/>
                          </a:lnTo>
                          <a:lnTo>
                            <a:pt x="707" y="654"/>
                          </a:lnTo>
                          <a:lnTo>
                            <a:pt x="710" y="652"/>
                          </a:lnTo>
                          <a:lnTo>
                            <a:pt x="712" y="652"/>
                          </a:lnTo>
                          <a:lnTo>
                            <a:pt x="715" y="651"/>
                          </a:lnTo>
                          <a:lnTo>
                            <a:pt x="717" y="651"/>
                          </a:lnTo>
                          <a:lnTo>
                            <a:pt x="719" y="651"/>
                          </a:lnTo>
                          <a:lnTo>
                            <a:pt x="722" y="652"/>
                          </a:lnTo>
                          <a:lnTo>
                            <a:pt x="724" y="651"/>
                          </a:lnTo>
                          <a:lnTo>
                            <a:pt x="727" y="650"/>
                          </a:lnTo>
                          <a:lnTo>
                            <a:pt x="729" y="651"/>
                          </a:lnTo>
                          <a:lnTo>
                            <a:pt x="731" y="650"/>
                          </a:lnTo>
                          <a:lnTo>
                            <a:pt x="734" y="651"/>
                          </a:lnTo>
                          <a:lnTo>
                            <a:pt x="736" y="651"/>
                          </a:lnTo>
                          <a:lnTo>
                            <a:pt x="739" y="650"/>
                          </a:lnTo>
                          <a:lnTo>
                            <a:pt x="741" y="650"/>
                          </a:lnTo>
                          <a:lnTo>
                            <a:pt x="743" y="649"/>
                          </a:lnTo>
                          <a:lnTo>
                            <a:pt x="746" y="648"/>
                          </a:lnTo>
                          <a:lnTo>
                            <a:pt x="748" y="647"/>
                          </a:lnTo>
                          <a:lnTo>
                            <a:pt x="751" y="647"/>
                          </a:lnTo>
                          <a:lnTo>
                            <a:pt x="753" y="646"/>
                          </a:lnTo>
                          <a:lnTo>
                            <a:pt x="756" y="647"/>
                          </a:lnTo>
                          <a:lnTo>
                            <a:pt x="758" y="646"/>
                          </a:lnTo>
                          <a:lnTo>
                            <a:pt x="760" y="644"/>
                          </a:lnTo>
                          <a:lnTo>
                            <a:pt x="763" y="646"/>
                          </a:lnTo>
                          <a:lnTo>
                            <a:pt x="765" y="645"/>
                          </a:lnTo>
                          <a:lnTo>
                            <a:pt x="768" y="645"/>
                          </a:lnTo>
                          <a:lnTo>
                            <a:pt x="770" y="647"/>
                          </a:lnTo>
                          <a:lnTo>
                            <a:pt x="772" y="646"/>
                          </a:lnTo>
                          <a:lnTo>
                            <a:pt x="775" y="646"/>
                          </a:lnTo>
                          <a:lnTo>
                            <a:pt x="777" y="646"/>
                          </a:lnTo>
                          <a:lnTo>
                            <a:pt x="780" y="643"/>
                          </a:lnTo>
                          <a:lnTo>
                            <a:pt x="782" y="644"/>
                          </a:lnTo>
                          <a:lnTo>
                            <a:pt x="784" y="643"/>
                          </a:lnTo>
                          <a:lnTo>
                            <a:pt x="787" y="643"/>
                          </a:lnTo>
                          <a:lnTo>
                            <a:pt x="789" y="645"/>
                          </a:lnTo>
                          <a:lnTo>
                            <a:pt x="792" y="643"/>
                          </a:lnTo>
                          <a:lnTo>
                            <a:pt x="794" y="644"/>
                          </a:lnTo>
                          <a:lnTo>
                            <a:pt x="797" y="643"/>
                          </a:lnTo>
                          <a:lnTo>
                            <a:pt x="799" y="641"/>
                          </a:lnTo>
                          <a:lnTo>
                            <a:pt x="801" y="641"/>
                          </a:lnTo>
                          <a:lnTo>
                            <a:pt x="804" y="640"/>
                          </a:lnTo>
                          <a:lnTo>
                            <a:pt x="806" y="640"/>
                          </a:lnTo>
                          <a:lnTo>
                            <a:pt x="809" y="639"/>
                          </a:lnTo>
                          <a:lnTo>
                            <a:pt x="811" y="637"/>
                          </a:lnTo>
                          <a:lnTo>
                            <a:pt x="813" y="639"/>
                          </a:lnTo>
                          <a:lnTo>
                            <a:pt x="816" y="639"/>
                          </a:lnTo>
                          <a:lnTo>
                            <a:pt x="818" y="639"/>
                          </a:lnTo>
                          <a:lnTo>
                            <a:pt x="821" y="640"/>
                          </a:lnTo>
                          <a:lnTo>
                            <a:pt x="823" y="640"/>
                          </a:lnTo>
                          <a:lnTo>
                            <a:pt x="825" y="640"/>
                          </a:lnTo>
                          <a:lnTo>
                            <a:pt x="828" y="641"/>
                          </a:lnTo>
                          <a:lnTo>
                            <a:pt x="830" y="642"/>
                          </a:lnTo>
                          <a:lnTo>
                            <a:pt x="833" y="641"/>
                          </a:lnTo>
                          <a:lnTo>
                            <a:pt x="835" y="642"/>
                          </a:lnTo>
                          <a:lnTo>
                            <a:pt x="837" y="642"/>
                          </a:lnTo>
                          <a:lnTo>
                            <a:pt x="840" y="640"/>
                          </a:lnTo>
                          <a:lnTo>
                            <a:pt x="842" y="640"/>
                          </a:lnTo>
                          <a:lnTo>
                            <a:pt x="845" y="638"/>
                          </a:lnTo>
                          <a:lnTo>
                            <a:pt x="847" y="637"/>
                          </a:lnTo>
                          <a:lnTo>
                            <a:pt x="849" y="637"/>
                          </a:lnTo>
                          <a:lnTo>
                            <a:pt x="852" y="638"/>
                          </a:lnTo>
                          <a:lnTo>
                            <a:pt x="854" y="638"/>
                          </a:lnTo>
                          <a:lnTo>
                            <a:pt x="856" y="640"/>
                          </a:lnTo>
                          <a:lnTo>
                            <a:pt x="859" y="641"/>
                          </a:lnTo>
                          <a:lnTo>
                            <a:pt x="861" y="641"/>
                          </a:lnTo>
                          <a:lnTo>
                            <a:pt x="864" y="642"/>
                          </a:lnTo>
                          <a:lnTo>
                            <a:pt x="866" y="643"/>
                          </a:lnTo>
                          <a:lnTo>
                            <a:pt x="868" y="642"/>
                          </a:lnTo>
                          <a:lnTo>
                            <a:pt x="871" y="643"/>
                          </a:lnTo>
                          <a:lnTo>
                            <a:pt x="873" y="645"/>
                          </a:lnTo>
                          <a:lnTo>
                            <a:pt x="876" y="643"/>
                          </a:lnTo>
                          <a:lnTo>
                            <a:pt x="878" y="643"/>
                          </a:lnTo>
                          <a:lnTo>
                            <a:pt x="880" y="642"/>
                          </a:lnTo>
                          <a:lnTo>
                            <a:pt x="883" y="638"/>
                          </a:lnTo>
                          <a:lnTo>
                            <a:pt x="885" y="638"/>
                          </a:lnTo>
                          <a:lnTo>
                            <a:pt x="888" y="637"/>
                          </a:lnTo>
                          <a:lnTo>
                            <a:pt x="890" y="636"/>
                          </a:lnTo>
                          <a:lnTo>
                            <a:pt x="892" y="638"/>
                          </a:lnTo>
                          <a:lnTo>
                            <a:pt x="895" y="639"/>
                          </a:lnTo>
                          <a:lnTo>
                            <a:pt x="897" y="641"/>
                          </a:lnTo>
                          <a:lnTo>
                            <a:pt x="900" y="641"/>
                          </a:lnTo>
                          <a:lnTo>
                            <a:pt x="902" y="640"/>
                          </a:lnTo>
                          <a:lnTo>
                            <a:pt x="904" y="643"/>
                          </a:lnTo>
                          <a:lnTo>
                            <a:pt x="907" y="643"/>
                          </a:lnTo>
                          <a:lnTo>
                            <a:pt x="909" y="643"/>
                          </a:lnTo>
                          <a:lnTo>
                            <a:pt x="912" y="644"/>
                          </a:lnTo>
                          <a:lnTo>
                            <a:pt x="914" y="643"/>
                          </a:lnTo>
                          <a:lnTo>
                            <a:pt x="916" y="642"/>
                          </a:lnTo>
                          <a:lnTo>
                            <a:pt x="919" y="641"/>
                          </a:lnTo>
                          <a:lnTo>
                            <a:pt x="921" y="640"/>
                          </a:lnTo>
                          <a:lnTo>
                            <a:pt x="924" y="639"/>
                          </a:lnTo>
                          <a:lnTo>
                            <a:pt x="926" y="638"/>
                          </a:lnTo>
                          <a:lnTo>
                            <a:pt x="929" y="638"/>
                          </a:lnTo>
                          <a:lnTo>
                            <a:pt x="931" y="638"/>
                          </a:lnTo>
                          <a:lnTo>
                            <a:pt x="933" y="640"/>
                          </a:lnTo>
                          <a:lnTo>
                            <a:pt x="936" y="640"/>
                          </a:lnTo>
                          <a:lnTo>
                            <a:pt x="938" y="640"/>
                          </a:lnTo>
                          <a:lnTo>
                            <a:pt x="941" y="642"/>
                          </a:lnTo>
                          <a:lnTo>
                            <a:pt x="943" y="641"/>
                          </a:lnTo>
                          <a:lnTo>
                            <a:pt x="945" y="642"/>
                          </a:lnTo>
                          <a:lnTo>
                            <a:pt x="948" y="643"/>
                          </a:lnTo>
                          <a:lnTo>
                            <a:pt x="950" y="643"/>
                          </a:lnTo>
                          <a:lnTo>
                            <a:pt x="953" y="643"/>
                          </a:lnTo>
                          <a:lnTo>
                            <a:pt x="955" y="642"/>
                          </a:lnTo>
                          <a:lnTo>
                            <a:pt x="957" y="641"/>
                          </a:lnTo>
                          <a:lnTo>
                            <a:pt x="960" y="638"/>
                          </a:lnTo>
                          <a:lnTo>
                            <a:pt x="962" y="638"/>
                          </a:lnTo>
                          <a:lnTo>
                            <a:pt x="965" y="637"/>
                          </a:lnTo>
                          <a:lnTo>
                            <a:pt x="967" y="636"/>
                          </a:lnTo>
                          <a:lnTo>
                            <a:pt x="970" y="638"/>
                          </a:lnTo>
                          <a:lnTo>
                            <a:pt x="972" y="637"/>
                          </a:lnTo>
                          <a:lnTo>
                            <a:pt x="974" y="636"/>
                          </a:lnTo>
                          <a:lnTo>
                            <a:pt x="977" y="639"/>
                          </a:lnTo>
                          <a:lnTo>
                            <a:pt x="979" y="638"/>
                          </a:lnTo>
                          <a:lnTo>
                            <a:pt x="982" y="640"/>
                          </a:lnTo>
                          <a:lnTo>
                            <a:pt x="984" y="643"/>
                          </a:lnTo>
                          <a:lnTo>
                            <a:pt x="986" y="641"/>
                          </a:lnTo>
                          <a:lnTo>
                            <a:pt x="989" y="641"/>
                          </a:lnTo>
                          <a:lnTo>
                            <a:pt x="991" y="640"/>
                          </a:lnTo>
                          <a:lnTo>
                            <a:pt x="994" y="638"/>
                          </a:lnTo>
                          <a:lnTo>
                            <a:pt x="996" y="637"/>
                          </a:lnTo>
                          <a:lnTo>
                            <a:pt x="998" y="635"/>
                          </a:lnTo>
                          <a:lnTo>
                            <a:pt x="1001" y="637"/>
                          </a:lnTo>
                          <a:lnTo>
                            <a:pt x="1003" y="636"/>
                          </a:lnTo>
                          <a:lnTo>
                            <a:pt x="1006" y="637"/>
                          </a:lnTo>
                          <a:lnTo>
                            <a:pt x="1008" y="637"/>
                          </a:lnTo>
                          <a:lnTo>
                            <a:pt x="1010" y="634"/>
                          </a:lnTo>
                          <a:lnTo>
                            <a:pt x="1013" y="635"/>
                          </a:lnTo>
                          <a:lnTo>
                            <a:pt x="1015" y="635"/>
                          </a:lnTo>
                          <a:lnTo>
                            <a:pt x="1018" y="634"/>
                          </a:lnTo>
                          <a:lnTo>
                            <a:pt x="1020" y="637"/>
                          </a:lnTo>
                          <a:lnTo>
                            <a:pt x="1023" y="637"/>
                          </a:lnTo>
                          <a:lnTo>
                            <a:pt x="1025" y="635"/>
                          </a:lnTo>
                          <a:lnTo>
                            <a:pt x="1027" y="635"/>
                          </a:lnTo>
                          <a:lnTo>
                            <a:pt x="1030" y="634"/>
                          </a:lnTo>
                          <a:lnTo>
                            <a:pt x="1032" y="632"/>
                          </a:lnTo>
                          <a:lnTo>
                            <a:pt x="1035" y="633"/>
                          </a:lnTo>
                          <a:lnTo>
                            <a:pt x="1037" y="632"/>
                          </a:lnTo>
                          <a:lnTo>
                            <a:pt x="1039" y="632"/>
                          </a:lnTo>
                          <a:lnTo>
                            <a:pt x="1042" y="634"/>
                          </a:lnTo>
                          <a:lnTo>
                            <a:pt x="1044" y="634"/>
                          </a:lnTo>
                          <a:lnTo>
                            <a:pt x="1047" y="634"/>
                          </a:lnTo>
                          <a:lnTo>
                            <a:pt x="1049" y="635"/>
                          </a:lnTo>
                          <a:lnTo>
                            <a:pt x="1051" y="635"/>
                          </a:lnTo>
                          <a:lnTo>
                            <a:pt x="1054" y="635"/>
                          </a:lnTo>
                          <a:lnTo>
                            <a:pt x="1056" y="635"/>
                          </a:lnTo>
                          <a:lnTo>
                            <a:pt x="1059" y="633"/>
                          </a:lnTo>
                          <a:lnTo>
                            <a:pt x="1061" y="632"/>
                          </a:lnTo>
                          <a:lnTo>
                            <a:pt x="1064" y="631"/>
                          </a:lnTo>
                          <a:lnTo>
                            <a:pt x="1066" y="631"/>
                          </a:lnTo>
                          <a:lnTo>
                            <a:pt x="1068" y="630"/>
                          </a:lnTo>
                          <a:lnTo>
                            <a:pt x="1071" y="629"/>
                          </a:lnTo>
                          <a:lnTo>
                            <a:pt x="1073" y="628"/>
                          </a:lnTo>
                          <a:lnTo>
                            <a:pt x="1076" y="629"/>
                          </a:lnTo>
                          <a:lnTo>
                            <a:pt x="1078" y="629"/>
                          </a:lnTo>
                          <a:lnTo>
                            <a:pt x="1080" y="630"/>
                          </a:lnTo>
                          <a:lnTo>
                            <a:pt x="1083" y="631"/>
                          </a:lnTo>
                          <a:lnTo>
                            <a:pt x="1085" y="630"/>
                          </a:lnTo>
                          <a:lnTo>
                            <a:pt x="1088" y="629"/>
                          </a:lnTo>
                          <a:lnTo>
                            <a:pt x="1090" y="631"/>
                          </a:lnTo>
                          <a:lnTo>
                            <a:pt x="1092" y="629"/>
                          </a:lnTo>
                          <a:lnTo>
                            <a:pt x="1095" y="629"/>
                          </a:lnTo>
                          <a:lnTo>
                            <a:pt x="1097" y="629"/>
                          </a:lnTo>
                          <a:lnTo>
                            <a:pt x="1099" y="626"/>
                          </a:lnTo>
                          <a:lnTo>
                            <a:pt x="1102" y="626"/>
                          </a:lnTo>
                          <a:lnTo>
                            <a:pt x="1104" y="624"/>
                          </a:lnTo>
                          <a:lnTo>
                            <a:pt x="1107" y="623"/>
                          </a:lnTo>
                          <a:lnTo>
                            <a:pt x="1109" y="622"/>
                          </a:lnTo>
                          <a:lnTo>
                            <a:pt x="1111" y="622"/>
                          </a:lnTo>
                          <a:lnTo>
                            <a:pt x="1114" y="623"/>
                          </a:lnTo>
                          <a:lnTo>
                            <a:pt x="1116" y="621"/>
                          </a:lnTo>
                          <a:lnTo>
                            <a:pt x="1119" y="621"/>
                          </a:lnTo>
                          <a:lnTo>
                            <a:pt x="1121" y="622"/>
                          </a:lnTo>
                          <a:lnTo>
                            <a:pt x="1123" y="620"/>
                          </a:lnTo>
                          <a:lnTo>
                            <a:pt x="1126" y="623"/>
                          </a:lnTo>
                          <a:lnTo>
                            <a:pt x="1128" y="621"/>
                          </a:lnTo>
                          <a:lnTo>
                            <a:pt x="1131" y="620"/>
                          </a:lnTo>
                          <a:lnTo>
                            <a:pt x="1133" y="621"/>
                          </a:lnTo>
                          <a:lnTo>
                            <a:pt x="1135" y="618"/>
                          </a:lnTo>
                          <a:lnTo>
                            <a:pt x="1138" y="617"/>
                          </a:lnTo>
                          <a:lnTo>
                            <a:pt x="1140" y="618"/>
                          </a:lnTo>
                          <a:lnTo>
                            <a:pt x="1143" y="616"/>
                          </a:lnTo>
                          <a:lnTo>
                            <a:pt x="1145" y="617"/>
                          </a:lnTo>
                          <a:lnTo>
                            <a:pt x="1147" y="618"/>
                          </a:lnTo>
                          <a:lnTo>
                            <a:pt x="1150" y="617"/>
                          </a:lnTo>
                          <a:lnTo>
                            <a:pt x="1152" y="618"/>
                          </a:lnTo>
                          <a:lnTo>
                            <a:pt x="1155" y="617"/>
                          </a:lnTo>
                          <a:lnTo>
                            <a:pt x="1157" y="618"/>
                          </a:lnTo>
                          <a:lnTo>
                            <a:pt x="1159" y="618"/>
                          </a:lnTo>
                          <a:lnTo>
                            <a:pt x="1162" y="617"/>
                          </a:lnTo>
                          <a:lnTo>
                            <a:pt x="1164" y="619"/>
                          </a:lnTo>
                          <a:lnTo>
                            <a:pt x="1167" y="618"/>
                          </a:lnTo>
                          <a:lnTo>
                            <a:pt x="1169" y="618"/>
                          </a:lnTo>
                          <a:lnTo>
                            <a:pt x="1171" y="618"/>
                          </a:lnTo>
                          <a:lnTo>
                            <a:pt x="1174" y="617"/>
                          </a:lnTo>
                          <a:lnTo>
                            <a:pt x="1176" y="617"/>
                          </a:lnTo>
                          <a:lnTo>
                            <a:pt x="1179" y="617"/>
                          </a:lnTo>
                          <a:lnTo>
                            <a:pt x="1181" y="617"/>
                          </a:lnTo>
                          <a:lnTo>
                            <a:pt x="1183" y="617"/>
                          </a:lnTo>
                          <a:lnTo>
                            <a:pt x="1186" y="617"/>
                          </a:lnTo>
                          <a:lnTo>
                            <a:pt x="1188" y="617"/>
                          </a:lnTo>
                          <a:lnTo>
                            <a:pt x="1191" y="616"/>
                          </a:lnTo>
                          <a:lnTo>
                            <a:pt x="1193" y="616"/>
                          </a:lnTo>
                          <a:lnTo>
                            <a:pt x="1196" y="615"/>
                          </a:lnTo>
                          <a:lnTo>
                            <a:pt x="1198" y="614"/>
                          </a:lnTo>
                          <a:lnTo>
                            <a:pt x="1200" y="615"/>
                          </a:lnTo>
                          <a:lnTo>
                            <a:pt x="1203" y="615"/>
                          </a:lnTo>
                          <a:lnTo>
                            <a:pt x="1205" y="613"/>
                          </a:lnTo>
                          <a:lnTo>
                            <a:pt x="1208" y="612"/>
                          </a:lnTo>
                          <a:lnTo>
                            <a:pt x="1210" y="611"/>
                          </a:lnTo>
                          <a:lnTo>
                            <a:pt x="1212" y="610"/>
                          </a:lnTo>
                          <a:lnTo>
                            <a:pt x="1215" y="611"/>
                          </a:lnTo>
                          <a:lnTo>
                            <a:pt x="1217" y="609"/>
                          </a:lnTo>
                          <a:lnTo>
                            <a:pt x="1220" y="609"/>
                          </a:lnTo>
                          <a:lnTo>
                            <a:pt x="1222" y="611"/>
                          </a:lnTo>
                          <a:lnTo>
                            <a:pt x="1224" y="608"/>
                          </a:lnTo>
                          <a:lnTo>
                            <a:pt x="1227" y="609"/>
                          </a:lnTo>
                          <a:lnTo>
                            <a:pt x="1229" y="609"/>
                          </a:lnTo>
                          <a:lnTo>
                            <a:pt x="1232" y="608"/>
                          </a:lnTo>
                          <a:lnTo>
                            <a:pt x="1234" y="609"/>
                          </a:lnTo>
                          <a:lnTo>
                            <a:pt x="1237" y="607"/>
                          </a:lnTo>
                          <a:lnTo>
                            <a:pt x="1239" y="606"/>
                          </a:lnTo>
                          <a:lnTo>
                            <a:pt x="1241" y="608"/>
                          </a:lnTo>
                          <a:lnTo>
                            <a:pt x="1244" y="606"/>
                          </a:lnTo>
                          <a:lnTo>
                            <a:pt x="1246" y="606"/>
                          </a:lnTo>
                          <a:lnTo>
                            <a:pt x="1249" y="605"/>
                          </a:lnTo>
                          <a:lnTo>
                            <a:pt x="1251" y="603"/>
                          </a:lnTo>
                          <a:lnTo>
                            <a:pt x="1253" y="604"/>
                          </a:lnTo>
                          <a:lnTo>
                            <a:pt x="1256" y="605"/>
                          </a:lnTo>
                          <a:lnTo>
                            <a:pt x="1258" y="606"/>
                          </a:lnTo>
                          <a:lnTo>
                            <a:pt x="1261" y="605"/>
                          </a:lnTo>
                          <a:lnTo>
                            <a:pt x="1263" y="605"/>
                          </a:lnTo>
                          <a:lnTo>
                            <a:pt x="1265" y="605"/>
                          </a:lnTo>
                          <a:lnTo>
                            <a:pt x="1268" y="604"/>
                          </a:lnTo>
                          <a:lnTo>
                            <a:pt x="1270" y="605"/>
                          </a:lnTo>
                          <a:lnTo>
                            <a:pt x="1273" y="604"/>
                          </a:lnTo>
                          <a:lnTo>
                            <a:pt x="1275" y="603"/>
                          </a:lnTo>
                          <a:lnTo>
                            <a:pt x="1277" y="603"/>
                          </a:lnTo>
                          <a:lnTo>
                            <a:pt x="1280" y="602"/>
                          </a:lnTo>
                          <a:lnTo>
                            <a:pt x="1282" y="600"/>
                          </a:lnTo>
                          <a:lnTo>
                            <a:pt x="1285" y="601"/>
                          </a:lnTo>
                          <a:lnTo>
                            <a:pt x="1287" y="601"/>
                          </a:lnTo>
                          <a:lnTo>
                            <a:pt x="1290" y="600"/>
                          </a:lnTo>
                          <a:lnTo>
                            <a:pt x="1292" y="603"/>
                          </a:lnTo>
                          <a:lnTo>
                            <a:pt x="1294" y="601"/>
                          </a:lnTo>
                          <a:lnTo>
                            <a:pt x="1297" y="600"/>
                          </a:lnTo>
                          <a:lnTo>
                            <a:pt x="1299" y="601"/>
                          </a:lnTo>
                          <a:lnTo>
                            <a:pt x="1302" y="598"/>
                          </a:lnTo>
                          <a:lnTo>
                            <a:pt x="1304" y="599"/>
                          </a:lnTo>
                          <a:lnTo>
                            <a:pt x="1306" y="600"/>
                          </a:lnTo>
                          <a:lnTo>
                            <a:pt x="1309" y="598"/>
                          </a:lnTo>
                          <a:lnTo>
                            <a:pt x="1311" y="599"/>
                          </a:lnTo>
                          <a:lnTo>
                            <a:pt x="1314" y="598"/>
                          </a:lnTo>
                          <a:lnTo>
                            <a:pt x="1316" y="598"/>
                          </a:lnTo>
                          <a:lnTo>
                            <a:pt x="1318" y="597"/>
                          </a:lnTo>
                          <a:lnTo>
                            <a:pt x="1321" y="598"/>
                          </a:lnTo>
                          <a:lnTo>
                            <a:pt x="1323" y="598"/>
                          </a:lnTo>
                          <a:lnTo>
                            <a:pt x="1326" y="597"/>
                          </a:lnTo>
                          <a:lnTo>
                            <a:pt x="1328" y="598"/>
                          </a:lnTo>
                          <a:lnTo>
                            <a:pt x="1331" y="597"/>
                          </a:lnTo>
                          <a:lnTo>
                            <a:pt x="1333" y="596"/>
                          </a:lnTo>
                          <a:lnTo>
                            <a:pt x="1335" y="598"/>
                          </a:lnTo>
                          <a:lnTo>
                            <a:pt x="1338" y="596"/>
                          </a:lnTo>
                          <a:lnTo>
                            <a:pt x="1340" y="597"/>
                          </a:lnTo>
                          <a:lnTo>
                            <a:pt x="1342" y="596"/>
                          </a:lnTo>
                          <a:lnTo>
                            <a:pt x="1345" y="595"/>
                          </a:lnTo>
                          <a:lnTo>
                            <a:pt x="1347" y="596"/>
                          </a:lnTo>
                          <a:lnTo>
                            <a:pt x="1350" y="595"/>
                          </a:lnTo>
                          <a:lnTo>
                            <a:pt x="1352" y="594"/>
                          </a:lnTo>
                          <a:lnTo>
                            <a:pt x="1354" y="595"/>
                          </a:lnTo>
                          <a:lnTo>
                            <a:pt x="1357" y="593"/>
                          </a:lnTo>
                          <a:lnTo>
                            <a:pt x="1359" y="595"/>
                          </a:lnTo>
                          <a:lnTo>
                            <a:pt x="1362" y="595"/>
                          </a:lnTo>
                          <a:lnTo>
                            <a:pt x="1364" y="594"/>
                          </a:lnTo>
                          <a:lnTo>
                            <a:pt x="1366" y="594"/>
                          </a:lnTo>
                          <a:lnTo>
                            <a:pt x="1369" y="592"/>
                          </a:lnTo>
                          <a:lnTo>
                            <a:pt x="1371" y="594"/>
                          </a:lnTo>
                          <a:lnTo>
                            <a:pt x="1374" y="595"/>
                          </a:lnTo>
                          <a:lnTo>
                            <a:pt x="1376" y="594"/>
                          </a:lnTo>
                          <a:lnTo>
                            <a:pt x="1378" y="595"/>
                          </a:lnTo>
                          <a:lnTo>
                            <a:pt x="1381" y="595"/>
                          </a:lnTo>
                          <a:lnTo>
                            <a:pt x="1383" y="596"/>
                          </a:lnTo>
                          <a:lnTo>
                            <a:pt x="1386" y="595"/>
                          </a:lnTo>
                          <a:lnTo>
                            <a:pt x="1388" y="594"/>
                          </a:lnTo>
                          <a:lnTo>
                            <a:pt x="1390" y="593"/>
                          </a:lnTo>
                          <a:lnTo>
                            <a:pt x="1393" y="593"/>
                          </a:lnTo>
                          <a:lnTo>
                            <a:pt x="1395" y="592"/>
                          </a:lnTo>
                          <a:lnTo>
                            <a:pt x="1398" y="593"/>
                          </a:lnTo>
                          <a:lnTo>
                            <a:pt x="1400" y="594"/>
                          </a:lnTo>
                          <a:lnTo>
                            <a:pt x="1402" y="594"/>
                          </a:lnTo>
                          <a:lnTo>
                            <a:pt x="1405" y="595"/>
                          </a:lnTo>
                          <a:lnTo>
                            <a:pt x="1407" y="593"/>
                          </a:lnTo>
                          <a:lnTo>
                            <a:pt x="1410" y="592"/>
                          </a:lnTo>
                          <a:lnTo>
                            <a:pt x="1412" y="592"/>
                          </a:lnTo>
                          <a:lnTo>
                            <a:pt x="1414" y="590"/>
                          </a:lnTo>
                          <a:lnTo>
                            <a:pt x="1417" y="591"/>
                          </a:lnTo>
                          <a:lnTo>
                            <a:pt x="1419" y="590"/>
                          </a:lnTo>
                          <a:lnTo>
                            <a:pt x="1422" y="591"/>
                          </a:lnTo>
                          <a:lnTo>
                            <a:pt x="1424" y="591"/>
                          </a:lnTo>
                          <a:lnTo>
                            <a:pt x="1426" y="590"/>
                          </a:lnTo>
                          <a:lnTo>
                            <a:pt x="1429" y="589"/>
                          </a:lnTo>
                          <a:lnTo>
                            <a:pt x="1431" y="588"/>
                          </a:lnTo>
                          <a:lnTo>
                            <a:pt x="1434" y="588"/>
                          </a:lnTo>
                          <a:lnTo>
                            <a:pt x="1436" y="589"/>
                          </a:lnTo>
                          <a:lnTo>
                            <a:pt x="1438" y="589"/>
                          </a:lnTo>
                          <a:lnTo>
                            <a:pt x="1441" y="590"/>
                          </a:lnTo>
                          <a:lnTo>
                            <a:pt x="1443" y="590"/>
                          </a:lnTo>
                          <a:lnTo>
                            <a:pt x="1446" y="588"/>
                          </a:lnTo>
                          <a:lnTo>
                            <a:pt x="1448" y="588"/>
                          </a:lnTo>
                          <a:lnTo>
                            <a:pt x="1450" y="585"/>
                          </a:lnTo>
                          <a:lnTo>
                            <a:pt x="1453" y="584"/>
                          </a:lnTo>
                          <a:lnTo>
                            <a:pt x="1455" y="586"/>
                          </a:lnTo>
                          <a:lnTo>
                            <a:pt x="1458" y="585"/>
                          </a:lnTo>
                          <a:lnTo>
                            <a:pt x="1460" y="586"/>
                          </a:lnTo>
                          <a:lnTo>
                            <a:pt x="1463" y="586"/>
                          </a:lnTo>
                          <a:lnTo>
                            <a:pt x="1465" y="583"/>
                          </a:lnTo>
                          <a:lnTo>
                            <a:pt x="1467" y="584"/>
                          </a:lnTo>
                          <a:lnTo>
                            <a:pt x="1470" y="582"/>
                          </a:lnTo>
                          <a:lnTo>
                            <a:pt x="1472" y="581"/>
                          </a:lnTo>
                          <a:lnTo>
                            <a:pt x="1475" y="583"/>
                          </a:lnTo>
                          <a:lnTo>
                            <a:pt x="1477" y="580"/>
                          </a:lnTo>
                          <a:lnTo>
                            <a:pt x="1479" y="580"/>
                          </a:lnTo>
                          <a:lnTo>
                            <a:pt x="1482" y="580"/>
                          </a:lnTo>
                          <a:lnTo>
                            <a:pt x="1484" y="578"/>
                          </a:lnTo>
                          <a:lnTo>
                            <a:pt x="1487" y="578"/>
                          </a:lnTo>
                          <a:lnTo>
                            <a:pt x="1489" y="579"/>
                          </a:lnTo>
                          <a:lnTo>
                            <a:pt x="1491" y="579"/>
                          </a:lnTo>
                          <a:lnTo>
                            <a:pt x="1494" y="581"/>
                          </a:lnTo>
                          <a:lnTo>
                            <a:pt x="1496" y="580"/>
                          </a:lnTo>
                          <a:lnTo>
                            <a:pt x="1499" y="579"/>
                          </a:lnTo>
                          <a:lnTo>
                            <a:pt x="1501" y="580"/>
                          </a:lnTo>
                          <a:lnTo>
                            <a:pt x="1504" y="578"/>
                          </a:lnTo>
                          <a:lnTo>
                            <a:pt x="1506" y="579"/>
                          </a:lnTo>
                          <a:lnTo>
                            <a:pt x="1508" y="580"/>
                          </a:lnTo>
                          <a:lnTo>
                            <a:pt x="1511" y="580"/>
                          </a:lnTo>
                          <a:lnTo>
                            <a:pt x="1513" y="580"/>
                          </a:lnTo>
                          <a:lnTo>
                            <a:pt x="1516" y="579"/>
                          </a:lnTo>
                          <a:lnTo>
                            <a:pt x="1518" y="578"/>
                          </a:lnTo>
                          <a:lnTo>
                            <a:pt x="1520" y="578"/>
                          </a:lnTo>
                          <a:lnTo>
                            <a:pt x="1523" y="578"/>
                          </a:lnTo>
                          <a:lnTo>
                            <a:pt x="1525" y="579"/>
                          </a:lnTo>
                          <a:lnTo>
                            <a:pt x="1528" y="581"/>
                          </a:lnTo>
                          <a:lnTo>
                            <a:pt x="1530" y="580"/>
                          </a:lnTo>
                          <a:lnTo>
                            <a:pt x="1532" y="580"/>
                          </a:lnTo>
                          <a:lnTo>
                            <a:pt x="1535" y="581"/>
                          </a:lnTo>
                          <a:lnTo>
                            <a:pt x="1537" y="580"/>
                          </a:lnTo>
                          <a:lnTo>
                            <a:pt x="1540" y="581"/>
                          </a:lnTo>
                          <a:lnTo>
                            <a:pt x="1542" y="582"/>
                          </a:lnTo>
                          <a:lnTo>
                            <a:pt x="1544" y="581"/>
                          </a:lnTo>
                          <a:lnTo>
                            <a:pt x="1547" y="581"/>
                          </a:lnTo>
                          <a:lnTo>
                            <a:pt x="1549" y="580"/>
                          </a:lnTo>
                          <a:lnTo>
                            <a:pt x="1552" y="579"/>
                          </a:lnTo>
                          <a:lnTo>
                            <a:pt x="1554" y="581"/>
                          </a:lnTo>
                          <a:lnTo>
                            <a:pt x="1557" y="581"/>
                          </a:lnTo>
                          <a:lnTo>
                            <a:pt x="1559" y="582"/>
                          </a:lnTo>
                          <a:lnTo>
                            <a:pt x="1561" y="583"/>
                          </a:lnTo>
                          <a:lnTo>
                            <a:pt x="1564" y="583"/>
                          </a:lnTo>
                          <a:lnTo>
                            <a:pt x="1566" y="584"/>
                          </a:lnTo>
                          <a:lnTo>
                            <a:pt x="1569" y="583"/>
                          </a:lnTo>
                          <a:lnTo>
                            <a:pt x="1571" y="585"/>
                          </a:lnTo>
                          <a:lnTo>
                            <a:pt x="1573" y="579"/>
                          </a:lnTo>
                          <a:lnTo>
                            <a:pt x="1576" y="567"/>
                          </a:lnTo>
                          <a:lnTo>
                            <a:pt x="1578" y="531"/>
                          </a:lnTo>
                          <a:lnTo>
                            <a:pt x="1581" y="454"/>
                          </a:lnTo>
                          <a:lnTo>
                            <a:pt x="1583" y="374"/>
                          </a:lnTo>
                          <a:lnTo>
                            <a:pt x="1585" y="279"/>
                          </a:lnTo>
                          <a:lnTo>
                            <a:pt x="1588" y="215"/>
                          </a:lnTo>
                          <a:lnTo>
                            <a:pt x="1590" y="175"/>
                          </a:lnTo>
                          <a:lnTo>
                            <a:pt x="1593" y="123"/>
                          </a:lnTo>
                          <a:lnTo>
                            <a:pt x="1595" y="112"/>
                          </a:lnTo>
                          <a:lnTo>
                            <a:pt x="1597" y="120"/>
                          </a:lnTo>
                          <a:lnTo>
                            <a:pt x="1600" y="101"/>
                          </a:lnTo>
                          <a:lnTo>
                            <a:pt x="1602" y="104"/>
                          </a:lnTo>
                          <a:lnTo>
                            <a:pt x="1605" y="113"/>
                          </a:lnTo>
                          <a:lnTo>
                            <a:pt x="1607" y="104"/>
                          </a:lnTo>
                          <a:lnTo>
                            <a:pt x="1609" y="104"/>
                          </a:lnTo>
                          <a:lnTo>
                            <a:pt x="1612" y="106"/>
                          </a:lnTo>
                          <a:lnTo>
                            <a:pt x="1614" y="105"/>
                          </a:lnTo>
                          <a:lnTo>
                            <a:pt x="1617" y="113"/>
                          </a:lnTo>
                          <a:lnTo>
                            <a:pt x="1619" y="117"/>
                          </a:lnTo>
                          <a:lnTo>
                            <a:pt x="1621" y="103"/>
                          </a:lnTo>
                          <a:lnTo>
                            <a:pt x="1624" y="111"/>
                          </a:lnTo>
                          <a:lnTo>
                            <a:pt x="1626" y="117"/>
                          </a:lnTo>
                          <a:lnTo>
                            <a:pt x="1629" y="84"/>
                          </a:lnTo>
                          <a:lnTo>
                            <a:pt x="1631" y="96"/>
                          </a:lnTo>
                          <a:lnTo>
                            <a:pt x="1633" y="103"/>
                          </a:lnTo>
                          <a:lnTo>
                            <a:pt x="1636" y="66"/>
                          </a:lnTo>
                          <a:lnTo>
                            <a:pt x="1638" y="74"/>
                          </a:lnTo>
                          <a:lnTo>
                            <a:pt x="1641" y="84"/>
                          </a:lnTo>
                          <a:lnTo>
                            <a:pt x="1643" y="52"/>
                          </a:lnTo>
                          <a:lnTo>
                            <a:pt x="1645" y="48"/>
                          </a:lnTo>
                          <a:lnTo>
                            <a:pt x="1648" y="71"/>
                          </a:lnTo>
                          <a:lnTo>
                            <a:pt x="1650" y="49"/>
                          </a:lnTo>
                          <a:lnTo>
                            <a:pt x="1653" y="37"/>
                          </a:lnTo>
                          <a:lnTo>
                            <a:pt x="1655" y="59"/>
                          </a:lnTo>
                          <a:lnTo>
                            <a:pt x="1657" y="43"/>
                          </a:lnTo>
                          <a:lnTo>
                            <a:pt x="1660" y="37"/>
                          </a:lnTo>
                          <a:lnTo>
                            <a:pt x="1662" y="41"/>
                          </a:lnTo>
                          <a:lnTo>
                            <a:pt x="1665" y="35"/>
                          </a:lnTo>
                          <a:lnTo>
                            <a:pt x="1667" y="32"/>
                          </a:lnTo>
                          <a:lnTo>
                            <a:pt x="1669" y="31"/>
                          </a:lnTo>
                          <a:lnTo>
                            <a:pt x="1672" y="27"/>
                          </a:lnTo>
                          <a:lnTo>
                            <a:pt x="1674" y="32"/>
                          </a:lnTo>
                          <a:lnTo>
                            <a:pt x="1677" y="23"/>
                          </a:lnTo>
                          <a:lnTo>
                            <a:pt x="1679" y="7"/>
                          </a:lnTo>
                          <a:lnTo>
                            <a:pt x="1681" y="37"/>
                          </a:lnTo>
                          <a:lnTo>
                            <a:pt x="1684" y="18"/>
                          </a:lnTo>
                          <a:lnTo>
                            <a:pt x="1686" y="0"/>
                          </a:lnTo>
                          <a:lnTo>
                            <a:pt x="1689" y="48"/>
                          </a:lnTo>
                          <a:lnTo>
                            <a:pt x="1691" y="29"/>
                          </a:lnTo>
                          <a:lnTo>
                            <a:pt x="1693" y="13"/>
                          </a:lnTo>
                          <a:lnTo>
                            <a:pt x="1696" y="65"/>
                          </a:lnTo>
                          <a:lnTo>
                            <a:pt x="1698" y="38"/>
                          </a:lnTo>
                          <a:lnTo>
                            <a:pt x="1701" y="31"/>
                          </a:lnTo>
                          <a:lnTo>
                            <a:pt x="1703" y="82"/>
                          </a:lnTo>
                          <a:lnTo>
                            <a:pt x="1705" y="47"/>
                          </a:lnTo>
                          <a:lnTo>
                            <a:pt x="1708" y="48"/>
                          </a:lnTo>
                          <a:lnTo>
                            <a:pt x="1710" y="101"/>
                          </a:lnTo>
                          <a:lnTo>
                            <a:pt x="1713" y="58"/>
                          </a:lnTo>
                          <a:lnTo>
                            <a:pt x="1715" y="56"/>
                          </a:lnTo>
                          <a:lnTo>
                            <a:pt x="1717" y="117"/>
                          </a:lnTo>
                          <a:lnTo>
                            <a:pt x="1720" y="66"/>
                          </a:lnTo>
                          <a:lnTo>
                            <a:pt x="1722" y="66"/>
                          </a:lnTo>
                          <a:lnTo>
                            <a:pt x="1725" y="125"/>
                          </a:lnTo>
                          <a:lnTo>
                            <a:pt x="1727" y="81"/>
                          </a:lnTo>
                          <a:lnTo>
                            <a:pt x="1730" y="77"/>
                          </a:lnTo>
                          <a:lnTo>
                            <a:pt x="1732" y="140"/>
                          </a:lnTo>
                          <a:lnTo>
                            <a:pt x="1734" y="94"/>
                          </a:lnTo>
                          <a:lnTo>
                            <a:pt x="1737" y="91"/>
                          </a:lnTo>
                          <a:lnTo>
                            <a:pt x="1739" y="146"/>
                          </a:lnTo>
                          <a:lnTo>
                            <a:pt x="1742" y="103"/>
                          </a:lnTo>
                          <a:lnTo>
                            <a:pt x="1744" y="106"/>
                          </a:lnTo>
                          <a:lnTo>
                            <a:pt x="1746" y="160"/>
                          </a:lnTo>
                          <a:lnTo>
                            <a:pt x="1749" y="118"/>
                          </a:lnTo>
                          <a:lnTo>
                            <a:pt x="1751" y="117"/>
                          </a:lnTo>
                          <a:lnTo>
                            <a:pt x="1754" y="164"/>
                          </a:lnTo>
                          <a:lnTo>
                            <a:pt x="1756" y="128"/>
                          </a:lnTo>
                          <a:lnTo>
                            <a:pt x="1758" y="125"/>
                          </a:lnTo>
                          <a:lnTo>
                            <a:pt x="1761" y="178"/>
                          </a:lnTo>
                          <a:lnTo>
                            <a:pt x="1763" y="134"/>
                          </a:lnTo>
                          <a:lnTo>
                            <a:pt x="1766" y="130"/>
                          </a:lnTo>
                          <a:lnTo>
                            <a:pt x="1768" y="191"/>
                          </a:lnTo>
                          <a:lnTo>
                            <a:pt x="1771" y="145"/>
                          </a:lnTo>
                          <a:lnTo>
                            <a:pt x="1773" y="144"/>
                          </a:lnTo>
                          <a:lnTo>
                            <a:pt x="1775" y="207"/>
                          </a:lnTo>
                          <a:lnTo>
                            <a:pt x="1778" y="165"/>
                          </a:lnTo>
                          <a:lnTo>
                            <a:pt x="1780" y="167"/>
                          </a:lnTo>
                          <a:lnTo>
                            <a:pt x="1783" y="210"/>
                          </a:lnTo>
                          <a:lnTo>
                            <a:pt x="1785" y="192"/>
                          </a:lnTo>
                          <a:lnTo>
                            <a:pt x="1787" y="184"/>
                          </a:lnTo>
                          <a:lnTo>
                            <a:pt x="1790" y="214"/>
                          </a:lnTo>
                          <a:lnTo>
                            <a:pt x="1792" y="198"/>
                          </a:lnTo>
                          <a:lnTo>
                            <a:pt x="1795" y="191"/>
                          </a:lnTo>
                          <a:lnTo>
                            <a:pt x="1797" y="235"/>
                          </a:lnTo>
                          <a:lnTo>
                            <a:pt x="1799" y="200"/>
                          </a:lnTo>
                          <a:lnTo>
                            <a:pt x="1802" y="196"/>
                          </a:lnTo>
                          <a:lnTo>
                            <a:pt x="1804" y="252"/>
                          </a:lnTo>
                          <a:lnTo>
                            <a:pt x="1807" y="203"/>
                          </a:lnTo>
                          <a:lnTo>
                            <a:pt x="1809" y="203"/>
                          </a:lnTo>
                          <a:lnTo>
                            <a:pt x="1811" y="265"/>
                          </a:lnTo>
                          <a:lnTo>
                            <a:pt x="1814" y="219"/>
                          </a:lnTo>
                          <a:lnTo>
                            <a:pt x="1816" y="237"/>
                          </a:lnTo>
                          <a:lnTo>
                            <a:pt x="1819" y="275"/>
                          </a:lnTo>
                          <a:lnTo>
                            <a:pt x="1821" y="243"/>
                          </a:lnTo>
                          <a:lnTo>
                            <a:pt x="1824" y="249"/>
                          </a:lnTo>
                          <a:lnTo>
                            <a:pt x="1826" y="291"/>
                          </a:lnTo>
                          <a:lnTo>
                            <a:pt x="1828" y="248"/>
                          </a:lnTo>
                          <a:lnTo>
                            <a:pt x="1831" y="253"/>
                          </a:lnTo>
                          <a:lnTo>
                            <a:pt x="1833" y="307"/>
                          </a:lnTo>
                          <a:lnTo>
                            <a:pt x="1836" y="254"/>
                          </a:lnTo>
                          <a:lnTo>
                            <a:pt x="1838" y="254"/>
                          </a:lnTo>
                          <a:lnTo>
                            <a:pt x="1840" y="315"/>
                          </a:lnTo>
                          <a:lnTo>
                            <a:pt x="1843" y="255"/>
                          </a:lnTo>
                          <a:lnTo>
                            <a:pt x="1845" y="267"/>
                          </a:lnTo>
                          <a:lnTo>
                            <a:pt x="1848" y="321"/>
                          </a:lnTo>
                          <a:lnTo>
                            <a:pt x="1850" y="288"/>
                          </a:lnTo>
                          <a:lnTo>
                            <a:pt x="1852" y="314"/>
                          </a:lnTo>
                          <a:lnTo>
                            <a:pt x="1855" y="327"/>
                          </a:lnTo>
                          <a:lnTo>
                            <a:pt x="1857" y="302"/>
                          </a:lnTo>
                          <a:lnTo>
                            <a:pt x="1860" y="335"/>
                          </a:lnTo>
                          <a:lnTo>
                            <a:pt x="1862" y="340"/>
                          </a:lnTo>
                          <a:lnTo>
                            <a:pt x="1864" y="307"/>
                          </a:lnTo>
                          <a:lnTo>
                            <a:pt x="1867" y="350"/>
                          </a:lnTo>
                          <a:lnTo>
                            <a:pt x="1869" y="352"/>
                          </a:lnTo>
                          <a:lnTo>
                            <a:pt x="1872" y="359"/>
                          </a:lnTo>
                          <a:lnTo>
                            <a:pt x="1874" y="350"/>
                          </a:lnTo>
                          <a:lnTo>
                            <a:pt x="1876" y="354"/>
                          </a:lnTo>
                          <a:lnTo>
                            <a:pt x="1879" y="379"/>
                          </a:lnTo>
                          <a:lnTo>
                            <a:pt x="1881" y="385"/>
                          </a:lnTo>
                          <a:lnTo>
                            <a:pt x="1884" y="361"/>
                          </a:lnTo>
                          <a:lnTo>
                            <a:pt x="1886" y="403"/>
                          </a:lnTo>
                          <a:lnTo>
                            <a:pt x="1888" y="390"/>
                          </a:lnTo>
                          <a:lnTo>
                            <a:pt x="1891" y="358"/>
                          </a:lnTo>
                          <a:lnTo>
                            <a:pt x="1893" y="407"/>
                          </a:lnTo>
                          <a:lnTo>
                            <a:pt x="1896" y="397"/>
                          </a:lnTo>
                          <a:lnTo>
                            <a:pt x="1898" y="358"/>
                          </a:lnTo>
                          <a:lnTo>
                            <a:pt x="1900" y="404"/>
                          </a:lnTo>
                          <a:lnTo>
                            <a:pt x="1903" y="398"/>
                          </a:lnTo>
                          <a:lnTo>
                            <a:pt x="1905" y="364"/>
                          </a:lnTo>
                          <a:lnTo>
                            <a:pt x="1908" y="399"/>
                          </a:lnTo>
                          <a:lnTo>
                            <a:pt x="1910" y="381"/>
                          </a:lnTo>
                          <a:lnTo>
                            <a:pt x="1912" y="368"/>
                          </a:lnTo>
                          <a:lnTo>
                            <a:pt x="1915" y="406"/>
                          </a:lnTo>
                          <a:lnTo>
                            <a:pt x="1917" y="372"/>
                          </a:lnTo>
                          <a:lnTo>
                            <a:pt x="1920" y="379"/>
                          </a:lnTo>
                          <a:lnTo>
                            <a:pt x="1922" y="435"/>
                          </a:lnTo>
                          <a:lnTo>
                            <a:pt x="1924" y="380"/>
                          </a:lnTo>
                          <a:lnTo>
                            <a:pt x="1927" y="383"/>
                          </a:lnTo>
                          <a:lnTo>
                            <a:pt x="1929" y="442"/>
                          </a:lnTo>
                          <a:lnTo>
                            <a:pt x="1932" y="404"/>
                          </a:lnTo>
                          <a:lnTo>
                            <a:pt x="1934" y="384"/>
                          </a:lnTo>
                          <a:lnTo>
                            <a:pt x="1936" y="439"/>
                          </a:lnTo>
                          <a:lnTo>
                            <a:pt x="1939" y="425"/>
                          </a:lnTo>
                          <a:lnTo>
                            <a:pt x="1941" y="385"/>
                          </a:lnTo>
                          <a:lnTo>
                            <a:pt x="1944" y="437"/>
                          </a:lnTo>
                          <a:lnTo>
                            <a:pt x="1946" y="427"/>
                          </a:lnTo>
                          <a:lnTo>
                            <a:pt x="1948" y="381"/>
                          </a:lnTo>
                          <a:lnTo>
                            <a:pt x="1951" y="441"/>
                          </a:lnTo>
                          <a:lnTo>
                            <a:pt x="1953" y="431"/>
                          </a:lnTo>
                          <a:lnTo>
                            <a:pt x="1956" y="409"/>
                          </a:lnTo>
                          <a:lnTo>
                            <a:pt x="1958" y="451"/>
                          </a:lnTo>
                          <a:lnTo>
                            <a:pt x="1960" y="444"/>
                          </a:lnTo>
                          <a:lnTo>
                            <a:pt x="1963" y="444"/>
                          </a:lnTo>
                          <a:lnTo>
                            <a:pt x="1965" y="446"/>
                          </a:lnTo>
                          <a:lnTo>
                            <a:pt x="1968" y="480"/>
                          </a:lnTo>
                          <a:lnTo>
                            <a:pt x="1970" y="446"/>
                          </a:lnTo>
                          <a:lnTo>
                            <a:pt x="1972" y="452"/>
                          </a:lnTo>
                          <a:lnTo>
                            <a:pt x="1975" y="480"/>
                          </a:lnTo>
                          <a:lnTo>
                            <a:pt x="1977" y="451"/>
                          </a:lnTo>
                          <a:lnTo>
                            <a:pt x="1980" y="457"/>
                          </a:lnTo>
                          <a:lnTo>
                            <a:pt x="1982" y="466"/>
                          </a:lnTo>
                          <a:lnTo>
                            <a:pt x="1984" y="458"/>
                          </a:lnTo>
                          <a:lnTo>
                            <a:pt x="1987" y="464"/>
                          </a:lnTo>
                          <a:lnTo>
                            <a:pt x="1989" y="465"/>
                          </a:lnTo>
                          <a:lnTo>
                            <a:pt x="1992" y="464"/>
                          </a:lnTo>
                          <a:lnTo>
                            <a:pt x="1994" y="477"/>
                          </a:lnTo>
                          <a:lnTo>
                            <a:pt x="1997" y="485"/>
                          </a:lnTo>
                          <a:lnTo>
                            <a:pt x="1999" y="462"/>
                          </a:lnTo>
                          <a:lnTo>
                            <a:pt x="2001" y="481"/>
                          </a:lnTo>
                          <a:lnTo>
                            <a:pt x="2004" y="517"/>
                          </a:lnTo>
                          <a:lnTo>
                            <a:pt x="2006" y="468"/>
                          </a:lnTo>
                          <a:lnTo>
                            <a:pt x="2009" y="477"/>
                          </a:lnTo>
                          <a:lnTo>
                            <a:pt x="2011" y="509"/>
                          </a:lnTo>
                          <a:lnTo>
                            <a:pt x="2013" y="479"/>
                          </a:lnTo>
                          <a:lnTo>
                            <a:pt x="2016" y="484"/>
                          </a:lnTo>
                          <a:lnTo>
                            <a:pt x="2018" y="490"/>
                          </a:lnTo>
                          <a:lnTo>
                            <a:pt x="2021" y="484"/>
                          </a:lnTo>
                          <a:lnTo>
                            <a:pt x="2023" y="499"/>
                          </a:lnTo>
                          <a:lnTo>
                            <a:pt x="2025" y="493"/>
                          </a:lnTo>
                          <a:lnTo>
                            <a:pt x="2028" y="478"/>
                          </a:lnTo>
                          <a:lnTo>
                            <a:pt x="2030" y="511"/>
                          </a:lnTo>
                          <a:lnTo>
                            <a:pt x="2033" y="500"/>
                          </a:lnTo>
                          <a:lnTo>
                            <a:pt x="2035" y="495"/>
                          </a:lnTo>
                          <a:lnTo>
                            <a:pt x="2038" y="512"/>
                          </a:lnTo>
                          <a:lnTo>
                            <a:pt x="2040" y="505"/>
                          </a:lnTo>
                          <a:lnTo>
                            <a:pt x="2042" y="498"/>
                          </a:lnTo>
                          <a:lnTo>
                            <a:pt x="2045" y="510"/>
                          </a:lnTo>
                          <a:lnTo>
                            <a:pt x="2047" y="531"/>
                          </a:lnTo>
                          <a:lnTo>
                            <a:pt x="2050" y="509"/>
                          </a:lnTo>
                          <a:lnTo>
                            <a:pt x="2052" y="517"/>
                          </a:lnTo>
                          <a:lnTo>
                            <a:pt x="2054" y="536"/>
                          </a:lnTo>
                          <a:lnTo>
                            <a:pt x="2057" y="528"/>
                          </a:lnTo>
                          <a:lnTo>
                            <a:pt x="2059" y="527"/>
                          </a:lnTo>
                          <a:lnTo>
                            <a:pt x="2062" y="531"/>
                          </a:lnTo>
                          <a:lnTo>
                            <a:pt x="2064" y="530"/>
                          </a:lnTo>
                          <a:lnTo>
                            <a:pt x="2066" y="537"/>
                          </a:lnTo>
                          <a:lnTo>
                            <a:pt x="2069" y="531"/>
                          </a:lnTo>
                          <a:lnTo>
                            <a:pt x="2071" y="541"/>
                          </a:lnTo>
                          <a:lnTo>
                            <a:pt x="2074" y="549"/>
                          </a:lnTo>
                          <a:lnTo>
                            <a:pt x="2076" y="533"/>
                          </a:lnTo>
                          <a:lnTo>
                            <a:pt x="2078" y="547"/>
                          </a:lnTo>
                          <a:lnTo>
                            <a:pt x="2081" y="557"/>
                          </a:lnTo>
                          <a:lnTo>
                            <a:pt x="2083" y="526"/>
                          </a:lnTo>
                          <a:lnTo>
                            <a:pt x="2086" y="552"/>
                          </a:lnTo>
                          <a:lnTo>
                            <a:pt x="2088" y="551"/>
                          </a:lnTo>
                          <a:lnTo>
                            <a:pt x="2091" y="549"/>
                          </a:lnTo>
                          <a:lnTo>
                            <a:pt x="2093" y="550"/>
                          </a:lnTo>
                          <a:lnTo>
                            <a:pt x="2095" y="549"/>
                          </a:lnTo>
                          <a:lnTo>
                            <a:pt x="2098" y="553"/>
                          </a:lnTo>
                          <a:lnTo>
                            <a:pt x="2100" y="532"/>
                          </a:lnTo>
                          <a:lnTo>
                            <a:pt x="2103" y="546"/>
                          </a:lnTo>
                          <a:lnTo>
                            <a:pt x="2105" y="545"/>
                          </a:lnTo>
                          <a:lnTo>
                            <a:pt x="2107" y="539"/>
                          </a:lnTo>
                          <a:lnTo>
                            <a:pt x="2110" y="556"/>
                          </a:lnTo>
                          <a:lnTo>
                            <a:pt x="2112" y="545"/>
                          </a:lnTo>
                          <a:lnTo>
                            <a:pt x="2115" y="543"/>
                          </a:lnTo>
                          <a:lnTo>
                            <a:pt x="2117" y="561"/>
                          </a:lnTo>
                          <a:lnTo>
                            <a:pt x="2119" y="549"/>
                          </a:lnTo>
                          <a:lnTo>
                            <a:pt x="2122" y="545"/>
                          </a:lnTo>
                          <a:lnTo>
                            <a:pt x="2124" y="566"/>
                          </a:lnTo>
                          <a:lnTo>
                            <a:pt x="2127" y="559"/>
                          </a:lnTo>
                          <a:lnTo>
                            <a:pt x="2129" y="514"/>
                          </a:lnTo>
                          <a:lnTo>
                            <a:pt x="2131" y="568"/>
                          </a:lnTo>
                          <a:lnTo>
                            <a:pt x="2134" y="565"/>
                          </a:lnTo>
                          <a:lnTo>
                            <a:pt x="2136" y="506"/>
                          </a:lnTo>
                          <a:lnTo>
                            <a:pt x="2139" y="571"/>
                          </a:lnTo>
                          <a:lnTo>
                            <a:pt x="2141" y="572"/>
                          </a:lnTo>
                          <a:lnTo>
                            <a:pt x="2143" y="512"/>
                          </a:lnTo>
                          <a:lnTo>
                            <a:pt x="2146" y="577"/>
                          </a:lnTo>
                          <a:lnTo>
                            <a:pt x="2148" y="585"/>
                          </a:lnTo>
                          <a:lnTo>
                            <a:pt x="2151" y="535"/>
                          </a:lnTo>
                          <a:lnTo>
                            <a:pt x="2153" y="595"/>
                          </a:lnTo>
                          <a:lnTo>
                            <a:pt x="2155" y="600"/>
                          </a:lnTo>
                          <a:lnTo>
                            <a:pt x="2158" y="596"/>
                          </a:lnTo>
                          <a:lnTo>
                            <a:pt x="2160" y="621"/>
                          </a:lnTo>
                          <a:lnTo>
                            <a:pt x="2163" y="616"/>
                          </a:lnTo>
                          <a:lnTo>
                            <a:pt x="2165" y="618"/>
                          </a:lnTo>
                          <a:lnTo>
                            <a:pt x="2166" y="623"/>
                          </a:lnTo>
                        </a:path>
                      </a:pathLst>
                    </a:custGeom>
                    <a:noFill/>
                    <a:ln w="17526" cap="flat">
                      <a:solidFill>
                        <a:srgbClr val="FFFF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ko-KR" altLang="en-US"/>
                    </a:p>
                  </p:txBody>
                </p:sp>
              </p:grpSp>
            </p:grp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3052997F-EA0F-47D3-B991-DCD0F3F760F5}"/>
                  </a:ext>
                </a:extLst>
              </p:cNvPr>
              <p:cNvGrpSpPr/>
              <p:nvPr/>
            </p:nvGrpSpPr>
            <p:grpSpPr>
              <a:xfrm>
                <a:off x="854708" y="749404"/>
                <a:ext cx="4366622" cy="2400930"/>
                <a:chOff x="5453756" y="2544521"/>
                <a:chExt cx="4366622" cy="2400930"/>
              </a:xfrm>
            </p:grpSpPr>
            <p:sp>
              <p:nvSpPr>
                <p:cNvPr id="362" name="Line 33">
                  <a:extLst>
                    <a:ext uri="{FF2B5EF4-FFF2-40B4-BE49-F238E27FC236}">
                      <a16:creationId xmlns:a16="http://schemas.microsoft.com/office/drawing/2014/main" id="{3754726F-8BA3-4FCA-B1ED-807CF44824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77600" y="2930400"/>
                  <a:ext cx="63447" cy="0"/>
                </a:xfrm>
                <a:prstGeom prst="line">
                  <a:avLst/>
                </a:prstGeom>
                <a:noFill/>
                <a:ln w="15875" cap="rnd">
                  <a:solidFill>
                    <a:srgbClr val="26262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none" lIns="82951" tIns="41475" rIns="82951" bIns="41475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 sz="127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63" name="그룹 362">
                  <a:extLst>
                    <a:ext uri="{FF2B5EF4-FFF2-40B4-BE49-F238E27FC236}">
                      <a16:creationId xmlns:a16="http://schemas.microsoft.com/office/drawing/2014/main" id="{EBE21A8F-23AF-41B5-8238-56613BCF93B6}"/>
                    </a:ext>
                  </a:extLst>
                </p:cNvPr>
                <p:cNvGrpSpPr/>
                <p:nvPr/>
              </p:nvGrpSpPr>
              <p:grpSpPr>
                <a:xfrm>
                  <a:off x="5453756" y="2544521"/>
                  <a:ext cx="4366622" cy="2400930"/>
                  <a:chOff x="5453756" y="2544521"/>
                  <a:chExt cx="4366622" cy="2400930"/>
                </a:xfrm>
              </p:grpSpPr>
              <p:grpSp>
                <p:nvGrpSpPr>
                  <p:cNvPr id="364" name="그룹 363">
                    <a:extLst>
                      <a:ext uri="{FF2B5EF4-FFF2-40B4-BE49-F238E27FC236}">
                        <a16:creationId xmlns:a16="http://schemas.microsoft.com/office/drawing/2014/main" id="{C97DEBBE-06AB-45D0-99E4-A35F79664951}"/>
                      </a:ext>
                    </a:extLst>
                  </p:cNvPr>
                  <p:cNvGrpSpPr/>
                  <p:nvPr/>
                </p:nvGrpSpPr>
                <p:grpSpPr>
                  <a:xfrm>
                    <a:off x="5453756" y="2544521"/>
                    <a:ext cx="4366622" cy="2400930"/>
                    <a:chOff x="3151778" y="2362237"/>
                    <a:chExt cx="4366622" cy="2400930"/>
                  </a:xfrm>
                </p:grpSpPr>
                <p:grpSp>
                  <p:nvGrpSpPr>
                    <p:cNvPr id="366" name="그룹 365">
                      <a:extLst>
                        <a:ext uri="{FF2B5EF4-FFF2-40B4-BE49-F238E27FC236}">
                          <a16:creationId xmlns:a16="http://schemas.microsoft.com/office/drawing/2014/main" id="{7FF40D22-2021-4EF9-A384-6856DFF976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84893" y="2362237"/>
                      <a:ext cx="3833507" cy="2400930"/>
                      <a:chOff x="3608693" y="2425737"/>
                      <a:chExt cx="3833507" cy="2400930"/>
                    </a:xfrm>
                  </p:grpSpPr>
                  <p:sp>
                    <p:nvSpPr>
                      <p:cNvPr id="368" name="Line 22">
                        <a:extLst>
                          <a:ext uri="{FF2B5EF4-FFF2-40B4-BE49-F238E27FC236}">
                            <a16:creationId xmlns:a16="http://schemas.microsoft.com/office/drawing/2014/main" id="{5DAF5A45-4FEB-4E00-988C-779F672BEA1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865450" y="2523456"/>
                        <a:ext cx="0" cy="1728000"/>
                      </a:xfrm>
                      <a:prstGeom prst="line">
                        <a:avLst/>
                      </a:prstGeom>
                      <a:noFill/>
                      <a:ln w="15875" cap="rnd">
                        <a:solidFill>
                          <a:srgbClr val="262626">
                            <a:alpha val="91000"/>
                          </a:srgbClr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vert="horz" wrap="square" lIns="82951" tIns="41475" rIns="82951" bIns="41475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ko-KR" altLang="en-US" sz="127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369" name="그룹 368">
                        <a:extLst>
                          <a:ext uri="{FF2B5EF4-FFF2-40B4-BE49-F238E27FC236}">
                            <a16:creationId xmlns:a16="http://schemas.microsoft.com/office/drawing/2014/main" id="{7C2B44EE-CF81-4370-8296-0EFCB6064D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608693" y="2425737"/>
                        <a:ext cx="3833507" cy="2400930"/>
                        <a:chOff x="3608693" y="2425737"/>
                        <a:chExt cx="3833507" cy="2400930"/>
                      </a:xfrm>
                    </p:grpSpPr>
                    <p:grpSp>
                      <p:nvGrpSpPr>
                        <p:cNvPr id="370" name="그룹 369">
                          <a:extLst>
                            <a:ext uri="{FF2B5EF4-FFF2-40B4-BE49-F238E27FC236}">
                              <a16:creationId xmlns:a16="http://schemas.microsoft.com/office/drawing/2014/main" id="{F252568B-EE7D-44D5-B05C-691FA4E4A1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827350" y="2503397"/>
                          <a:ext cx="3614850" cy="2323270"/>
                          <a:chOff x="4835022" y="343785"/>
                          <a:chExt cx="3614850" cy="2323270"/>
                        </a:xfrm>
                      </p:grpSpPr>
                      <p:sp>
                        <p:nvSpPr>
                          <p:cNvPr id="383" name="Line 59">
                            <a:extLst>
                              <a:ext uri="{FF2B5EF4-FFF2-40B4-BE49-F238E27FC236}">
                                <a16:creationId xmlns:a16="http://schemas.microsoft.com/office/drawing/2014/main" id="{869F34F4-EDB7-45C9-8ACE-50D2389E934B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487312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84" name="Line 60">
                            <a:extLst>
                              <a:ext uri="{FF2B5EF4-FFF2-40B4-BE49-F238E27FC236}">
                                <a16:creationId xmlns:a16="http://schemas.microsoft.com/office/drawing/2014/main" id="{BA64F865-EAA7-4D4F-9F37-13F61E36CC2D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36180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85" name="Line 61">
                            <a:extLst>
                              <a:ext uri="{FF2B5EF4-FFF2-40B4-BE49-F238E27FC236}">
                                <a16:creationId xmlns:a16="http://schemas.microsoft.com/office/drawing/2014/main" id="{C744D467-7CFF-442E-A2F2-2BDD1B2B25D7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5852357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86" name="Line 62">
                            <a:extLst>
                              <a:ext uri="{FF2B5EF4-FFF2-40B4-BE49-F238E27FC236}">
                                <a16:creationId xmlns:a16="http://schemas.microsoft.com/office/drawing/2014/main" id="{22CD28B2-9FC9-4B3A-9FBF-36373E7BB2C6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341042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87" name="Line 63">
                            <a:extLst>
                              <a:ext uri="{FF2B5EF4-FFF2-40B4-BE49-F238E27FC236}">
                                <a16:creationId xmlns:a16="http://schemas.microsoft.com/office/drawing/2014/main" id="{21D18B3E-856F-4B35-AAEF-6EBCA0D41AE0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683159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88" name="Line 64">
                            <a:extLst>
                              <a:ext uri="{FF2B5EF4-FFF2-40B4-BE49-F238E27FC236}">
                                <a16:creationId xmlns:a16="http://schemas.microsoft.com/office/drawing/2014/main" id="{55B11FFD-42EB-4294-B98E-14B3912652EA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32027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89" name="Line 65">
                            <a:extLst>
                              <a:ext uri="{FF2B5EF4-FFF2-40B4-BE49-F238E27FC236}">
                                <a16:creationId xmlns:a16="http://schemas.microsoft.com/office/drawing/2014/main" id="{18A586D3-EDDB-45BF-BD6C-46E2DC52763E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7810829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0" name="Line 58">
                            <a:extLst>
                              <a:ext uri="{FF2B5EF4-FFF2-40B4-BE49-F238E27FC236}">
                                <a16:creationId xmlns:a16="http://schemas.microsoft.com/office/drawing/2014/main" id="{08AF2CFB-B473-457C-8560-82EF2F3E22D3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873122" y="2095802"/>
                            <a:ext cx="3426392" cy="0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chemeClr val="tx1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1" name="Line 65">
                            <a:extLst>
                              <a:ext uri="{FF2B5EF4-FFF2-40B4-BE49-F238E27FC236}">
                                <a16:creationId xmlns:a16="http://schemas.microsoft.com/office/drawing/2014/main" id="{C7A0CA13-FE58-4069-81A9-78DE68B2F7EE}"/>
                              </a:ext>
                            </a:extLst>
                          </p:cNvPr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8299514" y="2100094"/>
                            <a:ext cx="0" cy="39836"/>
                          </a:xfrm>
                          <a:prstGeom prst="line">
                            <a:avLst/>
                          </a:prstGeom>
                          <a:noFill/>
                          <a:ln w="15875" cap="rnd">
                            <a:solidFill>
                              <a:srgbClr val="262626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 vert="horz" wrap="none" lIns="82951" tIns="41475" rIns="82951" bIns="41475" numCol="1" anchor="t" anchorCtr="0" compatLnSpc="1">
                            <a:prstTxWarp prst="textNoShape">
                              <a:avLst/>
                            </a:prstTxWarp>
                          </a:bodyPr>
                          <a:lstStyle/>
                          <a:p>
                            <a:endParaRPr lang="ko-KR" altLang="en-US" sz="127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2" name="Rectangle 67">
                            <a:extLst>
                              <a:ext uri="{FF2B5EF4-FFF2-40B4-BE49-F238E27FC236}">
                                <a16:creationId xmlns:a16="http://schemas.microsoft.com/office/drawing/2014/main" id="{CF6BC2AC-A802-45D8-9BAB-4FF528FA4455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835022" y="2190086"/>
                            <a:ext cx="91372" cy="195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3" name="Rectangle 68">
                            <a:extLst>
                              <a:ext uri="{FF2B5EF4-FFF2-40B4-BE49-F238E27FC236}">
                                <a16:creationId xmlns:a16="http://schemas.microsoft.com/office/drawing/2014/main" id="{4C292AFD-7F85-44BF-BC6B-CFD4549C3EC5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84539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0.5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4" name="Rectangle 69">
                            <a:extLst>
                              <a:ext uri="{FF2B5EF4-FFF2-40B4-BE49-F238E27FC236}">
                                <a16:creationId xmlns:a16="http://schemas.microsoft.com/office/drawing/2014/main" id="{BA25147C-988B-43D5-85D2-26A396478047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814259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5" name="Rectangle 70">
                            <a:extLst>
                              <a:ext uri="{FF2B5EF4-FFF2-40B4-BE49-F238E27FC236}">
                                <a16:creationId xmlns:a16="http://schemas.microsoft.com/office/drawing/2014/main" id="{86AC21B7-9546-4CD5-9B8D-83437BBC2CE0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263774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1.5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6" name="Rectangle 71">
                            <a:extLst>
                              <a:ext uri="{FF2B5EF4-FFF2-40B4-BE49-F238E27FC236}">
                                <a16:creationId xmlns:a16="http://schemas.microsoft.com/office/drawing/2014/main" id="{094A72DA-0B7B-45B5-B098-E20DC5BEBBA6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6793494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7" name="Rectangle 72">
                            <a:extLst>
                              <a:ext uri="{FF2B5EF4-FFF2-40B4-BE49-F238E27FC236}">
                                <a16:creationId xmlns:a16="http://schemas.microsoft.com/office/drawing/2014/main" id="{9DC3A8E2-F8E8-4789-823F-82F46A5BEF3E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243010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2.5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8" name="Rectangle 73">
                            <a:extLst>
                              <a:ext uri="{FF2B5EF4-FFF2-40B4-BE49-F238E27FC236}">
                                <a16:creationId xmlns:a16="http://schemas.microsoft.com/office/drawing/2014/main" id="{8EC45E50-7F9C-4CB7-8849-0C46A0EF29E3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7772730" y="2190086"/>
                            <a:ext cx="91372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99" name="Rectangle 74">
                            <a:extLst>
                              <a:ext uri="{FF2B5EF4-FFF2-40B4-BE49-F238E27FC236}">
                                <a16:creationId xmlns:a16="http://schemas.microsoft.com/office/drawing/2014/main" id="{EBA47CAF-EF44-454D-85EB-3A2AB343132C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8222246" y="2190086"/>
                            <a:ext cx="227626" cy="195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>
                            <a:lvl1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1pPr>
                            <a:lvl2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2pPr>
                            <a:lvl3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3pPr>
                            <a:lvl4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4pPr>
                            <a:lvl5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5pPr>
                            <a:lvl6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6pPr>
                            <a:lvl7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7pPr>
                            <a:lvl8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8pPr>
                            <a:lvl9pPr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panose="020B0604020202020204" pitchFamily="34" charset="0"/>
                              </a:defRPr>
                            </a:lvl9pPr>
                          </a:lstStyle>
                          <a:p>
                            <a:pPr defTabSz="829544" latinLnBrk="0"/>
                            <a:r>
                              <a:rPr lang="ko-KR" altLang="ko-KR" sz="1270" dirty="0">
                                <a:solidFill>
                                  <a:srgbClr val="262626"/>
                                </a:solidFill>
                                <a:cs typeface="Arial" panose="020B0604020202020204" pitchFamily="34" charset="0"/>
                              </a:rPr>
                              <a:t>3.5</a:t>
                            </a:r>
                            <a:endParaRPr lang="ko-KR" altLang="ko-KR" sz="1270" dirty="0">
                              <a:cs typeface="Arial" panose="020B060402020202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400" name="직사각형 399">
                            <a:extLst>
                              <a:ext uri="{FF2B5EF4-FFF2-40B4-BE49-F238E27FC236}">
                                <a16:creationId xmlns:a16="http://schemas.microsoft.com/office/drawing/2014/main" id="{2D47149B-2811-44C8-8FE3-D747C50638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149588" y="2443596"/>
                            <a:ext cx="863506" cy="2234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vert="horz" wrap="none" lIns="0" tIns="0" rIns="0" bIns="0" numCol="1" anchor="t" anchorCtr="0" compatLnSpc="1">
                            <a:prstTxWarp prst="textNoShape">
                              <a:avLst/>
                            </a:prstTxWarp>
                            <a:spAutoFit/>
                          </a:bodyPr>
                          <a:lstStyle/>
                          <a:p>
                            <a:pPr algn="r" defTabSz="829544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</a:pPr>
                            <a:r>
                              <a:rPr lang="en-US" altLang="ko-KR" sz="1452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Time [min]</a:t>
                            </a:r>
                          </a:p>
                        </p:txBody>
                      </p:sp>
                      <p:cxnSp>
                        <p:nvCxnSpPr>
                          <p:cNvPr id="401" name="직선 연결선 400">
                            <a:extLst>
                              <a:ext uri="{FF2B5EF4-FFF2-40B4-BE49-F238E27FC236}">
                                <a16:creationId xmlns:a16="http://schemas.microsoft.com/office/drawing/2014/main" id="{9530422A-DA13-452F-9907-36F2575805F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356516" y="344452"/>
                            <a:ext cx="4070" cy="1738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02" name="직선 연결선 401">
                            <a:extLst>
                              <a:ext uri="{FF2B5EF4-FFF2-40B4-BE49-F238E27FC236}">
                                <a16:creationId xmlns:a16="http://schemas.microsoft.com/office/drawing/2014/main" id="{67F9A83E-30A0-4EAA-84DE-6A262B39BEE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7317985" y="343785"/>
                            <a:ext cx="2538" cy="1738800"/>
                          </a:xfrm>
                          <a:prstGeom prst="line">
                            <a:avLst/>
                          </a:prstGeom>
                          <a:ln w="22225" cap="rnd">
                            <a:solidFill>
                              <a:schemeClr val="bg1">
                                <a:lumMod val="50000"/>
                              </a:schemeClr>
                            </a:solidFill>
                            <a:prstDash val="sysDash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371" name="Line 33">
                          <a:extLst>
                            <a:ext uri="{FF2B5EF4-FFF2-40B4-BE49-F238E27FC236}">
                              <a16:creationId xmlns:a16="http://schemas.microsoft.com/office/drawing/2014/main" id="{E7C1DFE0-7C66-463F-913A-4E14A7C6D6C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3598" y="3099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2" name="Line 33">
                          <a:extLst>
                            <a:ext uri="{FF2B5EF4-FFF2-40B4-BE49-F238E27FC236}">
                              <a16:creationId xmlns:a16="http://schemas.microsoft.com/office/drawing/2014/main" id="{38BD53B1-0C29-41E6-A1CB-4748299706F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9422" y="4251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3" name="Line 33">
                          <a:extLst>
                            <a:ext uri="{FF2B5EF4-FFF2-40B4-BE49-F238E27FC236}">
                              <a16:creationId xmlns:a16="http://schemas.microsoft.com/office/drawing/2014/main" id="{A8443640-8428-4FF5-8DC5-A427DD3FDAB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675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4" name="Line 33">
                          <a:extLst>
                            <a:ext uri="{FF2B5EF4-FFF2-40B4-BE49-F238E27FC236}">
                              <a16:creationId xmlns:a16="http://schemas.microsoft.com/office/drawing/2014/main" id="{2575A88B-6104-4A58-AFB4-2B20907840B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5327" y="3963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5" name="Line 33">
                          <a:extLst>
                            <a:ext uri="{FF2B5EF4-FFF2-40B4-BE49-F238E27FC236}">
                              <a16:creationId xmlns:a16="http://schemas.microsoft.com/office/drawing/2014/main" id="{E116A885-A8C6-41F3-89CB-19C2921F9C6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3387616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6" name="Line 33">
                          <a:extLst>
                            <a:ext uri="{FF2B5EF4-FFF2-40B4-BE49-F238E27FC236}">
                              <a16:creationId xmlns:a16="http://schemas.microsoft.com/office/drawing/2014/main" id="{AB4F456F-B84B-4556-83FC-74CA350538C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98000" y="2524075"/>
                          <a:ext cx="63447" cy="0"/>
                        </a:xfrm>
                        <a:prstGeom prst="line">
                          <a:avLst/>
                        </a:prstGeom>
                        <a:noFill/>
                        <a:ln w="15875" cap="rnd">
                          <a:solidFill>
                            <a:srgbClr val="262626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 vert="horz" wrap="none" lIns="82951" tIns="41475" rIns="82951" bIns="41475" numCol="1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endParaRPr lang="ko-KR" altLang="en-US" sz="127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7" name="Rectangle 92">
                          <a:extLst>
                            <a:ext uri="{FF2B5EF4-FFF2-40B4-BE49-F238E27FC236}">
                              <a16:creationId xmlns:a16="http://schemas.microsoft.com/office/drawing/2014/main" id="{A7293E5D-4245-4774-BF95-154430BAB9E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66632" y="2720375"/>
                          <a:ext cx="91435" cy="390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6</a:t>
                          </a:r>
                        </a:p>
                        <a:p>
                          <a:pPr algn="r" defTabSz="829544" latinLnBrk="0"/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8" name="Rectangle 92">
                          <a:extLst>
                            <a:ext uri="{FF2B5EF4-FFF2-40B4-BE49-F238E27FC236}">
                              <a16:creationId xmlns:a16="http://schemas.microsoft.com/office/drawing/2014/main" id="{BC244528-1E12-48D7-9AE0-A7E93DF44F5D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60436" y="2425737"/>
                          <a:ext cx="91372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8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79" name="Rectangle 92">
                          <a:extLst>
                            <a:ext uri="{FF2B5EF4-FFF2-40B4-BE49-F238E27FC236}">
                              <a16:creationId xmlns:a16="http://schemas.microsoft.com/office/drawing/2014/main" id="{107280C1-2EDC-4906-97C7-D1B1E0231C81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66631" y="3009550"/>
                          <a:ext cx="91435" cy="390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4</a:t>
                          </a:r>
                        </a:p>
                        <a:p>
                          <a:pPr algn="r" defTabSz="829544" latinLnBrk="0"/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80" name="Rectangle 92">
                          <a:extLst>
                            <a:ext uri="{FF2B5EF4-FFF2-40B4-BE49-F238E27FC236}">
                              <a16:creationId xmlns:a16="http://schemas.microsoft.com/office/drawing/2014/main" id="{39308B47-D34A-43D3-8B3E-308BEC06C12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73383" y="3291231"/>
                          <a:ext cx="91435" cy="3908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  <a:p>
                          <a:pPr algn="r" defTabSz="829544" latinLnBrk="0"/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81" name="Rectangle 92">
                          <a:extLst>
                            <a:ext uri="{FF2B5EF4-FFF2-40B4-BE49-F238E27FC236}">
                              <a16:creationId xmlns:a16="http://schemas.microsoft.com/office/drawing/2014/main" id="{A5782FC9-BA88-44B5-A0BF-6586844D00C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08693" y="3862912"/>
                          <a:ext cx="145874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-2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382" name="Rectangle 92">
                          <a:extLst>
                            <a:ext uri="{FF2B5EF4-FFF2-40B4-BE49-F238E27FC236}">
                              <a16:creationId xmlns:a16="http://schemas.microsoft.com/office/drawing/2014/main" id="{73661908-414B-41D7-9F75-E8FB5118311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18405" y="4153799"/>
                          <a:ext cx="145874" cy="1954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vert="horz" wrap="none" lIns="0" tIns="0" rIns="0" bIns="0" numCol="1" anchor="t" anchorCtr="0" compatLnSpc="1">
                          <a:prstTxWarp prst="textNoShape">
                            <a:avLst/>
                          </a:prstTxWarp>
                          <a:spAutoFit/>
                        </a:bodyPr>
                        <a:lstStyle>
                          <a:lvl1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1pPr>
                          <a:lvl2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2pPr>
                          <a:lvl3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3pPr>
                          <a:lvl4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4pPr>
                          <a:lvl5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5pPr>
                          <a:lvl6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6pPr>
                          <a:lvl7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7pPr>
                          <a:lvl8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8pPr>
                          <a:lvl9pPr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</a:defRPr>
                          </a:lvl9pPr>
                        </a:lstStyle>
                        <a:p>
                          <a:pPr algn="r" defTabSz="829544" latinLnBrk="0"/>
                          <a:r>
                            <a:rPr lang="en-US" altLang="ko-KR" sz="1270" dirty="0">
                              <a:solidFill>
                                <a:srgbClr val="262626"/>
                              </a:solidFill>
                              <a:cs typeface="Arial" panose="020B0604020202020204" pitchFamily="34" charset="0"/>
                            </a:rPr>
                            <a:t>-4</a:t>
                          </a:r>
                          <a:endParaRPr lang="ko-KR" altLang="ko-KR" sz="1270" dirty="0"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67" name="직사각형 366">
                      <a:extLst>
                        <a:ext uri="{FF2B5EF4-FFF2-40B4-BE49-F238E27FC236}">
                          <a16:creationId xmlns:a16="http://schemas.microsoft.com/office/drawing/2014/main" id="{3A4FB9D5-CEF0-47CD-AEFB-65B8679AA1D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706816" y="3268347"/>
                      <a:ext cx="1113062" cy="22313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algn="ctr" defTabSz="829544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l-GR" altLang="ko-KR" sz="14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altLang="ko-KR" sz="14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Signal [AC]</a:t>
                      </a:r>
                    </a:p>
                  </p:txBody>
                </p:sp>
              </p:grpSp>
              <p:sp>
                <p:nvSpPr>
                  <p:cNvPr id="365" name="Rectangle 92">
                    <a:extLst>
                      <a:ext uri="{FF2B5EF4-FFF2-40B4-BE49-F238E27FC236}">
                        <a16:creationId xmlns:a16="http://schemas.microsoft.com/office/drawing/2014/main" id="{8CC1AF21-DACF-496F-A79A-4F57E2DFB2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55495" y="3703783"/>
                    <a:ext cx="91372" cy="19543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none" lIns="0" tIns="0" rIns="0" bIns="0" numCol="1" anchor="t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r" defTabSz="829544" latinLnBrk="0"/>
                    <a:r>
                      <a:rPr lang="en-US" altLang="ko-KR" sz="1270" dirty="0">
                        <a:solidFill>
                          <a:srgbClr val="262626"/>
                        </a:solidFill>
                        <a:cs typeface="Arial" panose="020B0604020202020204" pitchFamily="34" charset="0"/>
                      </a:rPr>
                      <a:t>0</a:t>
                    </a:r>
                    <a:endParaRPr lang="ko-KR" altLang="ko-KR" sz="1270" dirty="0"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881A49B8-5CC4-4B33-975A-9788430D916C}"/>
                </a:ext>
              </a:extLst>
            </p:cNvPr>
            <p:cNvSpPr txBox="1"/>
            <p:nvPr/>
          </p:nvSpPr>
          <p:spPr>
            <a:xfrm>
              <a:off x="6652800" y="3076443"/>
              <a:ext cx="591829" cy="287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70" dirty="0">
                  <a:latin typeface="Arial" panose="020B0604020202020204" pitchFamily="34" charset="0"/>
                  <a:cs typeface="Arial" panose="020B0604020202020204" pitchFamily="34" charset="0"/>
                </a:rPr>
                <a:t>x 10</a:t>
              </a:r>
              <a:r>
                <a:rPr lang="en-US" altLang="ko-KR" sz="127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-5</a:t>
              </a:r>
              <a:endParaRPr lang="ko-KR" altLang="en-US" sz="127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36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11A85B7C-08A4-49BF-A679-712BB4EE2D56}"/>
              </a:ext>
            </a:extLst>
          </p:cNvPr>
          <p:cNvSpPr/>
          <p:nvPr/>
        </p:nvSpPr>
        <p:spPr>
          <a:xfrm>
            <a:off x="154722" y="348895"/>
            <a:ext cx="4135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Hb, </a:t>
            </a:r>
            <a:r>
              <a:rPr lang="en-US" altLang="ko-KR" b="1" dirty="0" err="1"/>
              <a:t>HHb</a:t>
            </a:r>
            <a:r>
              <a:rPr lang="en-US" altLang="ko-KR" b="1" dirty="0"/>
              <a:t>, </a:t>
            </a:r>
            <a:r>
              <a:rPr lang="en-US" altLang="ko-KR" b="1" dirty="0" err="1"/>
              <a:t>tHb</a:t>
            </a:r>
            <a:r>
              <a:rPr lang="en-US" altLang="ko-KR" b="1" dirty="0"/>
              <a:t> [AC] : amplitude </a:t>
            </a:r>
            <a:r>
              <a:rPr lang="ko-KR" altLang="en-US" b="1" dirty="0"/>
              <a:t>기준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156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dpi-res.com/cdn-cgi/image/q=100/https:/mdpi-res.com/sensors/sensors-22-07566/article_deploy/html/images/sensors-22-07566-g001.png">
            <a:extLst>
              <a:ext uri="{FF2B5EF4-FFF2-40B4-BE49-F238E27FC236}">
                <a16:creationId xmlns:a16="http://schemas.microsoft.com/office/drawing/2014/main" id="{FA95C539-AC94-4516-831C-75B90A68B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452439"/>
            <a:ext cx="6162675" cy="229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716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254</Words>
  <Application>Microsoft Office PowerPoint</Application>
  <PresentationFormat>와이드스크린</PresentationFormat>
  <Paragraphs>158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서재은</dc:creator>
  <cp:lastModifiedBy>재은 서</cp:lastModifiedBy>
  <cp:revision>22</cp:revision>
  <dcterms:created xsi:type="dcterms:W3CDTF">2026-04-21T04:50:10Z</dcterms:created>
  <dcterms:modified xsi:type="dcterms:W3CDTF">2026-04-23T07:57:56Z</dcterms:modified>
</cp:coreProperties>
</file>